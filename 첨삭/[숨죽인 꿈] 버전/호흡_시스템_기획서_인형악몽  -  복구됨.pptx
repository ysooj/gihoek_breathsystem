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642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87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pic>
        <p:nvPicPr>
          <p:cNvPr id="4" name="Image 0" descr="/mnt/data/a_wide_cinematic_eerie_moody_scene_a_dark_fog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85800"/>
            <a:ext cx="5120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시스템 기획 문서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1417320"/>
            <a:ext cx="45720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 쉬는 것조차 들키면 안 된다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/ CONTENT DESIGN PORTFOLIO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5074920"/>
            <a:ext cx="4114800" cy="786384"/>
          </a:xfrm>
          <a:prstGeom prst="roundRect">
            <a:avLst>
              <a:gd name="adj" fmla="val 9302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30368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유형  ·  시스템 기획 포트폴리오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559552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세계관  ·  인형 악몽 / 3D 싱글 액션 어드벤처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정보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첨부 TXT 기준으로 재구성한 시스템 기획 문서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목적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30175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호흡이라는 핵심 규칙이 적 AI · 환경 · 맵 · 전투 · 보스 콘텐츠로 확장되는 구조를 보여줌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기준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설정보다 규칙, 수치, 데이터, 플레이 사례를 우선 설명함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6720840" cy="4297680"/>
          </a:xfrm>
          <a:prstGeom prst="roundRect">
            <a:avLst>
              <a:gd name="adj" fmla="val 1702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700784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내역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74920" y="23317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2404872"/>
            <a:ext cx="923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26.09.22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4663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인형 악몽 세계관 기준으로 호흡 시스템 재정의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30175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3090672"/>
            <a:ext cx="923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26.09.22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4663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Air Hazard · 불 인형 · 위장 · 수중 콘텐츠 반영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74920" y="37033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3776472"/>
            <a:ext cx="923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26.09.22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749040"/>
            <a:ext cx="4663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 비교와 차별성 페이지 추가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74920" y="43891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4462272"/>
            <a:ext cx="923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26.09.22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4663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 색감 · 폰트 크기 · 표현 방식 규칙 정리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 PPT의 구성 방식은 참고하되, 인형 악몽 호흡 시스템에 맞게 재설계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6276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700784"/>
            <a:ext cx="3108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517904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· 시스템 개요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1883664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소개 / 시스템 정의 / 핵심 순환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37160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6276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700784"/>
            <a:ext cx="3108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1517904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 화면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640" y="1883664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화면 / HUD / UI 피드백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260604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286207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2935224"/>
            <a:ext cx="3108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2752344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규칙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3118104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상태 / Air Hazard / AI 감지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260604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286207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935224"/>
            <a:ext cx="3108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2752344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구조도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06640" y="3118104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플로우 / 환경 플로우 / 데이터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384048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409651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4169664"/>
            <a:ext cx="3108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828800" y="3986784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적용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828800" y="4352544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먼지 창고 / 불 인형 / 위장 / 수중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46520" y="384048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409651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4169664"/>
            <a:ext cx="3108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06640" y="3986784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 분석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406640" y="4352544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Little Nightmares · INSIDE 비교 / 차별성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" y="507492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533095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7008" y="5404104"/>
            <a:ext cx="3108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828800" y="5221224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제작 명세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828800" y="5586984"/>
            <a:ext cx="3566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 처리 / 리소스 / 스타일 가이드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· 시스템 개요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판타지: 호흡하는 인간을 감지하는 인형들 사이에서 살아남기</a:t>
            </a:r>
            <a:endParaRPr lang="en-US" sz="1400" dirty="0"/>
          </a:p>
        </p:txBody>
      </p:sp>
      <p:pic>
        <p:nvPicPr>
          <p:cNvPr id="7" name="Image 0" descr="/mnt/data/a_wide_cinematic_eerie_moody_scene_a_dark_fog_batch_1.png"/>
          <p:cNvPicPr>
            <a:picLocks noChangeAspect="1"/>
          </p:cNvPicPr>
          <p:nvPr/>
        </p:nvPicPr>
        <p:blipFill>
          <a:blip r:embed="rId3"/>
          <a:srcRect l="27000" r="13878"/>
          <a:stretch/>
        </p:blipFill>
        <p:spPr>
          <a:xfrm>
            <a:off x="6766560" y="1234440"/>
            <a:ext cx="475488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61872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한 줄 정의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호흡하는 인간을 감지하는 인형들 사이에서, 플레이어가 자신의 호흡을 직접 조절하며 악몽의 공간을 탐색하고 살아남는 게임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3383280"/>
            <a:ext cx="1051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057400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3D 싱글 플레이 액션 어드벤처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3886200"/>
            <a:ext cx="1051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행동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057400" y="3886200"/>
            <a:ext cx="3474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들이마시기 · 숨 참기 · 내쉬기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4389120"/>
            <a:ext cx="1051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플레이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57400" y="4389120"/>
            <a:ext cx="3474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 · 은신 · 추적 회피 · 환경 기믹 · 제한 전투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60120" y="507492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5148072"/>
            <a:ext cx="42611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= 행동 자원 + 정체 은폐 + 적 탐지 정보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순환 구조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만큼 확보하고, 필요한 순간 억제한 뒤, 다시 판단하는 반복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2286000"/>
            <a:ext cx="128016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0" y="2286000"/>
            <a:ext cx="128016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52360" y="2286000"/>
            <a:ext cx="128016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921240" y="2286000"/>
            <a:ext cx="0" cy="224028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21240" y="4526280"/>
            <a:ext cx="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360" y="4526280"/>
            <a:ext cx="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83480" y="4526280"/>
            <a:ext cx="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20240" y="4526280"/>
            <a:ext cx="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61872" y="182880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198424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28600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· 환경 · 회복 위치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30752" y="182880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198424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들이마시기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6200" y="228600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호흡 확보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99632" y="182880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98424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 참기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28600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소음 억제 · 은신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68512" y="182880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14816" y="198424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수행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23960" y="228600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 · 오브젝트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68512" y="406908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14816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발생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23960" y="452628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기침 · 추적 · 환경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99632" y="406908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내쉬기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55080" y="452628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방출 · 복귀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730752" y="406908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77056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안전지점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86200" y="452628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 고르기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261872" y="406908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08176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판단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17320" y="4526280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경로 선택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548640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원칙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514600" y="5486400"/>
            <a:ext cx="8778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호흡은 한 번에 끝까지 쓰는 자원이 아니라, 상황에 맞게 확보 · 억제 · 방출하며 계속 재판단하는 조작 구조임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플레이 화면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· 위험 공기 · 적 탐지가 한 화면에서 판단되도록 구성</a:t>
            </a:r>
            <a:endParaRPr lang="en-US" sz="1400" dirty="0"/>
          </a:p>
        </p:txBody>
      </p:sp>
      <p:pic>
        <p:nvPicPr>
          <p:cNvPr id="7" name="Image 0" descr="/mnt/data/a_moody_cinematic_dark_blue_gray_dusty_indoor_e_batch_2.png"/>
          <p:cNvPicPr>
            <a:picLocks noChangeAspect="1"/>
          </p:cNvPicPr>
          <p:nvPr/>
        </p:nvPicPr>
        <p:blipFill>
          <a:blip r:embed="rId3"/>
          <a:srcRect t="9081" b="9081"/>
          <a:stretch/>
        </p:blipFill>
        <p:spPr>
          <a:xfrm>
            <a:off x="594360" y="1234440"/>
            <a:ext cx="11018520" cy="5074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544068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111722">
              <a:alpha val="95000"/>
            </a:srgbClr>
          </a:solidFill>
          <a:ln w="12700">
            <a:solidFill>
              <a:srgbClr val="9FD3E8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5605272"/>
            <a:ext cx="2514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게이지  확보량 / 소모 속도 / 한계 위험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544068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111722">
              <a:alpha val="95000"/>
            </a:srgbClr>
          </a:solidFill>
          <a:ln w="12700">
            <a:solidFill>
              <a:srgbClr val="D75F53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5605272"/>
            <a:ext cx="2331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75F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HP / 폐 상태  환경 피해 발생 시 강조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0" y="1444752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111722">
              <a:alpha val="95000"/>
            </a:srgbClr>
          </a:solidFill>
          <a:ln w="12700">
            <a:solidFill>
              <a:srgbClr val="E4AA64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AI  호흡 · 발소리 · 충돌음에 반응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" y="1444752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11722">
              <a:alpha val="95000"/>
            </a:srgbClr>
          </a:solidFill>
          <a:ln w="12700">
            <a:solidFill>
              <a:srgbClr val="B4D36A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1627632"/>
            <a:ext cx="3063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행동  숨 참기 유지 / 이동 속도 저하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시스템 기본 규칙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가지 입력만으로 이동 · 은신 · 환경 대응을 연결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00784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들이마시기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+33.3/s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42416" y="2862072"/>
            <a:ext cx="2468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 → 100 약 3초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36499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확보 / 환경 판정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17136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700784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 참기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73168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FB4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-11/s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9744" y="2862072"/>
            <a:ext cx="2468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→ 0 약 9초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336499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소음 억제 / 은신 유지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84464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0496" y="1700784"/>
            <a:ext cx="1920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내쉬기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0496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-50/s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77072" y="2862072"/>
            <a:ext cx="2468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 → 0 약 2초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0496" y="3364992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보유 호흡 방출 / 소음 발생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51560" y="47548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5001768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75F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호흡 조건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5001768"/>
            <a:ext cx="7223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게이지 100 상태를 약 1.5초 유지하면 약한 소음과 함께 강제 호흡이 발동됨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715000"/>
            <a:ext cx="8961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의도  ·  한 행동을 계속 유지하는 플레이를 제한하고, 호흡 순환과 타이밍 판단을 유도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Air Hazard 시스템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공기를 Irritant와 Toxic으로 분리해 역할 중복을 줄임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5029200" cy="3977640"/>
          </a:xfrm>
          <a:prstGeom prst="roundRect">
            <a:avLst>
              <a:gd name="adj" fmla="val 1839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417320"/>
            <a:ext cx="5029200" cy="3977640"/>
          </a:xfrm>
          <a:prstGeom prst="roundRect">
            <a:avLst>
              <a:gd name="adj" fmla="val 1839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D95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Irritant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3320" y="1892808"/>
            <a:ext cx="1920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먼지 · 일반 연기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3749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기침 게이지를 쌓아 은신을 방해하지만 HP 지속 피해는 없음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43000" y="33375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3410712"/>
            <a:ext cx="307238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오브젝트 조작 → 먼지 발생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397764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→ 강제 기침 + 소음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Toxic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1892808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독가스 · 유해 연기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3977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기침과 함께 오염도 기반 HP 피해를 주며, 고오염 구간에서 생존 압박이 급증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75120" y="33375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410712"/>
            <a:ext cx="307238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오염도 ↑ → 초당 피해 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97764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→ 강제 기침 + 큰 피해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5715000"/>
            <a:ext cx="822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 원칙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40280" y="5715000"/>
            <a:ext cx="8046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색상만으로 구분하지 않고 아이콘 · 입자 · 애니메이션 · 게이지 효과를 함께 사용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· 수치 설계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수식은 복잡해 보이기 위한 장식이 아니라 플레이 의도를 곡선으로 고정하는 기준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353312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353312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유독성 환경 HP 피해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초당 피해 = 최대 초당 피해 × (현재 오염 비율)²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51560" y="333756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74720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776472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65960" y="333756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3474720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776472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80360" y="333756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474720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71800" y="3776472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94760" y="333756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474720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3776472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64%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74720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3776472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8992" y="4892040"/>
            <a:ext cx="4251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낮은 오염도에서는 탈출 시간을 주고, 오래 노출되면 위험이 급격히 커짐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65392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게이지 전이율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65392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유해 공기 시작값 = 기존 기침 게이지 × 전이율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65392" y="3246120"/>
            <a:ext cx="594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4380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회색 기침 70 × 전이율 60% = 유해 공기 42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65392" y="4160520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3 진입 직후 즉사급 위험은 완화하되, 이전 노출의 결과는 남김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AI 감지 규칙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인형은 인간의 호흡 · 소리 · 움직임을 서로 다른 비중으로 감지함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게이지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3317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404872"/>
            <a:ext cx="8321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0–24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241401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미탐지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30175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9D9589"/>
          </a:solidFill>
          <a:ln w="12700">
            <a:solidFill>
              <a:srgbClr val="9D958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3090672"/>
            <a:ext cx="8321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25–49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309981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43000" y="37033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3776472"/>
            <a:ext cx="8321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50–74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378561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조사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" y="43891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75F53"/>
          </a:solidFill>
          <a:ln w="12700">
            <a:solidFill>
              <a:srgbClr val="D75F5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4462272"/>
            <a:ext cx="8321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75–100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23160" y="447141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발견 / 추격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 없는 인형 예시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2331720"/>
            <a:ext cx="2560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Visual_Detect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233172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862072"/>
            <a:ext cx="2560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Breath_Detect_Radius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2862072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높음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392424"/>
            <a:ext cx="2560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Sound_Detect_Radius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3392424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3922776"/>
            <a:ext cx="2560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Chase_Speed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922776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느림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4453128"/>
            <a:ext cx="2560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Search_Time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21040" y="4453128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길게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21240" y="4526280"/>
            <a:ext cx="914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 의미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72600" y="4892040"/>
            <a:ext cx="1463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숨을 참고 천천히 이동하면 들키지 않을 수 있음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예시 ① 먼지 창고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오브젝트 조작이 곧 위험 생성으로 이어지는 은신 Encounter</a:t>
            </a:r>
            <a:endParaRPr lang="en-US" sz="1400" dirty="0"/>
          </a:p>
        </p:txBody>
      </p:sp>
      <p:pic>
        <p:nvPicPr>
          <p:cNvPr id="7" name="Image 0" descr="/mnt/data/a_cinematic_moody_storyboard_style_4_panel_comic_batch_3.png"/>
          <p:cNvPicPr>
            <a:picLocks noChangeAspect="1"/>
          </p:cNvPicPr>
          <p:nvPr/>
        </p:nvPicPr>
        <p:blipFill>
          <a:blip r:embed="rId3"/>
          <a:srcRect l="8424" r="8424"/>
          <a:stretch/>
        </p:blipFill>
        <p:spPr>
          <a:xfrm>
            <a:off x="594360" y="1207008"/>
            <a:ext cx="7498080" cy="5074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58200" y="1207008"/>
            <a:ext cx="2971800" cy="5074920"/>
          </a:xfrm>
          <a:prstGeom prst="roundRect">
            <a:avLst>
              <a:gd name="adj" fmla="val 2462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59952" y="1600200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1673352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26880" y="1664208"/>
            <a:ext cx="1691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 걷기 / 상자 밀기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79408" y="2057400"/>
            <a:ext cx="0" cy="237744"/>
          </a:xfrm>
          <a:prstGeom prst="line">
            <a:avLst/>
          </a:prstGeom>
          <a:noFill/>
          <a:ln w="12700">
            <a:solidFill>
              <a:srgbClr val="516274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759952" y="2404872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2478024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326880" y="2468880"/>
            <a:ext cx="1691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먼지 발생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979408" y="2862072"/>
            <a:ext cx="0" cy="237744"/>
          </a:xfrm>
          <a:prstGeom prst="line">
            <a:avLst/>
          </a:prstGeom>
          <a:noFill/>
          <a:ln w="12700">
            <a:solidFill>
              <a:srgbClr val="516274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759952" y="3209544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3282696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326880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기침 게이지 증가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979408" y="3666744"/>
            <a:ext cx="0" cy="237744"/>
          </a:xfrm>
          <a:prstGeom prst="line">
            <a:avLst/>
          </a:prstGeom>
          <a:noFill/>
          <a:ln w="12700">
            <a:solidFill>
              <a:srgbClr val="51627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759952" y="4014216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D75F53"/>
          </a:solidFill>
          <a:ln w="12700">
            <a:solidFill>
              <a:srgbClr val="D75F5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69680" y="4087368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326880" y="4078224"/>
            <a:ext cx="1691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기침 + 소음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979408" y="4471416"/>
            <a:ext cx="0" cy="237744"/>
          </a:xfrm>
          <a:prstGeom prst="line">
            <a:avLst/>
          </a:prstGeom>
          <a:noFill/>
          <a:ln w="12700">
            <a:solidFill>
              <a:srgbClr val="516274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759952" y="481888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69680" y="4892040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26880" y="4882896"/>
            <a:ext cx="1691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 없는 인형 조사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759952" y="5596128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646920" y="5596128"/>
            <a:ext cx="1508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길을 열기 위해 조작할 것인가, 우회할 것인가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예시 ② 불 인형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방치하면 적이 아니라 공간 자체가 위험해지는 성장형 콘텐츠</a:t>
            </a:r>
            <a:endParaRPr lang="en-US" sz="1400" dirty="0"/>
          </a:p>
        </p:txBody>
      </p:sp>
      <p:pic>
        <p:nvPicPr>
          <p:cNvPr id="7" name="Image 0" descr="/mnt/data/a_cinematic_moody_horror_fantasy_scene_in_a_ruin_batch_4.png"/>
          <p:cNvPicPr>
            <a:picLocks noChangeAspect="1"/>
          </p:cNvPicPr>
          <p:nvPr/>
        </p:nvPicPr>
        <p:blipFill>
          <a:blip r:embed="rId3"/>
          <a:srcRect l="5000" r="34157"/>
          <a:stretch/>
        </p:blipFill>
        <p:spPr>
          <a:xfrm>
            <a:off x="594360" y="1325880"/>
            <a:ext cx="5486400" cy="5074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41732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1563624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불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0" y="196596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옅은 일반 연기 / 처리 여유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283464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980944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0" y="2953512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번지는 불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58000" y="338328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불씨 발생 / 경로 위험 증가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0" y="425196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4398264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D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대형 화재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58000" y="480060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유해 연기 Toxic 전환 / HP 피해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 인형 활용 플레이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전투와 시스템 활용 사이의 위험-보상 선택지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41732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선택지 A · 직접 전투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377440"/>
            <a:ext cx="3840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 인형과 불 인형을 플레이어가 직접 처치함. 빠르지만 전투 리스크를 감수함.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43000" y="34747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3547872"/>
            <a:ext cx="12893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해결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88920" y="34747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D75F53"/>
          </a:solidFill>
          <a:ln w="12700">
            <a:solidFill>
              <a:srgbClr val="D75F5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3547872"/>
            <a:ext cx="12893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 부담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선택지 B · 시스템 활용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12280" y="2377440"/>
            <a:ext cx="3840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 인형에게 일부러 들킨 뒤, 천 인형 쪽으로 유도해 화염으로 처치함.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12280" y="34747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3547872"/>
            <a:ext cx="12893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 감소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58200" y="34747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D75F53"/>
          </a:solidFill>
          <a:ln w="12700">
            <a:solidFill>
              <a:srgbClr val="D75F5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7928" y="3547872"/>
            <a:ext cx="12893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화재 확대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94960" y="3474720"/>
            <a:ext cx="1005840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51560" y="5742432"/>
            <a:ext cx="685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65960" y="5742432"/>
            <a:ext cx="8229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영리하지만 위험한 선택지로 만들고, 시스템 이해도로 직접 전투를 줄일 수 있게 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예시 ③ 위장 · 수중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호흡이 “인간임을 숨기는 조건”과 “제한된 공기 자원”으로 변형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5166360" cy="4389120"/>
          </a:xfrm>
          <a:prstGeom prst="roundRect">
            <a:avLst>
              <a:gd name="adj" fmla="val 1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417320"/>
            <a:ext cx="5166360" cy="4389120"/>
          </a:xfrm>
          <a:prstGeom prst="roundRect">
            <a:avLst>
              <a:gd name="adj" fmla="val 1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인형 위장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인형 옷 + 단추 눈 가면 + 숨 참기가 결합되어야 완전 위장이 성립함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43000" y="34290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3502152"/>
            <a:ext cx="6035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48840" y="342900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3502152"/>
            <a:ext cx="96926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단추 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34290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3502152"/>
            <a:ext cx="10607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 참기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892040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내쉬는 순간 주변 인형들이 동시에 고개를 돌리는 연출 가능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수중 공간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욕조에 빠진 뒤 비정상적으로 깊은 수중 악몽으로 연결. 수중에서는 다시 들이마시기 불가.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34290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3502152"/>
            <a:ext cx="16093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입수 전 호흡 확보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32520" y="34290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9FD3E8"/>
          </a:solidFill>
          <a:ln w="12700">
            <a:solidFill>
              <a:srgbClr val="9FD3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42248" y="3502152"/>
            <a:ext cx="16093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공기 주머니 탐색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892040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준비한 공기를 어디까지 사용할지 계산하는 탐색 구간으로 설계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시스템 플로우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→ 환경 판정 → 상태 처리 → AI 반응 → 복귀까지 한 흐름으로 연결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901952"/>
            <a:ext cx="98755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0" y="1901952"/>
            <a:ext cx="98755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0" y="1901952"/>
            <a:ext cx="98755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38360" y="1965960"/>
            <a:ext cx="0" cy="228600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4187952"/>
            <a:ext cx="98755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4187952"/>
            <a:ext cx="98755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" y="1417320"/>
            <a:ext cx="2084832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입력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들이마시기 / 숨 참기 / 내쉬기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20440" y="1417320"/>
            <a:ext cx="2084832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환경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 · 먼지 · 연기 · 독가스 · 수중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2084832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상태 판정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게이지 변화 · 안전 한계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06840" y="1417320"/>
            <a:ext cx="2084832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상태 조건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호흡 / 강제 기침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3703320"/>
            <a:ext cx="2084832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867912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소음 발생 판정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호흡음 · 기침 · 충돌음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20440" y="3703320"/>
            <a:ext cx="2084832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867912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의심도 상승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0" y="4206240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→ 조사 → 추격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3703320"/>
            <a:ext cx="2084832" cy="896112"/>
          </a:xfrm>
          <a:prstGeom prst="roundRect">
            <a:avLst>
              <a:gd name="adj" fmla="val 8163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867912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상태 복귀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206240"/>
            <a:ext cx="1737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 고르기 / 다음 판단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5806440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057400" y="5806440"/>
            <a:ext cx="8046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수중 &gt; Toxic &gt; 연기 &gt; 먼지 &gt; 정상 / 환경 전환 시 즉시 재판정 / 기침 처리 중 중복 발동 제한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테이블 설계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원본 데이터로 규칙을 관리하고 PPT에서는 핵심 구간만 시각화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298448"/>
            <a:ext cx="10835640" cy="4526280"/>
          </a:xfrm>
          <a:prstGeom prst="roundRect">
            <a:avLst>
              <a:gd name="adj" fmla="val 1616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27632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64792"/>
            <a:ext cx="18745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Sheet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627632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64792"/>
            <a:ext cx="2788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데이터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627632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764792"/>
            <a:ext cx="3931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포트폴리오에서 보여줄 역량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176272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304288"/>
            <a:ext cx="18745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01_Breath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2176272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304288"/>
            <a:ext cx="2788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게이지 · 변화량 · 강제 조건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0840" y="2176272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304288"/>
            <a:ext cx="3931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자원 규칙 수치화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2798064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926080"/>
            <a:ext cx="18745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03_AirHazard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37560" y="2798064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926080"/>
            <a:ext cx="2788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Hazard_Type · Transfer_Rate · Max_DPS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2798064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926080"/>
            <a:ext cx="3931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환경별 위험 역할 분리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3419856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547872"/>
            <a:ext cx="18745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04_Doll_AI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37560" y="3419856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547872"/>
            <a:ext cx="2788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Visual/Breath/Sound Detect · Chase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20840" y="3419856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547872"/>
            <a:ext cx="3931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AI 감지 파라미터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4400" y="4041648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169664"/>
            <a:ext cx="18745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05_FireDoll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37560" y="4041648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4169664"/>
            <a:ext cx="2788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Growth_Stage · Smoke_Rate · Ignite_Radius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20840" y="4041648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4169664"/>
            <a:ext cx="3931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성장형 적과 맵 변화 연결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" y="466344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4791456"/>
            <a:ext cx="18745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07_Encounter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37560" y="4663440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4791456"/>
            <a:ext cx="2788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배치 · 해결 방식 · 보상/위험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20840" y="4663440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4791456"/>
            <a:ext cx="3931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단위 설계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4400" y="5989320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783080" y="5989320"/>
            <a:ext cx="8412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수치에는 왜 이 값이어야 하는지 근거를 함께 작성하고, PPT 수치와 Excel 기준 데이터를 일치시킴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 분석 · 차별성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분위기는 참고하되, 핵심 플레이 규칙은 호흡 중심으로 재해석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298448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298448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66760" y="1298448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Little Nightmares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포인트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인물과 거대한 공간의 비율, 동화적이지만 불안한 오브젝트, 압도적인 추격 분위기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1463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게임 적용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인형 · 장난감 · 침실을 악몽 공간으로 확장하되, 호흡 탐지 규칙을 중심으로 플레이를 설계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포인트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423160"/>
            <a:ext cx="2788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절제된 UI, 어두운 색감, 공간을 읽고 문제를 해결하는 흐름, 말 없는 환경 서사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794760"/>
            <a:ext cx="1463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게임 적용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 과잉 없이 HUD와 환경 신호로 위험을 전달하고, 플레이어 판단으로 탈출 루트를 구성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4108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차별성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2148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0808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호흡을 플레이어가 직접 조작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41080" y="2898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0808" y="2971800"/>
            <a:ext cx="1645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98280" y="2971800"/>
            <a:ext cx="1783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인형이 인간의 호흡을 감지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41080" y="3648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3721608"/>
            <a:ext cx="1645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98280" y="3721608"/>
            <a:ext cx="1783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Air Hazard · AI · 맵 · 보스가 한 규칙으로 연결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41080" y="43982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0808" y="4471416"/>
            <a:ext cx="1645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98280" y="4471416"/>
            <a:ext cx="1783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기준 데이터로 수치 관리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6016752"/>
            <a:ext cx="98755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레퍼런스 원본 이미지는 출처 검토 후 최종본에 교체 가능. 현재 장표는 분위기/구조 분석 중심.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학습 구조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학습 → 반복 → 변형 → 조합 → 숙련 확인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튜토리얼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743200"/>
            <a:ext cx="1051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입력과 게이지 의미 학습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3154680"/>
            <a:ext cx="39319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06040" y="182880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먼지 창고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2743200"/>
            <a:ext cx="1051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기침 게이지와 소음 위험 학습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3154680"/>
            <a:ext cx="39319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182880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 없는 인형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45152" y="2743200"/>
            <a:ext cx="1051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시각보다 호흡/소리 감지가 중요함을 학습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3154680"/>
            <a:ext cx="39319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5080" y="182880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 인형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9672" y="2743200"/>
            <a:ext cx="1051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지연이 맵 위험으로 번짐을 경험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3154680"/>
            <a:ext cx="39319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29600" y="182880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수중/위장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94192" y="2743200"/>
            <a:ext cx="1051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호흡의 의미를 자원/정체 은폐로 변형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46920" y="3154680"/>
            <a:ext cx="393192" cy="0"/>
          </a:xfrm>
          <a:prstGeom prst="line">
            <a:avLst/>
          </a:prstGeom>
          <a:noFill/>
          <a:ln w="12700">
            <a:solidFill>
              <a:srgbClr val="E4AA6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04120" y="182880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1A2330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보스전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68712" y="2743200"/>
            <a:ext cx="1051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호흡·환경·첫 인형 연출을 종합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257800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 곡선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423160" y="5257800"/>
            <a:ext cx="6766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FD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불안 → 규칙 발견 → 적응 → 응용 → 숙련 → 규칙의 전복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제작 명세 · 예외 처리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규칙끼리 충돌해 플레이가 망가지지 않게 하는 안전장치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298448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298448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 처리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 전환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240280"/>
            <a:ext cx="3017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환경 기준 즉시 재판정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기침 게이지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3017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환경이 바뀌어도 누적값 유지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기침 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611880"/>
            <a:ext cx="3017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 종료 전 중복 발동 제한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29768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수중 진입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297680"/>
            <a:ext cx="3017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재채기/기침 출력보다 수중 우선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 우선순위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75120" y="2148840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2221992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231136"/>
            <a:ext cx="3108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 상태색 / 아이콘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2752344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2825496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3108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호흡 모션 / SFX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335584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3429000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3438144"/>
            <a:ext cx="3108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환경 VFX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3959352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4032504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4041648"/>
            <a:ext cx="3108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인형 AI 반응 모션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4562856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2F3D4D"/>
          </a:solidFill>
          <a:ln w="12700">
            <a:solidFill>
              <a:srgbClr val="2F3D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4636008"/>
            <a:ext cx="2194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4645152"/>
            <a:ext cx="3108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 인형 성장 연출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5989320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783080" y="5989320"/>
            <a:ext cx="7589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안전장치는 규칙을 약하게 만드는 예외가 아니라, 규칙 충돌을 정리하는 처리 기준임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A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스타일 가이드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804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PPT에 사용한 글꼴 · 크기 · 색감 정리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25880"/>
            <a:ext cx="6583680" cy="4434840"/>
          </a:xfrm>
          <a:prstGeom prst="roundRect">
            <a:avLst>
              <a:gd name="adj" fmla="val 1649"/>
            </a:avLst>
          </a:prstGeom>
          <a:solidFill>
            <a:srgbClr val="243142">
              <a:alpha val="95000"/>
            </a:srgbClr>
          </a:solidFill>
          <a:ln w="12700">
            <a:solidFill>
              <a:srgbClr val="516274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글꼴 / 크기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Noto Sans CJK KR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36pt  ·  장표 제목 / 핵심 수치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20pt  ·  본문 / 핵심 문장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14pt  ·  캡션 / 표 / 보조 설명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83480" y="2240280"/>
            <a:ext cx="411480" cy="320040"/>
          </a:xfrm>
          <a:prstGeom prst="rect">
            <a:avLst/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221992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2432304"/>
            <a:ext cx="1188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#111722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55280" y="2240280"/>
            <a:ext cx="411480" cy="320040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221992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Panel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2432304"/>
            <a:ext cx="1188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#243142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2953512"/>
            <a:ext cx="411480" cy="320040"/>
          </a:xfrm>
          <a:prstGeom prst="rect">
            <a:avLst/>
          </a:prstGeom>
          <a:solidFill>
            <a:srgbClr val="516274"/>
          </a:solidFill>
          <a:ln w="12700">
            <a:solidFill>
              <a:srgbClr val="5162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935224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145536"/>
            <a:ext cx="1188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#516274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55280" y="2953512"/>
            <a:ext cx="411480" cy="320040"/>
          </a:xfrm>
          <a:prstGeom prst="rect">
            <a:avLst/>
          </a:prstGeom>
          <a:solidFill>
            <a:srgbClr val="9FD3E8"/>
          </a:solidFill>
          <a:ln w="12700">
            <a:solidFill>
              <a:srgbClr val="9FD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2935224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Blue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3145536"/>
            <a:ext cx="1188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#9FD3E8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3666744"/>
            <a:ext cx="411480" cy="320040"/>
          </a:xfrm>
          <a:prstGeom prst="rect">
            <a:avLst/>
          </a:prstGeom>
          <a:solidFill>
            <a:srgbClr val="E4AA64"/>
          </a:solidFill>
          <a:ln w="12700">
            <a:solidFill>
              <a:srgbClr val="E4AA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3648456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Amber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3858768"/>
            <a:ext cx="1188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#E4AA64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55280" y="3666744"/>
            <a:ext cx="411480" cy="320040"/>
          </a:xfrm>
          <a:prstGeom prst="rect">
            <a:avLst/>
          </a:prstGeom>
          <a:solidFill>
            <a:srgbClr val="D75F53"/>
          </a:solidFill>
          <a:ln w="12700">
            <a:solidFill>
              <a:srgbClr val="D75F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3648456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Danger Red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03920" y="3858768"/>
            <a:ext cx="1188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#D75F53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83480" y="4379976"/>
            <a:ext cx="411480" cy="320040"/>
          </a:xfrm>
          <a:prstGeom prst="rect">
            <a:avLst/>
          </a:prstGeom>
          <a:solidFill>
            <a:srgbClr val="B4D36A"/>
          </a:solidFill>
          <a:ln w="12700">
            <a:solidFill>
              <a:srgbClr val="B4D3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4361688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6DE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Toxic Green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4572000"/>
            <a:ext cx="1188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#B4D36A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83480" y="5166360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4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방향  ·  어두운 배경, 낮은 채도, 차가운 청색과 경고색 대비, 인포그래픽 중심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SYSTEM · DOLL NIGHTMARE PORTFOLIO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247120" y="65653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383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1760</Words>
  <Application>Microsoft Office PowerPoint</Application>
  <PresentationFormat>와이드스크린</PresentationFormat>
  <Paragraphs>409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System Design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호흡 시스템 기획 문서</dc:title>
  <dc:subject>인형 악몽 세계관 호흡 시스템 기획서</dc:subject>
  <dc:creator>윤수진</dc:creator>
  <cp:lastModifiedBy>musukie52@gmail.com</cp:lastModifiedBy>
  <cp:revision>2</cp:revision>
  <dcterms:created xsi:type="dcterms:W3CDTF">2026-09-22T12:50:24Z</dcterms:created>
  <dcterms:modified xsi:type="dcterms:W3CDTF">2026-09-22T13:01:12Z</dcterms:modified>
</cp:coreProperties>
</file>