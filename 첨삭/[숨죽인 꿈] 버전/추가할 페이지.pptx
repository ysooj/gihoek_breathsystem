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8" r:id="rId2"/>
    <p:sldId id="289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052AC9-E341-4507-AFE8-7D4DD0E30B53}" v="1" dt="2026-09-03T03:49:39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delSld modSld">
      <pc:chgData name="musukie52@gmail.com" userId="017bd91f96aa8751" providerId="LiveId" clId="{5B2C3894-F97E-4CAB-8812-5BB4D83AAC6A}" dt="2026-09-03T03:49:41.048" v="2" actId="47"/>
      <pc:docMkLst>
        <pc:docMk/>
      </pc:docMkLst>
      <pc:sldChg chg="new del">
        <pc:chgData name="musukie52@gmail.com" userId="017bd91f96aa8751" providerId="LiveId" clId="{5B2C3894-F97E-4CAB-8812-5BB4D83AAC6A}" dt="2026-09-03T03:49:41.048" v="2" actId="47"/>
        <pc:sldMkLst>
          <pc:docMk/>
          <pc:sldMk cId="716341547" sldId="256"/>
        </pc:sldMkLst>
      </pc:sldChg>
      <pc:sldChg chg="add">
        <pc:chgData name="musukie52@gmail.com" userId="017bd91f96aa8751" providerId="LiveId" clId="{5B2C3894-F97E-4CAB-8812-5BB4D83AAC6A}" dt="2026-09-03T03:49:39.657" v="1"/>
        <pc:sldMkLst>
          <pc:docMk/>
          <pc:sldMk cId="943597403" sldId="288"/>
        </pc:sldMkLst>
      </pc:sldChg>
      <pc:sldChg chg="add">
        <pc:chgData name="musukie52@gmail.com" userId="017bd91f96aa8751" providerId="LiveId" clId="{5B2C3894-F97E-4CAB-8812-5BB4D83AAC6A}" dt="2026-09-03T03:49:39.657" v="1"/>
        <pc:sldMkLst>
          <pc:docMk/>
          <pc:sldMk cId="2669744231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9490D-BC14-4602-8EDC-730276558562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77F3F-D64B-4005-849E-059EC51288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02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43365-F498-4B27-4D3A-E306EF9B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8A7E3-362E-E514-CA07-B61A0346F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A8F01-4235-C84A-8A89-DFA34BE0D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ACC16-8A2A-6296-AD7B-04C2EBF853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64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014F-D7CF-2DA2-F44F-F14615FB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E9F4F-F293-B20B-BBEF-6D7C15400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C8B54-3BDC-293E-D633-E2D9D3983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CFCBD-475D-46F6-C79A-55A8D51F022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9090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60190-40E0-C283-4F55-E2578661B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1A277C-1E3B-3818-5FAC-44EDEE498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91FEEC-1B84-0392-CDFB-B56EAB91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0BDCC5-D8D5-DCEB-0456-82364B77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9805A-5D20-94B3-7031-073F8A8B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1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2132C-B124-EE44-318D-E0D8B50C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68EA9A-4B2F-D1C9-8518-200C99421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62A6C-5596-D3C2-A122-9EA12CDC8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EDB9F-8EFF-022A-CCB8-E38B9996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0D2D73-3799-DB3C-ABE2-1A8A4E46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52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69082-B34D-BF0F-4CD4-D11EDD32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45B7D-7897-DE6F-DE04-A51398932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3471B-95D1-6FEB-584C-539BB27C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E5E9C-2BBC-5D7C-1249-578942F2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D1DBE-2CE2-6808-B258-BA338A4F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822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DDD15-2017-9061-A0A7-0A389C8A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A55A3C-5792-0670-7880-E71982A0A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C3A471-F51D-7595-7200-98A0943C9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FF9173-A080-2062-CB54-D0882E342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7CD2E5-998A-20F8-A420-71F564E4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29B2B1-0CF9-A038-5805-0A70418DC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742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FF784-B868-088F-D754-7FA0C5356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758541-0D70-1845-4F15-1499CC9C4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72E62-392F-7808-DBD0-7B8422C4E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971388-328F-422E-400C-B9993B635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571E7D-01E3-24A6-A9A1-6F50E3A9E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8AE47C-3C9A-3AF2-B7ED-7CD971D5E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01B936-7189-3796-34B5-27A49E5B4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369D51-0DC5-9F48-82FA-44E979AB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254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4755F-2D5C-BEB1-F304-F7B0B259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5CF3F9-4A41-25F0-A2CD-AFF0BD11A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014892-A1DC-CFBD-1746-CF385D84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12349B-F703-866B-A3D2-21A60B73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51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84A390-2AD7-4AEC-4DA2-F0F75C2DB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A11DF3-3738-73FF-B902-3FCA0888C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AE365C-01A9-5846-0561-B05919BB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70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38E52-5DA9-3A78-731B-EF393AEA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3A3E89-D088-510B-B483-3110D4A2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5F9CA4-C023-770F-8C16-7CAD0CCD5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630A20-B55A-905B-9315-62673A66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B8E3D2-EBCE-1107-C826-D604041E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3627E3-6136-5A73-F620-ACC7D15B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09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21309-96B6-6C71-2B79-B2AF661C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62AD6-C179-202F-D56E-9E8B9BC88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8835F4-299B-5FBE-EB1B-C408B51B8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A4F7F4-48DE-771C-7B7A-799CAE96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B5BF66-2B72-4A5E-6BB0-B68FCD50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5D345E-9232-5B34-E858-B2FBCFDD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0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694C9-C036-13FE-0E3B-61D70037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084351-ED2C-FF11-45A8-87E95D4AE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F945A-1B1F-969D-3CF9-B1611A8A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D14965-9884-9C1D-67B4-4F7D6AE6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7B549-C8C0-8AE0-EED9-D71DBA4F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971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DC0F2-CE24-73B2-5534-5924ED062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DA426B-74A8-8D80-1254-6B0E4C023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08EE52-5C6D-70FB-8EDA-E31780F8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B05EBC-0B41-4472-62BB-A12E4D26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2F6572-A69C-FDBE-E475-6344D574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741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79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353E26-A1F5-5530-8A3C-71B0714F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356BA5-196E-E7A6-C72F-52047189C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C7D86-3D3B-49CB-35B2-2D758066F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1E954-03F9-4B73-8C58-0D212E22FBE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E9743-7D83-9350-D121-2CCB29B22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F1E13D-0744-D0BA-C46B-31CFFE353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7B017-71D5-4A69-A70C-C959250145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32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3284-C47B-D5BC-AB00-A87810EE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574E8E08-5CF0-F636-3574-25E115C40C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E910BCCE-247B-468E-2B5F-F5D0A08269F3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9587B6-3F0B-1B81-F205-72ED607B163E}"/>
              </a:ext>
            </a:extLst>
          </p:cNvPr>
          <p:cNvSpPr>
            <a:spLocks noGrp="1"/>
          </p:cNvSpPr>
          <p:nvPr/>
        </p:nvSpPr>
        <p:spPr>
          <a:xfrm>
            <a:off x="516189" y="1418613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행동별 게이지 변화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500334-7CB0-8611-33B9-E520AF22FDF8}"/>
              </a:ext>
            </a:extLst>
          </p:cNvPr>
          <p:cNvSpPr>
            <a:spLocks noGrp="1"/>
          </p:cNvSpPr>
          <p:nvPr/>
        </p:nvSpPr>
        <p:spPr>
          <a:xfrm>
            <a:off x="516189" y="1799613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동일한 호흡 게이지를 공유</a:t>
            </a:r>
            <a:endParaRPr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B2B172-C95C-B2E3-A71A-BC3D04EB98EB}"/>
              </a:ext>
            </a:extLst>
          </p:cNvPr>
          <p:cNvSpPr>
            <a:spLocks noGrp="1"/>
          </p:cNvSpPr>
          <p:nvPr/>
        </p:nvSpPr>
        <p:spPr>
          <a:xfrm>
            <a:off x="457199" y="400050"/>
            <a:ext cx="3996813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세부 규칙 및 판정 기준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3FAE17BF-0542-0421-ACC8-9977B3E9E263}"/>
              </a:ext>
            </a:extLst>
          </p:cNvPr>
          <p:cNvGraphicFramePr>
            <a:graphicFrameLocks noGrp="1"/>
          </p:cNvGraphicFramePr>
          <p:nvPr/>
        </p:nvGraphicFramePr>
        <p:xfrm>
          <a:off x="513854" y="2214030"/>
          <a:ext cx="52155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762">
                  <a:extLst>
                    <a:ext uri="{9D8B030D-6E8A-4147-A177-3AD203B41FA5}">
                      <a16:colId xmlns:a16="http://schemas.microsoft.com/office/drawing/2014/main" val="830709399"/>
                    </a:ext>
                  </a:extLst>
                </a:gridCol>
                <a:gridCol w="1179762">
                  <a:extLst>
                    <a:ext uri="{9D8B030D-6E8A-4147-A177-3AD203B41FA5}">
                      <a16:colId xmlns:a16="http://schemas.microsoft.com/office/drawing/2014/main" val="2374453036"/>
                    </a:ext>
                  </a:extLst>
                </a:gridCol>
                <a:gridCol w="1179762">
                  <a:extLst>
                    <a:ext uri="{9D8B030D-6E8A-4147-A177-3AD203B41FA5}">
                      <a16:colId xmlns:a16="http://schemas.microsoft.com/office/drawing/2014/main" val="1614851925"/>
                    </a:ext>
                  </a:extLst>
                </a:gridCol>
                <a:gridCol w="1676238">
                  <a:extLst>
                    <a:ext uri="{9D8B030D-6E8A-4147-A177-3AD203B41FA5}">
                      <a16:colId xmlns:a16="http://schemas.microsoft.com/office/drawing/2014/main" val="4222552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변화 속도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79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들이마시기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공기 확보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39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느림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유지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은신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5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빠름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소모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 방출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61517"/>
                  </a:ext>
                </a:extLst>
              </a:tr>
            </a:tbl>
          </a:graphicData>
        </a:graphic>
      </p:graphicFrame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A59633AA-B4E7-7AC7-9A67-D5252F5431A4}"/>
              </a:ext>
            </a:extLst>
          </p:cNvPr>
          <p:cNvGraphicFramePr>
            <a:graphicFrameLocks noGrp="1"/>
          </p:cNvGraphicFramePr>
          <p:nvPr/>
        </p:nvGraphicFramePr>
        <p:xfrm>
          <a:off x="6453545" y="1966781"/>
          <a:ext cx="5215524" cy="35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762">
                  <a:extLst>
                    <a:ext uri="{9D8B030D-6E8A-4147-A177-3AD203B41FA5}">
                      <a16:colId xmlns:a16="http://schemas.microsoft.com/office/drawing/2014/main" val="830709399"/>
                    </a:ext>
                  </a:extLst>
                </a:gridCol>
                <a:gridCol w="1179762">
                  <a:extLst>
                    <a:ext uri="{9D8B030D-6E8A-4147-A177-3AD203B41FA5}">
                      <a16:colId xmlns:a16="http://schemas.microsoft.com/office/drawing/2014/main" val="2374453036"/>
                    </a:ext>
                  </a:extLst>
                </a:gridCol>
                <a:gridCol w="1179762">
                  <a:extLst>
                    <a:ext uri="{9D8B030D-6E8A-4147-A177-3AD203B41FA5}">
                      <a16:colId xmlns:a16="http://schemas.microsoft.com/office/drawing/2014/main" val="1614851925"/>
                    </a:ext>
                  </a:extLst>
                </a:gridCol>
                <a:gridCol w="1676238">
                  <a:extLst>
                    <a:ext uri="{9D8B030D-6E8A-4147-A177-3AD203B41FA5}">
                      <a16:colId xmlns:a16="http://schemas.microsoft.com/office/drawing/2014/main" val="4222552525"/>
                    </a:ext>
                  </a:extLst>
                </a:gridCol>
              </a:tblGrid>
              <a:tr h="502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들이마시기 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기침 게이지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위험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79067"/>
                  </a:ext>
                </a:extLst>
              </a:tr>
              <a:tr h="502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39812"/>
                  </a:ext>
                </a:extLst>
              </a:tr>
              <a:tr h="502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먼지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 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기침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57014"/>
                  </a:ext>
                </a:extLst>
              </a:tr>
              <a:tr h="502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꽃가루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위험 환경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누적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기침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61517"/>
                  </a:ext>
                </a:extLst>
              </a:tr>
              <a:tr h="502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위험 환경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누적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기침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192368"/>
                  </a:ext>
                </a:extLst>
              </a:tr>
              <a:tr h="502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독가스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위험 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누적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흡입 중 피해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897956"/>
                  </a:ext>
                </a:extLst>
              </a:tr>
              <a:tr h="502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특수 환경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 호흡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765338"/>
                  </a:ext>
                </a:extLst>
              </a:tr>
            </a:tbl>
          </a:graphicData>
        </a:graphic>
      </p:graphicFrame>
      <p:sp>
        <p:nvSpPr>
          <p:cNvPr id="76" name="직사각형 75">
            <a:extLst>
              <a:ext uri="{FF2B5EF4-FFF2-40B4-BE49-F238E27FC236}">
                <a16:creationId xmlns:a16="http://schemas.microsoft.com/office/drawing/2014/main" id="{73AA0CEC-0F94-188F-542E-5BE090E12E90}"/>
              </a:ext>
            </a:extLst>
          </p:cNvPr>
          <p:cNvSpPr>
            <a:spLocks noGrp="1"/>
          </p:cNvSpPr>
          <p:nvPr/>
        </p:nvSpPr>
        <p:spPr>
          <a:xfrm>
            <a:off x="6453545" y="1418613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환경별 판정 기준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D45E6A0-1297-E75C-E0E9-411F5A784D0D}"/>
              </a:ext>
            </a:extLst>
          </p:cNvPr>
          <p:cNvSpPr>
            <a:spLocks noGrp="1"/>
          </p:cNvSpPr>
          <p:nvPr/>
        </p:nvSpPr>
        <p:spPr>
          <a:xfrm>
            <a:off x="513854" y="4111807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판정 기준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2E93E42-8D2A-AD10-EA17-B6FE335C24E4}"/>
              </a:ext>
            </a:extLst>
          </p:cNvPr>
          <p:cNvSpPr/>
          <p:nvPr/>
        </p:nvSpPr>
        <p:spPr>
          <a:xfrm>
            <a:off x="513854" y="4643777"/>
            <a:ext cx="5228058" cy="3809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7D79849-2733-3860-D90E-D276E8A88C5D}"/>
              </a:ext>
            </a:extLst>
          </p:cNvPr>
          <p:cNvSpPr>
            <a:spLocks noGrp="1"/>
          </p:cNvSpPr>
          <p:nvPr/>
        </p:nvSpPr>
        <p:spPr>
          <a:xfrm>
            <a:off x="526389" y="5024771"/>
            <a:ext cx="46408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altLang="ko-KR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0%</a:t>
            </a:r>
            <a:endParaRPr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BC53E3B-C923-6C8D-988F-C5AA184F787F}"/>
              </a:ext>
            </a:extLst>
          </p:cNvPr>
          <p:cNvSpPr>
            <a:spLocks noGrp="1"/>
          </p:cNvSpPr>
          <p:nvPr/>
        </p:nvSpPr>
        <p:spPr>
          <a:xfrm>
            <a:off x="5277829" y="5024771"/>
            <a:ext cx="46408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000" b="0">
                <a:solidFill>
                  <a:srgbClr val="163247"/>
                </a:solidFill>
              </a:defRPr>
            </a:pPr>
            <a:r>
              <a:rPr lang="en-US" altLang="ko-KR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100%</a:t>
            </a:r>
            <a:endParaRPr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55F3A352-88CE-24A2-12D0-FBB90D8CCE62}"/>
              </a:ext>
            </a:extLst>
          </p:cNvPr>
          <p:cNvSpPr/>
          <p:nvPr/>
        </p:nvSpPr>
        <p:spPr>
          <a:xfrm>
            <a:off x="529566" y="4661713"/>
            <a:ext cx="5199812" cy="345122"/>
          </a:xfrm>
          <a:prstGeom prst="roundRect">
            <a:avLst/>
          </a:prstGeom>
          <a:solidFill>
            <a:srgbClr val="F7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99FFC25-5007-5F91-BD8C-D5FF590DF6B2}"/>
              </a:ext>
            </a:extLst>
          </p:cNvPr>
          <p:cNvSpPr>
            <a:spLocks noGrp="1"/>
          </p:cNvSpPr>
          <p:nvPr/>
        </p:nvSpPr>
        <p:spPr>
          <a:xfrm>
            <a:off x="2214650" y="5058194"/>
            <a:ext cx="1831136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게이지 </a:t>
            </a:r>
            <a:r>
              <a:rPr lang="en-US" altLang="ko-KR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100% </a:t>
            </a: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도달</a:t>
            </a:r>
            <a:endParaRPr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9D95FB0-2B85-9D16-C1FD-6BC1856921B4}"/>
              </a:ext>
            </a:extLst>
          </p:cNvPr>
          <p:cNvSpPr>
            <a:spLocks noGrp="1"/>
          </p:cNvSpPr>
          <p:nvPr/>
        </p:nvSpPr>
        <p:spPr>
          <a:xfrm>
            <a:off x="3006394" y="5341238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↓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D29BE924-F989-F7EB-1CF2-8852612FFB27}"/>
              </a:ext>
            </a:extLst>
          </p:cNvPr>
          <p:cNvSpPr/>
          <p:nvPr/>
        </p:nvSpPr>
        <p:spPr>
          <a:xfrm>
            <a:off x="835101" y="5672470"/>
            <a:ext cx="1064488" cy="573722"/>
          </a:xfrm>
          <a:prstGeom prst="roundRect">
            <a:avLst/>
          </a:prstGeom>
          <a:solidFill>
            <a:srgbClr val="F7D8D8">
              <a:alpha val="30000"/>
            </a:srgbClr>
          </a:solidFill>
          <a:ln>
            <a:solidFill>
              <a:srgbClr val="9B39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기침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8B56B1F0-5CEC-F9FB-D906-4C3856C1C325}"/>
              </a:ext>
            </a:extLst>
          </p:cNvPr>
          <p:cNvSpPr/>
          <p:nvPr/>
        </p:nvSpPr>
        <p:spPr>
          <a:xfrm>
            <a:off x="2583104" y="5672470"/>
            <a:ext cx="1064488" cy="573722"/>
          </a:xfrm>
          <a:prstGeom prst="roundRect">
            <a:avLst/>
          </a:prstGeom>
          <a:solidFill>
            <a:srgbClr val="F7D8D8">
              <a:alpha val="30000"/>
            </a:srgbClr>
          </a:solidFill>
          <a:ln>
            <a:solidFill>
              <a:srgbClr val="9B39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 이벤트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D9642F33-C5E2-DA88-734C-02A4E6E47FDC}"/>
              </a:ext>
            </a:extLst>
          </p:cNvPr>
          <p:cNvSpPr/>
          <p:nvPr/>
        </p:nvSpPr>
        <p:spPr>
          <a:xfrm>
            <a:off x="4331107" y="5672470"/>
            <a:ext cx="1064488" cy="573722"/>
          </a:xfrm>
          <a:prstGeom prst="roundRect">
            <a:avLst/>
          </a:prstGeom>
          <a:solidFill>
            <a:srgbClr val="F7D8D8">
              <a:alpha val="30000"/>
            </a:srgbClr>
          </a:solidFill>
          <a:ln>
            <a:solidFill>
              <a:srgbClr val="9B39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주변 적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청각 탐지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D0301840-0929-F264-41DF-3DA7FE73A22D}"/>
              </a:ext>
            </a:extLst>
          </p:cNvPr>
          <p:cNvSpPr>
            <a:spLocks noGrp="1"/>
          </p:cNvSpPr>
          <p:nvPr/>
        </p:nvSpPr>
        <p:spPr>
          <a:xfrm>
            <a:off x="6453545" y="5827092"/>
            <a:ext cx="5215524" cy="419100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독가스 피해는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독가스 환경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입력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동시에 성립할 때만 적용함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62F6205B-4101-483E-57B3-0B17B5AE3869}"/>
              </a:ext>
            </a:extLst>
          </p:cNvPr>
          <p:cNvCxnSpPr>
            <a:stCxn id="96" idx="3"/>
            <a:endCxn id="98" idx="1"/>
          </p:cNvCxnSpPr>
          <p:nvPr/>
        </p:nvCxnSpPr>
        <p:spPr>
          <a:xfrm>
            <a:off x="1899589" y="5959331"/>
            <a:ext cx="683515" cy="0"/>
          </a:xfrm>
          <a:prstGeom prst="straightConnector1">
            <a:avLst/>
          </a:prstGeom>
          <a:ln w="19050">
            <a:solidFill>
              <a:srgbClr val="9B39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E7F5AEE5-FC43-1A47-95F9-4A38428EFDB8}"/>
              </a:ext>
            </a:extLst>
          </p:cNvPr>
          <p:cNvCxnSpPr>
            <a:cxnSpLocks/>
            <a:stCxn id="98" idx="3"/>
            <a:endCxn id="100" idx="1"/>
          </p:cNvCxnSpPr>
          <p:nvPr/>
        </p:nvCxnSpPr>
        <p:spPr>
          <a:xfrm>
            <a:off x="3647592" y="5959331"/>
            <a:ext cx="683515" cy="0"/>
          </a:xfrm>
          <a:prstGeom prst="straightConnector1">
            <a:avLst/>
          </a:prstGeom>
          <a:ln w="19050">
            <a:solidFill>
              <a:srgbClr val="9B39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97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9DE0-771D-6BFA-34D1-60170DFB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540ECC85-27F6-48FB-4644-A3D3B81290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3B623FF8-3D5A-84D8-C456-BFC0D07DAD2C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ED5D39-41A4-BBD9-B293-CB9BD99A30A5}"/>
              </a:ext>
            </a:extLst>
          </p:cNvPr>
          <p:cNvSpPr>
            <a:spLocks noGrp="1"/>
          </p:cNvSpPr>
          <p:nvPr/>
        </p:nvSpPr>
        <p:spPr>
          <a:xfrm>
            <a:off x="516189" y="1300626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변경 시 즉시 재판정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F94A0EB-2236-9DBC-171D-7BEA11523009}"/>
              </a:ext>
            </a:extLst>
          </p:cNvPr>
          <p:cNvSpPr>
            <a:spLocks noGrp="1"/>
          </p:cNvSpPr>
          <p:nvPr/>
        </p:nvSpPr>
        <p:spPr>
          <a:xfrm>
            <a:off x="457199" y="400050"/>
            <a:ext cx="3996813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 및 안전장치 규칙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6DCAAB-006F-BC54-4D36-9B8669D77F91}"/>
              </a:ext>
            </a:extLst>
          </p:cNvPr>
          <p:cNvSpPr>
            <a:spLocks noGrp="1"/>
          </p:cNvSpPr>
          <p:nvPr/>
        </p:nvSpPr>
        <p:spPr>
          <a:xfrm>
            <a:off x="6492659" y="1300626"/>
            <a:ext cx="298542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기침 중 중복 발동 장치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순서도: 판단 6">
            <a:extLst>
              <a:ext uri="{FF2B5EF4-FFF2-40B4-BE49-F238E27FC236}">
                <a16:creationId xmlns:a16="http://schemas.microsoft.com/office/drawing/2014/main" id="{36DBE1A9-FC6A-0B1F-4C34-0FEF69955CD6}"/>
              </a:ext>
            </a:extLst>
          </p:cNvPr>
          <p:cNvSpPr/>
          <p:nvPr/>
        </p:nvSpPr>
        <p:spPr>
          <a:xfrm>
            <a:off x="2325361" y="1832009"/>
            <a:ext cx="1560560" cy="658667"/>
          </a:xfrm>
          <a:prstGeom prst="flowChartDecision">
            <a:avLst/>
          </a:prstGeom>
          <a:solidFill>
            <a:srgbClr val="FFF2C7"/>
          </a:solidFill>
          <a:ln>
            <a:solidFill>
              <a:srgbClr val="FFD9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0F63A5-30F0-5FDD-4BF1-1C85C9C7F579}"/>
              </a:ext>
            </a:extLst>
          </p:cNvPr>
          <p:cNvSpPr/>
          <p:nvPr/>
        </p:nvSpPr>
        <p:spPr>
          <a:xfrm>
            <a:off x="516189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B3955B18-B0FD-E5DC-C0C2-5864E5D97254}"/>
              </a:ext>
            </a:extLst>
          </p:cNvPr>
          <p:cNvSpPr>
            <a:spLocks noGrp="1"/>
          </p:cNvSpPr>
          <p:nvPr/>
        </p:nvSpPr>
        <p:spPr>
          <a:xfrm rot="5400000">
            <a:off x="4354399" y="2695084"/>
            <a:ext cx="3447067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88C70BF-177C-B819-65B8-4885456F8E7E}"/>
              </a:ext>
            </a:extLst>
          </p:cNvPr>
          <p:cNvGraphicFramePr>
            <a:graphicFrameLocks noGrp="1"/>
          </p:cNvGraphicFramePr>
          <p:nvPr/>
        </p:nvGraphicFramePr>
        <p:xfrm>
          <a:off x="516189" y="4968334"/>
          <a:ext cx="11159623" cy="1442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457">
                  <a:extLst>
                    <a:ext uri="{9D8B030D-6E8A-4147-A177-3AD203B41FA5}">
                      <a16:colId xmlns:a16="http://schemas.microsoft.com/office/drawing/2014/main" val="830709399"/>
                    </a:ext>
                  </a:extLst>
                </a:gridCol>
                <a:gridCol w="4801087">
                  <a:extLst>
                    <a:ext uri="{9D8B030D-6E8A-4147-A177-3AD203B41FA5}">
                      <a16:colId xmlns:a16="http://schemas.microsoft.com/office/drawing/2014/main" val="2374453036"/>
                    </a:ext>
                  </a:extLst>
                </a:gridCol>
                <a:gridCol w="3237079">
                  <a:extLst>
                    <a:ext uri="{9D8B030D-6E8A-4147-A177-3AD203B41FA5}">
                      <a16:colId xmlns:a16="http://schemas.microsoft.com/office/drawing/2014/main" val="1614851925"/>
                    </a:ext>
                  </a:extLst>
                </a:gridCol>
              </a:tblGrid>
              <a:tr h="26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예외 상황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79067"/>
                  </a:ext>
                </a:extLst>
              </a:tr>
              <a:tr h="26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환경 기준으로 즉시 재판정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 불일치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39812"/>
                  </a:ext>
                </a:extLst>
              </a:tr>
              <a:tr h="26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기침 게이지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전환 시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누적값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경계선 악용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57014"/>
                  </a:ext>
                </a:extLst>
              </a:tr>
              <a:tr h="363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게이지 최대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추가 충전 제한 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/ 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조건 충족 시 강제 기침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무한 충전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61517"/>
                  </a:ext>
                </a:extLst>
              </a:tr>
              <a:tr h="2697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강제 기침 처리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기존 처리 종료까지 중복 발동 제한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중복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207657"/>
                  </a:ext>
                </a:extLst>
              </a:tr>
            </a:tbl>
          </a:graphicData>
        </a:graphic>
      </p:graphicFrame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DB12078-46FE-8579-D42B-BB6F33F786EC}"/>
              </a:ext>
            </a:extLst>
          </p:cNvPr>
          <p:cNvSpPr/>
          <p:nvPr/>
        </p:nvSpPr>
        <p:spPr>
          <a:xfrm>
            <a:off x="4606153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프로세스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B065EEC-04C0-AA98-CFE2-17C7DB71034F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3885921" y="2161343"/>
            <a:ext cx="720232" cy="0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B6C270F-0780-DCB7-43C5-23D292DD7C5F}"/>
              </a:ext>
            </a:extLst>
          </p:cNvPr>
          <p:cNvCxnSpPr>
            <a:cxnSpLocks/>
            <a:stCxn id="7" idx="2"/>
            <a:endCxn id="38" idx="0"/>
          </p:cNvCxnSpPr>
          <p:nvPr/>
        </p:nvCxnSpPr>
        <p:spPr>
          <a:xfrm>
            <a:off x="3105641" y="2490676"/>
            <a:ext cx="1" cy="272610"/>
          </a:xfrm>
          <a:prstGeom prst="straightConnector1">
            <a:avLst/>
          </a:prstGeom>
          <a:ln>
            <a:solidFill>
              <a:srgbClr val="46A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0D3C0A9-9F96-C6A6-9807-BC3D9A91B019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1606458" y="2161343"/>
            <a:ext cx="718903" cy="0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B74AC2E-AEDF-2F67-88F8-8274B929CB8A}"/>
              </a:ext>
            </a:extLst>
          </p:cNvPr>
          <p:cNvSpPr/>
          <p:nvPr/>
        </p:nvSpPr>
        <p:spPr>
          <a:xfrm>
            <a:off x="2560507" y="2763286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재판정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A6B1B4F-9A50-2C10-7862-CAEF16943AF7}"/>
              </a:ext>
            </a:extLst>
          </p:cNvPr>
          <p:cNvSpPr>
            <a:spLocks noGrp="1"/>
          </p:cNvSpPr>
          <p:nvPr/>
        </p:nvSpPr>
        <p:spPr>
          <a:xfrm>
            <a:off x="519107" y="3583033"/>
            <a:ext cx="5215524" cy="623854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중 환경이 바뀌면 기존 판정을 유지하지 않고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현제 위치의 환경 속성을 기준으로 다시 처리함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031EAEB-33FE-55F9-D013-85FDF5F44DA6}"/>
              </a:ext>
            </a:extLst>
          </p:cNvPr>
          <p:cNvSpPr/>
          <p:nvPr/>
        </p:nvSpPr>
        <p:spPr>
          <a:xfrm>
            <a:off x="4606153" y="275866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 적용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B604EC6-88F3-5B46-D303-1F8A4C44D1AA}"/>
              </a:ext>
            </a:extLst>
          </p:cNvPr>
          <p:cNvCxnSpPr>
            <a:cxnSpLocks/>
            <a:stCxn id="38" idx="3"/>
            <a:endCxn id="46" idx="1"/>
          </p:cNvCxnSpPr>
          <p:nvPr/>
        </p:nvCxnSpPr>
        <p:spPr>
          <a:xfrm flipV="1">
            <a:off x="3650776" y="3057323"/>
            <a:ext cx="955377" cy="4623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BB55370-7D47-CFC7-74DC-033FE059F3F3}"/>
              </a:ext>
            </a:extLst>
          </p:cNvPr>
          <p:cNvSpPr>
            <a:spLocks noGrp="1"/>
          </p:cNvSpPr>
          <p:nvPr/>
        </p:nvSpPr>
        <p:spPr>
          <a:xfrm>
            <a:off x="516189" y="4537473"/>
            <a:ext cx="298542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장치 요약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4" name="순서도: 판단 53">
            <a:extLst>
              <a:ext uri="{FF2B5EF4-FFF2-40B4-BE49-F238E27FC236}">
                <a16:creationId xmlns:a16="http://schemas.microsoft.com/office/drawing/2014/main" id="{EF706A5A-2215-9236-6993-D840EB3D38E5}"/>
              </a:ext>
            </a:extLst>
          </p:cNvPr>
          <p:cNvSpPr/>
          <p:nvPr/>
        </p:nvSpPr>
        <p:spPr>
          <a:xfrm>
            <a:off x="8301831" y="1832009"/>
            <a:ext cx="1560560" cy="658667"/>
          </a:xfrm>
          <a:prstGeom prst="flowChartDecision">
            <a:avLst/>
          </a:prstGeom>
          <a:solidFill>
            <a:srgbClr val="FFF2C7"/>
          </a:solidFill>
          <a:ln>
            <a:solidFill>
              <a:srgbClr val="FFD9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처리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중인가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86146E7-508A-D57A-EED0-218597315359}"/>
              </a:ext>
            </a:extLst>
          </p:cNvPr>
          <p:cNvSpPr/>
          <p:nvPr/>
        </p:nvSpPr>
        <p:spPr>
          <a:xfrm>
            <a:off x="6492659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조건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충족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4007F57F-AD34-13C5-3577-9FFF30EA7075}"/>
              </a:ext>
            </a:extLst>
          </p:cNvPr>
          <p:cNvSpPr/>
          <p:nvPr/>
        </p:nvSpPr>
        <p:spPr>
          <a:xfrm>
            <a:off x="10582623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기침 실행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3A36FB1-DE5F-B9BD-59EE-84BC98D903F7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9862391" y="2161343"/>
            <a:ext cx="720232" cy="0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B924287-4383-D77C-1641-B504588C13DA}"/>
              </a:ext>
            </a:extLst>
          </p:cNvPr>
          <p:cNvCxnSpPr>
            <a:cxnSpLocks/>
            <a:stCxn id="54" idx="2"/>
            <a:endCxn id="60" idx="0"/>
          </p:cNvCxnSpPr>
          <p:nvPr/>
        </p:nvCxnSpPr>
        <p:spPr>
          <a:xfrm>
            <a:off x="9082111" y="2490676"/>
            <a:ext cx="1" cy="272610"/>
          </a:xfrm>
          <a:prstGeom prst="straightConnector1">
            <a:avLst/>
          </a:prstGeom>
          <a:ln>
            <a:solidFill>
              <a:srgbClr val="46A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5622F20C-AA3F-6841-CE5A-BB26439E7888}"/>
              </a:ext>
            </a:extLst>
          </p:cNvPr>
          <p:cNvCxnSpPr>
            <a:cxnSpLocks/>
            <a:stCxn id="55" idx="3"/>
            <a:endCxn id="54" idx="1"/>
          </p:cNvCxnSpPr>
          <p:nvPr/>
        </p:nvCxnSpPr>
        <p:spPr>
          <a:xfrm>
            <a:off x="7582928" y="2161343"/>
            <a:ext cx="718903" cy="0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856395C-9495-BE9C-DEC6-D82FB57E809D}"/>
              </a:ext>
            </a:extLst>
          </p:cNvPr>
          <p:cNvSpPr/>
          <p:nvPr/>
        </p:nvSpPr>
        <p:spPr>
          <a:xfrm>
            <a:off x="8536977" y="2763286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발동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무시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1AF80A0-0C75-CF64-2062-FF8A720F1514}"/>
              </a:ext>
            </a:extLst>
          </p:cNvPr>
          <p:cNvSpPr>
            <a:spLocks noGrp="1"/>
          </p:cNvSpPr>
          <p:nvPr/>
        </p:nvSpPr>
        <p:spPr>
          <a:xfrm>
            <a:off x="6492659" y="3583032"/>
            <a:ext cx="5215524" cy="623854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이벤트가 이미 처리 중이면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조건으로 발생한 추가 기침과 소음 이벤트는 처리하지 않음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9744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와이드스크린</PresentationFormat>
  <Paragraphs>100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2026-09-03T03:49:28Z</dcterms:created>
  <dcterms:modified xsi:type="dcterms:W3CDTF">2026-09-03T03:49:42Z</dcterms:modified>
</cp:coreProperties>
</file>