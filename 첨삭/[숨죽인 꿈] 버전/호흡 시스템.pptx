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323" r:id="rId4"/>
    <p:sldId id="307" r:id="rId5"/>
    <p:sldId id="328" r:id="rId6"/>
    <p:sldId id="310" r:id="rId7"/>
    <p:sldId id="322" r:id="rId8"/>
    <p:sldId id="312" r:id="rId9"/>
    <p:sldId id="326" r:id="rId10"/>
    <p:sldId id="314" r:id="rId11"/>
    <p:sldId id="315" r:id="rId12"/>
    <p:sldId id="327" r:id="rId13"/>
    <p:sldId id="317" r:id="rId14"/>
    <p:sldId id="330" r:id="rId15"/>
    <p:sldId id="318" r:id="rId16"/>
    <p:sldId id="319" r:id="rId17"/>
    <p:sldId id="320" r:id="rId18"/>
    <p:sldId id="321" r:id="rId19"/>
    <p:sldId id="32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57"/>
    <a:srgbClr val="E68686"/>
    <a:srgbClr val="FFF2C7"/>
    <a:srgbClr val="053E62"/>
    <a:srgbClr val="063A5C"/>
    <a:srgbClr val="8AABC0"/>
    <a:srgbClr val="D8E3EA"/>
    <a:srgbClr val="69B4FF"/>
    <a:srgbClr val="F7D8D8"/>
    <a:srgbClr val="DDE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127" autoAdjust="0"/>
  </p:normalViewPr>
  <p:slideViewPr>
    <p:cSldViewPr snapToGrid="0">
      <p:cViewPr varScale="1">
        <p:scale>
          <a:sx n="77" d="100"/>
          <a:sy n="77" d="100"/>
        </p:scale>
        <p:origin x="582" y="5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 sldOrd">
      <pc:chgData name="musukie52@gmail.com" userId="017bd91f96aa8751" providerId="LiveId" clId="{5B2C3894-F97E-4CAB-8812-5BB4D83AAC6A}" dt="2026-10-16T00:03:19.449" v="47917" actId="2711"/>
      <pc:docMkLst>
        <pc:docMk/>
      </pc:docMkLst>
      <pc:sldChg chg="addSp delSp modSp add mod modTransition setBg">
        <pc:chgData name="musukie52@gmail.com" userId="017bd91f96aa8751" providerId="LiveId" clId="{5B2C3894-F97E-4CAB-8812-5BB4D83AAC6A}" dt="2026-10-16T00:03:19.449" v="47917" actId="2711"/>
        <pc:sldMkLst>
          <pc:docMk/>
          <pc:sldMk cId="1635155223" sldId="257"/>
        </pc:sldMkLst>
        <pc:spChg chg="add del mod">
          <ac:chgData name="musukie52@gmail.com" userId="017bd91f96aa8751" providerId="LiveId" clId="{5B2C3894-F97E-4CAB-8812-5BB4D83AAC6A}" dt="2026-10-15T04:43:57.970" v="47916" actId="21"/>
          <ac:spMkLst>
            <pc:docMk/>
            <pc:sldMk cId="1635155223" sldId="257"/>
            <ac:spMk id="3" creationId="{4B5E11D8-9C4F-41DC-4381-B20740664D6E}"/>
          </ac:spMkLst>
        </pc:spChg>
        <pc:spChg chg="mod">
          <ac:chgData name="musukie52@gmail.com" userId="017bd91f96aa8751" providerId="LiveId" clId="{5B2C3894-F97E-4CAB-8812-5BB4D83AAC6A}" dt="2026-09-30T14:57:22.029" v="35037" actId="14100"/>
          <ac:spMkLst>
            <pc:docMk/>
            <pc:sldMk cId="1635155223" sldId="257"/>
            <ac:spMk id="6" creationId="{EC0FBAFE-EEB4-EC97-F9AD-130BF4AD5E17}"/>
          </ac:spMkLst>
        </pc:spChg>
        <pc:spChg chg="add mod">
          <ac:chgData name="musukie52@gmail.com" userId="017bd91f96aa8751" providerId="LiveId" clId="{5B2C3894-F97E-4CAB-8812-5BB4D83AAC6A}" dt="2026-10-07T14:14:01.148" v="46753" actId="207"/>
          <ac:spMkLst>
            <pc:docMk/>
            <pc:sldMk cId="1635155223" sldId="257"/>
            <ac:spMk id="11" creationId="{7508F5E4-283D-A631-E8B9-0632607178F3}"/>
          </ac:spMkLst>
        </pc:spChg>
        <pc:spChg chg="mod">
          <ac:chgData name="musukie52@gmail.com" userId="017bd91f96aa8751" providerId="LiveId" clId="{5B2C3894-F97E-4CAB-8812-5BB4D83AAC6A}" dt="2026-10-07T14:04:29.403" v="46359" actId="20577"/>
          <ac:spMkLst>
            <pc:docMk/>
            <pc:sldMk cId="1635155223" sldId="257"/>
            <ac:spMk id="15" creationId="{790BB670-ED79-5CE3-93E5-C5EFF87B995A}"/>
          </ac:spMkLst>
        </pc:spChg>
        <pc:spChg chg="mod">
          <ac:chgData name="musukie52@gmail.com" userId="017bd91f96aa8751" providerId="LiveId" clId="{5B2C3894-F97E-4CAB-8812-5BB4D83AAC6A}" dt="2026-09-30T14:56:08.845" v="35029" actId="14100"/>
          <ac:spMkLst>
            <pc:docMk/>
            <pc:sldMk cId="1635155223" sldId="257"/>
            <ac:spMk id="16" creationId="{A3DAB228-973F-4C3A-8518-09AEBB6947BE}"/>
          </ac:spMkLst>
        </pc:spChg>
        <pc:spChg chg="mod">
          <ac:chgData name="musukie52@gmail.com" userId="017bd91f96aa8751" providerId="LiveId" clId="{5B2C3894-F97E-4CAB-8812-5BB4D83AAC6A}" dt="2026-09-30T14:57:39.438" v="35041" actId="20577"/>
          <ac:spMkLst>
            <pc:docMk/>
            <pc:sldMk cId="1635155223" sldId="257"/>
            <ac:spMk id="17" creationId="{740FDC81-25BB-4EF8-A268-A3D338ECB19F}"/>
          </ac:spMkLst>
        </pc:spChg>
        <pc:spChg chg="mod">
          <ac:chgData name="musukie52@gmail.com" userId="017bd91f96aa8751" providerId="LiveId" clId="{5B2C3894-F97E-4CAB-8812-5BB4D83AAC6A}" dt="2026-10-16T00:03:19.449" v="47917" actId="2711"/>
          <ac:spMkLst>
            <pc:docMk/>
            <pc:sldMk cId="1635155223" sldId="257"/>
            <ac:spMk id="18" creationId="{CEF95B12-99CD-43B8-9092-2ED1C70D6344}"/>
          </ac:spMkLst>
        </pc:spChg>
        <pc:spChg chg="mod">
          <ac:chgData name="musukie52@gmail.com" userId="017bd91f96aa8751" providerId="LiveId" clId="{5B2C3894-F97E-4CAB-8812-5BB4D83AAC6A}" dt="2026-09-30T14:56:08.845" v="35029" actId="14100"/>
          <ac:spMkLst>
            <pc:docMk/>
            <pc:sldMk cId="1635155223" sldId="257"/>
            <ac:spMk id="19" creationId="{3EAED878-32CD-4C6C-91F7-10989830DB62}"/>
          </ac:spMkLst>
        </pc:spChg>
        <pc:spChg chg="mod">
          <ac:chgData name="musukie52@gmail.com" userId="017bd91f96aa8751" providerId="LiveId" clId="{5B2C3894-F97E-4CAB-8812-5BB4D83AAC6A}" dt="2026-09-30T14:57:40.329" v="35042" actId="20577"/>
          <ac:spMkLst>
            <pc:docMk/>
            <pc:sldMk cId="1635155223" sldId="257"/>
            <ac:spMk id="20" creationId="{E404C84D-8F7E-4CD9-B097-C6A65811C65B}"/>
          </ac:spMkLst>
        </pc:spChg>
        <pc:spChg chg="mod">
          <ac:chgData name="musukie52@gmail.com" userId="017bd91f96aa8751" providerId="LiveId" clId="{5B2C3894-F97E-4CAB-8812-5BB4D83AAC6A}" dt="2026-09-30T14:59:53.212" v="35070" actId="14100"/>
          <ac:spMkLst>
            <pc:docMk/>
            <pc:sldMk cId="1635155223" sldId="257"/>
            <ac:spMk id="21" creationId="{0DF22705-D450-43F2-A6E0-5167828672D3}"/>
          </ac:spMkLst>
        </pc:spChg>
        <pc:spChg chg="mod">
          <ac:chgData name="musukie52@gmail.com" userId="017bd91f96aa8751" providerId="LiveId" clId="{5B2C3894-F97E-4CAB-8812-5BB4D83AAC6A}" dt="2026-10-07T14:04:47.802" v="46435" actId="20577"/>
          <ac:spMkLst>
            <pc:docMk/>
            <pc:sldMk cId="1635155223" sldId="257"/>
            <ac:spMk id="24" creationId="{7E8B9F0A-9486-7D87-B1ED-57BAFE4B3E0C}"/>
          </ac:spMkLst>
        </pc:spChg>
        <pc:spChg chg="add mod">
          <ac:chgData name="musukie52@gmail.com" userId="017bd91f96aa8751" providerId="LiveId" clId="{5B2C3894-F97E-4CAB-8812-5BB4D83AAC6A}" dt="2026-09-30T15:46:01.147" v="35818" actId="14100"/>
          <ac:spMkLst>
            <pc:docMk/>
            <pc:sldMk cId="1635155223" sldId="257"/>
            <ac:spMk id="25" creationId="{4C08ABBB-BE23-2274-2AF7-595D6CCB7C09}"/>
          </ac:spMkLst>
        </pc:spChg>
        <pc:spChg chg="mod">
          <ac:chgData name="musukie52@gmail.com" userId="017bd91f96aa8751" providerId="LiveId" clId="{5B2C3894-F97E-4CAB-8812-5BB4D83AAC6A}" dt="2026-09-30T15:45:32.337" v="35788" actId="14100"/>
          <ac:spMkLst>
            <pc:docMk/>
            <pc:sldMk cId="1635155223" sldId="257"/>
            <ac:spMk id="26" creationId="{1292A8F3-AB5C-7863-3B7B-A7808C1B4367}"/>
          </ac:spMkLst>
        </pc:spChg>
        <pc:spChg chg="add mod">
          <ac:chgData name="musukie52@gmail.com" userId="017bd91f96aa8751" providerId="LiveId" clId="{5B2C3894-F97E-4CAB-8812-5BB4D83AAC6A}" dt="2026-10-07T14:14:05.855" v="46755" actId="1076"/>
          <ac:spMkLst>
            <pc:docMk/>
            <pc:sldMk cId="1635155223" sldId="257"/>
            <ac:spMk id="28" creationId="{F0C43CE9-E08D-BE2E-29A4-10B34D91F562}"/>
          </ac:spMkLst>
        </pc:spChg>
        <pc:spChg chg="add mod">
          <ac:chgData name="musukie52@gmail.com" userId="017bd91f96aa8751" providerId="LiveId" clId="{5B2C3894-F97E-4CAB-8812-5BB4D83AAC6A}" dt="2026-09-30T14:57:04.224" v="35035" actId="14100"/>
          <ac:spMkLst>
            <pc:docMk/>
            <pc:sldMk cId="1635155223" sldId="257"/>
            <ac:spMk id="29" creationId="{2E6CC747-7CEA-39F1-68EC-BBC128F57EDC}"/>
          </ac:spMkLst>
        </pc:spChg>
        <pc:spChg chg="mod">
          <ac:chgData name="musukie52@gmail.com" userId="017bd91f96aa8751" providerId="LiveId" clId="{5B2C3894-F97E-4CAB-8812-5BB4D83AAC6A}" dt="2026-09-30T14:57:22.029" v="35037" actId="14100"/>
          <ac:spMkLst>
            <pc:docMk/>
            <pc:sldMk cId="1635155223" sldId="257"/>
            <ac:spMk id="30" creationId="{EB0AF01D-DD3E-4EB9-BF09-F5254E2374AF}"/>
          </ac:spMkLst>
        </pc:spChg>
        <pc:spChg chg="mod">
          <ac:chgData name="musukie52@gmail.com" userId="017bd91f96aa8751" providerId="LiveId" clId="{5B2C3894-F97E-4CAB-8812-5BB4D83AAC6A}" dt="2026-10-07T14:04:52.817" v="46445" actId="20577"/>
          <ac:spMkLst>
            <pc:docMk/>
            <pc:sldMk cId="1635155223" sldId="257"/>
            <ac:spMk id="32" creationId="{669C7472-35CC-014F-EA44-B3AAA5E11B57}"/>
          </ac:spMkLst>
        </pc:spChg>
        <pc:spChg chg="mod">
          <ac:chgData name="musukie52@gmail.com" userId="017bd91f96aa8751" providerId="LiveId" clId="{5B2C3894-F97E-4CAB-8812-5BB4D83AAC6A}" dt="2026-10-07T14:05:14.571" v="46525" actId="20577"/>
          <ac:spMkLst>
            <pc:docMk/>
            <pc:sldMk cId="1635155223" sldId="257"/>
            <ac:spMk id="34" creationId="{C23F74EC-D85A-5587-3EA4-D02F1C2268D7}"/>
          </ac:spMkLst>
        </pc:spChg>
        <pc:spChg chg="mod">
          <ac:chgData name="musukie52@gmail.com" userId="017bd91f96aa8751" providerId="LiveId" clId="{5B2C3894-F97E-4CAB-8812-5BB4D83AAC6A}" dt="2026-09-30T14:57:22.029" v="35037" actId="14100"/>
          <ac:spMkLst>
            <pc:docMk/>
            <pc:sldMk cId="1635155223" sldId="257"/>
            <ac:spMk id="36" creationId="{75C7709F-C3C1-1EBE-CCD8-B28527ECE1E1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37" creationId="{B6A65F74-55EB-8813-E5A8-1D0D17AA4C3B}"/>
          </ac:spMkLst>
        </pc:spChg>
        <pc:spChg chg="mod">
          <ac:chgData name="musukie52@gmail.com" userId="017bd91f96aa8751" providerId="LiveId" clId="{5B2C3894-F97E-4CAB-8812-5BB4D83AAC6A}" dt="2026-10-07T14:05:20.016" v="46537" actId="20577"/>
          <ac:spMkLst>
            <pc:docMk/>
            <pc:sldMk cId="1635155223" sldId="257"/>
            <ac:spMk id="38" creationId="{0CA14A03-9879-FF89-79F5-A52E095FB3CD}"/>
          </ac:spMkLst>
        </pc:spChg>
        <pc:spChg chg="mod">
          <ac:chgData name="musukie52@gmail.com" userId="017bd91f96aa8751" providerId="LiveId" clId="{5B2C3894-F97E-4CAB-8812-5BB4D83AAC6A}" dt="2026-10-07T14:05:34.731" v="46604" actId="20577"/>
          <ac:spMkLst>
            <pc:docMk/>
            <pc:sldMk cId="1635155223" sldId="257"/>
            <ac:spMk id="40" creationId="{BF316233-627D-57E8-04DC-5F4A9B7C16E8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43" creationId="{34C55222-47E9-DDC4-A237-C47A3F4D35AB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47" creationId="{CC1ACC5D-070A-D398-31E0-B134FAA27E9D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49" creationId="{8CBE96DB-AC90-57B2-7BC5-AA0236EC6622}"/>
          </ac:spMkLst>
        </pc:spChg>
        <pc:spChg chg="add mod ord">
          <ac:chgData name="musukie52@gmail.com" userId="017bd91f96aa8751" providerId="LiveId" clId="{5B2C3894-F97E-4CAB-8812-5BB4D83AAC6A}" dt="2026-09-30T14:59:40.299" v="35069" actId="14100"/>
          <ac:spMkLst>
            <pc:docMk/>
            <pc:sldMk cId="1635155223" sldId="257"/>
            <ac:spMk id="53" creationId="{73F92DDE-4FA6-7C9C-A5A8-EEC8921B7C7F}"/>
          </ac:spMkLst>
        </pc:spChg>
        <pc:spChg chg="add mod">
          <ac:chgData name="musukie52@gmail.com" userId="017bd91f96aa8751" providerId="LiveId" clId="{5B2C3894-F97E-4CAB-8812-5BB4D83AAC6A}" dt="2026-09-30T15:52:48.795" v="35945" actId="1076"/>
          <ac:spMkLst>
            <pc:docMk/>
            <pc:sldMk cId="1635155223" sldId="257"/>
            <ac:spMk id="71" creationId="{C3D9D41B-5145-5378-C53A-16C34E31D694}"/>
          </ac:spMkLst>
        </pc:spChg>
        <pc:spChg chg="add mod">
          <ac:chgData name="musukie52@gmail.com" userId="017bd91f96aa8751" providerId="LiveId" clId="{5B2C3894-F97E-4CAB-8812-5BB4D83AAC6A}" dt="2026-09-30T15:49:53.681" v="35914" actId="1076"/>
          <ac:spMkLst>
            <pc:docMk/>
            <pc:sldMk cId="1635155223" sldId="257"/>
            <ac:spMk id="90" creationId="{35B16023-CA14-926D-5708-2804443659A6}"/>
          </ac:spMkLst>
        </pc:spChg>
        <pc:spChg chg="add mod ord">
          <ac:chgData name="musukie52@gmail.com" userId="017bd91f96aa8751" providerId="LiveId" clId="{5B2C3894-F97E-4CAB-8812-5BB4D83AAC6A}" dt="2026-09-30T15:46:37.535" v="35825" actId="20577"/>
          <ac:spMkLst>
            <pc:docMk/>
            <pc:sldMk cId="1635155223" sldId="257"/>
            <ac:spMk id="98" creationId="{0E32C21B-97CB-EEFD-D1C8-BD365F52ECF5}"/>
          </ac:spMkLst>
        </pc:spChg>
        <pc:spChg chg="add mod">
          <ac:chgData name="musukie52@gmail.com" userId="017bd91f96aa8751" providerId="LiveId" clId="{5B2C3894-F97E-4CAB-8812-5BB4D83AAC6A}" dt="2026-09-30T15:52:54.439" v="35946" actId="1076"/>
          <ac:spMkLst>
            <pc:docMk/>
            <pc:sldMk cId="1635155223" sldId="257"/>
            <ac:spMk id="106" creationId="{CC2C35A4-6050-5E89-00E7-DC2F04DF0188}"/>
          </ac:spMkLst>
        </pc:spChg>
        <pc:picChg chg="add mod">
          <ac:chgData name="musukie52@gmail.com" userId="017bd91f96aa8751" providerId="LiveId" clId="{5B2C3894-F97E-4CAB-8812-5BB4D83AAC6A}" dt="2026-10-07T14:13:35.302" v="46745" actId="1076"/>
          <ac:picMkLst>
            <pc:docMk/>
            <pc:sldMk cId="1635155223" sldId="257"/>
            <ac:picMk id="4" creationId="{89F7DA86-69DE-55DE-2B43-E3F40277315B}"/>
          </ac:picMkLst>
        </pc:picChg>
        <pc:picChg chg="add mod">
          <ac:chgData name="musukie52@gmail.com" userId="017bd91f96aa8751" providerId="LiveId" clId="{5B2C3894-F97E-4CAB-8812-5BB4D83AAC6A}" dt="2026-10-07T14:13:38.689" v="46746" actId="1076"/>
          <ac:picMkLst>
            <pc:docMk/>
            <pc:sldMk cId="1635155223" sldId="257"/>
            <ac:picMk id="9" creationId="{AB7E8D20-D88C-59C9-0ED6-870F5249FDC6}"/>
          </ac:picMkLst>
        </pc:picChg>
        <pc:picChg chg="add mod ord">
          <ac:chgData name="musukie52@gmail.com" userId="017bd91f96aa8751" providerId="LiveId" clId="{5B2C3894-F97E-4CAB-8812-5BB4D83AAC6A}" dt="2026-10-07T09:39:02.278" v="43554" actId="167"/>
          <ac:picMkLst>
            <pc:docMk/>
            <pc:sldMk cId="1635155223" sldId="257"/>
            <ac:picMk id="27" creationId="{D6B200EF-C9D2-415D-3731-F6D2DE812BA1}"/>
          </ac:picMkLst>
        </pc:picChg>
      </pc:sldChg>
      <pc:sldChg chg="addSp delSp modSp add mod setBg">
        <pc:chgData name="musukie52@gmail.com" userId="017bd91f96aa8751" providerId="LiveId" clId="{5B2C3894-F97E-4CAB-8812-5BB4D83AAC6A}" dt="2026-10-07T14:37:56.637" v="47065" actId="1076"/>
        <pc:sldMkLst>
          <pc:docMk/>
          <pc:sldMk cId="2068370415" sldId="258"/>
        </pc:sldMkLst>
        <pc:spChg chg="mod">
          <ac:chgData name="musukie52@gmail.com" userId="017bd91f96aa8751" providerId="LiveId" clId="{5B2C3894-F97E-4CAB-8812-5BB4D83AAC6A}" dt="2026-09-26T02:35:13.355" v="6924" actId="20577"/>
          <ac:spMkLst>
            <pc:docMk/>
            <pc:sldMk cId="2068370415" sldId="258"/>
            <ac:spMk id="5" creationId="{A1451AB5-C57E-B545-67C0-474F0A16C5B8}"/>
          </ac:spMkLst>
        </pc:spChg>
        <pc:spChg chg="add mod">
          <ac:chgData name="musukie52@gmail.com" userId="017bd91f96aa8751" providerId="LiveId" clId="{5B2C3894-F97E-4CAB-8812-5BB4D83AAC6A}" dt="2026-10-07T14:37:37.634" v="47064" actId="20577"/>
          <ac:spMkLst>
            <pc:docMk/>
            <pc:sldMk cId="2068370415" sldId="258"/>
            <ac:spMk id="6" creationId="{A5581991-261E-F73A-E819-88079D10BA59}"/>
          </ac:spMkLst>
        </pc:spChg>
        <pc:spChg chg="mod">
          <ac:chgData name="musukie52@gmail.com" userId="017bd91f96aa8751" providerId="LiveId" clId="{5B2C3894-F97E-4CAB-8812-5BB4D83AAC6A}" dt="2026-10-05T07:16:06.415" v="36900"/>
          <ac:spMkLst>
            <pc:docMk/>
            <pc:sldMk cId="2068370415" sldId="258"/>
            <ac:spMk id="7" creationId="{DBD1096C-3673-51AE-2F45-7B2EF4525AF5}"/>
          </ac:spMkLst>
        </pc:spChg>
        <pc:spChg chg="add mod">
          <ac:chgData name="musukie52@gmail.com" userId="017bd91f96aa8751" providerId="LiveId" clId="{5B2C3894-F97E-4CAB-8812-5BB4D83AAC6A}" dt="2026-09-29T10:58:24.929" v="21547"/>
          <ac:spMkLst>
            <pc:docMk/>
            <pc:sldMk cId="2068370415" sldId="258"/>
            <ac:spMk id="8" creationId="{71E2F24D-21E0-ABAE-FD3E-B5D443C8908F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9" creationId="{1591665A-F109-64D8-E010-A2943F8BB315}"/>
          </ac:spMkLst>
        </pc:spChg>
        <pc:spChg chg="add mod">
          <ac:chgData name="musukie52@gmail.com" userId="017bd91f96aa8751" providerId="LiveId" clId="{5B2C3894-F97E-4CAB-8812-5BB4D83AAC6A}" dt="2026-10-07T14:37:18.511" v="47052" actId="20577"/>
          <ac:spMkLst>
            <pc:docMk/>
            <pc:sldMk cId="2068370415" sldId="258"/>
            <ac:spMk id="10" creationId="{A206AA0D-5B11-3131-FB9E-73035E3DA738}"/>
          </ac:spMkLst>
        </pc:spChg>
        <pc:spChg chg="mod">
          <ac:chgData name="musukie52@gmail.com" userId="017bd91f96aa8751" providerId="LiveId" clId="{5B2C3894-F97E-4CAB-8812-5BB4D83AAC6A}" dt="2026-09-26T06:49:25.044" v="8612" actId="1076"/>
          <ac:spMkLst>
            <pc:docMk/>
            <pc:sldMk cId="2068370415" sldId="258"/>
            <ac:spMk id="13" creationId="{BBD47A48-C50A-C791-3ABE-0157698319A2}"/>
          </ac:spMkLst>
        </pc:spChg>
        <pc:spChg chg="add 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14" creationId="{A79FF991-F125-0CC2-B349-8DFB8212F90D}"/>
          </ac:spMkLst>
        </pc:spChg>
        <pc:spChg chg="add 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15" creationId="{F974FAEE-C41F-6462-E8CE-1CC233F723CF}"/>
          </ac:spMkLst>
        </pc:spChg>
        <pc:spChg chg="add mod">
          <ac:chgData name="musukie52@gmail.com" userId="017bd91f96aa8751" providerId="LiveId" clId="{5B2C3894-F97E-4CAB-8812-5BB4D83AAC6A}" dt="2026-09-26T06:43:04.419" v="8553" actId="1076"/>
          <ac:spMkLst>
            <pc:docMk/>
            <pc:sldMk cId="2068370415" sldId="258"/>
            <ac:spMk id="17" creationId="{D01B729F-202A-1D90-2448-7EEF70D9F2EB}"/>
          </ac:spMkLst>
        </pc:spChg>
        <pc:spChg chg="add 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19" creationId="{5CD1FFCB-BB59-7DD9-FC3E-C30CCBBC36A6}"/>
          </ac:spMkLst>
        </pc:spChg>
        <pc:spChg chg="mod">
          <ac:chgData name="musukie52@gmail.com" userId="017bd91f96aa8751" providerId="LiveId" clId="{5B2C3894-F97E-4CAB-8812-5BB4D83AAC6A}" dt="2026-09-29T15:26:16.010" v="32422" actId="1076"/>
          <ac:spMkLst>
            <pc:docMk/>
            <pc:sldMk cId="2068370415" sldId="258"/>
            <ac:spMk id="21" creationId="{1B564F5B-F309-4E9D-BDF7-3FFEA4860222}"/>
          </ac:spMkLst>
        </pc:spChg>
        <pc:spChg chg="mod">
          <ac:chgData name="musukie52@gmail.com" userId="017bd91f96aa8751" providerId="LiveId" clId="{5B2C3894-F97E-4CAB-8812-5BB4D83AAC6A}" dt="2026-09-29T15:26:16.010" v="32422" actId="1076"/>
          <ac:spMkLst>
            <pc:docMk/>
            <pc:sldMk cId="2068370415" sldId="258"/>
            <ac:spMk id="22" creationId="{78B2674A-0914-4652-AB53-3B96ECADC228}"/>
          </ac:spMkLst>
        </pc:spChg>
        <pc:spChg chg="mod">
          <ac:chgData name="musukie52@gmail.com" userId="017bd91f96aa8751" providerId="LiveId" clId="{5B2C3894-F97E-4CAB-8812-5BB4D83AAC6A}" dt="2026-10-05T07:14:22.161" v="36863" actId="2710"/>
          <ac:spMkLst>
            <pc:docMk/>
            <pc:sldMk cId="2068370415" sldId="258"/>
            <ac:spMk id="23" creationId="{92413D7A-564A-4B42-98C6-1BF39FA068D4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25" creationId="{FB732F31-3411-55FB-D1F0-BD8170D8B019}"/>
          </ac:spMkLst>
        </pc:spChg>
        <pc:spChg chg="add mod">
          <ac:chgData name="musukie52@gmail.com" userId="017bd91f96aa8751" providerId="LiveId" clId="{5B2C3894-F97E-4CAB-8812-5BB4D83AAC6A}" dt="2026-09-29T15:26:16.010" v="32422" actId="1076"/>
          <ac:spMkLst>
            <pc:docMk/>
            <pc:sldMk cId="2068370415" sldId="258"/>
            <ac:spMk id="26" creationId="{A97635EE-292C-8819-B932-86961DBFFD88}"/>
          </ac:spMkLst>
        </pc:spChg>
        <pc:spChg chg="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27" creationId="{F34F1B24-073D-31D6-DA90-243E4CED12F5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29" creationId="{61420030-5E4A-C3E1-190D-D6DCC4CC5078}"/>
          </ac:spMkLst>
        </pc:spChg>
        <pc:spChg chg="add mod">
          <ac:chgData name="musukie52@gmail.com" userId="017bd91f96aa8751" providerId="LiveId" clId="{5B2C3894-F97E-4CAB-8812-5BB4D83AAC6A}" dt="2026-10-07T14:37:35.304" v="47062" actId="20577"/>
          <ac:spMkLst>
            <pc:docMk/>
            <pc:sldMk cId="2068370415" sldId="258"/>
            <ac:spMk id="30" creationId="{D4EE3487-76E7-7334-117F-7E9711DEE41F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32" creationId="{14EB8204-6724-A0B5-67B2-3D7B932B9E19}"/>
          </ac:spMkLst>
        </pc:spChg>
        <pc:spChg chg="add mod">
          <ac:chgData name="musukie52@gmail.com" userId="017bd91f96aa8751" providerId="LiveId" clId="{5B2C3894-F97E-4CAB-8812-5BB4D83AAC6A}" dt="2026-09-26T06:49:25.044" v="8612" actId="1076"/>
          <ac:spMkLst>
            <pc:docMk/>
            <pc:sldMk cId="2068370415" sldId="258"/>
            <ac:spMk id="33" creationId="{88C0EC03-F9E2-8BA7-8ABB-F6794EB7F96C}"/>
          </ac:spMkLst>
        </pc:spChg>
        <pc:spChg chg="add 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35" creationId="{395C848E-1DDD-D9D7-FE77-599E03B7A5B8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38" creationId="{DF6BD4A9-6815-B4FA-4FF7-366D5E5636E0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41" creationId="{FD50A9B5-E26F-C913-C61C-69F1F9F09016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43" creationId="{F4FF3A14-D9E6-D110-7A37-72BE54F2C4D2}"/>
          </ac:spMkLst>
        </pc:spChg>
        <pc:spChg chg="add del 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45" creationId="{44EF31B1-2EFA-4639-9E86-E163795435BF}"/>
          </ac:spMkLst>
        </pc:spChg>
        <pc:spChg chg="add del mod">
          <ac:chgData name="musukie52@gmail.com" userId="017bd91f96aa8751" providerId="LiveId" clId="{5B2C3894-F97E-4CAB-8812-5BB4D83AAC6A}" dt="2026-09-29T15:26:11.198" v="32421" actId="1076"/>
          <ac:spMkLst>
            <pc:docMk/>
            <pc:sldMk cId="2068370415" sldId="258"/>
            <ac:spMk id="46" creationId="{F3DCA54E-87F6-499D-B63D-EBB269C3EC57}"/>
          </ac:spMkLst>
        </pc:spChg>
        <pc:spChg chg="add del mod">
          <ac:chgData name="musukie52@gmail.com" userId="017bd91f96aa8751" providerId="LiveId" clId="{5B2C3894-F97E-4CAB-8812-5BB4D83AAC6A}" dt="2026-10-05T07:14:08.208" v="36862" actId="2710"/>
          <ac:spMkLst>
            <pc:docMk/>
            <pc:sldMk cId="2068370415" sldId="258"/>
            <ac:spMk id="47" creationId="{7994448B-8FB5-48A4-961D-E7C1DCFA5440}"/>
          </ac:spMkLst>
        </pc:spChg>
        <pc:spChg chg="mod">
          <ac:chgData name="musukie52@gmail.com" userId="017bd91f96aa8751" providerId="LiveId" clId="{5B2C3894-F97E-4CAB-8812-5BB4D83AAC6A}" dt="2026-09-29T15:31:07.613" v="32479" actId="1076"/>
          <ac:spMkLst>
            <pc:docMk/>
            <pc:sldMk cId="2068370415" sldId="258"/>
            <ac:spMk id="51" creationId="{4D2A8D47-4063-4D11-AC26-BE48D76C7357}"/>
          </ac:spMkLst>
        </pc:spChg>
        <pc:spChg chg="mod">
          <ac:chgData name="musukie52@gmail.com" userId="017bd91f96aa8751" providerId="LiveId" clId="{5B2C3894-F97E-4CAB-8812-5BB4D83AAC6A}" dt="2026-10-05T07:18:21.218" v="36947" actId="20577"/>
          <ac:spMkLst>
            <pc:docMk/>
            <pc:sldMk cId="2068370415" sldId="258"/>
            <ac:spMk id="52" creationId="{6348712B-9DF7-45FC-A77D-4E62D5C4AA21}"/>
          </ac:spMkLst>
        </pc:spChg>
        <pc:spChg chg="mod">
          <ac:chgData name="musukie52@gmail.com" userId="017bd91f96aa8751" providerId="LiveId" clId="{5B2C3894-F97E-4CAB-8812-5BB4D83AAC6A}" dt="2026-10-05T07:15:59.392" v="36896" actId="6549"/>
          <ac:spMkLst>
            <pc:docMk/>
            <pc:sldMk cId="2068370415" sldId="258"/>
            <ac:spMk id="53" creationId="{020743D7-D45D-4443-BA0E-7B9481D31A5A}"/>
          </ac:spMkLst>
        </pc:spChg>
        <pc:spChg chg="mod">
          <ac:chgData name="musukie52@gmail.com" userId="017bd91f96aa8751" providerId="LiveId" clId="{5B2C3894-F97E-4CAB-8812-5BB4D83AAC6A}" dt="2026-09-26T06:49:25.044" v="8612" actId="1076"/>
          <ac:spMkLst>
            <pc:docMk/>
            <pc:sldMk cId="2068370415" sldId="258"/>
            <ac:spMk id="54" creationId="{E35B1767-A9C3-46AB-948B-A107DA2F407D}"/>
          </ac:spMkLst>
        </pc:spChg>
        <pc:spChg chg="mod">
          <ac:chgData name="musukie52@gmail.com" userId="017bd91f96aa8751" providerId="LiveId" clId="{5B2C3894-F97E-4CAB-8812-5BB4D83AAC6A}" dt="2026-10-05T07:18:18.169" v="36945" actId="20577"/>
          <ac:spMkLst>
            <pc:docMk/>
            <pc:sldMk cId="2068370415" sldId="258"/>
            <ac:spMk id="55" creationId="{1B1DD881-56F8-44F3-A3C7-13873C5D2301}"/>
          </ac:spMkLst>
        </pc:spChg>
        <pc:spChg chg="mod">
          <ac:chgData name="musukie52@gmail.com" userId="017bd91f96aa8751" providerId="LiveId" clId="{5B2C3894-F97E-4CAB-8812-5BB4D83AAC6A}" dt="2026-10-05T07:14:22.161" v="36863" actId="2710"/>
          <ac:spMkLst>
            <pc:docMk/>
            <pc:sldMk cId="2068370415" sldId="258"/>
            <ac:spMk id="56" creationId="{584BA72D-8CB9-471D-A137-AD556C3E7FC3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57" creationId="{03F96419-FFEB-437A-8309-8FACBD148463}"/>
          </ac:spMkLst>
        </pc:spChg>
        <pc:spChg chg="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58" creationId="{690A05A1-A778-422E-83CA-813EF665DB00}"/>
          </ac:spMkLst>
        </pc:spChg>
        <pc:spChg chg="mod">
          <ac:chgData name="musukie52@gmail.com" userId="017bd91f96aa8751" providerId="LiveId" clId="{5B2C3894-F97E-4CAB-8812-5BB4D83AAC6A}" dt="2026-10-05T07:17:40.441" v="36933" actId="6549"/>
          <ac:spMkLst>
            <pc:docMk/>
            <pc:sldMk cId="2068370415" sldId="258"/>
            <ac:spMk id="59" creationId="{7BEB037B-A700-420C-B40D-6A113FB7BE8B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60" creationId="{D580564B-9503-46AA-8D82-3FA093548A93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61" creationId="{6B9F47D0-27C8-4348-BED1-45E60A772892}"/>
          </ac:spMkLst>
        </pc:spChg>
        <pc:spChg chg="mod">
          <ac:chgData name="musukie52@gmail.com" userId="017bd91f96aa8751" providerId="LiveId" clId="{5B2C3894-F97E-4CAB-8812-5BB4D83AAC6A}" dt="2026-10-05T07:14:22.161" v="36863" actId="2710"/>
          <ac:spMkLst>
            <pc:docMk/>
            <pc:sldMk cId="2068370415" sldId="258"/>
            <ac:spMk id="62" creationId="{5F2C2395-CD94-4B9E-AAF6-247F6CB0344C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63" creationId="{4C2D5000-615A-5A40-6684-644B50C3F7EC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64" creationId="{4F6DFCAF-42B4-4FE4-93BF-9DE1351D2131}"/>
          </ac:spMkLst>
        </pc:spChg>
        <pc:spChg chg="mod">
          <ac:chgData name="musukie52@gmail.com" userId="017bd91f96aa8751" providerId="LiveId" clId="{5B2C3894-F97E-4CAB-8812-5BB4D83AAC6A}" dt="2026-10-07T14:37:14.943" v="47050" actId="20577"/>
          <ac:spMkLst>
            <pc:docMk/>
            <pc:sldMk cId="2068370415" sldId="258"/>
            <ac:spMk id="67" creationId="{3C8842C0-98A1-F8AA-3CAA-D38B8263E7B3}"/>
          </ac:spMkLst>
        </pc:spChg>
        <pc:spChg chg="add mod">
          <ac:chgData name="musukie52@gmail.com" userId="017bd91f96aa8751" providerId="LiveId" clId="{5B2C3894-F97E-4CAB-8812-5BB4D83AAC6A}" dt="2026-09-29T15:26:11.198" v="32421" actId="1076"/>
          <ac:spMkLst>
            <pc:docMk/>
            <pc:sldMk cId="2068370415" sldId="258"/>
            <ac:spMk id="69" creationId="{7D384E04-0B33-3ED7-2B13-85CADBECCEA4}"/>
          </ac:spMkLst>
        </pc:spChg>
        <pc:spChg chg="add del mod">
          <ac:chgData name="musukie52@gmail.com" userId="017bd91f96aa8751" providerId="LiveId" clId="{5B2C3894-F97E-4CAB-8812-5BB4D83AAC6A}" dt="2026-10-07T14:37:32.818" v="47060" actId="20577"/>
          <ac:spMkLst>
            <pc:docMk/>
            <pc:sldMk cId="2068370415" sldId="258"/>
            <ac:spMk id="71" creationId="{6826BE85-3F69-A204-369E-77CBCFD46867}"/>
          </ac:spMkLst>
        </pc:spChg>
        <pc:spChg chg="add mod">
          <ac:chgData name="musukie52@gmail.com" userId="017bd91f96aa8751" providerId="LiveId" clId="{5B2C3894-F97E-4CAB-8812-5BB4D83AAC6A}" dt="2026-09-26T09:12:09.790" v="13012" actId="1076"/>
          <ac:spMkLst>
            <pc:docMk/>
            <pc:sldMk cId="2068370415" sldId="258"/>
            <ac:spMk id="72" creationId="{3D96200F-A1C6-1C9C-7431-F2794FBC4F31}"/>
          </ac:spMkLst>
        </pc:spChg>
        <pc:spChg chg="mod">
          <ac:chgData name="musukie52@gmail.com" userId="017bd91f96aa8751" providerId="LiveId" clId="{5B2C3894-F97E-4CAB-8812-5BB4D83AAC6A}" dt="2026-09-29T15:29:35.547" v="32469" actId="1076"/>
          <ac:spMkLst>
            <pc:docMk/>
            <pc:sldMk cId="2068370415" sldId="258"/>
            <ac:spMk id="81" creationId="{63F040BE-7C2A-0C3A-F5AB-80C8E9F93E27}"/>
          </ac:spMkLst>
        </pc:spChg>
        <pc:spChg chg="mod">
          <ac:chgData name="musukie52@gmail.com" userId="017bd91f96aa8751" providerId="LiveId" clId="{5B2C3894-F97E-4CAB-8812-5BB4D83AAC6A}" dt="2026-09-26T05:55:16.135" v="8544" actId="1035"/>
          <ac:spMkLst>
            <pc:docMk/>
            <pc:sldMk cId="2068370415" sldId="258"/>
            <ac:spMk id="83" creationId="{B4863230-6953-D99D-4D58-3427C3472222}"/>
          </ac:spMkLst>
        </pc:spChg>
        <pc:spChg chg="mod">
          <ac:chgData name="musukie52@gmail.com" userId="017bd91f96aa8751" providerId="LiveId" clId="{5B2C3894-F97E-4CAB-8812-5BB4D83AAC6A}" dt="2026-09-29T15:33:00.915" v="32499" actId="1076"/>
          <ac:spMkLst>
            <pc:docMk/>
            <pc:sldMk cId="2068370415" sldId="258"/>
            <ac:spMk id="85" creationId="{CC7429E4-A393-8B0F-83D7-A3AF3110E0E5}"/>
          </ac:spMkLst>
        </pc:spChg>
        <pc:spChg chg="mod">
          <ac:chgData name="musukie52@gmail.com" userId="017bd91f96aa8751" providerId="LiveId" clId="{5B2C3894-F97E-4CAB-8812-5BB4D83AAC6A}" dt="2026-09-26T06:49:17.093" v="8611" actId="1076"/>
          <ac:spMkLst>
            <pc:docMk/>
            <pc:sldMk cId="2068370415" sldId="258"/>
            <ac:spMk id="87" creationId="{6E8978F0-565B-6072-335A-97B4D3F8CF70}"/>
          </ac:spMkLst>
        </pc:spChg>
        <pc:spChg chg="mod">
          <ac:chgData name="musukie52@gmail.com" userId="017bd91f96aa8751" providerId="LiveId" clId="{5B2C3894-F97E-4CAB-8812-5BB4D83AAC6A}" dt="2026-09-29T15:31:23.622" v="32483" actId="1076"/>
          <ac:spMkLst>
            <pc:docMk/>
            <pc:sldMk cId="2068370415" sldId="258"/>
            <ac:spMk id="89" creationId="{16A33A9C-A1F8-B0DF-55B5-0FBAA3075441}"/>
          </ac:spMkLst>
        </pc:spChg>
        <pc:spChg chg="mod">
          <ac:chgData name="musukie52@gmail.com" userId="017bd91f96aa8751" providerId="LiveId" clId="{5B2C3894-F97E-4CAB-8812-5BB4D83AAC6A}" dt="2026-10-07T14:37:56.637" v="47065" actId="1076"/>
          <ac:spMkLst>
            <pc:docMk/>
            <pc:sldMk cId="2068370415" sldId="258"/>
            <ac:spMk id="91" creationId="{DBDD7264-2CCF-B49E-FC24-3790A3B689ED}"/>
          </ac:spMkLst>
        </pc:spChg>
        <pc:spChg chg="mod">
          <ac:chgData name="musukie52@gmail.com" userId="017bd91f96aa8751" providerId="LiveId" clId="{5B2C3894-F97E-4CAB-8812-5BB4D83AAC6A}" dt="2026-10-07T14:37:10.762" v="47048" actId="20577"/>
          <ac:spMkLst>
            <pc:docMk/>
            <pc:sldMk cId="2068370415" sldId="258"/>
            <ac:spMk id="93" creationId="{622655DC-1608-123F-E185-768322B89551}"/>
          </ac:spMkLst>
        </pc:spChg>
        <pc:spChg chg="add del mod">
          <ac:chgData name="musukie52@gmail.com" userId="017bd91f96aa8751" providerId="LiveId" clId="{5B2C3894-F97E-4CAB-8812-5BB4D83AAC6A}" dt="2026-10-07T14:37:29.341" v="47058" actId="20577"/>
          <ac:spMkLst>
            <pc:docMk/>
            <pc:sldMk cId="2068370415" sldId="258"/>
            <ac:spMk id="95" creationId="{C828F81D-1A8C-B70D-76F6-6FD2C1296420}"/>
          </ac:spMkLst>
        </pc:spChg>
        <pc:picChg chg="add del mod">
          <ac:chgData name="musukie52@gmail.com" userId="017bd91f96aa8751" providerId="LiveId" clId="{5B2C3894-F97E-4CAB-8812-5BB4D83AAC6A}" dt="2026-10-07T11:15:55.458" v="45185" actId="1076"/>
          <ac:picMkLst>
            <pc:docMk/>
            <pc:sldMk cId="2068370415" sldId="258"/>
            <ac:picMk id="12" creationId="{FA3E7604-1B96-28A8-5606-732F8BB94050}"/>
          </ac:picMkLst>
        </pc:picChg>
        <pc:cxnChg chg="add del mod">
          <ac:chgData name="musukie52@gmail.com" userId="017bd91f96aa8751" providerId="LiveId" clId="{5B2C3894-F97E-4CAB-8812-5BB4D83AAC6A}" dt="2026-09-30T15:11:00.117" v="35203" actId="208"/>
          <ac:cxnSpMkLst>
            <pc:docMk/>
            <pc:sldMk cId="2068370415" sldId="258"/>
            <ac:cxnSpMk id="2" creationId="{91A424A9-F897-47AF-FEAF-D3DEF042B0AC}"/>
          </ac:cxnSpMkLst>
        </pc:cxnChg>
      </pc:sldChg>
      <pc:sldChg chg="addSp delSp modSp add del mod">
        <pc:chgData name="musukie52@gmail.com" userId="017bd91f96aa8751" providerId="LiveId" clId="{5B2C3894-F97E-4CAB-8812-5BB4D83AAC6A}" dt="2026-10-07T11:33:41.802" v="45646" actId="478"/>
        <pc:sldMkLst>
          <pc:docMk/>
          <pc:sldMk cId="12944811" sldId="307"/>
        </pc:sldMkLst>
        <pc:spChg chg="add mod">
          <ac:chgData name="musukie52@gmail.com" userId="017bd91f96aa8751" providerId="LiveId" clId="{5B2C3894-F97E-4CAB-8812-5BB4D83AAC6A}" dt="2026-10-07T08:42:58.354" v="42957" actId="14861"/>
          <ac:spMkLst>
            <pc:docMk/>
            <pc:sldMk cId="12944811" sldId="307"/>
            <ac:spMk id="4" creationId="{CDB76131-AEE3-E550-72C3-69684F0AD487}"/>
          </ac:spMkLst>
        </pc:spChg>
        <pc:spChg chg="mod">
          <ac:chgData name="musukie52@gmail.com" userId="017bd91f96aa8751" providerId="LiveId" clId="{5B2C3894-F97E-4CAB-8812-5BB4D83AAC6A}" dt="2026-10-05T07:15:53.037" v="36893" actId="6549"/>
          <ac:spMkLst>
            <pc:docMk/>
            <pc:sldMk cId="12944811" sldId="307"/>
            <ac:spMk id="5" creationId="{1CDA011F-47EF-E21D-B7EA-C64B5D457C85}"/>
          </ac:spMkLst>
        </pc:spChg>
        <pc:spChg chg="mod">
          <ac:chgData name="musukie52@gmail.com" userId="017bd91f96aa8751" providerId="LiveId" clId="{5B2C3894-F97E-4CAB-8812-5BB4D83AAC6A}" dt="2026-10-05T07:18:06.788" v="36941" actId="20577"/>
          <ac:spMkLst>
            <pc:docMk/>
            <pc:sldMk cId="12944811" sldId="307"/>
            <ac:spMk id="7" creationId="{012C564D-8B4E-1D19-C31D-5C490CE66CA2}"/>
          </ac:spMkLst>
        </pc:spChg>
        <pc:spChg chg="add mod">
          <ac:chgData name="musukie52@gmail.com" userId="017bd91f96aa8751" providerId="LiveId" clId="{5B2C3894-F97E-4CAB-8812-5BB4D83AAC6A}" dt="2026-09-29T10:07:09.432" v="20576" actId="14100"/>
          <ac:spMkLst>
            <pc:docMk/>
            <pc:sldMk cId="12944811" sldId="307"/>
            <ac:spMk id="9" creationId="{48732837-36BB-6941-6E28-41B8C02D7C8E}"/>
          </ac:spMkLst>
        </pc:spChg>
        <pc:spChg chg="add mod">
          <ac:chgData name="musukie52@gmail.com" userId="017bd91f96aa8751" providerId="LiveId" clId="{5B2C3894-F97E-4CAB-8812-5BB4D83AAC6A}" dt="2026-09-30T15:10:43.986" v="35201" actId="207"/>
          <ac:spMkLst>
            <pc:docMk/>
            <pc:sldMk cId="12944811" sldId="307"/>
            <ac:spMk id="13" creationId="{AB14578E-570B-1AED-9233-F92690E67D1A}"/>
          </ac:spMkLst>
        </pc:spChg>
        <pc:spChg chg="add mod">
          <ac:chgData name="musukie52@gmail.com" userId="017bd91f96aa8751" providerId="LiveId" clId="{5B2C3894-F97E-4CAB-8812-5BB4D83AAC6A}" dt="2026-09-29T10:17:09.727" v="21044" actId="1076"/>
          <ac:spMkLst>
            <pc:docMk/>
            <pc:sldMk cId="12944811" sldId="307"/>
            <ac:spMk id="14" creationId="{342D9BB9-AE00-D774-9524-41D846B991F2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18" creationId="{1D38126E-214C-BC24-3736-E3C6C91BD100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20" creationId="{A2BA7D00-C882-882C-E18C-2935371F4385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22" creationId="{9EBE8AFD-51BD-7E74-F69B-4E6DFBB84D7E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34" creationId="{BA226474-222F-CC88-A395-459908BC032F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38" creationId="{A9822230-343A-76D9-DA2C-23FC8A8FBFFA}"/>
          </ac:spMkLst>
        </pc:spChg>
        <pc:spChg chg="add mod ord">
          <ac:chgData name="musukie52@gmail.com" userId="017bd91f96aa8751" providerId="LiveId" clId="{5B2C3894-F97E-4CAB-8812-5BB4D83AAC6A}" dt="2026-10-07T11:25:33.645" v="45511" actId="1035"/>
          <ac:spMkLst>
            <pc:docMk/>
            <pc:sldMk cId="12944811" sldId="307"/>
            <ac:spMk id="41" creationId="{7E9C98BA-4A88-D71B-3009-2E59BD439094}"/>
          </ac:spMkLst>
        </pc:spChg>
        <pc:spChg chg="add del mo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43" creationId="{81A842F3-51A9-7BD3-4F50-01727429DED6}"/>
          </ac:spMkLst>
        </pc:spChg>
        <pc:spChg chg="add mo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45" creationId="{37298289-0A58-3375-6FA1-205D03A895D1}"/>
          </ac:spMkLst>
        </pc:spChg>
        <pc:spChg chg="add mod">
          <ac:chgData name="musukie52@gmail.com" userId="017bd91f96aa8751" providerId="LiveId" clId="{5B2C3894-F97E-4CAB-8812-5BB4D83AAC6A}" dt="2026-09-30T15:10:43.986" v="35201" actId="207"/>
          <ac:spMkLst>
            <pc:docMk/>
            <pc:sldMk cId="12944811" sldId="307"/>
            <ac:spMk id="48" creationId="{1D86CC8C-0884-AF71-BFD7-A9E5787C0E0C}"/>
          </ac:spMkLst>
        </pc:spChg>
        <pc:spChg chg="add mod">
          <ac:chgData name="musukie52@gmail.com" userId="017bd91f96aa8751" providerId="LiveId" clId="{5B2C3894-F97E-4CAB-8812-5BB4D83AAC6A}" dt="2026-09-29T10:17:19.534" v="21045" actId="1076"/>
          <ac:spMkLst>
            <pc:docMk/>
            <pc:sldMk cId="12944811" sldId="307"/>
            <ac:spMk id="50" creationId="{4A4D86C0-C41C-D136-F087-23D634CF84BA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1" creationId="{2F5EC1B1-BC37-67D3-A843-C642D97292F9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3" creationId="{EFDF39B9-A225-0717-7F6C-3B4729C478E3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4" creationId="{2AD88FEB-1839-40A0-545E-39DE306D8E1C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6" creationId="{517BC043-A0AC-4E5B-1BEA-74707BA698A2}"/>
          </ac:spMkLst>
        </pc:spChg>
        <pc:spChg chg="add mod">
          <ac:chgData name="musukie52@gmail.com" userId="017bd91f96aa8751" providerId="LiveId" clId="{5B2C3894-F97E-4CAB-8812-5BB4D83AAC6A}" dt="2026-10-07T11:33:34.057" v="45643" actId="1076"/>
          <ac:spMkLst>
            <pc:docMk/>
            <pc:sldMk cId="12944811" sldId="307"/>
            <ac:spMk id="58" creationId="{E81CF566-CA33-87CB-0AF3-A80BA27DA28F}"/>
          </ac:spMkLst>
        </pc:spChg>
        <pc:spChg chg="add mod ord">
          <ac:chgData name="musukie52@gmail.com" userId="017bd91f96aa8751" providerId="LiveId" clId="{5B2C3894-F97E-4CAB-8812-5BB4D83AAC6A}" dt="2026-10-07T11:19:07.534" v="45381" actId="167"/>
          <ac:spMkLst>
            <pc:docMk/>
            <pc:sldMk cId="12944811" sldId="307"/>
            <ac:spMk id="62" creationId="{72489422-08E1-F55F-21D2-E703AD01E97A}"/>
          </ac:spMkLst>
        </pc:spChg>
        <pc:spChg chg="add mod">
          <ac:chgData name="musukie52@gmail.com" userId="017bd91f96aa8751" providerId="LiveId" clId="{5B2C3894-F97E-4CAB-8812-5BB4D83AAC6A}" dt="2026-10-07T11:18:52.149" v="45378" actId="6549"/>
          <ac:spMkLst>
            <pc:docMk/>
            <pc:sldMk cId="12944811" sldId="307"/>
            <ac:spMk id="64" creationId="{9603D4AF-E89C-1F1E-5FBD-00B9A0956E11}"/>
          </ac:spMkLst>
        </pc:spChg>
        <pc:spChg chg="add mod">
          <ac:chgData name="musukie52@gmail.com" userId="017bd91f96aa8751" providerId="LiveId" clId="{5B2C3894-F97E-4CAB-8812-5BB4D83AAC6A}" dt="2026-10-07T11:18:54.092" v="45379" actId="6549"/>
          <ac:spMkLst>
            <pc:docMk/>
            <pc:sldMk cId="12944811" sldId="307"/>
            <ac:spMk id="66" creationId="{84E02885-C1AB-2ED8-C8A4-AFE1E864E584}"/>
          </ac:spMkLst>
        </pc:spChg>
        <pc:spChg chg="add mod or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68" creationId="{5A2EAD6D-D8F1-2B44-FE83-3BC5C64C9524}"/>
          </ac:spMkLst>
        </pc:spChg>
        <pc:spChg chg="add mod">
          <ac:chgData name="musukie52@gmail.com" userId="017bd91f96aa8751" providerId="LiveId" clId="{5B2C3894-F97E-4CAB-8812-5BB4D83AAC6A}" dt="2026-10-07T11:25:29.731" v="45509" actId="1035"/>
          <ac:spMkLst>
            <pc:docMk/>
            <pc:sldMk cId="12944811" sldId="307"/>
            <ac:spMk id="70" creationId="{71FE9237-4058-2391-5317-F16AEA3D84AC}"/>
          </ac:spMkLst>
        </pc:spChg>
        <pc:spChg chg="add mod">
          <ac:chgData name="musukie52@gmail.com" userId="017bd91f96aa8751" providerId="LiveId" clId="{5B2C3894-F97E-4CAB-8812-5BB4D83AAC6A}" dt="2026-09-29T10:17:19.534" v="21045" actId="1076"/>
          <ac:spMkLst>
            <pc:docMk/>
            <pc:sldMk cId="12944811" sldId="307"/>
            <ac:spMk id="74" creationId="{491F8E1E-75FB-7812-68A2-01E79A361BC6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05" creationId="{DA44A913-9AE1-74A2-AE66-BCE3CDCAD66B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07" creationId="{B8512E3C-F1E1-ADBA-3F50-DA6D042BBE54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09" creationId="{AB7FA4A7-CCA4-5332-9EFB-FD5F39CF0CE2}"/>
          </ac:spMkLst>
        </pc:spChg>
        <pc:spChg chg="mod">
          <ac:chgData name="musukie52@gmail.com" userId="017bd91f96aa8751" providerId="LiveId" clId="{5B2C3894-F97E-4CAB-8812-5BB4D83AAC6A}" dt="2026-10-07T08:37:03.470" v="42927" actId="207"/>
          <ac:spMkLst>
            <pc:docMk/>
            <pc:sldMk cId="12944811" sldId="307"/>
            <ac:spMk id="111" creationId="{48A0E059-FC24-0702-A20A-93925B7226C7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13" creationId="{3ACDFCA7-32A7-C70C-EC97-F1203ED4BDE4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15" creationId="{244CE8FA-A45C-D69E-6DB8-4B456542C86C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17" creationId="{773D59BD-112C-777A-91AD-EBF5CA7C2799}"/>
          </ac:spMkLst>
        </pc:spChg>
        <pc:spChg chg="mod">
          <ac:chgData name="musukie52@gmail.com" userId="017bd91f96aa8751" providerId="LiveId" clId="{5B2C3894-F97E-4CAB-8812-5BB4D83AAC6A}" dt="2026-10-07T08:37:29.257" v="42931" actId="208"/>
          <ac:spMkLst>
            <pc:docMk/>
            <pc:sldMk cId="12944811" sldId="307"/>
            <ac:spMk id="119" creationId="{7B687825-A8D3-6988-5634-0C9CF9C4E141}"/>
          </ac:spMkLst>
        </pc:spChg>
        <pc:spChg chg="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21" creationId="{D3812E43-41D5-D579-186A-F46C805A60DE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23" creationId="{8BA1161D-59AD-D088-FD51-269E2D10181B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25" creationId="{736EA325-7C8C-2007-A4DF-A93E74D40F5E}"/>
          </ac:spMkLst>
        </pc:spChg>
        <pc:spChg chg="add mod">
          <ac:chgData name="musukie52@gmail.com" userId="017bd91f96aa8751" providerId="LiveId" clId="{5B2C3894-F97E-4CAB-8812-5BB4D83AAC6A}" dt="2026-10-07T08:37:29.257" v="42931" actId="208"/>
          <ac:spMkLst>
            <pc:docMk/>
            <pc:sldMk cId="12944811" sldId="307"/>
            <ac:spMk id="127" creationId="{9E84073E-3125-FF48-DA4C-8919B6120EDE}"/>
          </ac:spMkLst>
        </pc:spChg>
        <pc:spChg chg="mod">
          <ac:chgData name="musukie52@gmail.com" userId="017bd91f96aa8751" providerId="LiveId" clId="{5B2C3894-F97E-4CAB-8812-5BB4D83AAC6A}" dt="2026-10-07T08:37:29.257" v="42931" actId="208"/>
          <ac:spMkLst>
            <pc:docMk/>
            <pc:sldMk cId="12944811" sldId="307"/>
            <ac:spMk id="129" creationId="{0CBDDF30-2F9B-F3DA-CCB3-7372C0BAC0CD}"/>
          </ac:spMkLst>
        </pc:spChg>
        <pc:spChg chg="add mod">
          <ac:chgData name="musukie52@gmail.com" userId="017bd91f96aa8751" providerId="LiveId" clId="{5B2C3894-F97E-4CAB-8812-5BB4D83AAC6A}" dt="2026-10-07T08:42:13.573" v="42956" actId="339"/>
          <ac:spMkLst>
            <pc:docMk/>
            <pc:sldMk cId="12944811" sldId="307"/>
            <ac:spMk id="131" creationId="{92785E8F-6685-CF0B-6F2B-61CDE1F8FC22}"/>
          </ac:spMkLst>
        </pc:spChg>
        <pc:spChg chg="add mod">
          <ac:chgData name="musukie52@gmail.com" userId="017bd91f96aa8751" providerId="LiveId" clId="{5B2C3894-F97E-4CAB-8812-5BB4D83AAC6A}" dt="2026-10-07T08:37:14.495" v="42929" actId="208"/>
          <ac:spMkLst>
            <pc:docMk/>
            <pc:sldMk cId="12944811" sldId="307"/>
            <ac:spMk id="133" creationId="{1AB59603-1F37-B107-8009-888D2E174F5A}"/>
          </ac:spMkLst>
        </pc:spChg>
        <pc:spChg chg="add mod">
          <ac:chgData name="musukie52@gmail.com" userId="017bd91f96aa8751" providerId="LiveId" clId="{5B2C3894-F97E-4CAB-8812-5BB4D83AAC6A}" dt="2026-10-07T08:37:39.040" v="42933" actId="208"/>
          <ac:spMkLst>
            <pc:docMk/>
            <pc:sldMk cId="12944811" sldId="307"/>
            <ac:spMk id="135" creationId="{8B04972A-1DA6-5164-BB17-412664631C79}"/>
          </ac:spMkLst>
        </pc:spChg>
        <pc:spChg chg="mod">
          <ac:chgData name="musukie52@gmail.com" userId="017bd91f96aa8751" providerId="LiveId" clId="{5B2C3894-F97E-4CAB-8812-5BB4D83AAC6A}" dt="2026-10-07T08:37:49.075" v="42935" actId="208"/>
          <ac:spMkLst>
            <pc:docMk/>
            <pc:sldMk cId="12944811" sldId="307"/>
            <ac:spMk id="137" creationId="{BB359DA2-8968-970B-FB12-E8182B388CE6}"/>
          </ac:spMkLst>
        </pc:spChg>
        <pc:spChg chg="add mod">
          <ac:chgData name="musukie52@gmail.com" userId="017bd91f96aa8751" providerId="LiveId" clId="{5B2C3894-F97E-4CAB-8812-5BB4D83AAC6A}" dt="2026-10-07T08:37:49.075" v="42935" actId="208"/>
          <ac:spMkLst>
            <pc:docMk/>
            <pc:sldMk cId="12944811" sldId="307"/>
            <ac:spMk id="139" creationId="{FDEDB261-CE34-679F-0A16-A63868ACD454}"/>
          </ac:spMkLst>
        </pc:spChg>
        <pc:spChg chg="mod">
          <ac:chgData name="musukie52@gmail.com" userId="017bd91f96aa8751" providerId="LiveId" clId="{5B2C3894-F97E-4CAB-8812-5BB4D83AAC6A}" dt="2026-10-07T08:37:49.075" v="42935" actId="208"/>
          <ac:spMkLst>
            <pc:docMk/>
            <pc:sldMk cId="12944811" sldId="307"/>
            <ac:spMk id="141" creationId="{9735749F-58FD-9780-5265-49AD46FB8940}"/>
          </ac:spMkLst>
        </pc:spChg>
        <pc:picChg chg="add mod">
          <ac:chgData name="musukie52@gmail.com" userId="017bd91f96aa8751" providerId="LiveId" clId="{5B2C3894-F97E-4CAB-8812-5BB4D83AAC6A}" dt="2026-10-07T11:25:29.731" v="45509" actId="1035"/>
          <ac:picMkLst>
            <pc:docMk/>
            <pc:sldMk cId="12944811" sldId="307"/>
            <ac:picMk id="35" creationId="{C19E99CE-5245-BBAE-867C-F330C105A416}"/>
          </ac:picMkLst>
        </pc:picChg>
        <pc:picChg chg="add mod">
          <ac:chgData name="musukie52@gmail.com" userId="017bd91f96aa8751" providerId="LiveId" clId="{5B2C3894-F97E-4CAB-8812-5BB4D83AAC6A}" dt="2026-10-07T11:25:33.645" v="45511" actId="1035"/>
          <ac:picMkLst>
            <pc:docMk/>
            <pc:sldMk cId="12944811" sldId="307"/>
            <ac:picMk id="37" creationId="{70CADB73-5C34-DEAB-BEDA-6F82C44A51F6}"/>
          </ac:picMkLst>
        </pc:picChg>
        <pc:picChg chg="add mod">
          <ac:chgData name="musukie52@gmail.com" userId="017bd91f96aa8751" providerId="LiveId" clId="{5B2C3894-F97E-4CAB-8812-5BB4D83AAC6A}" dt="2026-10-07T11:25:29.731" v="45509" actId="1035"/>
          <ac:picMkLst>
            <pc:docMk/>
            <pc:sldMk cId="12944811" sldId="307"/>
            <ac:picMk id="40" creationId="{CD021D72-8486-538D-3B04-53E1B6FF6F0A}"/>
          </ac:picMkLst>
        </pc:picChg>
        <pc:cxnChg chg="mod">
          <ac:chgData name="musukie52@gmail.com" userId="017bd91f96aa8751" providerId="LiveId" clId="{5B2C3894-F97E-4CAB-8812-5BB4D83AAC6A}" dt="2026-10-07T11:33:39.674" v="45645" actId="1076"/>
          <ac:cxnSpMkLst>
            <pc:docMk/>
            <pc:sldMk cId="12944811" sldId="307"/>
            <ac:cxnSpMk id="8" creationId="{8FBBD318-5B71-6AA8-EDE9-AD3D52821007}"/>
          </ac:cxnSpMkLst>
        </pc:cxnChg>
        <pc:cxnChg chg="add mod">
          <ac:chgData name="musukie52@gmail.com" userId="017bd91f96aa8751" providerId="LiveId" clId="{5B2C3894-F97E-4CAB-8812-5BB4D83AAC6A}" dt="2026-10-07T11:33:23.163" v="45642" actId="1076"/>
          <ac:cxnSpMkLst>
            <pc:docMk/>
            <pc:sldMk cId="12944811" sldId="307"/>
            <ac:cxnSpMk id="63" creationId="{DCCDECE5-F25F-E2A5-E16D-26E4FFD90DD6}"/>
          </ac:cxnSpMkLst>
        </pc:cxnChg>
        <pc:cxnChg chg="add mod">
          <ac:chgData name="musukie52@gmail.com" userId="017bd91f96aa8751" providerId="LiveId" clId="{5B2C3894-F97E-4CAB-8812-5BB4D83AAC6A}" dt="2026-10-07T11:32:12.150" v="45602" actId="208"/>
          <ac:cxnSpMkLst>
            <pc:docMk/>
            <pc:sldMk cId="12944811" sldId="307"/>
            <ac:cxnSpMk id="69" creationId="{A84B1932-3383-C9DF-F6A3-2EB4FAF417AC}"/>
          </ac:cxnSpMkLst>
        </pc:cxnChg>
        <pc:cxnChg chg="add mod">
          <ac:chgData name="musukie52@gmail.com" userId="017bd91f96aa8751" providerId="LiveId" clId="{5B2C3894-F97E-4CAB-8812-5BB4D83AAC6A}" dt="2026-10-07T11:33:23.163" v="45642" actId="1076"/>
          <ac:cxnSpMkLst>
            <pc:docMk/>
            <pc:sldMk cId="12944811" sldId="307"/>
            <ac:cxnSpMk id="71" creationId="{90A13C36-D2AC-AB96-0251-AF31FDABD2B0}"/>
          </ac:cxnSpMkLst>
        </pc:cxnChg>
      </pc:sldChg>
      <pc:sldChg chg="addSp delSp modSp add mod">
        <pc:chgData name="musukie52@gmail.com" userId="017bd91f96aa8751" providerId="LiveId" clId="{5B2C3894-F97E-4CAB-8812-5BB4D83AAC6A}" dt="2026-10-07T11:36:22.242" v="45660" actId="14100"/>
        <pc:sldMkLst>
          <pc:docMk/>
          <pc:sldMk cId="160027454" sldId="310"/>
        </pc:sldMkLst>
        <pc:spChg chg="mod">
          <ac:chgData name="musukie52@gmail.com" userId="017bd91f96aa8751" providerId="LiveId" clId="{5B2C3894-F97E-4CAB-8812-5BB4D83AAC6A}" dt="2026-09-26T09:09:52.439" v="12938" actId="20577"/>
          <ac:spMkLst>
            <pc:docMk/>
            <pc:sldMk cId="160027454" sldId="310"/>
            <ac:spMk id="5" creationId="{5E234CDF-A3EB-C28D-CEF1-A709904F4C5A}"/>
          </ac:spMkLst>
        </pc:spChg>
        <pc:spChg chg="mod">
          <ac:chgData name="musukie52@gmail.com" userId="017bd91f96aa8751" providerId="LiveId" clId="{5B2C3894-F97E-4CAB-8812-5BB4D83AAC6A}" dt="2026-10-05T07:17:57.957" v="36937" actId="20577"/>
          <ac:spMkLst>
            <pc:docMk/>
            <pc:sldMk cId="160027454" sldId="310"/>
            <ac:spMk id="7" creationId="{2C4D241C-F6B6-E67E-337E-19A65AF5B291}"/>
          </ac:spMkLst>
        </pc:spChg>
        <pc:spChg chg="add del mod">
          <ac:chgData name="musukie52@gmail.com" userId="017bd91f96aa8751" providerId="LiveId" clId="{5B2C3894-F97E-4CAB-8812-5BB4D83AAC6A}" dt="2026-10-07T11:36:22.242" v="45660" actId="14100"/>
          <ac:spMkLst>
            <pc:docMk/>
            <pc:sldMk cId="160027454" sldId="310"/>
            <ac:spMk id="21" creationId="{7D68F5BE-7D72-58F1-BB86-72F3CE3DBFE5}"/>
          </ac:spMkLst>
        </pc:spChg>
        <pc:spChg chg="add">
          <ac:chgData name="musukie52@gmail.com" userId="017bd91f96aa8751" providerId="LiveId" clId="{5B2C3894-F97E-4CAB-8812-5BB4D83AAC6A}" dt="2026-09-26T09:13:11.166" v="13033" actId="22"/>
          <ac:spMkLst>
            <pc:docMk/>
            <pc:sldMk cId="160027454" sldId="310"/>
            <ac:spMk id="33" creationId="{82BC419A-4A48-DDB9-CD00-6996B1F5CAA3}"/>
          </ac:spMkLst>
        </pc:spChg>
        <pc:spChg chg="mod">
          <ac:chgData name="musukie52@gmail.com" userId="017bd91f96aa8751" providerId="LiveId" clId="{5B2C3894-F97E-4CAB-8812-5BB4D83AAC6A}" dt="2026-09-29T14:14:28.377" v="30341" actId="255"/>
          <ac:spMkLst>
            <pc:docMk/>
            <pc:sldMk cId="160027454" sldId="310"/>
            <ac:spMk id="49" creationId="{C1B43571-8016-3A25-CE23-21EA5ABDF2B9}"/>
          </ac:spMkLst>
        </pc:spChg>
        <pc:graphicFrameChg chg="add mod modGraphic">
          <ac:chgData name="musukie52@gmail.com" userId="017bd91f96aa8751" providerId="LiveId" clId="{5B2C3894-F97E-4CAB-8812-5BB4D83AAC6A}" dt="2026-09-29T13:26:04.355" v="26903" actId="207"/>
          <ac:graphicFrameMkLst>
            <pc:docMk/>
            <pc:sldMk cId="160027454" sldId="310"/>
            <ac:graphicFrameMk id="2" creationId="{820AB43B-F08D-21B2-D23E-7E3A6E8F9E39}"/>
          </ac:graphicFrameMkLst>
        </pc:graphicFrameChg>
        <pc:picChg chg="add mod modCrop">
          <ac:chgData name="musukie52@gmail.com" userId="017bd91f96aa8751" providerId="LiveId" clId="{5B2C3894-F97E-4CAB-8812-5BB4D83AAC6A}" dt="2026-09-29T12:58:47.251" v="25739" actId="1076"/>
          <ac:picMkLst>
            <pc:docMk/>
            <pc:sldMk cId="160027454" sldId="310"/>
            <ac:picMk id="14" creationId="{C5D4B103-AFDF-883C-1854-75DE26598691}"/>
          </ac:picMkLst>
        </pc:picChg>
        <pc:picChg chg="add mod">
          <ac:chgData name="musukie52@gmail.com" userId="017bd91f96aa8751" providerId="LiveId" clId="{5B2C3894-F97E-4CAB-8812-5BB4D83AAC6A}" dt="2026-09-29T12:59:35.980" v="25779" actId="1076"/>
          <ac:picMkLst>
            <pc:docMk/>
            <pc:sldMk cId="160027454" sldId="310"/>
            <ac:picMk id="16" creationId="{9C288544-6800-9001-3A08-27D74D9FBF40}"/>
          </ac:picMkLst>
        </pc:picChg>
        <pc:picChg chg="add mod modCrop">
          <ac:chgData name="musukie52@gmail.com" userId="017bd91f96aa8751" providerId="LiveId" clId="{5B2C3894-F97E-4CAB-8812-5BB4D83AAC6A}" dt="2026-09-29T13:01:32.620" v="25797" actId="1076"/>
          <ac:picMkLst>
            <pc:docMk/>
            <pc:sldMk cId="160027454" sldId="310"/>
            <ac:picMk id="20" creationId="{721804E6-193F-2081-B1E2-23474E02C3D2}"/>
          </ac:picMkLst>
        </pc:picChg>
        <pc:picChg chg="add mod modCrop">
          <ac:chgData name="musukie52@gmail.com" userId="017bd91f96aa8751" providerId="LiveId" clId="{5B2C3894-F97E-4CAB-8812-5BB4D83AAC6A}" dt="2026-09-29T13:01:36.111" v="25798" actId="1076"/>
          <ac:picMkLst>
            <pc:docMk/>
            <pc:sldMk cId="160027454" sldId="310"/>
            <ac:picMk id="23" creationId="{1691B11F-1D0A-1DEC-C3E3-664AA552BF1D}"/>
          </ac:picMkLst>
        </pc:picChg>
        <pc:picChg chg="add mod modCrop">
          <ac:chgData name="musukie52@gmail.com" userId="017bd91f96aa8751" providerId="LiveId" clId="{5B2C3894-F97E-4CAB-8812-5BB4D83AAC6A}" dt="2026-09-29T13:01:39.828" v="25799" actId="1076"/>
          <ac:picMkLst>
            <pc:docMk/>
            <pc:sldMk cId="160027454" sldId="310"/>
            <ac:picMk id="26" creationId="{0A6180ED-6880-B55B-FD79-2067D865080F}"/>
          </ac:picMkLst>
        </pc:picChg>
        <pc:cxnChg chg="mod">
          <ac:chgData name="musukie52@gmail.com" userId="017bd91f96aa8751" providerId="LiveId" clId="{5B2C3894-F97E-4CAB-8812-5BB4D83AAC6A}" dt="2026-09-30T15:11:14.529" v="35207" actId="208"/>
          <ac:cxnSpMkLst>
            <pc:docMk/>
            <pc:sldMk cId="160027454" sldId="310"/>
            <ac:cxnSpMk id="8" creationId="{150A2D37-AF31-B409-93FA-E375A7CBAC11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9:02.057" v="47182" actId="1076"/>
        <pc:sldMkLst>
          <pc:docMk/>
          <pc:sldMk cId="3039346359" sldId="312"/>
        </pc:sldMkLst>
        <pc:spChg chg="mod">
          <ac:chgData name="musukie52@gmail.com" userId="017bd91f96aa8751" providerId="LiveId" clId="{5B2C3894-F97E-4CAB-8812-5BB4D83AAC6A}" dt="2026-10-05T07:17:51.647" v="36935" actId="20577"/>
          <ac:spMkLst>
            <pc:docMk/>
            <pc:sldMk cId="3039346359" sldId="312"/>
            <ac:spMk id="5" creationId="{11B2A315-2931-5AC3-E6BB-1D9BA17A470F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6" creationId="{F18089C0-BEA5-34AC-CA0F-2C81050C09F0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10" creationId="{142430C2-611B-C740-7A84-D669D5A58C33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14" creationId="{1F85DA1B-181C-EABF-33C0-94DE697B4A1D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16" creationId="{09167695-D6FB-7E60-65C9-FEB3D05ED3B2}"/>
          </ac:spMkLst>
        </pc:spChg>
        <pc:spChg chg="mod">
          <ac:chgData name="musukie52@gmail.com" userId="017bd91f96aa8751" providerId="LiveId" clId="{5B2C3894-F97E-4CAB-8812-5BB4D83AAC6A}" dt="2026-09-26T09:13:59.457" v="13093" actId="20577"/>
          <ac:spMkLst>
            <pc:docMk/>
            <pc:sldMk cId="3039346359" sldId="312"/>
            <ac:spMk id="17" creationId="{96BB835F-5032-6EE6-A43A-960DA8A36FED}"/>
          </ac:spMkLst>
        </pc:spChg>
        <pc:spChg chg="add mod">
          <ac:chgData name="musukie52@gmail.com" userId="017bd91f96aa8751" providerId="LiveId" clId="{5B2C3894-F97E-4CAB-8812-5BB4D83AAC6A}" dt="2026-09-26T10:11:08.813" v="16099" actId="1076"/>
          <ac:spMkLst>
            <pc:docMk/>
            <pc:sldMk cId="3039346359" sldId="312"/>
            <ac:spMk id="20" creationId="{ABA80FBB-53B3-E4EF-4DFE-75A449167187}"/>
          </ac:spMkLst>
        </pc:spChg>
        <pc:spChg chg="add mod">
          <ac:chgData name="musukie52@gmail.com" userId="017bd91f96aa8751" providerId="LiveId" clId="{5B2C3894-F97E-4CAB-8812-5BB4D83AAC6A}" dt="2026-09-26T13:12:53.739" v="19128" actId="20577"/>
          <ac:spMkLst>
            <pc:docMk/>
            <pc:sldMk cId="3039346359" sldId="312"/>
            <ac:spMk id="22" creationId="{E9915E0E-2344-A6EC-A981-E0A0509FB91B}"/>
          </ac:spMkLst>
        </pc:spChg>
        <pc:spChg chg="add mod">
          <ac:chgData name="musukie52@gmail.com" userId="017bd91f96aa8751" providerId="LiveId" clId="{5B2C3894-F97E-4CAB-8812-5BB4D83AAC6A}" dt="2026-10-07T14:49:02.057" v="47182" actId="1076"/>
          <ac:spMkLst>
            <pc:docMk/>
            <pc:sldMk cId="3039346359" sldId="312"/>
            <ac:spMk id="25" creationId="{86F70134-C868-4407-2450-A261010CE10F}"/>
          </ac:spMkLst>
        </pc:spChg>
        <pc:spChg chg="add mod">
          <ac:chgData name="musukie52@gmail.com" userId="017bd91f96aa8751" providerId="LiveId" clId="{5B2C3894-F97E-4CAB-8812-5BB4D83AAC6A}" dt="2026-10-07T14:49:02.057" v="47182" actId="1076"/>
          <ac:spMkLst>
            <pc:docMk/>
            <pc:sldMk cId="3039346359" sldId="312"/>
            <ac:spMk id="33" creationId="{D015A873-FBE3-9188-59CB-4CFEDE2457C9}"/>
          </ac:spMkLst>
        </pc:spChg>
        <pc:spChg chg="add mod">
          <ac:chgData name="musukie52@gmail.com" userId="017bd91f96aa8751" providerId="LiveId" clId="{5B2C3894-F97E-4CAB-8812-5BB4D83AAC6A}" dt="2026-10-07T14:49:02.057" v="47182" actId="1076"/>
          <ac:spMkLst>
            <pc:docMk/>
            <pc:sldMk cId="3039346359" sldId="312"/>
            <ac:spMk id="43" creationId="{1997A9B6-8A76-BEE9-3C96-ED11C7F14E66}"/>
          </ac:spMkLst>
        </pc:spChg>
        <pc:picChg chg="add mod modCrop">
          <ac:chgData name="musukie52@gmail.com" userId="017bd91f96aa8751" providerId="LiveId" clId="{5B2C3894-F97E-4CAB-8812-5BB4D83AAC6A}" dt="2026-10-07T14:48:49.758" v="47181" actId="14100"/>
          <ac:picMkLst>
            <pc:docMk/>
            <pc:sldMk cId="3039346359" sldId="312"/>
            <ac:picMk id="11" creationId="{8EF78528-A024-A2A7-46CF-8E66C102E6A7}"/>
          </ac:picMkLst>
        </pc:picChg>
        <pc:picChg chg="add mod modCrop">
          <ac:chgData name="musukie52@gmail.com" userId="017bd91f96aa8751" providerId="LiveId" clId="{5B2C3894-F97E-4CAB-8812-5BB4D83AAC6A}" dt="2026-10-07T14:49:02.057" v="47182" actId="1076"/>
          <ac:picMkLst>
            <pc:docMk/>
            <pc:sldMk cId="3039346359" sldId="312"/>
            <ac:picMk id="21" creationId="{3090FBEE-49D9-5192-FE10-63FCE855742D}"/>
          </ac:picMkLst>
        </pc:picChg>
        <pc:picChg chg="add mod modCrop">
          <ac:chgData name="musukie52@gmail.com" userId="017bd91f96aa8751" providerId="LiveId" clId="{5B2C3894-F97E-4CAB-8812-5BB4D83AAC6A}" dt="2026-10-07T14:49:02.057" v="47182" actId="1076"/>
          <ac:picMkLst>
            <pc:docMk/>
            <pc:sldMk cId="3039346359" sldId="312"/>
            <ac:picMk id="24" creationId="{AD1DD370-857B-89AA-2013-B413E64BC0C8}"/>
          </ac:picMkLst>
        </pc:picChg>
        <pc:cxnChg chg="mod">
          <ac:chgData name="musukie52@gmail.com" userId="017bd91f96aa8751" providerId="LiveId" clId="{5B2C3894-F97E-4CAB-8812-5BB4D83AAC6A}" dt="2026-09-30T15:11:22.178" v="35209" actId="208"/>
          <ac:cxnSpMkLst>
            <pc:docMk/>
            <pc:sldMk cId="3039346359" sldId="312"/>
            <ac:cxnSpMk id="8" creationId="{318D0F79-D72E-12F5-AC13-47DB628B072A}"/>
          </ac:cxnSpMkLst>
        </pc:cxnChg>
      </pc:sldChg>
      <pc:sldChg chg="addSp delSp modSp add mod">
        <pc:chgData name="musukie52@gmail.com" userId="017bd91f96aa8751" providerId="LiveId" clId="{5B2C3894-F97E-4CAB-8812-5BB4D83AAC6A}" dt="2026-10-07T08:07:09.610" v="42773" actId="113"/>
        <pc:sldMkLst>
          <pc:docMk/>
          <pc:sldMk cId="2735862112" sldId="314"/>
        </pc:sldMkLst>
        <pc:spChg chg="mod">
          <ac:chgData name="musukie52@gmail.com" userId="017bd91f96aa8751" providerId="LiveId" clId="{5B2C3894-F97E-4CAB-8812-5BB4D83AAC6A}" dt="2026-09-29T10:58:39.079" v="21584" actId="20577"/>
          <ac:spMkLst>
            <pc:docMk/>
            <pc:sldMk cId="2735862112" sldId="314"/>
            <ac:spMk id="5" creationId="{085374A2-0A68-6B80-EC80-BA8FA6B1B8B7}"/>
          </ac:spMkLst>
        </pc:spChg>
        <pc:spChg chg="add mod">
          <ac:chgData name="musukie52@gmail.com" userId="017bd91f96aa8751" providerId="LiveId" clId="{5B2C3894-F97E-4CAB-8812-5BB4D83AAC6A}" dt="2026-09-29T12:07:02.295" v="24105" actId="2710"/>
          <ac:spMkLst>
            <pc:docMk/>
            <pc:sldMk cId="2735862112" sldId="314"/>
            <ac:spMk id="12" creationId="{F5A691F2-147B-61C7-1F7A-AA77835DEB21}"/>
          </ac:spMkLst>
        </pc:spChg>
        <pc:spChg chg="add mod">
          <ac:chgData name="musukie52@gmail.com" userId="017bd91f96aa8751" providerId="LiveId" clId="{5B2C3894-F97E-4CAB-8812-5BB4D83AAC6A}" dt="2026-10-05T09:07:15.019" v="39573" actId="20577"/>
          <ac:spMkLst>
            <pc:docMk/>
            <pc:sldMk cId="2735862112" sldId="314"/>
            <ac:spMk id="16" creationId="{3BC294B3-4C57-6DF1-8293-22F74723B189}"/>
          </ac:spMkLst>
        </pc:spChg>
        <pc:spChg chg="mod">
          <ac:chgData name="musukie52@gmail.com" userId="017bd91f96aa8751" providerId="LiveId" clId="{5B2C3894-F97E-4CAB-8812-5BB4D83AAC6A}" dt="2026-09-26T09:14:35.159" v="13200" actId="20577"/>
          <ac:spMkLst>
            <pc:docMk/>
            <pc:sldMk cId="2735862112" sldId="314"/>
            <ac:spMk id="17" creationId="{A6E5C9AB-7560-DEA0-8692-FA3E5790FE64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22" creationId="{46782CFC-7301-63BF-7C29-B24B34E21C3A}"/>
          </ac:spMkLst>
        </pc:spChg>
        <pc:spChg chg="add mod">
          <ac:chgData name="musukie52@gmail.com" userId="017bd91f96aa8751" providerId="LiveId" clId="{5B2C3894-F97E-4CAB-8812-5BB4D83AAC6A}" dt="2026-10-07T08:07:07.917" v="42772" actId="20577"/>
          <ac:spMkLst>
            <pc:docMk/>
            <pc:sldMk cId="2735862112" sldId="314"/>
            <ac:spMk id="25" creationId="{68B5F7F0-A7E8-9EBE-D3C2-81D2F384E496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27" creationId="{4860AE2A-2015-D259-567E-CD0DC4A40121}"/>
          </ac:spMkLst>
        </pc:spChg>
        <pc:spChg chg="add mod">
          <ac:chgData name="musukie52@gmail.com" userId="017bd91f96aa8751" providerId="LiveId" clId="{5B2C3894-F97E-4CAB-8812-5BB4D83AAC6A}" dt="2026-10-05T08:48:38.311" v="39164" actId="20577"/>
          <ac:spMkLst>
            <pc:docMk/>
            <pc:sldMk cId="2735862112" sldId="314"/>
            <ac:spMk id="29" creationId="{8CFBE810-9338-AABB-13CD-631702E5940B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31" creationId="{502AB066-3FDB-D0C3-F365-6B7E01F51572}"/>
          </ac:spMkLst>
        </pc:spChg>
        <pc:spChg chg="add mod">
          <ac:chgData name="musukie52@gmail.com" userId="017bd91f96aa8751" providerId="LiveId" clId="{5B2C3894-F97E-4CAB-8812-5BB4D83AAC6A}" dt="2026-10-07T08:07:09.610" v="42773" actId="113"/>
          <ac:spMkLst>
            <pc:docMk/>
            <pc:sldMk cId="2735862112" sldId="314"/>
            <ac:spMk id="33" creationId="{B381DD44-8683-6668-21CF-A572F3066263}"/>
          </ac:spMkLst>
        </pc:spChg>
        <pc:spChg chg="add mod">
          <ac:chgData name="musukie52@gmail.com" userId="017bd91f96aa8751" providerId="LiveId" clId="{5B2C3894-F97E-4CAB-8812-5BB4D83AAC6A}" dt="2026-09-29T11:49:52.515" v="23900" actId="1076"/>
          <ac:spMkLst>
            <pc:docMk/>
            <pc:sldMk cId="2735862112" sldId="314"/>
            <ac:spMk id="35" creationId="{31F2DF42-D5A9-AF5C-F968-E8F7EA5B70A5}"/>
          </ac:spMkLst>
        </pc:spChg>
        <pc:spChg chg="add mod">
          <ac:chgData name="musukie52@gmail.com" userId="017bd91f96aa8751" providerId="LiveId" clId="{5B2C3894-F97E-4CAB-8812-5BB4D83AAC6A}" dt="2026-09-29T11:50:09.313" v="23903" actId="1076"/>
          <ac:spMkLst>
            <pc:docMk/>
            <pc:sldMk cId="2735862112" sldId="314"/>
            <ac:spMk id="37" creationId="{8EEAA454-4305-A407-7240-DA5970080AFE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3" creationId="{F0F4BBF9-5163-BD80-0581-4BF54CC70110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5" creationId="{85D36CE6-9C2C-8984-9288-25C0A198E525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7" creationId="{E5B53578-CA32-8FA6-A941-531853CA9386}"/>
          </ac:spMkLst>
        </pc:spChg>
        <pc:spChg chg="add mod">
          <ac:chgData name="musukie52@gmail.com" userId="017bd91f96aa8751" providerId="LiveId" clId="{5B2C3894-F97E-4CAB-8812-5BB4D83AAC6A}" dt="2026-09-29T12:08:54.250" v="24169" actId="1038"/>
          <ac:spMkLst>
            <pc:docMk/>
            <pc:sldMk cId="2735862112" sldId="314"/>
            <ac:spMk id="49" creationId="{5D7C798C-FF3A-6F33-8243-EC6DAB960532}"/>
          </ac:spMkLst>
        </pc:spChg>
        <pc:spChg chg="add mod">
          <ac:chgData name="musukie52@gmail.com" userId="017bd91f96aa8751" providerId="LiveId" clId="{5B2C3894-F97E-4CAB-8812-5BB4D83AAC6A}" dt="2026-09-29T11:15:56.776" v="22706" actId="20577"/>
          <ac:spMkLst>
            <pc:docMk/>
            <pc:sldMk cId="2735862112" sldId="314"/>
            <ac:spMk id="51" creationId="{FC265E63-65BF-C772-272B-D881DF765DAC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53" creationId="{A95FA272-A8F7-11FB-8E3B-727870CF76D8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55" creationId="{57A5A7CC-4CCC-0207-C061-B3EF5931E305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57" creationId="{3359A194-8935-50E0-F90A-C355786B8D1F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60" creationId="{CEFDA4B7-CEF8-F021-9235-678A6447F1F0}"/>
          </ac:spMkLst>
        </pc:spChg>
        <pc:spChg chg="add mod">
          <ac:chgData name="musukie52@gmail.com" userId="017bd91f96aa8751" providerId="LiveId" clId="{5B2C3894-F97E-4CAB-8812-5BB4D83AAC6A}" dt="2026-09-29T11:21:21.778" v="22906" actId="14100"/>
          <ac:spMkLst>
            <pc:docMk/>
            <pc:sldMk cId="2735862112" sldId="314"/>
            <ac:spMk id="64" creationId="{596536D6-48B9-13EF-7956-AD17C240C603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66" creationId="{D8D9899C-CDDC-E593-1ABB-A04A68C295E2}"/>
          </ac:spMkLst>
        </pc:spChg>
        <pc:spChg chg="add mod">
          <ac:chgData name="musukie52@gmail.com" userId="017bd91f96aa8751" providerId="LiveId" clId="{5B2C3894-F97E-4CAB-8812-5BB4D83AAC6A}" dt="2026-09-29T11:21:21.778" v="22906" actId="14100"/>
          <ac:spMkLst>
            <pc:docMk/>
            <pc:sldMk cId="2735862112" sldId="314"/>
            <ac:spMk id="70" creationId="{7C9FA9AC-6480-6628-8679-044AD3AECABF}"/>
          </ac:spMkLst>
        </pc:spChg>
        <pc:spChg chg="add mod">
          <ac:chgData name="musukie52@gmail.com" userId="017bd91f96aa8751" providerId="LiveId" clId="{5B2C3894-F97E-4CAB-8812-5BB4D83AAC6A}" dt="2026-09-29T12:35:01.037" v="25325" actId="20577"/>
          <ac:spMkLst>
            <pc:docMk/>
            <pc:sldMk cId="2735862112" sldId="314"/>
            <ac:spMk id="79" creationId="{86A42196-33AD-6C63-0AF2-75833F3819AC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81" creationId="{DB759F70-7C5E-ED2D-0EF7-BFEC815AC0FA}"/>
          </ac:spMkLst>
        </pc:spChg>
        <pc:spChg chg="add mod">
          <ac:chgData name="musukie52@gmail.com" userId="017bd91f96aa8751" providerId="LiveId" clId="{5B2C3894-F97E-4CAB-8812-5BB4D83AAC6A}" dt="2026-09-29T11:23:36.162" v="22942" actId="1076"/>
          <ac:spMkLst>
            <pc:docMk/>
            <pc:sldMk cId="2735862112" sldId="314"/>
            <ac:spMk id="83" creationId="{F1355B6C-920D-45DE-A8FD-B2E1E14A99F7}"/>
          </ac:spMkLst>
        </pc:spChg>
        <pc:spChg chg="add mod">
          <ac:chgData name="musukie52@gmail.com" userId="017bd91f96aa8751" providerId="LiveId" clId="{5B2C3894-F97E-4CAB-8812-5BB4D83AAC6A}" dt="2026-09-29T11:50:14.689" v="23904" actId="1076"/>
          <ac:spMkLst>
            <pc:docMk/>
            <pc:sldMk cId="2735862112" sldId="314"/>
            <ac:spMk id="85" creationId="{A4E52223-28B8-66C2-3481-CDAEB06631D4}"/>
          </ac:spMkLst>
        </pc:spChg>
        <pc:spChg chg="add mod">
          <ac:chgData name="musukie52@gmail.com" userId="017bd91f96aa8751" providerId="LiveId" clId="{5B2C3894-F97E-4CAB-8812-5BB4D83AAC6A}" dt="2026-09-29T12:35:14.469" v="25347" actId="14100"/>
          <ac:spMkLst>
            <pc:docMk/>
            <pc:sldMk cId="2735862112" sldId="314"/>
            <ac:spMk id="87" creationId="{A3604200-CD91-8453-C3A9-540BA5697732}"/>
          </ac:spMkLst>
        </pc:spChg>
        <pc:spChg chg="add mod">
          <ac:chgData name="musukie52@gmail.com" userId="017bd91f96aa8751" providerId="LiveId" clId="{5B2C3894-F97E-4CAB-8812-5BB4D83AAC6A}" dt="2026-09-29T11:37:06.816" v="23161" actId="255"/>
          <ac:spMkLst>
            <pc:docMk/>
            <pc:sldMk cId="2735862112" sldId="314"/>
            <ac:spMk id="89" creationId="{BD05C3BD-3E40-444F-7B59-E06A8937BA0B}"/>
          </ac:spMkLst>
        </pc:spChg>
        <pc:spChg chg="add mod">
          <ac:chgData name="musukie52@gmail.com" userId="017bd91f96aa8751" providerId="LiveId" clId="{5B2C3894-F97E-4CAB-8812-5BB4D83AAC6A}" dt="2026-09-29T12:35:19.290" v="25350" actId="6549"/>
          <ac:spMkLst>
            <pc:docMk/>
            <pc:sldMk cId="2735862112" sldId="314"/>
            <ac:spMk id="91" creationId="{58BF4992-8C67-D41A-87D1-69DF0B9C2508}"/>
          </ac:spMkLst>
        </pc:spChg>
        <pc:spChg chg="add mod">
          <ac:chgData name="musukie52@gmail.com" userId="017bd91f96aa8751" providerId="LiveId" clId="{5B2C3894-F97E-4CAB-8812-5BB4D83AAC6A}" dt="2026-09-29T12:35:23.323" v="25353" actId="6549"/>
          <ac:spMkLst>
            <pc:docMk/>
            <pc:sldMk cId="2735862112" sldId="314"/>
            <ac:spMk id="97" creationId="{050A110E-15A1-43EE-5634-B56580BD9B69}"/>
          </ac:spMkLst>
        </pc:spChg>
        <pc:spChg chg="add mod">
          <ac:chgData name="musukie52@gmail.com" userId="017bd91f96aa8751" providerId="LiveId" clId="{5B2C3894-F97E-4CAB-8812-5BB4D83AAC6A}" dt="2026-10-05T06:51:38.872" v="36357" actId="20577"/>
          <ac:spMkLst>
            <pc:docMk/>
            <pc:sldMk cId="2735862112" sldId="314"/>
            <ac:spMk id="101" creationId="{0B517CE1-0776-2CB3-B0B7-76E1F9C7A9AD}"/>
          </ac:spMkLst>
        </pc:spChg>
        <pc:spChg chg="add mod">
          <ac:chgData name="musukie52@gmail.com" userId="017bd91f96aa8751" providerId="LiveId" clId="{5B2C3894-F97E-4CAB-8812-5BB4D83AAC6A}" dt="2026-09-29T11:50:55.372" v="23907" actId="208"/>
          <ac:spMkLst>
            <pc:docMk/>
            <pc:sldMk cId="2735862112" sldId="314"/>
            <ac:spMk id="103" creationId="{FB5C2652-A02F-534E-3688-0AD4C644E8E9}"/>
          </ac:spMkLst>
        </pc:spChg>
        <pc:spChg chg="add mod">
          <ac:chgData name="musukie52@gmail.com" userId="017bd91f96aa8751" providerId="LiveId" clId="{5B2C3894-F97E-4CAB-8812-5BB4D83AAC6A}" dt="2026-10-05T06:51:47.532" v="36359" actId="20577"/>
          <ac:spMkLst>
            <pc:docMk/>
            <pc:sldMk cId="2735862112" sldId="314"/>
            <ac:spMk id="109" creationId="{841732E3-C1A0-50C4-55AD-2A18730587A1}"/>
          </ac:spMkLst>
        </pc:spChg>
        <pc:spChg chg="add mod">
          <ac:chgData name="musukie52@gmail.com" userId="017bd91f96aa8751" providerId="LiveId" clId="{5B2C3894-F97E-4CAB-8812-5BB4D83AAC6A}" dt="2026-09-29T11:52:01.132" v="23924" actId="207"/>
          <ac:spMkLst>
            <pc:docMk/>
            <pc:sldMk cId="2735862112" sldId="314"/>
            <ac:spMk id="111" creationId="{A8EFE046-B4D8-6727-F173-A6A45D8B9395}"/>
          </ac:spMkLst>
        </pc:spChg>
        <pc:cxnChg chg="mod">
          <ac:chgData name="musukie52@gmail.com" userId="017bd91f96aa8751" providerId="LiveId" clId="{5B2C3894-F97E-4CAB-8812-5BB4D83AAC6A}" dt="2026-09-30T15:11:27.894" v="35211" actId="208"/>
          <ac:cxnSpMkLst>
            <pc:docMk/>
            <pc:sldMk cId="2735862112" sldId="314"/>
            <ac:cxnSpMk id="8" creationId="{0E988257-A6DD-C941-9966-B4A7B8C01182}"/>
          </ac:cxnSpMkLst>
        </pc:cxnChg>
        <pc:cxnChg chg="add mod">
          <ac:chgData name="musukie52@gmail.com" userId="017bd91f96aa8751" providerId="LiveId" clId="{5B2C3894-F97E-4CAB-8812-5BB4D83AAC6A}" dt="2026-09-29T11:22:06.956" v="22914" actId="1035"/>
          <ac:cxnSpMkLst>
            <pc:docMk/>
            <pc:sldMk cId="2735862112" sldId="314"/>
            <ac:cxnSpMk id="72" creationId="{C773F777-2B18-121A-BBC5-99166C6A4687}"/>
          </ac:cxnSpMkLst>
        </pc:cxnChg>
        <pc:cxnChg chg="add mod">
          <ac:chgData name="musukie52@gmail.com" userId="017bd91f96aa8751" providerId="LiveId" clId="{5B2C3894-F97E-4CAB-8812-5BB4D83AAC6A}" dt="2026-09-29T11:22:55.280" v="22929" actId="1076"/>
          <ac:cxnSpMkLst>
            <pc:docMk/>
            <pc:sldMk cId="2735862112" sldId="314"/>
            <ac:cxnSpMk id="73" creationId="{B1EC6D9D-B37C-2855-DB35-62D77F0462AF}"/>
          </ac:cxnSpMkLst>
        </pc:cxnChg>
        <pc:cxnChg chg="add mod">
          <ac:chgData name="musukie52@gmail.com" userId="017bd91f96aa8751" providerId="LiveId" clId="{5B2C3894-F97E-4CAB-8812-5BB4D83AAC6A}" dt="2026-09-29T11:22:51.842" v="22928" actId="1076"/>
          <ac:cxnSpMkLst>
            <pc:docMk/>
            <pc:sldMk cId="2735862112" sldId="314"/>
            <ac:cxnSpMk id="74" creationId="{CE959258-49DC-AC5B-1AB4-27326491D6FD}"/>
          </ac:cxnSpMkLst>
        </pc:cxnChg>
        <pc:cxnChg chg="add mod">
          <ac:chgData name="musukie52@gmail.com" userId="017bd91f96aa8751" providerId="LiveId" clId="{5B2C3894-F97E-4CAB-8812-5BB4D83AAC6A}" dt="2026-09-29T11:22:49.193" v="22927" actId="1076"/>
          <ac:cxnSpMkLst>
            <pc:docMk/>
            <pc:sldMk cId="2735862112" sldId="314"/>
            <ac:cxnSpMk id="75" creationId="{F71A6E5B-9E2A-DB9C-AEBC-3D7424C6053B}"/>
          </ac:cxnSpMkLst>
        </pc:cxnChg>
        <pc:cxnChg chg="add mod">
          <ac:chgData name="musukie52@gmail.com" userId="017bd91f96aa8751" providerId="LiveId" clId="{5B2C3894-F97E-4CAB-8812-5BB4D83AAC6A}" dt="2026-09-29T11:22:44.449" v="22926" actId="1076"/>
          <ac:cxnSpMkLst>
            <pc:docMk/>
            <pc:sldMk cId="2735862112" sldId="314"/>
            <ac:cxnSpMk id="76" creationId="{3F0F26E9-F5FA-B17F-F68E-EEE25ADA81BE}"/>
          </ac:cxnSpMkLst>
        </pc:cxnChg>
        <pc:cxnChg chg="add mod">
          <ac:chgData name="musukie52@gmail.com" userId="017bd91f96aa8751" providerId="LiveId" clId="{5B2C3894-F97E-4CAB-8812-5BB4D83AAC6A}" dt="2026-09-29T11:22:41.771" v="22925" actId="1076"/>
          <ac:cxnSpMkLst>
            <pc:docMk/>
            <pc:sldMk cId="2735862112" sldId="314"/>
            <ac:cxnSpMk id="77" creationId="{74FF2685-BEFE-85D7-0B5B-40E8A44F633C}"/>
          </ac:cxnSpMkLst>
        </pc:cxnChg>
      </pc:sldChg>
      <pc:sldChg chg="addSp delSp modSp add mod">
        <pc:chgData name="musukie52@gmail.com" userId="017bd91f96aa8751" providerId="LiveId" clId="{5B2C3894-F97E-4CAB-8812-5BB4D83AAC6A}" dt="2026-10-15T04:35:28.105" v="47915" actId="14100"/>
        <pc:sldMkLst>
          <pc:docMk/>
          <pc:sldMk cId="1342727522" sldId="315"/>
        </pc:sldMkLst>
        <pc:spChg chg="add mod">
          <ac:chgData name="musukie52@gmail.com" userId="017bd91f96aa8751" providerId="LiveId" clId="{5B2C3894-F97E-4CAB-8812-5BB4D83AAC6A}" dt="2026-10-15T04:35:21.630" v="47914" actId="1076"/>
          <ac:spMkLst>
            <pc:docMk/>
            <pc:sldMk cId="1342727522" sldId="315"/>
            <ac:spMk id="4" creationId="{1BF1149E-BF1F-29C7-C120-388497CBA75D}"/>
          </ac:spMkLst>
        </pc:spChg>
        <pc:spChg chg="mod">
          <ac:chgData name="musukie52@gmail.com" userId="017bd91f96aa8751" providerId="LiveId" clId="{5B2C3894-F97E-4CAB-8812-5BB4D83AAC6A}" dt="2026-09-26T09:14:46.088" v="13230" actId="20577"/>
          <ac:spMkLst>
            <pc:docMk/>
            <pc:sldMk cId="1342727522" sldId="315"/>
            <ac:spMk id="5" creationId="{E031309C-5968-65B7-E51F-6EB782A614EF}"/>
          </ac:spMkLst>
        </pc:spChg>
        <pc:spChg chg="add mod">
          <ac:chgData name="musukie52@gmail.com" userId="017bd91f96aa8751" providerId="LiveId" clId="{5B2C3894-F97E-4CAB-8812-5BB4D83AAC6A}" dt="2026-10-15T04:35:21.630" v="47914" actId="1076"/>
          <ac:spMkLst>
            <pc:docMk/>
            <pc:sldMk cId="1342727522" sldId="315"/>
            <ac:spMk id="10" creationId="{233D9821-0A9C-C4D5-4CF8-784F1F01D5CB}"/>
          </ac:spMkLst>
        </pc:spChg>
        <pc:spChg chg="mod">
          <ac:chgData name="musukie52@gmail.com" userId="017bd91f96aa8751" providerId="LiveId" clId="{5B2C3894-F97E-4CAB-8812-5BB4D83AAC6A}" dt="2026-09-26T09:14:47.135" v="13232" actId="20577"/>
          <ac:spMkLst>
            <pc:docMk/>
            <pc:sldMk cId="1342727522" sldId="315"/>
            <ac:spMk id="17" creationId="{0C81DC85-8E5E-E855-D3DE-A86AD98A12D9}"/>
          </ac:spMkLst>
        </pc:spChg>
        <pc:spChg chg="add mod">
          <ac:chgData name="musukie52@gmail.com" userId="017bd91f96aa8751" providerId="LiveId" clId="{5B2C3894-F97E-4CAB-8812-5BB4D83AAC6A}" dt="2026-10-15T04:35:13.064" v="47913" actId="1076"/>
          <ac:spMkLst>
            <pc:docMk/>
            <pc:sldMk cId="1342727522" sldId="315"/>
            <ac:spMk id="19" creationId="{732FA09F-1DC0-5A09-F10D-B12C28127AD7}"/>
          </ac:spMkLst>
        </pc:spChg>
        <pc:spChg chg="add del mod">
          <ac:chgData name="musukie52@gmail.com" userId="017bd91f96aa8751" providerId="LiveId" clId="{5B2C3894-F97E-4CAB-8812-5BB4D83AAC6A}" dt="2026-10-13T04:04:57.274" v="47822" actId="14100"/>
          <ac:spMkLst>
            <pc:docMk/>
            <pc:sldMk cId="1342727522" sldId="315"/>
            <ac:spMk id="20" creationId="{411D7AAD-A1F7-931B-8F7B-0E12C3EFCCBB}"/>
          </ac:spMkLst>
        </pc:spChg>
        <pc:spChg chg="add del mod">
          <ac:chgData name="musukie52@gmail.com" userId="017bd91f96aa8751" providerId="LiveId" clId="{5B2C3894-F97E-4CAB-8812-5BB4D83AAC6A}" dt="2026-10-13T04:02:43.034" v="47806" actId="14100"/>
          <ac:spMkLst>
            <pc:docMk/>
            <pc:sldMk cId="1342727522" sldId="315"/>
            <ac:spMk id="22" creationId="{F93D2004-4793-6F41-F10B-178620B2D94E}"/>
          </ac:spMkLst>
        </pc:spChg>
        <pc:spChg chg="add mod">
          <ac:chgData name="musukie52@gmail.com" userId="017bd91f96aa8751" providerId="LiveId" clId="{5B2C3894-F97E-4CAB-8812-5BB4D83AAC6A}" dt="2026-10-15T04:35:28.105" v="47915" actId="14100"/>
          <ac:spMkLst>
            <pc:docMk/>
            <pc:sldMk cId="1342727522" sldId="315"/>
            <ac:spMk id="70" creationId="{8906E086-8356-BF6A-94E4-21FD5A0F1014}"/>
          </ac:spMkLst>
        </pc:spChg>
        <pc:spChg chg="add mod">
          <ac:chgData name="musukie52@gmail.com" userId="017bd91f96aa8751" providerId="LiveId" clId="{5B2C3894-F97E-4CAB-8812-5BB4D83AAC6A}" dt="2026-10-15T04:35:28.105" v="47915" actId="14100"/>
          <ac:spMkLst>
            <pc:docMk/>
            <pc:sldMk cId="1342727522" sldId="315"/>
            <ac:spMk id="72" creationId="{A3374562-7DBC-21BC-8F52-166722171F5F}"/>
          </ac:spMkLst>
        </pc:spChg>
        <pc:spChg chg="add mod">
          <ac:chgData name="musukie52@gmail.com" userId="017bd91f96aa8751" providerId="LiveId" clId="{5B2C3894-F97E-4CAB-8812-5BB4D83AAC6A}" dt="2026-10-13T04:03:17.320" v="47811" actId="14100"/>
          <ac:spMkLst>
            <pc:docMk/>
            <pc:sldMk cId="1342727522" sldId="315"/>
            <ac:spMk id="73" creationId="{CA1FE728-F19A-B73A-8296-F94529A411D9}"/>
          </ac:spMkLst>
        </pc:spChg>
        <pc:graphicFrameChg chg="add mod modGraphic">
          <ac:chgData name="musukie52@gmail.com" userId="017bd91f96aa8751" providerId="LiveId" clId="{5B2C3894-F97E-4CAB-8812-5BB4D83AAC6A}" dt="2026-10-07T14:34:31.149" v="47010" actId="14100"/>
          <ac:graphicFrameMkLst>
            <pc:docMk/>
            <pc:sldMk cId="1342727522" sldId="315"/>
            <ac:graphicFrameMk id="6" creationId="{7CDF12F6-8611-5364-882A-BA6B27F9952C}"/>
          </ac:graphicFrameMkLst>
        </pc:graphicFrameChg>
        <pc:graphicFrameChg chg="add mod modGraphic">
          <ac:chgData name="musukie52@gmail.com" userId="017bd91f96aa8751" providerId="LiveId" clId="{5B2C3894-F97E-4CAB-8812-5BB4D83AAC6A}" dt="2026-10-07T14:34:31.149" v="47010" actId="14100"/>
          <ac:graphicFrameMkLst>
            <pc:docMk/>
            <pc:sldMk cId="1342727522" sldId="315"/>
            <ac:graphicFrameMk id="12" creationId="{62D1EE57-F457-C843-70BF-B3FE24291041}"/>
          </ac:graphicFrameMkLst>
        </pc:graphicFrameChg>
        <pc:graphicFrameChg chg="add mod modGraphic">
          <ac:chgData name="musukie52@gmail.com" userId="017bd91f96aa8751" providerId="LiveId" clId="{5B2C3894-F97E-4CAB-8812-5BB4D83AAC6A}" dt="2026-10-13T04:03:20.779" v="47812" actId="14100"/>
          <ac:graphicFrameMkLst>
            <pc:docMk/>
            <pc:sldMk cId="1342727522" sldId="315"/>
            <ac:graphicFrameMk id="16" creationId="{21645E02-DD7A-9E90-D515-0E2A1C49E2A2}"/>
          </ac:graphicFrameMkLst>
        </pc:graphicFrameChg>
        <pc:picChg chg="add mod modCrop">
          <ac:chgData name="musukie52@gmail.com" userId="017bd91f96aa8751" providerId="LiveId" clId="{5B2C3894-F97E-4CAB-8812-5BB4D83AAC6A}" dt="2026-10-15T04:35:10.659" v="47912" actId="1076"/>
          <ac:picMkLst>
            <pc:docMk/>
            <pc:sldMk cId="1342727522" sldId="315"/>
            <ac:picMk id="9" creationId="{1D7B35E7-C6D9-E6F5-3299-B11C46CF0BFE}"/>
          </ac:picMkLst>
        </pc:picChg>
        <pc:picChg chg="add mod modCrop">
          <ac:chgData name="musukie52@gmail.com" userId="017bd91f96aa8751" providerId="LiveId" clId="{5B2C3894-F97E-4CAB-8812-5BB4D83AAC6A}" dt="2026-10-15T04:35:10.659" v="47912" actId="1076"/>
          <ac:picMkLst>
            <pc:docMk/>
            <pc:sldMk cId="1342727522" sldId="315"/>
            <ac:picMk id="13" creationId="{62B42138-69F8-1117-E0BE-2FCAFF2F3912}"/>
          </ac:picMkLst>
        </pc:picChg>
        <pc:picChg chg="add del mod modCrop">
          <ac:chgData name="musukie52@gmail.com" userId="017bd91f96aa8751" providerId="LiveId" clId="{5B2C3894-F97E-4CAB-8812-5BB4D83AAC6A}" dt="2026-10-15T04:34:09.632" v="47895" actId="478"/>
          <ac:picMkLst>
            <pc:docMk/>
            <pc:sldMk cId="1342727522" sldId="315"/>
            <ac:picMk id="23" creationId="{E84DDE09-D605-64F3-8B0A-F72EBCDD428E}"/>
          </ac:picMkLst>
        </pc:picChg>
        <pc:picChg chg="add del mod modCrop">
          <ac:chgData name="musukie52@gmail.com" userId="017bd91f96aa8751" providerId="LiveId" clId="{5B2C3894-F97E-4CAB-8812-5BB4D83AAC6A}" dt="2026-10-15T04:34:19.909" v="47899" actId="478"/>
          <ac:picMkLst>
            <pc:docMk/>
            <pc:sldMk cId="1342727522" sldId="315"/>
            <ac:picMk id="25" creationId="{08E506AB-BC5A-1144-AEEE-34CE7B2AD2F6}"/>
          </ac:picMkLst>
        </pc:picChg>
        <pc:picChg chg="add mod">
          <ac:chgData name="musukie52@gmail.com" userId="017bd91f96aa8751" providerId="LiveId" clId="{5B2C3894-F97E-4CAB-8812-5BB4D83AAC6A}" dt="2026-10-13T04:51:23.690" v="47873" actId="1076"/>
          <ac:picMkLst>
            <pc:docMk/>
            <pc:sldMk cId="1342727522" sldId="315"/>
            <ac:picMk id="27" creationId="{605C1AE5-E15B-A730-3FF2-B0D9FDC3A474}"/>
          </ac:picMkLst>
        </pc:picChg>
        <pc:picChg chg="add del mod modCrop">
          <ac:chgData name="musukie52@gmail.com" userId="017bd91f96aa8751" providerId="LiveId" clId="{5B2C3894-F97E-4CAB-8812-5BB4D83AAC6A}" dt="2026-10-15T04:34:18.471" v="47898" actId="478"/>
          <ac:picMkLst>
            <pc:docMk/>
            <pc:sldMk cId="1342727522" sldId="315"/>
            <ac:picMk id="29" creationId="{4C1BF01E-976E-0F53-FA9A-28D24EDEC26F}"/>
          </ac:picMkLst>
        </pc:picChg>
        <pc:cxnChg chg="mod">
          <ac:chgData name="musukie52@gmail.com" userId="017bd91f96aa8751" providerId="LiveId" clId="{5B2C3894-F97E-4CAB-8812-5BB4D83AAC6A}" dt="2026-09-30T15:11:31.184" v="35212" actId="208"/>
          <ac:cxnSpMkLst>
            <pc:docMk/>
            <pc:sldMk cId="1342727522" sldId="315"/>
            <ac:cxnSpMk id="8" creationId="{B39D23AC-2C06-6725-0A55-C5072B9ED1DC}"/>
          </ac:cxnSpMkLst>
        </pc:cxnChg>
      </pc:sldChg>
      <pc:sldChg chg="addSp delSp modSp add mod">
        <pc:chgData name="musukie52@gmail.com" userId="017bd91f96aa8751" providerId="LiveId" clId="{5B2C3894-F97E-4CAB-8812-5BB4D83AAC6A}" dt="2026-10-07T15:05:51.180" v="47663" actId="313"/>
        <pc:sldMkLst>
          <pc:docMk/>
          <pc:sldMk cId="3836281127" sldId="317"/>
        </pc:sldMkLst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2" creationId="{4C5C5E64-797A-4E63-0316-367795DB858F}"/>
          </ac:spMkLst>
        </pc:spChg>
        <pc:spChg chg="mod">
          <ac:chgData name="musukie52@gmail.com" userId="017bd91f96aa8751" providerId="LiveId" clId="{5B2C3894-F97E-4CAB-8812-5BB4D83AAC6A}" dt="2026-10-07T14:39:08.459" v="47081" actId="20577"/>
          <ac:spMkLst>
            <pc:docMk/>
            <pc:sldMk cId="3836281127" sldId="317"/>
            <ac:spMk id="5" creationId="{5705EDFA-7E4E-D135-A6EA-02378EB519DD}"/>
          </ac:spMkLst>
        </pc:spChg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6" creationId="{E9E30F45-938B-8C6B-1936-20C67CEB1DF8}"/>
          </ac:spMkLst>
        </pc:spChg>
        <pc:spChg chg="mod">
          <ac:chgData name="musukie52@gmail.com" userId="017bd91f96aa8751" providerId="LiveId" clId="{5B2C3894-F97E-4CAB-8812-5BB4D83AAC6A}" dt="2026-09-26T09:16:27.279" v="13409" actId="20577"/>
          <ac:spMkLst>
            <pc:docMk/>
            <pc:sldMk cId="3836281127" sldId="317"/>
            <ac:spMk id="7" creationId="{07B5B38B-4925-8F17-9365-148971FB1F06}"/>
          </ac:spMkLst>
        </pc:spChg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10" creationId="{25CCB7AF-396A-23EF-C633-34B273C6F7BA}"/>
          </ac:spMkLst>
        </pc:spChg>
        <pc:spChg chg="add mod">
          <ac:chgData name="musukie52@gmail.com" userId="017bd91f96aa8751" providerId="LiveId" clId="{5B2C3894-F97E-4CAB-8812-5BB4D83AAC6A}" dt="2026-10-07T14:50:49.077" v="47391" actId="1076"/>
          <ac:spMkLst>
            <pc:docMk/>
            <pc:sldMk cId="3836281127" sldId="317"/>
            <ac:spMk id="12" creationId="{07260B3F-B1D6-03EA-C097-9D1162391322}"/>
          </ac:spMkLst>
        </pc:spChg>
        <pc:spChg chg="add mod">
          <ac:chgData name="musukie52@gmail.com" userId="017bd91f96aa8751" providerId="LiveId" clId="{5B2C3894-F97E-4CAB-8812-5BB4D83AAC6A}" dt="2026-10-07T14:53:50.080" v="47603" actId="1076"/>
          <ac:spMkLst>
            <pc:docMk/>
            <pc:sldMk cId="3836281127" sldId="317"/>
            <ac:spMk id="13" creationId="{DB56F6E8-A9C4-A9F1-E618-6FA35BFFE35D}"/>
          </ac:spMkLst>
        </pc:spChg>
        <pc:spChg chg="add mod">
          <ac:chgData name="musukie52@gmail.com" userId="017bd91f96aa8751" providerId="LiveId" clId="{5B2C3894-F97E-4CAB-8812-5BB4D83AAC6A}" dt="2026-10-07T14:54:09.490" v="47606" actId="1076"/>
          <ac:spMkLst>
            <pc:docMk/>
            <pc:sldMk cId="3836281127" sldId="317"/>
            <ac:spMk id="15" creationId="{A1C8F56F-1615-4635-E385-1A275F6962F0}"/>
          </ac:spMkLst>
        </pc:spChg>
        <pc:spChg chg="mod">
          <ac:chgData name="musukie52@gmail.com" userId="017bd91f96aa8751" providerId="LiveId" clId="{5B2C3894-F97E-4CAB-8812-5BB4D83AAC6A}" dt="2026-09-26T09:16:28.469" v="13411" actId="20577"/>
          <ac:spMkLst>
            <pc:docMk/>
            <pc:sldMk cId="3836281127" sldId="317"/>
            <ac:spMk id="17" creationId="{405CBB36-43C2-CBC2-0761-CC7FD6E1251E}"/>
          </ac:spMkLst>
        </pc:spChg>
        <pc:spChg chg="add mod">
          <ac:chgData name="musukie52@gmail.com" userId="017bd91f96aa8751" providerId="LiveId" clId="{5B2C3894-F97E-4CAB-8812-5BB4D83AAC6A}" dt="2026-10-07T15:05:25.350" v="47641" actId="207"/>
          <ac:spMkLst>
            <pc:docMk/>
            <pc:sldMk cId="3836281127" sldId="317"/>
            <ac:spMk id="18" creationId="{4D1989F5-3E71-BB4C-B598-45866BE3D41C}"/>
          </ac:spMkLst>
        </pc:spChg>
        <pc:spChg chg="add mod">
          <ac:chgData name="musukie52@gmail.com" userId="017bd91f96aa8751" providerId="LiveId" clId="{5B2C3894-F97E-4CAB-8812-5BB4D83AAC6A}" dt="2026-10-07T14:54:09.490" v="47606" actId="1076"/>
          <ac:spMkLst>
            <pc:docMk/>
            <pc:sldMk cId="3836281127" sldId="317"/>
            <ac:spMk id="19" creationId="{B7F28707-ADC1-5531-5E80-66054085365A}"/>
          </ac:spMkLst>
        </pc:spChg>
        <pc:spChg chg="add mod">
          <ac:chgData name="musukie52@gmail.com" userId="017bd91f96aa8751" providerId="LiveId" clId="{5B2C3894-F97E-4CAB-8812-5BB4D83AAC6A}" dt="2026-10-07T15:05:51.180" v="47663" actId="313"/>
          <ac:spMkLst>
            <pc:docMk/>
            <pc:sldMk cId="3836281127" sldId="317"/>
            <ac:spMk id="32" creationId="{535CFC64-D2B8-0C9C-B546-44CF0A9FD8FD}"/>
          </ac:spMkLst>
        </pc:spChg>
        <pc:spChg chg="add mod">
          <ac:chgData name="musukie52@gmail.com" userId="017bd91f96aa8751" providerId="LiveId" clId="{5B2C3894-F97E-4CAB-8812-5BB4D83AAC6A}" dt="2026-10-07T14:50:52.971" v="47392" actId="1076"/>
          <ac:spMkLst>
            <pc:docMk/>
            <pc:sldMk cId="3836281127" sldId="317"/>
            <ac:spMk id="34" creationId="{2B5A3722-F72A-8574-AF0F-49B9BCE35A45}"/>
          </ac:spMkLst>
        </pc:spChg>
        <pc:cxnChg chg="mod">
          <ac:chgData name="musukie52@gmail.com" userId="017bd91f96aa8751" providerId="LiveId" clId="{5B2C3894-F97E-4CAB-8812-5BB4D83AAC6A}" dt="2026-09-30T15:11:37.891" v="35214" actId="208"/>
          <ac:cxnSpMkLst>
            <pc:docMk/>
            <pc:sldMk cId="3836281127" sldId="317"/>
            <ac:cxnSpMk id="8" creationId="{DCF8D388-D83D-6AE1-B598-6E76E0253EE7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2:05.326" v="47119" actId="20577"/>
        <pc:sldMkLst>
          <pc:docMk/>
          <pc:sldMk cId="2126406812" sldId="318"/>
        </pc:sldMkLst>
        <pc:spChg chg="mod">
          <ac:chgData name="musukie52@gmail.com" userId="017bd91f96aa8751" providerId="LiveId" clId="{5B2C3894-F97E-4CAB-8812-5BB4D83AAC6A}" dt="2026-09-26T09:16:39.801" v="13438" actId="20577"/>
          <ac:spMkLst>
            <pc:docMk/>
            <pc:sldMk cId="2126406812" sldId="318"/>
            <ac:spMk id="5" creationId="{10064396-841D-A777-A8A4-CF34F59F4985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6" creationId="{CA5009A2-7F15-7B8E-CCFE-0A010A5480C9}"/>
          </ac:spMkLst>
        </pc:spChg>
        <pc:spChg chg="mod">
          <ac:chgData name="musukie52@gmail.com" userId="017bd91f96aa8751" providerId="LiveId" clId="{5B2C3894-F97E-4CAB-8812-5BB4D83AAC6A}" dt="2026-09-26T09:16:50.786" v="13469" actId="20577"/>
          <ac:spMkLst>
            <pc:docMk/>
            <pc:sldMk cId="2126406812" sldId="318"/>
            <ac:spMk id="7" creationId="{8394D5A0-4096-3AE8-B6AE-4D271B4B28DC}"/>
          </ac:spMkLst>
        </pc:spChg>
        <pc:spChg chg="add mod">
          <ac:chgData name="musukie52@gmail.com" userId="017bd91f96aa8751" providerId="LiveId" clId="{5B2C3894-F97E-4CAB-8812-5BB4D83AAC6A}" dt="2026-10-07T14:42:05.326" v="47119" actId="20577"/>
          <ac:spMkLst>
            <pc:docMk/>
            <pc:sldMk cId="2126406812" sldId="318"/>
            <ac:spMk id="9" creationId="{1E363803-639D-1DCE-A434-25879DF94E7F}"/>
          </ac:spMkLst>
        </pc:spChg>
        <pc:spChg chg="add mod">
          <ac:chgData name="musukie52@gmail.com" userId="017bd91f96aa8751" providerId="LiveId" clId="{5B2C3894-F97E-4CAB-8812-5BB4D83AAC6A}" dt="2026-10-07T13:03:32.607" v="45907" actId="1076"/>
          <ac:spMkLst>
            <pc:docMk/>
            <pc:sldMk cId="2126406812" sldId="318"/>
            <ac:spMk id="12" creationId="{00FC5F87-F621-4A4A-6190-1E12FEF90AE3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16" creationId="{7C3C0DFA-4D4A-46B7-6D0D-11CDE3EE8032}"/>
          </ac:spMkLst>
        </pc:spChg>
        <pc:spChg chg="add mod">
          <ac:chgData name="musukie52@gmail.com" userId="017bd91f96aa8751" providerId="LiveId" clId="{5B2C3894-F97E-4CAB-8812-5BB4D83AAC6A}" dt="2026-10-07T13:03:38.541" v="45909" actId="1076"/>
          <ac:spMkLst>
            <pc:docMk/>
            <pc:sldMk cId="2126406812" sldId="318"/>
            <ac:spMk id="20" creationId="{F6A60C5A-4429-C86C-93CA-87E883F480F8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22" creationId="{C51EF75F-5FEE-9FED-BAD2-87C83B3285E5}"/>
          </ac:spMkLst>
        </pc:spChg>
        <pc:spChg chg="add mod">
          <ac:chgData name="musukie52@gmail.com" userId="017bd91f96aa8751" providerId="LiveId" clId="{5B2C3894-F97E-4CAB-8812-5BB4D83AAC6A}" dt="2026-10-07T13:03:49.001" v="45913" actId="1076"/>
          <ac:spMkLst>
            <pc:docMk/>
            <pc:sldMk cId="2126406812" sldId="318"/>
            <ac:spMk id="24" creationId="{6C433C33-BD40-92DD-7BBE-DF3A1E7EFD10}"/>
          </ac:spMkLst>
        </pc:spChg>
        <pc:spChg chg="add mod">
          <ac:chgData name="musukie52@gmail.com" userId="017bd91f96aa8751" providerId="LiveId" clId="{5B2C3894-F97E-4CAB-8812-5BB4D83AAC6A}" dt="2026-10-07T13:04:04.167" v="45915" actId="14100"/>
          <ac:spMkLst>
            <pc:docMk/>
            <pc:sldMk cId="2126406812" sldId="318"/>
            <ac:spMk id="26" creationId="{0F742D97-08A0-A0E5-5EB6-1970D9655506}"/>
          </ac:spMkLst>
        </pc:spChg>
        <pc:spChg chg="add mod">
          <ac:chgData name="musukie52@gmail.com" userId="017bd91f96aa8751" providerId="LiveId" clId="{5B2C3894-F97E-4CAB-8812-5BB4D83AAC6A}" dt="2026-10-07T13:03:32.607" v="45907" actId="1076"/>
          <ac:spMkLst>
            <pc:docMk/>
            <pc:sldMk cId="2126406812" sldId="318"/>
            <ac:spMk id="28" creationId="{5189CF57-E796-0413-66D9-B84F5F41514A}"/>
          </ac:spMkLst>
        </pc:sp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4" creationId="{67FD4F23-56C3-19B1-9AF1-E9EB67FA7503}"/>
          </ac:picMkLst>
        </pc:pic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10" creationId="{9E02A550-07D4-7A52-851A-F3E191FA57E5}"/>
          </ac:picMkLst>
        </pc:pic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13" creationId="{63DCEF99-88CD-1744-C583-856AD9020E36}"/>
          </ac:picMkLst>
        </pc:picChg>
        <pc:picChg chg="add mod">
          <ac:chgData name="musukie52@gmail.com" userId="017bd91f96aa8751" providerId="LiveId" clId="{5B2C3894-F97E-4CAB-8812-5BB4D83AAC6A}" dt="2026-10-07T13:04:10.148" v="45916" actId="14861"/>
          <ac:picMkLst>
            <pc:docMk/>
            <pc:sldMk cId="2126406812" sldId="318"/>
            <ac:picMk id="19" creationId="{FC5973DD-129E-DEE6-8A41-E301351D679B}"/>
          </ac:picMkLst>
        </pc:picChg>
        <pc:cxnChg chg="mod">
          <ac:chgData name="musukie52@gmail.com" userId="017bd91f96aa8751" providerId="LiveId" clId="{5B2C3894-F97E-4CAB-8812-5BB4D83AAC6A}" dt="2026-09-30T15:11:41.778" v="35215" actId="208"/>
          <ac:cxnSpMkLst>
            <pc:docMk/>
            <pc:sldMk cId="2126406812" sldId="318"/>
            <ac:cxnSpMk id="8" creationId="{896B4558-F668-E8A9-1B7F-48736EE7C295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1:17.170" v="47109" actId="22"/>
        <pc:sldMkLst>
          <pc:docMk/>
          <pc:sldMk cId="4128922010" sldId="319"/>
        </pc:sldMkLst>
        <pc:spChg chg="mod">
          <ac:chgData name="musukie52@gmail.com" userId="017bd91f96aa8751" providerId="LiveId" clId="{5B2C3894-F97E-4CAB-8812-5BB4D83AAC6A}" dt="2026-09-26T09:17:07.157" v="13501" actId="20577"/>
          <ac:spMkLst>
            <pc:docMk/>
            <pc:sldMk cId="4128922010" sldId="319"/>
            <ac:spMk id="5" creationId="{86364EA6-FD94-C830-5ADD-311CBBE38DFC}"/>
          </ac:spMkLst>
        </pc:spChg>
        <pc:spChg chg="add mod">
          <ac:chgData name="musukie52@gmail.com" userId="017bd91f96aa8751" providerId="LiveId" clId="{5B2C3894-F97E-4CAB-8812-5BB4D83AAC6A}" dt="2026-10-07T12:57:51.310" v="45843" actId="20577"/>
          <ac:spMkLst>
            <pc:docMk/>
            <pc:sldMk cId="4128922010" sldId="319"/>
            <ac:spMk id="6" creationId="{68038C92-65C4-72FE-B038-AC10F240C9C6}"/>
          </ac:spMkLst>
        </pc:spChg>
        <pc:spChg chg="add">
          <ac:chgData name="musukie52@gmail.com" userId="017bd91f96aa8751" providerId="LiveId" clId="{5B2C3894-F97E-4CAB-8812-5BB4D83AAC6A}" dt="2026-10-07T14:41:17.170" v="47109" actId="22"/>
          <ac:spMkLst>
            <pc:docMk/>
            <pc:sldMk cId="4128922010" sldId="319"/>
            <ac:spMk id="9" creationId="{36240B49-6147-FC2C-68F4-6A0530BC1CFD}"/>
          </ac:spMkLst>
        </pc:spChg>
        <pc:spChg chg="add mod">
          <ac:chgData name="musukie52@gmail.com" userId="017bd91f96aa8751" providerId="LiveId" clId="{5B2C3894-F97E-4CAB-8812-5BB4D83AAC6A}" dt="2026-10-07T12:39:20.797" v="45733" actId="14100"/>
          <ac:spMkLst>
            <pc:docMk/>
            <pc:sldMk cId="4128922010" sldId="319"/>
            <ac:spMk id="14" creationId="{F4532573-47D2-1E49-6038-A1045227D0A0}"/>
          </ac:spMkLst>
        </pc:spChg>
        <pc:spChg chg="add mod">
          <ac:chgData name="musukie52@gmail.com" userId="017bd91f96aa8751" providerId="LiveId" clId="{5B2C3894-F97E-4CAB-8812-5BB4D83AAC6A}" dt="2026-10-07T12:39:17.694" v="45732" actId="1076"/>
          <ac:spMkLst>
            <pc:docMk/>
            <pc:sldMk cId="4128922010" sldId="319"/>
            <ac:spMk id="19" creationId="{F93B72EF-9334-CFAF-35A8-3FE5A0DECA92}"/>
          </ac:spMkLst>
        </pc:spChg>
        <pc:spChg chg="add mod">
          <ac:chgData name="musukie52@gmail.com" userId="017bd91f96aa8751" providerId="LiveId" clId="{5B2C3894-F97E-4CAB-8812-5BB4D83AAC6A}" dt="2026-10-07T12:39:07.454" v="45729" actId="14100"/>
          <ac:spMkLst>
            <pc:docMk/>
            <pc:sldMk cId="4128922010" sldId="319"/>
            <ac:spMk id="20" creationId="{84A2B704-726C-8B0F-06E5-1A52599D47A4}"/>
          </ac:spMkLst>
        </pc:spChg>
        <pc:graphicFrameChg chg="add mod modGraphic">
          <ac:chgData name="musukie52@gmail.com" userId="017bd91f96aa8751" providerId="LiveId" clId="{5B2C3894-F97E-4CAB-8812-5BB4D83AAC6A}" dt="2026-10-07T12:39:13.303" v="45731" actId="14100"/>
          <ac:graphicFrameMkLst>
            <pc:docMk/>
            <pc:sldMk cId="4128922010" sldId="319"/>
            <ac:graphicFrameMk id="10" creationId="{AD8D84E7-A4C3-28E0-97BE-113DF2CF79F9}"/>
          </ac:graphicFrameMkLst>
        </pc:graphicFrameChg>
        <pc:picChg chg="add mod modCrop">
          <ac:chgData name="musukie52@gmail.com" userId="017bd91f96aa8751" providerId="LiveId" clId="{5B2C3894-F97E-4CAB-8812-5BB4D83AAC6A}" dt="2026-10-07T12:40:19.948" v="45802" actId="1076"/>
          <ac:picMkLst>
            <pc:docMk/>
            <pc:sldMk cId="4128922010" sldId="319"/>
            <ac:picMk id="4" creationId="{BA46AFD9-3F13-0A9B-4399-22152E3A054B}"/>
          </ac:picMkLst>
        </pc:picChg>
        <pc:cxnChg chg="mod">
          <ac:chgData name="musukie52@gmail.com" userId="017bd91f96aa8751" providerId="LiveId" clId="{5B2C3894-F97E-4CAB-8812-5BB4D83AAC6A}" dt="2026-09-30T15:11:45.276" v="35216" actId="208"/>
          <ac:cxnSpMkLst>
            <pc:docMk/>
            <pc:sldMk cId="4128922010" sldId="319"/>
            <ac:cxnSpMk id="8" creationId="{4AEBF16E-8B10-B972-4022-8A57BA9C1C42}"/>
          </ac:cxnSpMkLst>
        </pc:cxnChg>
      </pc:sldChg>
      <pc:sldChg chg="addSp delSp modSp add mod">
        <pc:chgData name="musukie52@gmail.com" userId="017bd91f96aa8751" providerId="LiveId" clId="{5B2C3894-F97E-4CAB-8812-5BB4D83AAC6A}" dt="2026-10-13T04:12:19.717" v="47865" actId="14100"/>
        <pc:sldMkLst>
          <pc:docMk/>
          <pc:sldMk cId="3017028171" sldId="320"/>
        </pc:sldMkLst>
        <pc:spChg chg="add">
          <ac:chgData name="musukie52@gmail.com" userId="017bd91f96aa8751" providerId="LiveId" clId="{5B2C3894-F97E-4CAB-8812-5BB4D83AAC6A}" dt="2026-10-07T14:42:19.583" v="47121" actId="22"/>
          <ac:spMkLst>
            <pc:docMk/>
            <pc:sldMk cId="3017028171" sldId="320"/>
            <ac:spMk id="4" creationId="{389AC2E6-AC80-DA4B-4CA1-69E40402C9B8}"/>
          </ac:spMkLst>
        </pc:spChg>
        <pc:spChg chg="mod">
          <ac:chgData name="musukie52@gmail.com" userId="017bd91f96aa8751" providerId="LiveId" clId="{5B2C3894-F97E-4CAB-8812-5BB4D83AAC6A}" dt="2026-09-26T09:17:20.068" v="13550" actId="20577"/>
          <ac:spMkLst>
            <pc:docMk/>
            <pc:sldMk cId="3017028171" sldId="320"/>
            <ac:spMk id="5" creationId="{DECCE178-2721-405B-9AF5-D44DC1EC5BC6}"/>
          </ac:spMkLst>
        </pc:spChg>
        <pc:spChg chg="mod">
          <ac:chgData name="musukie52@gmail.com" userId="017bd91f96aa8751" providerId="LiveId" clId="{5B2C3894-F97E-4CAB-8812-5BB4D83AAC6A}" dt="2026-09-26T09:17:51.160" v="13569" actId="20577"/>
          <ac:spMkLst>
            <pc:docMk/>
            <pc:sldMk cId="3017028171" sldId="320"/>
            <ac:spMk id="7" creationId="{8262C786-1AB9-FA7E-2C53-3A69494355D1}"/>
          </ac:spMkLst>
        </pc:spChg>
        <pc:spChg chg="add mod">
          <ac:chgData name="musukie52@gmail.com" userId="017bd91f96aa8751" providerId="LiveId" clId="{5B2C3894-F97E-4CAB-8812-5BB4D83AAC6A}" dt="2026-10-13T04:12:19.717" v="47865" actId="14100"/>
          <ac:spMkLst>
            <pc:docMk/>
            <pc:sldMk cId="3017028171" sldId="320"/>
            <ac:spMk id="9" creationId="{4ACABEF9-AC83-EC29-28C5-7AD6C5C591E7}"/>
          </ac:spMkLst>
        </pc:spChg>
        <pc:spChg chg="add mod">
          <ac:chgData name="musukie52@gmail.com" userId="017bd91f96aa8751" providerId="LiveId" clId="{5B2C3894-F97E-4CAB-8812-5BB4D83AAC6A}" dt="2026-10-13T04:12:19.717" v="47865" actId="14100"/>
          <ac:spMkLst>
            <pc:docMk/>
            <pc:sldMk cId="3017028171" sldId="320"/>
            <ac:spMk id="12" creationId="{884478C6-B91B-5131-49A1-7225FB8C4245}"/>
          </ac:spMkLst>
        </pc:spChg>
        <pc:spChg chg="add mod">
          <ac:chgData name="musukie52@gmail.com" userId="017bd91f96aa8751" providerId="LiveId" clId="{5B2C3894-F97E-4CAB-8812-5BB4D83AAC6A}" dt="2026-10-13T04:11:48.951" v="47859" actId="1076"/>
          <ac:spMkLst>
            <pc:docMk/>
            <pc:sldMk cId="3017028171" sldId="320"/>
            <ac:spMk id="13" creationId="{91E65AE0-F4D0-8F4A-777D-381E81BA88D6}"/>
          </ac:spMkLst>
        </pc:spChg>
        <pc:spChg chg="add mod">
          <ac:chgData name="musukie52@gmail.com" userId="017bd91f96aa8751" providerId="LiveId" clId="{5B2C3894-F97E-4CAB-8812-5BB4D83AAC6A}" dt="2026-10-13T04:12:19.717" v="47865" actId="14100"/>
          <ac:spMkLst>
            <pc:docMk/>
            <pc:sldMk cId="3017028171" sldId="320"/>
            <ac:spMk id="16" creationId="{12FC6548-15B0-C7FD-FD99-1D4350B7D725}"/>
          </ac:spMkLst>
        </pc:spChg>
        <pc:spChg chg="add mod">
          <ac:chgData name="musukie52@gmail.com" userId="017bd91f96aa8751" providerId="LiveId" clId="{5B2C3894-F97E-4CAB-8812-5BB4D83AAC6A}" dt="2026-10-13T04:12:19.717" v="47865" actId="14100"/>
          <ac:spMkLst>
            <pc:docMk/>
            <pc:sldMk cId="3017028171" sldId="320"/>
            <ac:spMk id="20" creationId="{525B63A4-FF8B-57BC-A062-A0E8AEBC14F1}"/>
          </ac:spMkLst>
        </pc:spChg>
        <pc:spChg chg="add mod">
          <ac:chgData name="musukie52@gmail.com" userId="017bd91f96aa8751" providerId="LiveId" clId="{5B2C3894-F97E-4CAB-8812-5BB4D83AAC6A}" dt="2026-10-13T04:11:48.951" v="47859" actId="1076"/>
          <ac:spMkLst>
            <pc:docMk/>
            <pc:sldMk cId="3017028171" sldId="320"/>
            <ac:spMk id="27" creationId="{F5A9713D-DF0D-D41F-F0C5-CD2F7AD7860A}"/>
          </ac:spMkLst>
        </pc:spChg>
        <pc:spChg chg="add mod ord">
          <ac:chgData name="musukie52@gmail.com" userId="017bd91f96aa8751" providerId="LiveId" clId="{5B2C3894-F97E-4CAB-8812-5BB4D83AAC6A}" dt="2026-10-07T13:51:19.518" v="46053" actId="1076"/>
          <ac:spMkLst>
            <pc:docMk/>
            <pc:sldMk cId="3017028171" sldId="320"/>
            <ac:spMk id="40" creationId="{9B5CE286-4804-BD98-3935-BE1B4E587B4A}"/>
          </ac:spMkLst>
        </pc:spChg>
        <pc:picChg chg="add mod modCrop">
          <ac:chgData name="musukie52@gmail.com" userId="017bd91f96aa8751" providerId="LiveId" clId="{5B2C3894-F97E-4CAB-8812-5BB4D83AAC6A}" dt="2026-10-13T04:09:44.242" v="47832" actId="732"/>
          <ac:picMkLst>
            <pc:docMk/>
            <pc:sldMk cId="3017028171" sldId="320"/>
            <ac:picMk id="10" creationId="{065CDFCA-B0C5-24AC-5259-DBDD68DFA44C}"/>
          </ac:picMkLst>
        </pc:picChg>
        <pc:picChg chg="add mod">
          <ac:chgData name="musukie52@gmail.com" userId="017bd91f96aa8751" providerId="LiveId" clId="{5B2C3894-F97E-4CAB-8812-5BB4D83AAC6A}" dt="2026-10-13T04:11:41.435" v="47858" actId="1076"/>
          <ac:picMkLst>
            <pc:docMk/>
            <pc:sldMk cId="3017028171" sldId="320"/>
            <ac:picMk id="19" creationId="{B512D832-924F-8090-702F-5477EE266AEB}"/>
          </ac:picMkLst>
        </pc:picChg>
        <pc:picChg chg="add mod">
          <ac:chgData name="musukie52@gmail.com" userId="017bd91f96aa8751" providerId="LiveId" clId="{5B2C3894-F97E-4CAB-8812-5BB4D83AAC6A}" dt="2026-10-13T04:11:31.240" v="47857" actId="1076"/>
          <ac:picMkLst>
            <pc:docMk/>
            <pc:sldMk cId="3017028171" sldId="320"/>
            <ac:picMk id="24" creationId="{1A3A25F7-C9FE-24ED-4E3A-637507D654C8}"/>
          </ac:picMkLst>
        </pc:picChg>
        <pc:picChg chg="add mod">
          <ac:chgData name="musukie52@gmail.com" userId="017bd91f96aa8751" providerId="LiveId" clId="{5B2C3894-F97E-4CAB-8812-5BB4D83AAC6A}" dt="2026-10-13T04:12:04.913" v="47861" actId="1076"/>
          <ac:picMkLst>
            <pc:docMk/>
            <pc:sldMk cId="3017028171" sldId="320"/>
            <ac:picMk id="26" creationId="{2F0BDB65-F5C0-6EBF-9B62-24700E415288}"/>
          </ac:picMkLst>
        </pc:picChg>
        <pc:picChg chg="add mod">
          <ac:chgData name="musukie52@gmail.com" userId="017bd91f96aa8751" providerId="LiveId" clId="{5B2C3894-F97E-4CAB-8812-5BB4D83AAC6A}" dt="2026-10-13T04:11:41.435" v="47858" actId="1076"/>
          <ac:picMkLst>
            <pc:docMk/>
            <pc:sldMk cId="3017028171" sldId="320"/>
            <ac:picMk id="46" creationId="{2B730BC5-6C60-60C5-1FA8-C13D22DF4013}"/>
          </ac:picMkLst>
        </pc:picChg>
        <pc:cxnChg chg="mod">
          <ac:chgData name="musukie52@gmail.com" userId="017bd91f96aa8751" providerId="LiveId" clId="{5B2C3894-F97E-4CAB-8812-5BB4D83AAC6A}" dt="2026-10-13T04:12:08.960" v="47863" actId="1076"/>
          <ac:cxnSpMkLst>
            <pc:docMk/>
            <pc:sldMk cId="3017028171" sldId="320"/>
            <ac:cxnSpMk id="8" creationId="{DE2BA94C-D360-94E6-5346-2894B15E1EE0}"/>
          </ac:cxnSpMkLst>
        </pc:cxnChg>
      </pc:sldChg>
      <pc:sldChg chg="addSp delSp modSp add mod">
        <pc:chgData name="musukie52@gmail.com" userId="017bd91f96aa8751" providerId="LiveId" clId="{5B2C3894-F97E-4CAB-8812-5BB4D83AAC6A}" dt="2026-10-07T14:46:17.386" v="47167" actId="14100"/>
        <pc:sldMkLst>
          <pc:docMk/>
          <pc:sldMk cId="3515068250" sldId="321"/>
        </pc:sldMkLst>
        <pc:spChg chg="mod">
          <ac:chgData name="musukie52@gmail.com" userId="017bd91f96aa8751" providerId="LiveId" clId="{5B2C3894-F97E-4CAB-8812-5BB4D83AAC6A}" dt="2026-10-05T07:21:52.235" v="36976" actId="20577"/>
          <ac:spMkLst>
            <pc:docMk/>
            <pc:sldMk cId="3515068250" sldId="321"/>
            <ac:spMk id="5" creationId="{C0B2A331-7F4A-19BA-CE10-ECED9EE3FB3E}"/>
          </ac:spMkLst>
        </pc:spChg>
        <pc:spChg chg="add">
          <ac:chgData name="musukie52@gmail.com" userId="017bd91f96aa8751" providerId="LiveId" clId="{5B2C3894-F97E-4CAB-8812-5BB4D83AAC6A}" dt="2026-10-07T14:42:27.973" v="47126" actId="22"/>
          <ac:spMkLst>
            <pc:docMk/>
            <pc:sldMk cId="3515068250" sldId="321"/>
            <ac:spMk id="10" creationId="{22A817C0-38EA-A5AF-0B84-5A60F2CE3CFA}"/>
          </ac:spMkLst>
        </pc:spChg>
        <pc:spChg chg="add mod or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24" creationId="{8CCEE144-AF7B-7DEE-0D2D-1DAAD8F69A14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25" creationId="{E91E3F01-24D5-E3E6-820A-2A9F30DD1C07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41" creationId="{BF93A9E3-08B8-0046-883C-28436E1F95B2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43" creationId="{FEF7942E-0AF8-8A6F-8E27-EE6E7B509854}"/>
          </ac:spMkLst>
        </pc:spChg>
        <pc:spChg chg="add mod">
          <ac:chgData name="musukie52@gmail.com" userId="017bd91f96aa8751" providerId="LiveId" clId="{5B2C3894-F97E-4CAB-8812-5BB4D83AAC6A}" dt="2026-10-07T14:45:56.778" v="47164" actId="14100"/>
          <ac:spMkLst>
            <pc:docMk/>
            <pc:sldMk cId="3515068250" sldId="321"/>
            <ac:spMk id="44" creationId="{594F99DF-BE81-4EA3-D896-1DA5F0B7FD35}"/>
          </ac:spMkLst>
        </pc:spChg>
        <pc:spChg chg="add mod">
          <ac:chgData name="musukie52@gmail.com" userId="017bd91f96aa8751" providerId="LiveId" clId="{5B2C3894-F97E-4CAB-8812-5BB4D83AAC6A}" dt="2026-10-07T14:45:22.080" v="47158" actId="1037"/>
          <ac:spMkLst>
            <pc:docMk/>
            <pc:sldMk cId="3515068250" sldId="321"/>
            <ac:spMk id="49" creationId="{CAB42315-1479-44F9-E0F5-07E0A294B6DD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52" creationId="{DD938B31-D6F2-8241-BCF0-E7AA68451206}"/>
          </ac:spMkLst>
        </pc:spChg>
        <pc:spChg chg="add mod">
          <ac:chgData name="musukie52@gmail.com" userId="017bd91f96aa8751" providerId="LiveId" clId="{5B2C3894-F97E-4CAB-8812-5BB4D83AAC6A}" dt="2026-10-07T14:02:39.604" v="46347" actId="1037"/>
          <ac:spMkLst>
            <pc:docMk/>
            <pc:sldMk cId="3515068250" sldId="321"/>
            <ac:spMk id="57" creationId="{469ADA60-445B-BC9F-E123-EADC85BF1C01}"/>
          </ac:spMkLst>
        </pc:spChg>
        <pc:spChg chg="add del mod">
          <ac:chgData name="musukie52@gmail.com" userId="017bd91f96aa8751" providerId="LiveId" clId="{5B2C3894-F97E-4CAB-8812-5BB4D83AAC6A}" dt="2026-10-07T14:45:39.724" v="47160" actId="14100"/>
          <ac:spMkLst>
            <pc:docMk/>
            <pc:sldMk cId="3515068250" sldId="321"/>
            <ac:spMk id="59" creationId="{187A0759-CA85-9D71-0AC4-44AEDDB6A997}"/>
          </ac:spMkLst>
        </pc:spChg>
        <pc:picChg chg="add mod ord modCrop">
          <ac:chgData name="musukie52@gmail.com" userId="017bd91f96aa8751" providerId="LiveId" clId="{5B2C3894-F97E-4CAB-8812-5BB4D83AAC6A}" dt="2026-10-07T14:02:39.604" v="46347" actId="1037"/>
          <ac:picMkLst>
            <pc:docMk/>
            <pc:sldMk cId="3515068250" sldId="321"/>
            <ac:picMk id="6" creationId="{49B63714-86E5-38C5-3CDF-6D1ECE664A30}"/>
          </ac:picMkLst>
        </pc:picChg>
        <pc:cxnChg chg="mod">
          <ac:chgData name="musukie52@gmail.com" userId="017bd91f96aa8751" providerId="LiveId" clId="{5B2C3894-F97E-4CAB-8812-5BB4D83AAC6A}" dt="2026-09-30T15:11:53.624" v="35218" actId="208"/>
          <ac:cxnSpMkLst>
            <pc:docMk/>
            <pc:sldMk cId="3515068250" sldId="321"/>
            <ac:cxnSpMk id="8" creationId="{3A8C541D-61AE-5843-E8AA-A2A1393DBC30}"/>
          </ac:cxnSpMkLst>
        </pc:cxnChg>
        <pc:cxnChg chg="add mod">
          <ac:chgData name="musukie52@gmail.com" userId="017bd91f96aa8751" providerId="LiveId" clId="{5B2C3894-F97E-4CAB-8812-5BB4D83AAC6A}" dt="2026-10-07T14:46:17.386" v="47167" actId="14100"/>
          <ac:cxnSpMkLst>
            <pc:docMk/>
            <pc:sldMk cId="3515068250" sldId="321"/>
            <ac:cxnSpMk id="46" creationId="{F4D76B2F-05B9-AB8B-AE1B-30E0B4DFF6A9}"/>
          </ac:cxnSpMkLst>
        </pc:cxnChg>
        <pc:cxnChg chg="add mod">
          <ac:chgData name="musukie52@gmail.com" userId="017bd91f96aa8751" providerId="LiveId" clId="{5B2C3894-F97E-4CAB-8812-5BB4D83AAC6A}" dt="2026-10-07T14:46:13.446" v="47166" actId="14100"/>
          <ac:cxnSpMkLst>
            <pc:docMk/>
            <pc:sldMk cId="3515068250" sldId="321"/>
            <ac:cxnSpMk id="53" creationId="{92ADDE34-C241-03A4-C570-45BDE06A6F3A}"/>
          </ac:cxnSpMkLst>
        </pc:cxnChg>
        <pc:cxnChg chg="add mod">
          <ac:chgData name="musukie52@gmail.com" userId="017bd91f96aa8751" providerId="LiveId" clId="{5B2C3894-F97E-4CAB-8812-5BB4D83AAC6A}" dt="2026-10-07T14:46:08.576" v="47165" actId="14100"/>
          <ac:cxnSpMkLst>
            <pc:docMk/>
            <pc:sldMk cId="3515068250" sldId="321"/>
            <ac:cxnSpMk id="60" creationId="{8C3B1D3F-46AA-0716-216C-72480001985C}"/>
          </ac:cxnSpMkLst>
        </pc:cxnChg>
      </pc:sldChg>
      <pc:sldChg chg="addSp delSp modSp add mod">
        <pc:chgData name="musukie52@gmail.com" userId="017bd91f96aa8751" providerId="LiveId" clId="{5B2C3894-F97E-4CAB-8812-5BB4D83AAC6A}" dt="2026-10-07T11:36:55.276" v="45661" actId="14861"/>
        <pc:sldMkLst>
          <pc:docMk/>
          <pc:sldMk cId="576947377" sldId="322"/>
        </pc:sldMkLst>
        <pc:spChg chg="mo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0" creationId="{4C6780D2-ACEF-354A-0863-7F92E82A226B}"/>
          </ac:spMkLst>
        </pc:spChg>
        <pc:spChg chg="mo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3" creationId="{D0A14BB0-0F0B-FF99-2A78-57BC4BDDAFD6}"/>
          </ac:spMkLst>
        </pc:spChg>
        <pc:spChg chg="mod or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6" creationId="{E130F474-7ABE-406C-9EF9-B3E0BC8B45D9}"/>
          </ac:spMkLst>
        </pc:spChg>
        <pc:spChg chg="mod ord">
          <ac:chgData name="musukie52@gmail.com" userId="017bd91f96aa8751" providerId="LiveId" clId="{5B2C3894-F97E-4CAB-8812-5BB4D83AAC6A}" dt="2026-09-29T12:55:15.858" v="25700" actId="1076"/>
          <ac:spMkLst>
            <pc:docMk/>
            <pc:sldMk cId="576947377" sldId="322"/>
            <ac:spMk id="28" creationId="{7364BC64-7FB2-F311-FE96-F0DB94E94BBD}"/>
          </ac:spMkLst>
        </pc:spChg>
        <pc:spChg chg="mod">
          <ac:chgData name="musukie52@gmail.com" userId="017bd91f96aa8751" providerId="LiveId" clId="{5B2C3894-F97E-4CAB-8812-5BB4D83AAC6A}" dt="2026-10-07T07:52:52.170" v="42742" actId="20577"/>
          <ac:spMkLst>
            <pc:docMk/>
            <pc:sldMk cId="576947377" sldId="322"/>
            <ac:spMk id="30" creationId="{B71D163A-F75D-15D9-D643-2DFD5966012A}"/>
          </ac:spMkLst>
        </pc:spChg>
        <pc:spChg chg="add mod">
          <ac:chgData name="musukie52@gmail.com" userId="017bd91f96aa8751" providerId="LiveId" clId="{5B2C3894-F97E-4CAB-8812-5BB4D83AAC6A}" dt="2026-09-29T10:42:49.540" v="21150" actId="1076"/>
          <ac:spMkLst>
            <pc:docMk/>
            <pc:sldMk cId="576947377" sldId="322"/>
            <ac:spMk id="47" creationId="{5B3D72D0-F189-F495-E854-AF7921B9E9C2}"/>
          </ac:spMkLst>
        </pc:spChg>
        <pc:spChg chg="add mod">
          <ac:chgData name="musukie52@gmail.com" userId="017bd91f96aa8751" providerId="LiveId" clId="{5B2C3894-F97E-4CAB-8812-5BB4D83AAC6A}" dt="2026-09-29T10:42:49.540" v="21150" actId="1076"/>
          <ac:spMkLst>
            <pc:docMk/>
            <pc:sldMk cId="576947377" sldId="322"/>
            <ac:spMk id="49" creationId="{1C73884A-FA86-3E33-FC0B-D7119ACF0E0B}"/>
          </ac:spMkLst>
        </pc:spChg>
        <pc:spChg chg="add mod">
          <ac:chgData name="musukie52@gmail.com" userId="017bd91f96aa8751" providerId="LiveId" clId="{5B2C3894-F97E-4CAB-8812-5BB4D83AAC6A}" dt="2026-09-29T10:42:49.540" v="21150" actId="1076"/>
          <ac:spMkLst>
            <pc:docMk/>
            <pc:sldMk cId="576947377" sldId="322"/>
            <ac:spMk id="51" creationId="{483C875D-F612-6627-7433-A55FC81338CB}"/>
          </ac:spMkLst>
        </pc:spChg>
        <pc:spChg chg="mod">
          <ac:chgData name="musukie52@gmail.com" userId="017bd91f96aa8751" providerId="LiveId" clId="{5B2C3894-F97E-4CAB-8812-5BB4D83AAC6A}" dt="2026-10-07T06:36:48.695" v="42437" actId="20577"/>
          <ac:spMkLst>
            <pc:docMk/>
            <pc:sldMk cId="576947377" sldId="322"/>
            <ac:spMk id="52" creationId="{B49B0E3F-C733-D3C2-3E31-7718C68970BA}"/>
          </ac:spMkLst>
        </pc:spChg>
        <pc:graphicFrameChg chg="mod modGraphic">
          <ac:chgData name="musukie52@gmail.com" userId="017bd91f96aa8751" providerId="LiveId" clId="{5B2C3894-F97E-4CAB-8812-5BB4D83AAC6A}" dt="2026-10-07T06:36:34.439" v="42429" actId="14100"/>
          <ac:graphicFrameMkLst>
            <pc:docMk/>
            <pc:sldMk cId="576947377" sldId="322"/>
            <ac:graphicFrameMk id="41" creationId="{012B35B9-5203-FC92-3C44-E82916675149}"/>
          </ac:graphicFrameMkLst>
        </pc:graphicFrameChg>
        <pc:picChg chg="add del mod modCrop">
          <ac:chgData name="musukie52@gmail.com" userId="017bd91f96aa8751" providerId="LiveId" clId="{5B2C3894-F97E-4CAB-8812-5BB4D83AAC6A}" dt="2026-10-07T11:36:55.276" v="45661" actId="14861"/>
          <ac:picMkLst>
            <pc:docMk/>
            <pc:sldMk cId="576947377" sldId="322"/>
            <ac:picMk id="22" creationId="{A9FA1003-C843-2F6A-5B72-441E0CCFB309}"/>
          </ac:picMkLst>
        </pc:pic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2" creationId="{E5DC59A3-C0F5-9650-E709-4DC82C839B56}"/>
          </ac:cxnSpMkLst>
        </pc:cxnChg>
        <pc:cxnChg chg="mod">
          <ac:chgData name="musukie52@gmail.com" userId="017bd91f96aa8751" providerId="LiveId" clId="{5B2C3894-F97E-4CAB-8812-5BB4D83AAC6A}" dt="2026-09-30T15:11:18.002" v="35208" actId="208"/>
          <ac:cxnSpMkLst>
            <pc:docMk/>
            <pc:sldMk cId="576947377" sldId="322"/>
            <ac:cxnSpMk id="8" creationId="{336630F1-7515-F507-2C98-1A6169140E59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14" creationId="{134A16DF-C67A-582E-AE16-F8CA9754F8BE}"/>
          </ac:cxnSpMkLst>
        </pc:cxnChg>
        <pc:cxnChg chg="add mod">
          <ac:chgData name="musukie52@gmail.com" userId="017bd91f96aa8751" providerId="LiveId" clId="{5B2C3894-F97E-4CAB-8812-5BB4D83AAC6A}" dt="2026-09-26T11:25:03.459" v="17749" actId="692"/>
          <ac:cxnSpMkLst>
            <pc:docMk/>
            <pc:sldMk cId="576947377" sldId="322"/>
            <ac:cxnSpMk id="21" creationId="{DD8E2A94-74FA-5E74-E5DE-28D38E4C3D0E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27" creationId="{AC6E5B0A-E03B-D2CF-9378-2F40C22AC794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34" creationId="{945BCC39-A201-3AF3-B7A7-A93D3B6C6869}"/>
          </ac:cxnSpMkLst>
        </pc:cxnChg>
        <pc:cxnChg chg="add mod">
          <ac:chgData name="musukie52@gmail.com" userId="017bd91f96aa8751" providerId="LiveId" clId="{5B2C3894-F97E-4CAB-8812-5BB4D83AAC6A}" dt="2026-09-29T12:55:15.858" v="25700" actId="1076"/>
          <ac:cxnSpMkLst>
            <pc:docMk/>
            <pc:sldMk cId="576947377" sldId="322"/>
            <ac:cxnSpMk id="39" creationId="{6066AE2F-C886-FB2E-6CCA-EB1945B78F10}"/>
          </ac:cxnSpMkLst>
        </pc:cxnChg>
      </pc:sldChg>
      <pc:sldChg chg="addSp delSp modSp add mod">
        <pc:chgData name="musukie52@gmail.com" userId="017bd91f96aa8751" providerId="LiveId" clId="{5B2C3894-F97E-4CAB-8812-5BB4D83AAC6A}" dt="2026-10-07T14:55:45.256" v="47622"/>
        <pc:sldMkLst>
          <pc:docMk/>
          <pc:sldMk cId="38400462" sldId="323"/>
        </pc:sldMkLst>
        <pc:spChg chg="mod">
          <ac:chgData name="musukie52@gmail.com" userId="017bd91f96aa8751" providerId="LiveId" clId="{5B2C3894-F97E-4CAB-8812-5BB4D83AAC6A}" dt="2026-10-05T07:18:11.176" v="36943" actId="20577"/>
          <ac:spMkLst>
            <pc:docMk/>
            <pc:sldMk cId="38400462" sldId="323"/>
            <ac:spMk id="7" creationId="{3913B945-B1D1-0780-4398-16D061E06177}"/>
          </ac:spMkLst>
        </pc:spChg>
        <pc:spChg chg="add mod ord">
          <ac:chgData name="musukie52@gmail.com" userId="017bd91f96aa8751" providerId="LiveId" clId="{5B2C3894-F97E-4CAB-8812-5BB4D83AAC6A}" dt="2026-10-07T14:30:50.878" v="46979" actId="1076"/>
          <ac:spMkLst>
            <pc:docMk/>
            <pc:sldMk cId="38400462" sldId="323"/>
            <ac:spMk id="11" creationId="{89531CDF-AE3E-906D-6552-BA29CA5B0ED3}"/>
          </ac:spMkLst>
        </pc:spChg>
        <pc:spChg chg="add mod">
          <ac:chgData name="musukie52@gmail.com" userId="017bd91f96aa8751" providerId="LiveId" clId="{5B2C3894-F97E-4CAB-8812-5BB4D83AAC6A}" dt="2026-10-07T14:30:50.878" v="46979" actId="1076"/>
          <ac:spMkLst>
            <pc:docMk/>
            <pc:sldMk cId="38400462" sldId="323"/>
            <ac:spMk id="13" creationId="{6D169E05-A37A-B921-A5B4-B2114F1832A7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7" creationId="{25FDF4F5-B658-5A4C-9108-279E1A110019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24" creationId="{0A880D50-4382-1D7B-60EA-865DF4A28E1B}"/>
          </ac:spMkLst>
        </pc:spChg>
        <pc:spChg chg="add mod">
          <ac:chgData name="musukie52@gmail.com" userId="017bd91f96aa8751" providerId="LiveId" clId="{5B2C3894-F97E-4CAB-8812-5BB4D83AAC6A}" dt="2026-10-07T14:30:13.733" v="46961" actId="1035"/>
          <ac:spMkLst>
            <pc:docMk/>
            <pc:sldMk cId="38400462" sldId="323"/>
            <ac:spMk id="53" creationId="{6E4F182C-C67F-CDD0-C343-7B7A857DE19E}"/>
          </ac:spMkLst>
        </pc:spChg>
        <pc:spChg chg="add mod">
          <ac:chgData name="musukie52@gmail.com" userId="017bd91f96aa8751" providerId="LiveId" clId="{5B2C3894-F97E-4CAB-8812-5BB4D83AAC6A}" dt="2026-10-07T14:29:14.289" v="46946" actId="1037"/>
          <ac:spMkLst>
            <pc:docMk/>
            <pc:sldMk cId="38400462" sldId="323"/>
            <ac:spMk id="55" creationId="{D681B3AF-0051-450E-FF03-0424D4CF4C30}"/>
          </ac:spMkLst>
        </pc:spChg>
        <pc:spChg chg="add mod">
          <ac:chgData name="musukie52@gmail.com" userId="017bd91f96aa8751" providerId="LiveId" clId="{5B2C3894-F97E-4CAB-8812-5BB4D83AAC6A}" dt="2026-10-07T14:30:56.119" v="46980" actId="1076"/>
          <ac:spMkLst>
            <pc:docMk/>
            <pc:sldMk cId="38400462" sldId="323"/>
            <ac:spMk id="58" creationId="{2C8A9089-C0F4-70D0-78CD-45821EBE1C51}"/>
          </ac:spMkLst>
        </pc:spChg>
        <pc:spChg chg="add 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62" creationId="{64074A10-033F-4AA1-99F9-C4DAAA6472C3}"/>
          </ac:spMkLst>
        </pc:spChg>
        <pc:spChg chg="add mod or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64" creationId="{71AEA8B7-2922-97B9-FBCB-3DBD54F23DEC}"/>
          </ac:spMkLst>
        </pc:spChg>
        <pc:spChg chg="add mod">
          <ac:chgData name="musukie52@gmail.com" userId="017bd91f96aa8751" providerId="LiveId" clId="{5B2C3894-F97E-4CAB-8812-5BB4D83AAC6A}" dt="2026-10-07T14:31:18.073" v="46985" actId="1076"/>
          <ac:spMkLst>
            <pc:docMk/>
            <pc:sldMk cId="38400462" sldId="323"/>
            <ac:spMk id="66" creationId="{432FF6A8-4BC3-F9C0-8A7D-62DE01A7CC26}"/>
          </ac:spMkLst>
        </pc:spChg>
        <pc:spChg chg="add mod">
          <ac:chgData name="musukie52@gmail.com" userId="017bd91f96aa8751" providerId="LiveId" clId="{5B2C3894-F97E-4CAB-8812-5BB4D83AAC6A}" dt="2026-09-30T14:25:08.592" v="34773" actId="1035"/>
          <ac:spMkLst>
            <pc:docMk/>
            <pc:sldMk cId="38400462" sldId="323"/>
            <ac:spMk id="68" creationId="{9F63932C-6E0D-B446-F795-1EE5BCD71000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00" creationId="{1B30B36A-6651-D633-E21C-EB5BD7711A59}"/>
          </ac:spMkLst>
        </pc:spChg>
        <pc:spChg chg="mod">
          <ac:chgData name="musukie52@gmail.com" userId="017bd91f96aa8751" providerId="LiveId" clId="{5B2C3894-F97E-4CAB-8812-5BB4D83AAC6A}" dt="2026-10-07T14:31:05.797" v="46982" actId="1076"/>
          <ac:spMkLst>
            <pc:docMk/>
            <pc:sldMk cId="38400462" sldId="323"/>
            <ac:spMk id="102" creationId="{90BF0583-87E7-E450-0B3E-E9B6D3E67ED2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30" creationId="{2DF1DBAD-9BD9-0D85-7870-410D165B6CB5}"/>
          </ac:spMkLst>
        </pc:spChg>
        <pc:spChg chg="mod">
          <ac:chgData name="musukie52@gmail.com" userId="017bd91f96aa8751" providerId="LiveId" clId="{5B2C3894-F97E-4CAB-8812-5BB4D83AAC6A}" dt="2026-10-07T14:31:10.665" v="46983" actId="1076"/>
          <ac:spMkLst>
            <pc:docMk/>
            <pc:sldMk cId="38400462" sldId="323"/>
            <ac:spMk id="132" creationId="{BF211669-11FF-B227-39BD-CC0817258D18}"/>
          </ac:spMkLst>
        </pc:spChg>
        <pc:spChg chg="mod">
          <ac:chgData name="musukie52@gmail.com" userId="017bd91f96aa8751" providerId="LiveId" clId="{5B2C3894-F97E-4CAB-8812-5BB4D83AAC6A}" dt="2026-10-07T14:30:56.119" v="46980" actId="1076"/>
          <ac:spMkLst>
            <pc:docMk/>
            <pc:sldMk cId="38400462" sldId="323"/>
            <ac:spMk id="145" creationId="{3AABBB91-D5C7-1406-B5B5-67BE68148134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47" creationId="{1E71535A-B0D6-3BEA-A1F1-11DD0661BD09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57" creationId="{EE223EB1-26B0-34AE-AFE4-8668E452D365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61" creationId="{B026B912-6F65-04C5-4BDE-5AB1ACAA2340}"/>
          </ac:spMkLst>
        </pc:spChg>
        <pc:spChg chg="mod ord">
          <ac:chgData name="musukie52@gmail.com" userId="017bd91f96aa8751" providerId="LiveId" clId="{5B2C3894-F97E-4CAB-8812-5BB4D83AAC6A}" dt="2026-10-07T14:55:45.256" v="47622"/>
          <ac:spMkLst>
            <pc:docMk/>
            <pc:sldMk cId="38400462" sldId="323"/>
            <ac:spMk id="163" creationId="{2113402A-EA69-AE24-CC88-36C45A738F52}"/>
          </ac:spMkLst>
        </pc:spChg>
        <pc:spChg chg="mod ord">
          <ac:chgData name="musukie52@gmail.com" userId="017bd91f96aa8751" providerId="LiveId" clId="{5B2C3894-F97E-4CAB-8812-5BB4D83AAC6A}" dt="2026-10-07T14:30:13.733" v="46961" actId="1035"/>
          <ac:spMkLst>
            <pc:docMk/>
            <pc:sldMk cId="38400462" sldId="323"/>
            <ac:spMk id="167" creationId="{07EDB558-B316-8823-38AF-4CBF25F076B0}"/>
          </ac:spMkLst>
        </pc:spChg>
        <pc:spChg chg="mod">
          <ac:chgData name="musukie52@gmail.com" userId="017bd91f96aa8751" providerId="LiveId" clId="{5B2C3894-F97E-4CAB-8812-5BB4D83AAC6A}" dt="2026-10-07T14:31:42.201" v="46989" actId="1076"/>
          <ac:spMkLst>
            <pc:docMk/>
            <pc:sldMk cId="38400462" sldId="323"/>
            <ac:spMk id="169" creationId="{6B91005B-4E58-A3A3-EDF2-8C937C03AAF7}"/>
          </ac:spMkLst>
        </pc:spChg>
        <pc:spChg chg="mod">
          <ac:chgData name="musukie52@gmail.com" userId="017bd91f96aa8751" providerId="LiveId" clId="{5B2C3894-F97E-4CAB-8812-5BB4D83AAC6A}" dt="2026-10-07T14:29:11.004" v="46941" actId="1038"/>
          <ac:spMkLst>
            <pc:docMk/>
            <pc:sldMk cId="38400462" sldId="323"/>
            <ac:spMk id="171" creationId="{6B3B73AF-2258-7F88-BB26-0A44B86DEEE9}"/>
          </ac:spMkLst>
        </pc:spChg>
        <pc:picChg chg="add mod">
          <ac:chgData name="musukie52@gmail.com" userId="017bd91f96aa8751" providerId="LiveId" clId="{5B2C3894-F97E-4CAB-8812-5BB4D83AAC6A}" dt="2026-10-07T14:11:17.936" v="46700" actId="1076"/>
          <ac:picMkLst>
            <pc:docMk/>
            <pc:sldMk cId="38400462" sldId="323"/>
            <ac:picMk id="9" creationId="{9C1A75E0-B9CE-1286-60AA-3889F088F5F9}"/>
          </ac:picMkLst>
        </pc:picChg>
        <pc:picChg chg="add mod">
          <ac:chgData name="musukie52@gmail.com" userId="017bd91f96aa8751" providerId="LiveId" clId="{5B2C3894-F97E-4CAB-8812-5BB4D83AAC6A}" dt="2026-10-07T14:30:56.119" v="46980" actId="1076"/>
          <ac:picMkLst>
            <pc:docMk/>
            <pc:sldMk cId="38400462" sldId="323"/>
            <ac:picMk id="12" creationId="{C91A8B04-535A-B734-EB26-C6F913608AC7}"/>
          </ac:picMkLst>
        </pc:picChg>
        <pc:picChg chg="add mod">
          <ac:chgData name="musukie52@gmail.com" userId="017bd91f96aa8751" providerId="LiveId" clId="{5B2C3894-F97E-4CAB-8812-5BB4D83AAC6A}" dt="2026-10-07T14:31:10.665" v="46983" actId="1076"/>
          <ac:picMkLst>
            <pc:docMk/>
            <pc:sldMk cId="38400462" sldId="323"/>
            <ac:picMk id="15" creationId="{B383B1FC-ED11-2869-BD4C-52F267643AA0}"/>
          </ac:picMkLst>
        </pc:picChg>
        <pc:picChg chg="add mod">
          <ac:chgData name="musukie52@gmail.com" userId="017bd91f96aa8751" providerId="LiveId" clId="{5B2C3894-F97E-4CAB-8812-5BB4D83AAC6A}" dt="2026-10-07T14:31:05.797" v="46982" actId="1076"/>
          <ac:picMkLst>
            <pc:docMk/>
            <pc:sldMk cId="38400462" sldId="323"/>
            <ac:picMk id="18" creationId="{198E5946-A405-C1F3-625E-B1AFB6E7664A}"/>
          </ac:picMkLst>
        </pc:picChg>
        <pc:picChg chg="add mod">
          <ac:chgData name="musukie52@gmail.com" userId="017bd91f96aa8751" providerId="LiveId" clId="{5B2C3894-F97E-4CAB-8812-5BB4D83AAC6A}" dt="2026-10-07T14:31:18.073" v="46985" actId="1076"/>
          <ac:picMkLst>
            <pc:docMk/>
            <pc:sldMk cId="38400462" sldId="323"/>
            <ac:picMk id="20" creationId="{EF677279-936E-3492-22F8-6BD2231E7877}"/>
          </ac:picMkLst>
        </pc:picChg>
        <pc:picChg chg="add mod">
          <ac:chgData name="musukie52@gmail.com" userId="017bd91f96aa8751" providerId="LiveId" clId="{5B2C3894-F97E-4CAB-8812-5BB4D83AAC6A}" dt="2026-10-07T14:12:10.896" v="46727" actId="1035"/>
          <ac:picMkLst>
            <pc:docMk/>
            <pc:sldMk cId="38400462" sldId="323"/>
            <ac:picMk id="25" creationId="{CB3E2E73-5FA0-5C68-0A51-8A3800360FD0}"/>
          </ac:picMkLst>
        </pc:picChg>
        <pc:picChg chg="add mod">
          <ac:chgData name="musukie52@gmail.com" userId="017bd91f96aa8751" providerId="LiveId" clId="{5B2C3894-F97E-4CAB-8812-5BB4D83AAC6A}" dt="2026-10-07T14:30:13.733" v="46961" actId="1035"/>
          <ac:picMkLst>
            <pc:docMk/>
            <pc:sldMk cId="38400462" sldId="323"/>
            <ac:picMk id="29" creationId="{CCA9EA95-DE6F-E716-61B2-4AAEB37CEC03}"/>
          </ac:picMkLst>
        </pc:picChg>
        <pc:picChg chg="add mod ord">
          <ac:chgData name="musukie52@gmail.com" userId="017bd91f96aa8751" providerId="LiveId" clId="{5B2C3894-F97E-4CAB-8812-5BB4D83AAC6A}" dt="2026-10-07T14:29:48.402" v="46952" actId="1076"/>
          <ac:picMkLst>
            <pc:docMk/>
            <pc:sldMk cId="38400462" sldId="323"/>
            <ac:picMk id="42" creationId="{77946E21-2495-3F8B-2160-06C229834BA6}"/>
          </ac:picMkLst>
        </pc:picChg>
        <pc:cxnChg chg="mod">
          <ac:chgData name="musukie52@gmail.com" userId="017bd91f96aa8751" providerId="LiveId" clId="{5B2C3894-F97E-4CAB-8812-5BB4D83AAC6A}" dt="2026-09-30T15:11:03.952" v="35204" actId="208"/>
          <ac:cxnSpMkLst>
            <pc:docMk/>
            <pc:sldMk cId="38400462" sldId="323"/>
            <ac:cxnSpMk id="8" creationId="{0F21E95D-E35D-FD72-77F6-532AA895D35F}"/>
          </ac:cxnSpMkLst>
        </pc:cxnChg>
      </pc:sldChg>
      <pc:sldChg chg="addSp delSp modSp new mod">
        <pc:chgData name="musukie52@gmail.com" userId="017bd91f96aa8751" providerId="LiveId" clId="{5B2C3894-F97E-4CAB-8812-5BB4D83AAC6A}" dt="2026-10-07T15:06:44.940" v="47765"/>
        <pc:sldMkLst>
          <pc:docMk/>
          <pc:sldMk cId="3889400413" sldId="324"/>
        </pc:sldMkLst>
        <pc:spChg chg="add mod">
          <ac:chgData name="musukie52@gmail.com" userId="017bd91f96aa8751" providerId="LiveId" clId="{5B2C3894-F97E-4CAB-8812-5BB4D83AAC6A}" dt="2026-09-29T15:10:46.291" v="31658"/>
          <ac:spMkLst>
            <pc:docMk/>
            <pc:sldMk cId="3889400413" sldId="324"/>
            <ac:spMk id="2" creationId="{492B1702-0ABB-0D94-8F97-41981B9995FA}"/>
          </ac:spMkLst>
        </pc:spChg>
        <pc:spChg chg="add mod">
          <ac:chgData name="musukie52@gmail.com" userId="017bd91f96aa8751" providerId="LiveId" clId="{5B2C3894-F97E-4CAB-8812-5BB4D83AAC6A}" dt="2026-09-29T15:17:42.331" v="31721" actId="20577"/>
          <ac:spMkLst>
            <pc:docMk/>
            <pc:sldMk cId="3889400413" sldId="324"/>
            <ac:spMk id="3" creationId="{F41F1225-D0A7-46B7-A260-1410C1B79F4A}"/>
          </ac:spMkLst>
        </pc:spChg>
        <pc:spChg chg="add mod">
          <ac:chgData name="musukie52@gmail.com" userId="017bd91f96aa8751" providerId="LiveId" clId="{5B2C3894-F97E-4CAB-8812-5BB4D83AAC6A}" dt="2026-09-29T15:10:46.291" v="31658"/>
          <ac:spMkLst>
            <pc:docMk/>
            <pc:sldMk cId="3889400413" sldId="324"/>
            <ac:spMk id="4" creationId="{44A3BF75-AE37-045A-8EBF-3B6320FDFE5B}"/>
          </ac:spMkLst>
        </pc:spChg>
        <pc:spChg chg="add mod">
          <ac:chgData name="musukie52@gmail.com" userId="017bd91f96aa8751" providerId="LiveId" clId="{5B2C3894-F97E-4CAB-8812-5BB4D83AAC6A}" dt="2026-10-07T15:06:44.940" v="47765"/>
          <ac:spMkLst>
            <pc:docMk/>
            <pc:sldMk cId="3889400413" sldId="324"/>
            <ac:spMk id="8" creationId="{0A5F7E63-B398-BEE8-9F60-DCB312F4645D}"/>
          </ac:spMkLst>
        </pc:spChg>
        <pc:spChg chg="add mod">
          <ac:chgData name="musukie52@gmail.com" userId="017bd91f96aa8751" providerId="LiveId" clId="{5B2C3894-F97E-4CAB-8812-5BB4D83AAC6A}" dt="2026-10-07T14:42:40.954" v="47129" actId="20577"/>
          <ac:spMkLst>
            <pc:docMk/>
            <pc:sldMk cId="3889400413" sldId="324"/>
            <ac:spMk id="9" creationId="{906E911A-DEE5-200D-2E41-6DC668A8D5EE}"/>
          </ac:spMkLst>
        </pc:spChg>
        <pc:cxnChg chg="add mod">
          <ac:chgData name="musukie52@gmail.com" userId="017bd91f96aa8751" providerId="LiveId" clId="{5B2C3894-F97E-4CAB-8812-5BB4D83AAC6A}" dt="2026-09-30T15:11:56.442" v="35219" actId="208"/>
          <ac:cxnSpMkLst>
            <pc:docMk/>
            <pc:sldMk cId="3889400413" sldId="324"/>
            <ac:cxnSpMk id="5" creationId="{E5102259-151A-F559-CD7A-6281DA39C888}"/>
          </ac:cxnSpMkLst>
        </pc:cxnChg>
      </pc:sldChg>
      <pc:sldChg chg="addSp delSp modSp add mod">
        <pc:chgData name="musukie52@gmail.com" userId="017bd91f96aa8751" providerId="LiveId" clId="{5B2C3894-F97E-4CAB-8812-5BB4D83AAC6A}" dt="2026-10-07T07:34:08.950" v="42675" actId="20577"/>
        <pc:sldMkLst>
          <pc:docMk/>
          <pc:sldMk cId="3877973988" sldId="326"/>
        </pc:sldMkLst>
        <pc:spChg chg="mod">
          <ac:chgData name="musukie52@gmail.com" userId="017bd91f96aa8751" providerId="LiveId" clId="{5B2C3894-F97E-4CAB-8812-5BB4D83AAC6A}" dt="2026-10-05T06:47:40.563" v="36217" actId="20577"/>
          <ac:spMkLst>
            <pc:docMk/>
            <pc:sldMk cId="3877973988" sldId="326"/>
            <ac:spMk id="5" creationId="{4B41B638-5647-DD04-AB11-BE2CDD97B530}"/>
          </ac:spMkLst>
        </pc:spChg>
        <pc:spChg chg="add mod">
          <ac:chgData name="musukie52@gmail.com" userId="017bd91f96aa8751" providerId="LiveId" clId="{5B2C3894-F97E-4CAB-8812-5BB4D83AAC6A}" dt="2026-09-30T12:29:38.033" v="32922" actId="14100"/>
          <ac:spMkLst>
            <pc:docMk/>
            <pc:sldMk cId="3877973988" sldId="326"/>
            <ac:spMk id="15" creationId="{0A4345B4-2093-3094-F78E-5DEB5BB984A9}"/>
          </ac:spMkLst>
        </pc:spChg>
        <pc:spChg chg="add mod">
          <ac:chgData name="musukie52@gmail.com" userId="017bd91f96aa8751" providerId="LiveId" clId="{5B2C3894-F97E-4CAB-8812-5BB4D83AAC6A}" dt="2026-09-30T12:29:46.897" v="32925" actId="14100"/>
          <ac:spMkLst>
            <pc:docMk/>
            <pc:sldMk cId="3877973988" sldId="326"/>
            <ac:spMk id="18" creationId="{76137F6D-5201-5F59-7709-86FD4C36FB5E}"/>
          </ac:spMkLst>
        </pc:spChg>
        <pc:spChg chg="mod ord">
          <ac:chgData name="musukie52@gmail.com" userId="017bd91f96aa8751" providerId="LiveId" clId="{5B2C3894-F97E-4CAB-8812-5BB4D83AAC6A}" dt="2026-09-30T12:36:52.009" v="33137" actId="207"/>
          <ac:spMkLst>
            <pc:docMk/>
            <pc:sldMk cId="3877973988" sldId="326"/>
            <ac:spMk id="19" creationId="{30DFE51C-6576-CDF0-CEF1-8854B5E6311A}"/>
          </ac:spMkLst>
        </pc:spChg>
        <pc:spChg chg="add mod">
          <ac:chgData name="musukie52@gmail.com" userId="017bd91f96aa8751" providerId="LiveId" clId="{5B2C3894-F97E-4CAB-8812-5BB4D83AAC6A}" dt="2026-09-30T12:36:56.525" v="33138" actId="207"/>
          <ac:spMkLst>
            <pc:docMk/>
            <pc:sldMk cId="3877973988" sldId="326"/>
            <ac:spMk id="22" creationId="{094E9E0E-3408-3EFA-9612-CCF1A20FE60D}"/>
          </ac:spMkLst>
        </pc:spChg>
        <pc:spChg chg="mod">
          <ac:chgData name="musukie52@gmail.com" userId="017bd91f96aa8751" providerId="LiveId" clId="{5B2C3894-F97E-4CAB-8812-5BB4D83AAC6A}" dt="2026-10-05T06:49:14.014" v="36324"/>
          <ac:spMkLst>
            <pc:docMk/>
            <pc:sldMk cId="3877973988" sldId="326"/>
            <ac:spMk id="26" creationId="{3D74A126-5060-51EB-4A83-6FDD7F7F5507}"/>
          </ac:spMkLst>
        </pc:spChg>
        <pc:spChg chg="add mod">
          <ac:chgData name="musukie52@gmail.com" userId="017bd91f96aa8751" providerId="LiveId" clId="{5B2C3894-F97E-4CAB-8812-5BB4D83AAC6A}" dt="2026-09-30T12:36:09.328" v="33131" actId="207"/>
          <ac:spMkLst>
            <pc:docMk/>
            <pc:sldMk cId="3877973988" sldId="326"/>
            <ac:spMk id="27" creationId="{AA33AF61-3633-8F20-39A1-8630877C5C5A}"/>
          </ac:spMkLst>
        </pc:spChg>
        <pc:spChg chg="mod">
          <ac:chgData name="musukie52@gmail.com" userId="017bd91f96aa8751" providerId="LiveId" clId="{5B2C3894-F97E-4CAB-8812-5BB4D83AAC6A}" dt="2026-10-05T06:48:33.694" v="36239" actId="20577"/>
          <ac:spMkLst>
            <pc:docMk/>
            <pc:sldMk cId="3877973988" sldId="326"/>
            <ac:spMk id="28" creationId="{C980F43B-6EC9-76CE-1637-ADD9640A6CFD}"/>
          </ac:spMkLst>
        </pc:spChg>
        <pc:spChg chg="add mod">
          <ac:chgData name="musukie52@gmail.com" userId="017bd91f96aa8751" providerId="LiveId" clId="{5B2C3894-F97E-4CAB-8812-5BB4D83AAC6A}" dt="2026-09-30T12:33:14.645" v="33031" actId="1036"/>
          <ac:spMkLst>
            <pc:docMk/>
            <pc:sldMk cId="3877973988" sldId="326"/>
            <ac:spMk id="31" creationId="{21D2D0EE-7320-F712-5543-FCB3464A32D7}"/>
          </ac:spMkLst>
        </pc:spChg>
        <pc:spChg chg="mod">
          <ac:chgData name="musukie52@gmail.com" userId="017bd91f96aa8751" providerId="LiveId" clId="{5B2C3894-F97E-4CAB-8812-5BB4D83AAC6A}" dt="2026-10-05T06:49:09.726" v="36323" actId="20577"/>
          <ac:spMkLst>
            <pc:docMk/>
            <pc:sldMk cId="3877973988" sldId="326"/>
            <ac:spMk id="32" creationId="{E5F2ACF6-4921-8A36-BA2C-65E14016BD46}"/>
          </ac:spMkLst>
        </pc:spChg>
        <pc:spChg chg="mod">
          <ac:chgData name="musukie52@gmail.com" userId="017bd91f96aa8751" providerId="LiveId" clId="{5B2C3894-F97E-4CAB-8812-5BB4D83AAC6A}" dt="2026-10-05T06:48:58.554" v="36302" actId="20577"/>
          <ac:spMkLst>
            <pc:docMk/>
            <pc:sldMk cId="3877973988" sldId="326"/>
            <ac:spMk id="34" creationId="{39A11AEF-656D-F33D-7EFB-B46AB6325E2B}"/>
          </ac:spMkLst>
        </pc:spChg>
        <pc:spChg chg="add mod">
          <ac:chgData name="musukie52@gmail.com" userId="017bd91f96aa8751" providerId="LiveId" clId="{5B2C3894-F97E-4CAB-8812-5BB4D83AAC6A}" dt="2026-09-30T12:34:22.315" v="33073" actId="1037"/>
          <ac:spMkLst>
            <pc:docMk/>
            <pc:sldMk cId="3877973988" sldId="326"/>
            <ac:spMk id="35" creationId="{FBE4ACC9-956A-162A-18A8-F659D161EA43}"/>
          </ac:spMkLst>
        </pc:spChg>
        <pc:spChg chg="mod">
          <ac:chgData name="musukie52@gmail.com" userId="017bd91f96aa8751" providerId="LiveId" clId="{5B2C3894-F97E-4CAB-8812-5BB4D83AAC6A}" dt="2026-10-07T07:34:08.950" v="42675" actId="20577"/>
          <ac:spMkLst>
            <pc:docMk/>
            <pc:sldMk cId="3877973988" sldId="326"/>
            <ac:spMk id="36" creationId="{7D7314BB-488C-7BA5-A30E-040DD850165D}"/>
          </ac:spMkLst>
        </pc:spChg>
        <pc:spChg chg="add mod">
          <ac:chgData name="musukie52@gmail.com" userId="017bd91f96aa8751" providerId="LiveId" clId="{5B2C3894-F97E-4CAB-8812-5BB4D83AAC6A}" dt="2026-09-30T12:36:45.843" v="33136" actId="207"/>
          <ac:spMkLst>
            <pc:docMk/>
            <pc:sldMk cId="3877973988" sldId="326"/>
            <ac:spMk id="38" creationId="{FFF21E0A-BF8E-AD10-FFA9-382B61220DE6}"/>
          </ac:spMkLst>
        </pc:spChg>
        <pc:spChg chg="add mod">
          <ac:chgData name="musukie52@gmail.com" userId="017bd91f96aa8751" providerId="LiveId" clId="{5B2C3894-F97E-4CAB-8812-5BB4D83AAC6A}" dt="2026-09-30T12:35:09.331" v="33115" actId="1036"/>
          <ac:spMkLst>
            <pc:docMk/>
            <pc:sldMk cId="3877973988" sldId="326"/>
            <ac:spMk id="40" creationId="{EC2691C8-9AD0-CAC9-D013-8415DB40A84D}"/>
          </ac:spMkLst>
        </pc:spChg>
        <pc:picChg chg="add mod ord">
          <ac:chgData name="musukie52@gmail.com" userId="017bd91f96aa8751" providerId="LiveId" clId="{5B2C3894-F97E-4CAB-8812-5BB4D83AAC6A}" dt="2026-09-30T12:34:00.400" v="33056" actId="1076"/>
          <ac:picMkLst>
            <pc:docMk/>
            <pc:sldMk cId="3877973988" sldId="326"/>
            <ac:picMk id="4" creationId="{B0FCA5B0-00B6-9411-F5D6-683893EC7DD8}"/>
          </ac:picMkLst>
        </pc:picChg>
        <pc:cxnChg chg="mod">
          <ac:chgData name="musukie52@gmail.com" userId="017bd91f96aa8751" providerId="LiveId" clId="{5B2C3894-F97E-4CAB-8812-5BB4D83AAC6A}" dt="2026-09-30T15:11:25.090" v="35210" actId="208"/>
          <ac:cxnSpMkLst>
            <pc:docMk/>
            <pc:sldMk cId="3877973988" sldId="326"/>
            <ac:cxnSpMk id="8" creationId="{B221ABD0-D011-3E0A-E5E2-8C40F8348EC6}"/>
          </ac:cxnSpMkLst>
        </pc:cxnChg>
      </pc:sldChg>
      <pc:sldChg chg="addSp delSp modSp add mod">
        <pc:chgData name="musukie52@gmail.com" userId="017bd91f96aa8751" providerId="LiveId" clId="{5B2C3894-F97E-4CAB-8812-5BB4D83AAC6A}" dt="2026-10-07T10:46:34.455" v="43818" actId="21"/>
        <pc:sldMkLst>
          <pc:docMk/>
          <pc:sldMk cId="2308704859" sldId="327"/>
        </pc:sldMkLst>
        <pc:spChg chg="add mod">
          <ac:chgData name="musukie52@gmail.com" userId="017bd91f96aa8751" providerId="LiveId" clId="{5B2C3894-F97E-4CAB-8812-5BB4D83AAC6A}" dt="2026-10-07T09:55:00.217" v="43586" actId="1076"/>
          <ac:spMkLst>
            <pc:docMk/>
            <pc:sldMk cId="2308704859" sldId="327"/>
            <ac:spMk id="145" creationId="{A5E90BCA-5394-91E2-3CFC-6F274F8A3397}"/>
          </ac:spMkLst>
        </pc:spChg>
        <pc:spChg chg="add mod">
          <ac:chgData name="musukie52@gmail.com" userId="017bd91f96aa8751" providerId="LiveId" clId="{5B2C3894-F97E-4CAB-8812-5BB4D83AAC6A}" dt="2026-10-07T05:56:57.093" v="41522" actId="1038"/>
          <ac:spMkLst>
            <pc:docMk/>
            <pc:sldMk cId="2308704859" sldId="327"/>
            <ac:spMk id="635" creationId="{DAA38D70-C123-CCEF-0058-78F35FA6F71D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72" creationId="{779893E2-72F0-A7D0-3B0F-09ECCAAEE586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74" creationId="{36A5C931-6154-1B00-CB16-3E9E070685BB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76" creationId="{E3592F7B-7BD6-578A-73B8-ED8DEC48DC9E}"/>
          </ac:spMkLst>
        </pc:spChg>
        <pc:spChg chg="mod">
          <ac:chgData name="musukie52@gmail.com" userId="017bd91f96aa8751" providerId="LiveId" clId="{5B2C3894-F97E-4CAB-8812-5BB4D83AAC6A}" dt="2026-10-07T09:29:49.780" v="43435" actId="1076"/>
          <ac:spMkLst>
            <pc:docMk/>
            <pc:sldMk cId="2308704859" sldId="327"/>
            <ac:spMk id="778" creationId="{B150B5CD-19A1-2A9C-3C4C-86A28E5E5EA1}"/>
          </ac:spMkLst>
        </pc:spChg>
        <pc:spChg chg="mod">
          <ac:chgData name="musukie52@gmail.com" userId="017bd91f96aa8751" providerId="LiveId" clId="{5B2C3894-F97E-4CAB-8812-5BB4D83AAC6A}" dt="2026-10-07T09:29:49.780" v="43435" actId="1076"/>
          <ac:spMkLst>
            <pc:docMk/>
            <pc:sldMk cId="2308704859" sldId="327"/>
            <ac:spMk id="779" creationId="{83402898-31F6-F7AF-D749-D57E2281D05C}"/>
          </ac:spMkLst>
        </pc:spChg>
        <pc:spChg chg="mod">
          <ac:chgData name="musukie52@gmail.com" userId="017bd91f96aa8751" providerId="LiveId" clId="{5B2C3894-F97E-4CAB-8812-5BB4D83AAC6A}" dt="2026-10-07T09:29:49.780" v="43435" actId="1076"/>
          <ac:spMkLst>
            <pc:docMk/>
            <pc:sldMk cId="2308704859" sldId="327"/>
            <ac:spMk id="787" creationId="{ED9A22C5-59CC-EAA6-2DEB-4D95D9384920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89" creationId="{6AFD9FE3-A00D-47FA-E24D-416AA24D3FE5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90" creationId="{8E6D8A9B-E4E2-A389-C28C-2609170AA7CF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792" creationId="{9E33CFE7-95BD-28C5-6692-C2986DDC9CCE}"/>
          </ac:spMkLst>
        </pc:spChg>
        <pc:spChg chg="mod">
          <ac:chgData name="musukie52@gmail.com" userId="017bd91f96aa8751" providerId="LiveId" clId="{5B2C3894-F97E-4CAB-8812-5BB4D83AAC6A}" dt="2026-10-07T09:39:43.218" v="43556" actId="1076"/>
          <ac:spMkLst>
            <pc:docMk/>
            <pc:sldMk cId="2308704859" sldId="327"/>
            <ac:spMk id="808" creationId="{E05B3EB7-821D-37E3-DF8D-60AAAACCCEAD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09" creationId="{5EBF4FD3-E295-B045-AF98-546529800612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10" creationId="{55A8DE2A-0D7F-1474-1E49-D89F9C63DCBA}"/>
          </ac:spMkLst>
        </pc:spChg>
        <pc:spChg chg="mod">
          <ac:chgData name="musukie52@gmail.com" userId="017bd91f96aa8751" providerId="LiveId" clId="{5B2C3894-F97E-4CAB-8812-5BB4D83AAC6A}" dt="2026-10-07T09:39:43.218" v="43556" actId="1076"/>
          <ac:spMkLst>
            <pc:docMk/>
            <pc:sldMk cId="2308704859" sldId="327"/>
            <ac:spMk id="811" creationId="{C6B8F6A9-A9BC-1C67-648A-CB908F4BDF5C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17" creationId="{B31BEAC6-FEC6-84E9-DC4E-BF89D9ED0AF4}"/>
          </ac:spMkLst>
        </pc:spChg>
        <pc:spChg chg="mod">
          <ac:chgData name="musukie52@gmail.com" userId="017bd91f96aa8751" providerId="LiveId" clId="{5B2C3894-F97E-4CAB-8812-5BB4D83AAC6A}" dt="2026-10-07T06:24:16.942" v="41995" actId="20577"/>
          <ac:spMkLst>
            <pc:docMk/>
            <pc:sldMk cId="2308704859" sldId="327"/>
            <ac:spMk id="818" creationId="{5DE4B1F6-781A-3750-95DB-2FD14ED2134F}"/>
          </ac:spMkLst>
        </pc:spChg>
        <pc:spChg chg="add mod">
          <ac:chgData name="musukie52@gmail.com" userId="017bd91f96aa8751" providerId="LiveId" clId="{5B2C3894-F97E-4CAB-8812-5BB4D83AAC6A}" dt="2026-10-07T09:55:59.010" v="43592" actId="1076"/>
          <ac:spMkLst>
            <pc:docMk/>
            <pc:sldMk cId="2308704859" sldId="327"/>
            <ac:spMk id="819" creationId="{6D9D673B-1E59-22B8-49C3-0FA2EB661606}"/>
          </ac:spMkLst>
        </pc:spChg>
        <pc:spChg chg="mod">
          <ac:chgData name="musukie52@gmail.com" userId="017bd91f96aa8751" providerId="LiveId" clId="{5B2C3894-F97E-4CAB-8812-5BB4D83AAC6A}" dt="2026-10-07T08:27:46.171" v="42835" actId="20577"/>
          <ac:spMkLst>
            <pc:docMk/>
            <pc:sldMk cId="2308704859" sldId="327"/>
            <ac:spMk id="827" creationId="{ABA86B75-A24A-D7BE-5634-4B1535FCEA58}"/>
          </ac:spMkLst>
        </pc:spChg>
        <pc:spChg chg="mod">
          <ac:chgData name="musukie52@gmail.com" userId="017bd91f96aa8751" providerId="LiveId" clId="{5B2C3894-F97E-4CAB-8812-5BB4D83AAC6A}" dt="2026-10-07T07:03:38.046" v="42475" actId="14100"/>
          <ac:spMkLst>
            <pc:docMk/>
            <pc:sldMk cId="2308704859" sldId="327"/>
            <ac:spMk id="832" creationId="{57FF6B80-CF04-676C-C15E-EC7B96CDCC94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34" creationId="{0E05396E-83E8-0AEB-37FE-9686874ED346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36" creationId="{7915E9ED-2880-67F8-BBAA-7C208B117D6A}"/>
          </ac:spMkLst>
        </pc:spChg>
        <pc:spChg chg="mod">
          <ac:chgData name="musukie52@gmail.com" userId="017bd91f96aa8751" providerId="LiveId" clId="{5B2C3894-F97E-4CAB-8812-5BB4D83AAC6A}" dt="2026-10-07T07:03:38.046" v="42475" actId="14100"/>
          <ac:spMkLst>
            <pc:docMk/>
            <pc:sldMk cId="2308704859" sldId="327"/>
            <ac:spMk id="837" creationId="{18DFB80B-08E4-9775-986A-C27380A93716}"/>
          </ac:spMkLst>
        </pc:spChg>
        <pc:spChg chg="mod">
          <ac:chgData name="musukie52@gmail.com" userId="017bd91f96aa8751" providerId="LiveId" clId="{5B2C3894-F97E-4CAB-8812-5BB4D83AAC6A}" dt="2026-10-07T07:04:16.870" v="42478" actId="1076"/>
          <ac:spMkLst>
            <pc:docMk/>
            <pc:sldMk cId="2308704859" sldId="327"/>
            <ac:spMk id="838" creationId="{F4A20A7B-C78C-C891-EFF1-AC194BCD9384}"/>
          </ac:spMkLst>
        </pc:spChg>
        <pc:spChg chg="mod">
          <ac:chgData name="musukie52@gmail.com" userId="017bd91f96aa8751" providerId="LiveId" clId="{5B2C3894-F97E-4CAB-8812-5BB4D83AAC6A}" dt="2026-10-07T07:04:16.870" v="42478" actId="1076"/>
          <ac:spMkLst>
            <pc:docMk/>
            <pc:sldMk cId="2308704859" sldId="327"/>
            <ac:spMk id="839" creationId="{219D7635-AF6E-E464-1009-4245B0D24F3D}"/>
          </ac:spMkLst>
        </pc:spChg>
        <pc:spChg chg="mod">
          <ac:chgData name="musukie52@gmail.com" userId="017bd91f96aa8751" providerId="LiveId" clId="{5B2C3894-F97E-4CAB-8812-5BB4D83AAC6A}" dt="2026-10-07T09:15:15.349" v="43247" actId="1076"/>
          <ac:spMkLst>
            <pc:docMk/>
            <pc:sldMk cId="2308704859" sldId="327"/>
            <ac:spMk id="843" creationId="{AFA03B97-742D-C697-5437-C2023EA2C343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46" creationId="{70C88209-50CD-7183-CAB9-F866C9DA7F68}"/>
          </ac:spMkLst>
        </pc:spChg>
        <pc:spChg chg="mod">
          <ac:chgData name="musukie52@gmail.com" userId="017bd91f96aa8751" providerId="LiveId" clId="{5B2C3894-F97E-4CAB-8812-5BB4D83AAC6A}" dt="2026-10-07T08:52:42.087" v="43051" actId="1076"/>
          <ac:spMkLst>
            <pc:docMk/>
            <pc:sldMk cId="2308704859" sldId="327"/>
            <ac:spMk id="848" creationId="{6CC5A647-CAD2-F25B-E518-CE1F18436AD1}"/>
          </ac:spMkLst>
        </pc:spChg>
        <pc:spChg chg="mod">
          <ac:chgData name="musukie52@gmail.com" userId="017bd91f96aa8751" providerId="LiveId" clId="{5B2C3894-F97E-4CAB-8812-5BB4D83AAC6A}" dt="2026-10-07T08:52:42.087" v="43051" actId="1076"/>
          <ac:spMkLst>
            <pc:docMk/>
            <pc:sldMk cId="2308704859" sldId="327"/>
            <ac:spMk id="849" creationId="{CE5715AC-3438-4B5F-8773-C1A40E73108E}"/>
          </ac:spMkLst>
        </pc:spChg>
        <pc:spChg chg="mod">
          <ac:chgData name="musukie52@gmail.com" userId="017bd91f96aa8751" providerId="LiveId" clId="{5B2C3894-F97E-4CAB-8812-5BB4D83AAC6A}" dt="2026-10-07T09:22:05.349" v="43322" actId="1076"/>
          <ac:spMkLst>
            <pc:docMk/>
            <pc:sldMk cId="2308704859" sldId="327"/>
            <ac:spMk id="850" creationId="{6915D9B1-F5B9-44BD-BF39-E9FD2C631044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51" creationId="{A92EB9F6-1E7E-F303-DE43-B6136A7FCD01}"/>
          </ac:spMkLst>
        </pc:spChg>
        <pc:spChg chg="mod">
          <ac:chgData name="musukie52@gmail.com" userId="017bd91f96aa8751" providerId="LiveId" clId="{5B2C3894-F97E-4CAB-8812-5BB4D83AAC6A}" dt="2026-10-07T09:23:39.019" v="43362" actId="1076"/>
          <ac:spMkLst>
            <pc:docMk/>
            <pc:sldMk cId="2308704859" sldId="327"/>
            <ac:spMk id="852" creationId="{D494380A-0AFA-BD67-1FA7-A3B3F55FAB5F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55" creationId="{317D0D46-A37D-0B9E-04E7-29907C5F6C0E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57" creationId="{D899AEB6-CB09-3F76-9D13-3C59B76E71F4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69" creationId="{E82229D1-6EA2-B912-C5AC-A8FE868AFE6F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70" creationId="{C42F874C-AB24-E324-BD01-FE1160D59876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71" creationId="{D7ECBBCF-9DD7-A775-71F6-89224C5D2A03}"/>
          </ac:spMkLst>
        </pc:spChg>
        <pc:spChg chg="add mod">
          <ac:chgData name="musukie52@gmail.com" userId="017bd91f96aa8751" providerId="LiveId" clId="{5B2C3894-F97E-4CAB-8812-5BB4D83AAC6A}" dt="2026-10-07T09:56:56.760" v="43601" actId="1076"/>
          <ac:spMkLst>
            <pc:docMk/>
            <pc:sldMk cId="2308704859" sldId="327"/>
            <ac:spMk id="872" creationId="{F1D7C950-6E91-985E-45DB-871C95E60158}"/>
          </ac:spMkLst>
        </pc:spChg>
        <pc:spChg chg="mod">
          <ac:chgData name="musukie52@gmail.com" userId="017bd91f96aa8751" providerId="LiveId" clId="{5B2C3894-F97E-4CAB-8812-5BB4D83AAC6A}" dt="2026-10-07T06:18:29.894" v="41871" actId="1076"/>
          <ac:spMkLst>
            <pc:docMk/>
            <pc:sldMk cId="2308704859" sldId="327"/>
            <ac:spMk id="873" creationId="{242A9F47-EBA7-7050-0BC2-6433E2A7F96F}"/>
          </ac:spMkLst>
        </pc:spChg>
        <pc:spChg chg="add mod">
          <ac:chgData name="musukie52@gmail.com" userId="017bd91f96aa8751" providerId="LiveId" clId="{5B2C3894-F97E-4CAB-8812-5BB4D83AAC6A}" dt="2026-10-07T09:34:05.062" v="43458" actId="1076"/>
          <ac:spMkLst>
            <pc:docMk/>
            <pc:sldMk cId="2308704859" sldId="327"/>
            <ac:spMk id="892" creationId="{56C97151-DBD6-3532-E9D2-33DEF4C981F9}"/>
          </ac:spMkLst>
        </pc:spChg>
        <pc:spChg chg="add mod">
          <ac:chgData name="musukie52@gmail.com" userId="017bd91f96aa8751" providerId="LiveId" clId="{5B2C3894-F97E-4CAB-8812-5BB4D83AAC6A}" dt="2026-10-07T09:23:39.019" v="43362" actId="1076"/>
          <ac:spMkLst>
            <pc:docMk/>
            <pc:sldMk cId="2308704859" sldId="327"/>
            <ac:spMk id="906" creationId="{FE36237B-C551-D289-971D-0D8F5A42296A}"/>
          </ac:spMkLst>
        </pc:spChg>
        <pc:spChg chg="add mod">
          <ac:chgData name="musukie52@gmail.com" userId="017bd91f96aa8751" providerId="LiveId" clId="{5B2C3894-F97E-4CAB-8812-5BB4D83AAC6A}" dt="2026-10-07T08:53:02.542" v="43054" actId="1076"/>
          <ac:spMkLst>
            <pc:docMk/>
            <pc:sldMk cId="2308704859" sldId="327"/>
            <ac:spMk id="915" creationId="{945F5FBA-D237-C62D-702B-E3EC247D00EF}"/>
          </ac:spMkLst>
        </pc:spChg>
        <pc:spChg chg="add mod">
          <ac:chgData name="musukie52@gmail.com" userId="017bd91f96aa8751" providerId="LiveId" clId="{5B2C3894-F97E-4CAB-8812-5BB4D83AAC6A}" dt="2026-10-07T08:52:50.688" v="43052" actId="1076"/>
          <ac:spMkLst>
            <pc:docMk/>
            <pc:sldMk cId="2308704859" sldId="327"/>
            <ac:spMk id="917" creationId="{0DC52F6F-BAE6-DFE3-6C6A-7ABD79E19436}"/>
          </ac:spMkLst>
        </pc:spChg>
        <pc:spChg chg="add mod">
          <ac:chgData name="musukie52@gmail.com" userId="017bd91f96aa8751" providerId="LiveId" clId="{5B2C3894-F97E-4CAB-8812-5BB4D83AAC6A}" dt="2026-10-07T08:52:50.688" v="43052" actId="1076"/>
          <ac:spMkLst>
            <pc:docMk/>
            <pc:sldMk cId="2308704859" sldId="327"/>
            <ac:spMk id="919" creationId="{B3F26639-1601-91F2-0EB1-CFB78BBAB58A}"/>
          </ac:spMkLst>
        </pc:spChg>
        <pc:spChg chg="add mod">
          <ac:chgData name="musukie52@gmail.com" userId="017bd91f96aa8751" providerId="LiveId" clId="{5B2C3894-F97E-4CAB-8812-5BB4D83AAC6A}" dt="2026-10-07T09:39:43.218" v="43556" actId="1076"/>
          <ac:spMkLst>
            <pc:docMk/>
            <pc:sldMk cId="2308704859" sldId="327"/>
            <ac:spMk id="940" creationId="{A7BD74F4-4955-4381-D923-1EA44698FE53}"/>
          </ac:spMkLst>
        </pc:spChg>
        <pc:spChg chg="add mod">
          <ac:chgData name="musukie52@gmail.com" userId="017bd91f96aa8751" providerId="LiveId" clId="{5B2C3894-F97E-4CAB-8812-5BB4D83AAC6A}" dt="2026-10-07T09:22:05.150" v="43321" actId="1076"/>
          <ac:spMkLst>
            <pc:docMk/>
            <pc:sldMk cId="2308704859" sldId="327"/>
            <ac:spMk id="954" creationId="{D2F7F556-545A-B65B-4EB7-83993C08E303}"/>
          </ac:spMkLst>
        </pc:spChg>
        <pc:spChg chg="add mod">
          <ac:chgData name="musukie52@gmail.com" userId="017bd91f96aa8751" providerId="LiveId" clId="{5B2C3894-F97E-4CAB-8812-5BB4D83AAC6A}" dt="2026-10-07T09:56:32.535" v="43599" actId="1036"/>
          <ac:spMkLst>
            <pc:docMk/>
            <pc:sldMk cId="2308704859" sldId="327"/>
            <ac:spMk id="1118" creationId="{DC1DA726-6F59-6810-0BDC-ED6E21F1EB89}"/>
          </ac:spMkLst>
        </pc:spChg>
        <pc:spChg chg="add mod">
          <ac:chgData name="musukie52@gmail.com" userId="017bd91f96aa8751" providerId="LiveId" clId="{5B2C3894-F97E-4CAB-8812-5BB4D83AAC6A}" dt="2026-10-07T09:56:32.535" v="43599" actId="1036"/>
          <ac:spMkLst>
            <pc:docMk/>
            <pc:sldMk cId="2308704859" sldId="327"/>
            <ac:spMk id="1120" creationId="{6A30C1FC-FF9C-6505-3156-A4D4B0D18AAE}"/>
          </ac:spMkLst>
        </pc:spChg>
        <pc:spChg chg="add mod">
          <ac:chgData name="musukie52@gmail.com" userId="017bd91f96aa8751" providerId="LiveId" clId="{5B2C3894-F97E-4CAB-8812-5BB4D83AAC6A}" dt="2026-10-07T09:57:10.225" v="43603" actId="1038"/>
          <ac:spMkLst>
            <pc:docMk/>
            <pc:sldMk cId="2308704859" sldId="327"/>
            <ac:spMk id="1189" creationId="{9F6EA856-05A9-B93C-613A-29C3D39054A6}"/>
          </ac:spMkLst>
        </pc:spChg>
        <pc:cxnChg chg="mod">
          <ac:chgData name="musukie52@gmail.com" userId="017bd91f96aa8751" providerId="LiveId" clId="{5B2C3894-F97E-4CAB-8812-5BB4D83AAC6A}" dt="2026-10-07T09:29:49.780" v="43435" actId="1076"/>
          <ac:cxnSpMkLst>
            <pc:docMk/>
            <pc:sldMk cId="2308704859" sldId="327"/>
            <ac:cxnSpMk id="781" creationId="{408DDC1C-0937-638F-A68D-B78D91A67D03}"/>
          </ac:cxnSpMkLst>
        </pc:cxnChg>
        <pc:cxnChg chg="mod">
          <ac:chgData name="musukie52@gmail.com" userId="017bd91f96aa8751" providerId="LiveId" clId="{5B2C3894-F97E-4CAB-8812-5BB4D83AAC6A}" dt="2026-10-07T09:29:49.780" v="43435" actId="1076"/>
          <ac:cxnSpMkLst>
            <pc:docMk/>
            <pc:sldMk cId="2308704859" sldId="327"/>
            <ac:cxnSpMk id="783" creationId="{79F80838-E0C7-8F21-0EE1-AF86CA633F24}"/>
          </ac:cxnSpMkLst>
        </pc:cxnChg>
        <pc:cxnChg chg="mod">
          <ac:chgData name="musukie52@gmail.com" userId="017bd91f96aa8751" providerId="LiveId" clId="{5B2C3894-F97E-4CAB-8812-5BB4D83AAC6A}" dt="2026-10-07T09:34:00.821" v="43457" actId="1076"/>
          <ac:cxnSpMkLst>
            <pc:docMk/>
            <pc:sldMk cId="2308704859" sldId="327"/>
            <ac:cxnSpMk id="797" creationId="{E146C392-8E4B-60EC-A565-A6092B704F94}"/>
          </ac:cxnSpMkLst>
        </pc:cxnChg>
        <pc:cxnChg chg="mod">
          <ac:chgData name="musukie52@gmail.com" userId="017bd91f96aa8751" providerId="LiveId" clId="{5B2C3894-F97E-4CAB-8812-5BB4D83AAC6A}" dt="2026-10-07T09:31:51.127" v="43440" actId="14100"/>
          <ac:cxnSpMkLst>
            <pc:docMk/>
            <pc:sldMk cId="2308704859" sldId="327"/>
            <ac:cxnSpMk id="798" creationId="{FA3CD27E-177A-CA5A-BDCA-B1A1DC94B87D}"/>
          </ac:cxnSpMkLst>
        </pc:cxnChg>
        <pc:cxnChg chg="mod">
          <ac:chgData name="musukie52@gmail.com" userId="017bd91f96aa8751" providerId="LiveId" clId="{5B2C3894-F97E-4CAB-8812-5BB4D83AAC6A}" dt="2026-10-07T09:32:15.293" v="43444" actId="14100"/>
          <ac:cxnSpMkLst>
            <pc:docMk/>
            <pc:sldMk cId="2308704859" sldId="327"/>
            <ac:cxnSpMk id="799" creationId="{42E8D19E-6857-7F6C-1D68-7BF00A1A8A72}"/>
          </ac:cxnSpMkLst>
        </pc:cxnChg>
        <pc:cxnChg chg="mod">
          <ac:chgData name="musukie52@gmail.com" userId="017bd91f96aa8751" providerId="LiveId" clId="{5B2C3894-F97E-4CAB-8812-5BB4D83AAC6A}" dt="2026-10-07T09:34:31.360" v="43464" actId="14100"/>
          <ac:cxnSpMkLst>
            <pc:docMk/>
            <pc:sldMk cId="2308704859" sldId="327"/>
            <ac:cxnSpMk id="800" creationId="{A2EB6317-0290-CB28-0EC7-8EB2A8643A0F}"/>
          </ac:cxnSpMkLst>
        </pc:cxnChg>
        <pc:cxnChg chg="ord">
          <ac:chgData name="musukie52@gmail.com" userId="017bd91f96aa8751" providerId="LiveId" clId="{5B2C3894-F97E-4CAB-8812-5BB4D83AAC6A}" dt="2026-10-07T09:39:13.670" v="43555" actId="166"/>
          <ac:cxnSpMkLst>
            <pc:docMk/>
            <pc:sldMk cId="2308704859" sldId="327"/>
            <ac:cxnSpMk id="803" creationId="{31AD9F63-5449-9108-0469-A8F05D7CECBE}"/>
          </ac:cxnSpMkLst>
        </pc:cxnChg>
        <pc:cxnChg chg="mod ord">
          <ac:chgData name="musukie52@gmail.com" userId="017bd91f96aa8751" providerId="LiveId" clId="{5B2C3894-F97E-4CAB-8812-5BB4D83AAC6A}" dt="2026-10-07T09:32:45.088" v="43446" actId="14100"/>
          <ac:cxnSpMkLst>
            <pc:docMk/>
            <pc:sldMk cId="2308704859" sldId="327"/>
            <ac:cxnSpMk id="804" creationId="{771A6435-3757-4C80-9A3B-58EA0871F17F}"/>
          </ac:cxnSpMkLst>
        </pc:cxnChg>
        <pc:cxnChg chg="mod">
          <ac:chgData name="musukie52@gmail.com" userId="017bd91f96aa8751" providerId="LiveId" clId="{5B2C3894-F97E-4CAB-8812-5BB4D83AAC6A}" dt="2026-10-07T09:33:32.555" v="43452" actId="1076"/>
          <ac:cxnSpMkLst>
            <pc:docMk/>
            <pc:sldMk cId="2308704859" sldId="327"/>
            <ac:cxnSpMk id="806" creationId="{3C2FD056-C622-9BA6-C7A5-6D2B49D098FA}"/>
          </ac:cxnSpMkLst>
        </pc:cxnChg>
        <pc:cxnChg chg="mod">
          <ac:chgData name="musukie52@gmail.com" userId="017bd91f96aa8751" providerId="LiveId" clId="{5B2C3894-F97E-4CAB-8812-5BB4D83AAC6A}" dt="2026-10-07T09:29:49.780" v="43435" actId="1076"/>
          <ac:cxnSpMkLst>
            <pc:docMk/>
            <pc:sldMk cId="2308704859" sldId="327"/>
            <ac:cxnSpMk id="807" creationId="{6677AD52-10EC-303C-D9BC-EEC9E2F8D6ED}"/>
          </ac:cxnSpMkLst>
        </pc:cxnChg>
        <pc:cxnChg chg="mod">
          <ac:chgData name="musukie52@gmail.com" userId="017bd91f96aa8751" providerId="LiveId" clId="{5B2C3894-F97E-4CAB-8812-5BB4D83AAC6A}" dt="2026-10-07T09:34:26.675" v="43463" actId="14100"/>
          <ac:cxnSpMkLst>
            <pc:docMk/>
            <pc:sldMk cId="2308704859" sldId="327"/>
            <ac:cxnSpMk id="813" creationId="{441CBBD5-354E-917D-16D2-293B4BECEC12}"/>
          </ac:cxnSpMkLst>
        </pc:cxnChg>
        <pc:cxnChg chg="mod">
          <ac:chgData name="musukie52@gmail.com" userId="017bd91f96aa8751" providerId="LiveId" clId="{5B2C3894-F97E-4CAB-8812-5BB4D83AAC6A}" dt="2026-10-07T09:39:43.218" v="43556" actId="1076"/>
          <ac:cxnSpMkLst>
            <pc:docMk/>
            <pc:sldMk cId="2308704859" sldId="327"/>
            <ac:cxnSpMk id="814" creationId="{1BF26C17-A32E-E1FD-DACB-61F4CF15D0D3}"/>
          </ac:cxnSpMkLst>
        </pc:cxnChg>
        <pc:cxnChg chg="mod">
          <ac:chgData name="musukie52@gmail.com" userId="017bd91f96aa8751" providerId="LiveId" clId="{5B2C3894-F97E-4CAB-8812-5BB4D83AAC6A}" dt="2026-10-07T09:40:12.299" v="43561" actId="14100"/>
          <ac:cxnSpMkLst>
            <pc:docMk/>
            <pc:sldMk cId="2308704859" sldId="327"/>
            <ac:cxnSpMk id="815" creationId="{C65E3D11-B63C-A5E2-096D-0E6C00891381}"/>
          </ac:cxnSpMkLst>
        </pc:cxnChg>
        <pc:cxnChg chg="mod">
          <ac:chgData name="musukie52@gmail.com" userId="017bd91f96aa8751" providerId="LiveId" clId="{5B2C3894-F97E-4CAB-8812-5BB4D83AAC6A}" dt="2026-10-07T09:40:37.926" v="43564" actId="14100"/>
          <ac:cxnSpMkLst>
            <pc:docMk/>
            <pc:sldMk cId="2308704859" sldId="327"/>
            <ac:cxnSpMk id="816" creationId="{8BB76C4D-A7E3-351E-CEE8-B7025EEB8B42}"/>
          </ac:cxnSpMkLst>
        </pc:cxnChg>
        <pc:cxnChg chg="mod">
          <ac:chgData name="musukie52@gmail.com" userId="017bd91f96aa8751" providerId="LiveId" clId="{5B2C3894-F97E-4CAB-8812-5BB4D83AAC6A}" dt="2026-10-07T09:15:43.227" v="43252" actId="1076"/>
          <ac:cxnSpMkLst>
            <pc:docMk/>
            <pc:sldMk cId="2308704859" sldId="327"/>
            <ac:cxnSpMk id="844" creationId="{376E3DD9-C4D0-EB68-7498-8F2EB9F0C44D}"/>
          </ac:cxnSpMkLst>
        </pc:cxnChg>
        <pc:cxnChg chg="mod">
          <ac:chgData name="musukie52@gmail.com" userId="017bd91f96aa8751" providerId="LiveId" clId="{5B2C3894-F97E-4CAB-8812-5BB4D83AAC6A}" dt="2026-10-07T08:52:14.532" v="43050" actId="14100"/>
          <ac:cxnSpMkLst>
            <pc:docMk/>
            <pc:sldMk cId="2308704859" sldId="327"/>
            <ac:cxnSpMk id="847" creationId="{11FAED5E-339E-C003-0F3E-038084AE0457}"/>
          </ac:cxnSpMkLst>
        </pc:cxnChg>
        <pc:cxnChg chg="mod">
          <ac:chgData name="musukie52@gmail.com" userId="017bd91f96aa8751" providerId="LiveId" clId="{5B2C3894-F97E-4CAB-8812-5BB4D83AAC6A}" dt="2026-10-07T09:22:05.349" v="43322" actId="1076"/>
          <ac:cxnSpMkLst>
            <pc:docMk/>
            <pc:sldMk cId="2308704859" sldId="327"/>
            <ac:cxnSpMk id="854" creationId="{8BDBB99C-FF55-6502-DAD3-15CCC00F1964}"/>
          </ac:cxnSpMkLst>
        </pc:cxnChg>
        <pc:cxnChg chg="mod">
          <ac:chgData name="musukie52@gmail.com" userId="017bd91f96aa8751" providerId="LiveId" clId="{5B2C3894-F97E-4CAB-8812-5BB4D83AAC6A}" dt="2026-10-07T09:23:39.019" v="43362" actId="1076"/>
          <ac:cxnSpMkLst>
            <pc:docMk/>
            <pc:sldMk cId="2308704859" sldId="327"/>
            <ac:cxnSpMk id="856" creationId="{CCBB79D3-769D-7A96-1377-8BF2C2FDFB3D}"/>
          </ac:cxnSpMkLst>
        </pc:cxnChg>
        <pc:cxnChg chg="mod">
          <ac:chgData name="musukie52@gmail.com" userId="017bd91f96aa8751" providerId="LiveId" clId="{5B2C3894-F97E-4CAB-8812-5BB4D83AAC6A}" dt="2026-10-07T07:04:16.870" v="42478" actId="1076"/>
          <ac:cxnSpMkLst>
            <pc:docMk/>
            <pc:sldMk cId="2308704859" sldId="327"/>
            <ac:cxnSpMk id="858" creationId="{87D2328A-73E2-57EF-AD1D-09D1F61867AB}"/>
          </ac:cxnSpMkLst>
        </pc:cxnChg>
        <pc:cxnChg chg="mod">
          <ac:chgData name="musukie52@gmail.com" userId="017bd91f96aa8751" providerId="LiveId" clId="{5B2C3894-F97E-4CAB-8812-5BB4D83AAC6A}" dt="2026-10-07T09:24:23.349" v="43371" actId="14100"/>
          <ac:cxnSpMkLst>
            <pc:docMk/>
            <pc:sldMk cId="2308704859" sldId="327"/>
            <ac:cxnSpMk id="863" creationId="{3FACDF4E-6BF3-7A79-5234-589C5E4E3E2B}"/>
          </ac:cxnSpMkLst>
        </pc:cxnChg>
        <pc:cxnChg chg="mod">
          <ac:chgData name="musukie52@gmail.com" userId="017bd91f96aa8751" providerId="LiveId" clId="{5B2C3894-F97E-4CAB-8812-5BB4D83AAC6A}" dt="2026-10-07T07:04:25.028" v="42479" actId="14100"/>
          <ac:cxnSpMkLst>
            <pc:docMk/>
            <pc:sldMk cId="2308704859" sldId="327"/>
            <ac:cxnSpMk id="864" creationId="{A3C3CA45-2528-79D9-D688-16A1A45A9161}"/>
          </ac:cxnSpMkLst>
        </pc:cxnChg>
        <pc:cxnChg chg="mod">
          <ac:chgData name="musukie52@gmail.com" userId="017bd91f96aa8751" providerId="LiveId" clId="{5B2C3894-F97E-4CAB-8812-5BB4D83AAC6A}" dt="2026-10-07T09:42:00.279" v="43579" actId="14100"/>
          <ac:cxnSpMkLst>
            <pc:docMk/>
            <pc:sldMk cId="2308704859" sldId="327"/>
            <ac:cxnSpMk id="865" creationId="{BF89374A-2444-1916-9778-F41AB2EF930F}"/>
          </ac:cxnSpMkLst>
        </pc:cxnChg>
        <pc:cxnChg chg="mod">
          <ac:chgData name="musukie52@gmail.com" userId="017bd91f96aa8751" providerId="LiveId" clId="{5B2C3894-F97E-4CAB-8812-5BB4D83AAC6A}" dt="2026-10-07T07:03:38.046" v="42475" actId="14100"/>
          <ac:cxnSpMkLst>
            <pc:docMk/>
            <pc:sldMk cId="2308704859" sldId="327"/>
            <ac:cxnSpMk id="867" creationId="{E0A2605C-302D-2E1C-0DE8-4D145BCEA92B}"/>
          </ac:cxnSpMkLst>
        </pc:cxnChg>
        <pc:cxnChg chg="mod">
          <ac:chgData name="musukie52@gmail.com" userId="017bd91f96aa8751" providerId="LiveId" clId="{5B2C3894-F97E-4CAB-8812-5BB4D83AAC6A}" dt="2026-10-07T07:03:38.046" v="42475" actId="14100"/>
          <ac:cxnSpMkLst>
            <pc:docMk/>
            <pc:sldMk cId="2308704859" sldId="327"/>
            <ac:cxnSpMk id="868" creationId="{4287F098-3EAE-B6BB-10C3-6D83D627C330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4" creationId="{B42C3786-B617-81B6-9EB6-8EF60F735BDF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5" creationId="{D5C79610-E5E8-32D5-9F6D-95234BFEC9EA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6" creationId="{D2DC8EE6-B796-D2ED-333F-111914906BC0}"/>
          </ac:cxnSpMkLst>
        </pc:cxnChg>
        <pc:cxnChg chg="mod">
          <ac:chgData name="musukie52@gmail.com" userId="017bd91f96aa8751" providerId="LiveId" clId="{5B2C3894-F97E-4CAB-8812-5BB4D83AAC6A}" dt="2026-10-07T06:18:29.894" v="41871" actId="1076"/>
          <ac:cxnSpMkLst>
            <pc:docMk/>
            <pc:sldMk cId="2308704859" sldId="327"/>
            <ac:cxnSpMk id="877" creationId="{B6C8C104-A6DD-8203-A9A5-11B41FCAE30E}"/>
          </ac:cxnSpMkLst>
        </pc:cxnChg>
        <pc:cxnChg chg="add mod">
          <ac:chgData name="musukie52@gmail.com" userId="017bd91f96aa8751" providerId="LiveId" clId="{5B2C3894-F97E-4CAB-8812-5BB4D83AAC6A}" dt="2026-10-07T09:34:05.062" v="43458" actId="1076"/>
          <ac:cxnSpMkLst>
            <pc:docMk/>
            <pc:sldMk cId="2308704859" sldId="327"/>
            <ac:cxnSpMk id="895" creationId="{D61EB51A-BA33-EC62-ADF7-A90A7B254EBC}"/>
          </ac:cxnSpMkLst>
        </pc:cxnChg>
        <pc:cxnChg chg="add mod">
          <ac:chgData name="musukie52@gmail.com" userId="017bd91f96aa8751" providerId="LiveId" clId="{5B2C3894-F97E-4CAB-8812-5BB4D83AAC6A}" dt="2026-10-07T08:53:02.542" v="43054" actId="1076"/>
          <ac:cxnSpMkLst>
            <pc:docMk/>
            <pc:sldMk cId="2308704859" sldId="327"/>
            <ac:cxnSpMk id="920" creationId="{55AF960D-81A2-380B-08B6-E6375656CEA9}"/>
          </ac:cxnSpMkLst>
        </pc:cxnChg>
        <pc:cxnChg chg="add mod">
          <ac:chgData name="musukie52@gmail.com" userId="017bd91f96aa8751" providerId="LiveId" clId="{5B2C3894-F97E-4CAB-8812-5BB4D83AAC6A}" dt="2026-10-07T09:24:16.479" v="43370" actId="14100"/>
          <ac:cxnSpMkLst>
            <pc:docMk/>
            <pc:sldMk cId="2308704859" sldId="327"/>
            <ac:cxnSpMk id="923" creationId="{FE587B71-20D7-90BC-B5A2-2E2EEEFA41A7}"/>
          </ac:cxnSpMkLst>
        </pc:cxnChg>
        <pc:cxnChg chg="add mod">
          <ac:chgData name="musukie52@gmail.com" userId="017bd91f96aa8751" providerId="LiveId" clId="{5B2C3894-F97E-4CAB-8812-5BB4D83AAC6A}" dt="2026-10-07T08:53:02.542" v="43054" actId="1076"/>
          <ac:cxnSpMkLst>
            <pc:docMk/>
            <pc:sldMk cId="2308704859" sldId="327"/>
            <ac:cxnSpMk id="927" creationId="{622570B3-099A-1485-BE17-3D60F0D0F110}"/>
          </ac:cxnSpMkLst>
        </pc:cxnChg>
        <pc:cxnChg chg="add mod">
          <ac:chgData name="musukie52@gmail.com" userId="017bd91f96aa8751" providerId="LiveId" clId="{5B2C3894-F97E-4CAB-8812-5BB4D83AAC6A}" dt="2026-10-07T08:30:02.629" v="42912" actId="14100"/>
          <ac:cxnSpMkLst>
            <pc:docMk/>
            <pc:sldMk cId="2308704859" sldId="327"/>
            <ac:cxnSpMk id="930" creationId="{8182E971-EE81-6C2B-8CE9-AB510254DB86}"/>
          </ac:cxnSpMkLst>
        </pc:cxnChg>
        <pc:cxnChg chg="add mod">
          <ac:chgData name="musukie52@gmail.com" userId="017bd91f96aa8751" providerId="LiveId" clId="{5B2C3894-F97E-4CAB-8812-5BB4D83AAC6A}" dt="2026-10-07T08:30:08.610" v="42915" actId="14100"/>
          <ac:cxnSpMkLst>
            <pc:docMk/>
            <pc:sldMk cId="2308704859" sldId="327"/>
            <ac:cxnSpMk id="933" creationId="{2D9DBB18-D7CD-49E5-1F52-2D9B1784B273}"/>
          </ac:cxnSpMkLst>
        </pc:cxnChg>
        <pc:cxnChg chg="add mod">
          <ac:chgData name="musukie52@gmail.com" userId="017bd91f96aa8751" providerId="LiveId" clId="{5B2C3894-F97E-4CAB-8812-5BB4D83AAC6A}" dt="2026-10-07T08:52:42.087" v="43051" actId="1076"/>
          <ac:cxnSpMkLst>
            <pc:docMk/>
            <pc:sldMk cId="2308704859" sldId="327"/>
            <ac:cxnSpMk id="936" creationId="{349B2796-D117-4DEC-07E3-73E5D0D837D8}"/>
          </ac:cxnSpMkLst>
        </pc:cxnChg>
        <pc:cxnChg chg="add mod">
          <ac:chgData name="musukie52@gmail.com" userId="017bd91f96aa8751" providerId="LiveId" clId="{5B2C3894-F97E-4CAB-8812-5BB4D83AAC6A}" dt="2026-10-07T09:41:57.750" v="43577" actId="14100"/>
          <ac:cxnSpMkLst>
            <pc:docMk/>
            <pc:sldMk cId="2308704859" sldId="327"/>
            <ac:cxnSpMk id="955" creationId="{A03391E5-6B61-24A9-9624-1727599423AA}"/>
          </ac:cxnSpMkLst>
        </pc:cxnChg>
        <pc:cxnChg chg="add mod">
          <ac:chgData name="musukie52@gmail.com" userId="017bd91f96aa8751" providerId="LiveId" clId="{5B2C3894-F97E-4CAB-8812-5BB4D83AAC6A}" dt="2026-10-07T09:16:59.436" v="43274" actId="14100"/>
          <ac:cxnSpMkLst>
            <pc:docMk/>
            <pc:sldMk cId="2308704859" sldId="327"/>
            <ac:cxnSpMk id="1029" creationId="{C693394C-6528-6107-447C-8F607040E5CB}"/>
          </ac:cxnSpMkLst>
        </pc:cxnChg>
        <pc:cxnChg chg="add mod">
          <ac:chgData name="musukie52@gmail.com" userId="017bd91f96aa8751" providerId="LiveId" clId="{5B2C3894-F97E-4CAB-8812-5BB4D83AAC6A}" dt="2026-10-07T09:41:58.339" v="43578" actId="14100"/>
          <ac:cxnSpMkLst>
            <pc:docMk/>
            <pc:sldMk cId="2308704859" sldId="327"/>
            <ac:cxnSpMk id="1066" creationId="{B508368C-44C4-418F-6CB3-DDBEA904FADC}"/>
          </ac:cxnSpMkLst>
        </pc:cxnChg>
        <pc:cxnChg chg="add mod">
          <ac:chgData name="musukie52@gmail.com" userId="017bd91f96aa8751" providerId="LiveId" clId="{5B2C3894-F97E-4CAB-8812-5BB4D83AAC6A}" dt="2026-10-07T09:23:39.019" v="43362" actId="1076"/>
          <ac:cxnSpMkLst>
            <pc:docMk/>
            <pc:sldMk cId="2308704859" sldId="327"/>
            <ac:cxnSpMk id="1077" creationId="{8D27D4F8-5793-2A34-6A04-7A417C049EC6}"/>
          </ac:cxnSpMkLst>
        </pc:cxnChg>
        <pc:cxnChg chg="add mod">
          <ac:chgData name="musukie52@gmail.com" userId="017bd91f96aa8751" providerId="LiveId" clId="{5B2C3894-F97E-4CAB-8812-5BB4D83AAC6A}" dt="2026-10-07T09:56:32.535" v="43599" actId="1036"/>
          <ac:cxnSpMkLst>
            <pc:docMk/>
            <pc:sldMk cId="2308704859" sldId="327"/>
            <ac:cxnSpMk id="1114" creationId="{7090E977-DAE9-B1B2-044F-B70FD649DB9A}"/>
          </ac:cxnSpMkLst>
        </pc:cxnChg>
        <pc:cxnChg chg="add mod">
          <ac:chgData name="musukie52@gmail.com" userId="017bd91f96aa8751" providerId="LiveId" clId="{5B2C3894-F97E-4CAB-8812-5BB4D83AAC6A}" dt="2026-10-07T09:56:32.535" v="43599" actId="1036"/>
          <ac:cxnSpMkLst>
            <pc:docMk/>
            <pc:sldMk cId="2308704859" sldId="327"/>
            <ac:cxnSpMk id="1117" creationId="{399A981B-C166-E5FE-3A14-641B706B823E}"/>
          </ac:cxnSpMkLst>
        </pc:cxnChg>
      </pc:sldChg>
      <pc:sldChg chg="addSp delSp modSp add mod">
        <pc:chgData name="musukie52@gmail.com" userId="017bd91f96aa8751" providerId="LiveId" clId="{5B2C3894-F97E-4CAB-8812-5BB4D83AAC6A}" dt="2026-10-07T14:22:17.576" v="46759" actId="478"/>
        <pc:sldMkLst>
          <pc:docMk/>
          <pc:sldMk cId="1373404989" sldId="328"/>
        </pc:sldMkLst>
        <pc:spChg chg="mod">
          <ac:chgData name="musukie52@gmail.com" userId="017bd91f96aa8751" providerId="LiveId" clId="{5B2C3894-F97E-4CAB-8812-5BB4D83AAC6A}" dt="2026-10-07T10:57:21.187" v="44695" actId="6549"/>
          <ac:spMkLst>
            <pc:docMk/>
            <pc:sldMk cId="1373404989" sldId="328"/>
            <ac:spMk id="17" creationId="{1BABC4F5-87ED-3D84-FE8C-6BB7775EAC83}"/>
          </ac:spMkLst>
        </pc:spChg>
        <pc:spChg chg="mod">
          <ac:chgData name="musukie52@gmail.com" userId="017bd91f96aa8751" providerId="LiveId" clId="{5B2C3894-F97E-4CAB-8812-5BB4D83AAC6A}" dt="2026-10-07T11:11:00.293" v="45085" actId="1076"/>
          <ac:spMkLst>
            <pc:docMk/>
            <pc:sldMk cId="1373404989" sldId="328"/>
            <ac:spMk id="20" creationId="{D2AC6916-1DA1-EDAC-4CAB-0F39464D9E0F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26" creationId="{8F3673A2-EF61-6D35-CD8A-FB7B634C0D60}"/>
          </ac:spMkLst>
        </pc:spChg>
        <pc:spChg chg="mod">
          <ac:chgData name="musukie52@gmail.com" userId="017bd91f96aa8751" providerId="LiveId" clId="{5B2C3894-F97E-4CAB-8812-5BB4D83AAC6A}" dt="2026-10-07T11:11:02.555" v="45086" actId="1076"/>
          <ac:spMkLst>
            <pc:docMk/>
            <pc:sldMk cId="1373404989" sldId="328"/>
            <ac:spMk id="28" creationId="{F9A69805-811E-7254-A2D0-A5F0A34F414D}"/>
          </ac:spMkLst>
        </pc:spChg>
        <pc:spChg chg="add del mod or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29" creationId="{D123C690-15E7-6105-AC5B-F6C6B6BCC7A8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68" creationId="{90B84EBA-49BA-0640-FD2A-F9F410531B70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70" creationId="{110D3046-ED80-2DBD-2EBB-44FD51C8E4A9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72" creationId="{96BB8B4F-4A3A-32E8-6479-8A433F61446E}"/>
          </ac:spMkLst>
        </pc:spChg>
        <pc:spChg chg="add mod">
          <ac:chgData name="musukie52@gmail.com" userId="017bd91f96aa8751" providerId="LiveId" clId="{5B2C3894-F97E-4CAB-8812-5BB4D83AAC6A}" dt="2026-10-07T11:03:52.552" v="44833" actId="207"/>
          <ac:spMkLst>
            <pc:docMk/>
            <pc:sldMk cId="1373404989" sldId="328"/>
            <ac:spMk id="74" creationId="{2D1621A9-C437-9794-F0DC-4EFE24448F3E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92" creationId="{D2492F8D-D392-C1E3-C8B8-573A057767D7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4" creationId="{975FB70C-22AE-DFDA-578E-05D2C764D995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5" creationId="{A776FDA3-B617-E4A8-E16E-0E0F2A766D94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6" creationId="{F29EEEE4-DA4E-9DF8-E7CC-BC7B6FDC3DC1}"/>
          </ac:spMkLst>
        </pc:spChg>
        <pc:spChg chg="mod">
          <ac:chgData name="musukie52@gmail.com" userId="017bd91f96aa8751" providerId="LiveId" clId="{5B2C3894-F97E-4CAB-8812-5BB4D83AAC6A}" dt="2026-10-07T10:51:25.166" v="43936" actId="207"/>
          <ac:spMkLst>
            <pc:docMk/>
            <pc:sldMk cId="1373404989" sldId="328"/>
            <ac:spMk id="97" creationId="{1DE2AE03-BFCD-DD7F-6828-8654101DA015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98" creationId="{24F18C93-1DFB-C4DF-DC26-4EBF5C17C6E3}"/>
          </ac:spMkLst>
        </pc:spChg>
        <pc:spChg chg="mod">
          <ac:chgData name="musukie52@gmail.com" userId="017bd91f96aa8751" providerId="LiveId" clId="{5B2C3894-F97E-4CAB-8812-5BB4D83AAC6A}" dt="2026-10-07T11:11:00.293" v="45085" actId="1076"/>
          <ac:spMkLst>
            <pc:docMk/>
            <pc:sldMk cId="1373404989" sldId="328"/>
            <ac:spMk id="100" creationId="{B3D4C543-0FD1-B6A9-585B-065C03721635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03" creationId="{F6E4941A-B023-45C7-5864-05CE1E1C3490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5" creationId="{0626EDBF-77DB-3AF8-0F31-E8CB60D56261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6" creationId="{C18DD133-ED0B-B3CB-F54A-A85BC6CBC037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7" creationId="{7EEC5B64-5714-A3BE-0C46-CD82C8A63541}"/>
          </ac:spMkLst>
        </pc:spChg>
        <pc:spChg chg="mod">
          <ac:chgData name="musukie52@gmail.com" userId="017bd91f96aa8751" providerId="LiveId" clId="{5B2C3894-F97E-4CAB-8812-5BB4D83AAC6A}" dt="2026-10-07T10:52:53.908" v="43957" actId="207"/>
          <ac:spMkLst>
            <pc:docMk/>
            <pc:sldMk cId="1373404989" sldId="328"/>
            <ac:spMk id="108" creationId="{98CDF7EB-F1A5-3660-DFCF-AB2282481D41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09" creationId="{B7A8DC48-DAA2-76D8-AD85-9A870E40C276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11" creationId="{404B388B-0AB7-1DBF-5CD3-29FE80567975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3" creationId="{DD679B93-7112-E574-63DE-24499A9A83E5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4" creationId="{85CFEB7F-2C63-211A-EA74-3DBAE88D1ACB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5" creationId="{D94DE87E-BD6E-CE7C-2B0A-54230C36ACFF}"/>
          </ac:spMkLst>
        </pc:spChg>
        <pc:spChg chg="mod">
          <ac:chgData name="musukie52@gmail.com" userId="017bd91f96aa8751" providerId="LiveId" clId="{5B2C3894-F97E-4CAB-8812-5BB4D83AAC6A}" dt="2026-10-07T10:56:15.686" v="44601" actId="207"/>
          <ac:spMkLst>
            <pc:docMk/>
            <pc:sldMk cId="1373404989" sldId="328"/>
            <ac:spMk id="116" creationId="{937331FA-6235-FE3E-CA10-0D82637721F1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17" creationId="{A0A35027-3A9A-A679-BA1D-5D0733C85CA7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19" creationId="{355F6182-A2ED-8A25-C3A9-6E09A1B50E3C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1" creationId="{1905EC69-B69D-D9FF-9635-29F21E1C0285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2" creationId="{B956CA3C-EB45-19CC-D194-9390963BC3AC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3" creationId="{A7139133-C8C8-49F9-7942-08CBF58C8E49}"/>
          </ac:spMkLst>
        </pc:spChg>
        <pc:spChg chg="mod">
          <ac:chgData name="musukie52@gmail.com" userId="017bd91f96aa8751" providerId="LiveId" clId="{5B2C3894-F97E-4CAB-8812-5BB4D83AAC6A}" dt="2026-10-07T11:03:59.397" v="44834" actId="207"/>
          <ac:spMkLst>
            <pc:docMk/>
            <pc:sldMk cId="1373404989" sldId="328"/>
            <ac:spMk id="124" creationId="{8930B953-1A74-62EC-B63A-D9341F7E3305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25" creationId="{624F556A-5800-7006-9073-CB76E114F192}"/>
          </ac:spMkLst>
        </pc:spChg>
        <pc:spChg chg="add mod">
          <ac:chgData name="musukie52@gmail.com" userId="017bd91f96aa8751" providerId="LiveId" clId="{5B2C3894-F97E-4CAB-8812-5BB4D83AAC6A}" dt="2026-10-07T13:06:01.289" v="45925" actId="1076"/>
          <ac:spMkLst>
            <pc:docMk/>
            <pc:sldMk cId="1373404989" sldId="328"/>
            <ac:spMk id="127" creationId="{AD8EB824-954F-06D5-F39E-521E142E82DE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29" creationId="{676EDAD7-F136-0F2B-F014-9EB7D8E23EA2}"/>
          </ac:spMkLst>
        </pc:spChg>
        <pc:spChg chg="mod">
          <ac:chgData name="musukie52@gmail.com" userId="017bd91f96aa8751" providerId="LiveId" clId="{5B2C3894-F97E-4CAB-8812-5BB4D83AAC6A}" dt="2026-10-07T10:51:55.532" v="43947" actId="6549"/>
          <ac:spMkLst>
            <pc:docMk/>
            <pc:sldMk cId="1373404989" sldId="328"/>
            <ac:spMk id="130" creationId="{C23E7450-448F-9A5E-1B6E-910F324FBD8B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31" creationId="{F71E7B94-8DC1-DC06-87D3-5BAA1264756B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32" creationId="{7AE247E1-455B-E3C6-82BA-E2ADF000436B}"/>
          </ac:spMkLst>
        </pc:spChg>
        <pc:spChg chg="mod">
          <ac:chgData name="musukie52@gmail.com" userId="017bd91f96aa8751" providerId="LiveId" clId="{5B2C3894-F97E-4CAB-8812-5BB4D83AAC6A}" dt="2026-10-07T11:05:10.153" v="44937" actId="207"/>
          <ac:spMkLst>
            <pc:docMk/>
            <pc:sldMk cId="1373404989" sldId="328"/>
            <ac:spMk id="133" creationId="{D7B3849A-BEF0-AADA-B5E5-567E6CAFFC79}"/>
          </ac:spMkLst>
        </pc:spChg>
        <pc:spChg chg="add mod">
          <ac:chgData name="musukie52@gmail.com" userId="017bd91f96aa8751" providerId="LiveId" clId="{5B2C3894-F97E-4CAB-8812-5BB4D83AAC6A}" dt="2026-10-07T13:05:43.750" v="45922" actId="1076"/>
          <ac:spMkLst>
            <pc:docMk/>
            <pc:sldMk cId="1373404989" sldId="328"/>
            <ac:spMk id="134" creationId="{D7390133-D777-8D48-A00D-5031851F1857}"/>
          </ac:spMkLst>
        </pc:spChg>
        <pc:spChg chg="add mod">
          <ac:chgData name="musukie52@gmail.com" userId="017bd91f96aa8751" providerId="LiveId" clId="{5B2C3894-F97E-4CAB-8812-5BB4D83AAC6A}" dt="2026-10-07T11:10:53.736" v="45084" actId="1076"/>
          <ac:spMkLst>
            <pc:docMk/>
            <pc:sldMk cId="1373404989" sldId="328"/>
            <ac:spMk id="137" creationId="{866F08A0-7854-AD6E-3EF9-585BF7A7C869}"/>
          </ac:spMkLst>
        </pc:spChg>
        <pc:spChg chg="add mod">
          <ac:chgData name="musukie52@gmail.com" userId="017bd91f96aa8751" providerId="LiveId" clId="{5B2C3894-F97E-4CAB-8812-5BB4D83AAC6A}" dt="2026-10-07T11:10:53.736" v="45084" actId="1076"/>
          <ac:spMkLst>
            <pc:docMk/>
            <pc:sldMk cId="1373404989" sldId="328"/>
            <ac:spMk id="138" creationId="{00013A2C-C435-3595-657E-5AE1AC0D860C}"/>
          </ac:spMkLst>
        </pc:spChg>
        <pc:spChg chg="add mod">
          <ac:chgData name="musukie52@gmail.com" userId="017bd91f96aa8751" providerId="LiveId" clId="{5B2C3894-F97E-4CAB-8812-5BB4D83AAC6A}" dt="2026-10-07T11:10:53.736" v="45084" actId="1076"/>
          <ac:spMkLst>
            <pc:docMk/>
            <pc:sldMk cId="1373404989" sldId="328"/>
            <ac:spMk id="140" creationId="{2754D0AB-DD0E-03C9-7F71-B189D674FA7F}"/>
          </ac:spMkLst>
        </pc:spChg>
        <pc:spChg chg="add mod">
          <ac:chgData name="musukie52@gmail.com" userId="017bd91f96aa8751" providerId="LiveId" clId="{5B2C3894-F97E-4CAB-8812-5BB4D83AAC6A}" dt="2026-10-07T11:10:22.637" v="45081" actId="693"/>
          <ac:spMkLst>
            <pc:docMk/>
            <pc:sldMk cId="1373404989" sldId="328"/>
            <ac:spMk id="142" creationId="{7FF6FA19-E8A1-4CF9-294E-4614F0B9DECE}"/>
          </ac:spMkLst>
        </pc:spChg>
        <pc:spChg chg="add mod ord">
          <ac:chgData name="musukie52@gmail.com" userId="017bd91f96aa8751" providerId="LiveId" clId="{5B2C3894-F97E-4CAB-8812-5BB4D83AAC6A}" dt="2026-10-07T11:11:52.511" v="45096" actId="14100"/>
          <ac:spMkLst>
            <pc:docMk/>
            <pc:sldMk cId="1373404989" sldId="328"/>
            <ac:spMk id="144" creationId="{2FEBE120-410D-37DF-41A3-F5E1D2C127B7}"/>
          </ac:spMkLst>
        </pc:spChg>
        <pc:spChg chg="mod ord">
          <ac:chgData name="musukie52@gmail.com" userId="017bd91f96aa8751" providerId="LiveId" clId="{5B2C3894-F97E-4CAB-8812-5BB4D83AAC6A}" dt="2026-10-07T10:50:08.650" v="43868" actId="207"/>
          <ac:spMkLst>
            <pc:docMk/>
            <pc:sldMk cId="1373404989" sldId="328"/>
            <ac:spMk id="145" creationId="{CA67CE3E-1FCD-A35B-E919-59DB76F84724}"/>
          </ac:spMkLst>
        </pc:spChg>
        <pc:spChg chg="mod">
          <ac:chgData name="musukie52@gmail.com" userId="017bd91f96aa8751" providerId="LiveId" clId="{5B2C3894-F97E-4CAB-8812-5BB4D83AAC6A}" dt="2026-10-07T11:04:13.942" v="44837" actId="6549"/>
          <ac:spMkLst>
            <pc:docMk/>
            <pc:sldMk cId="1373404989" sldId="328"/>
            <ac:spMk id="169" creationId="{D16CAF74-E44E-67D2-9C6E-378DD31C38EE}"/>
          </ac:spMkLst>
        </pc:s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75" creationId="{814C1D38-B01E-339A-DDEE-949A211BE76F}"/>
          </ac:grpSpMkLst>
        </pc:gr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93" creationId="{B72E0AED-685B-7364-9AC7-1720F9D8F55D}"/>
          </ac:grpSpMkLst>
        </pc:gr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104" creationId="{79CA7E37-C53B-7C73-A2FD-A5AC68FC5A0E}"/>
          </ac:grpSpMkLst>
        </pc:grpChg>
        <pc:grpChg chg="add mod">
          <ac:chgData name="musukie52@gmail.com" userId="017bd91f96aa8751" providerId="LiveId" clId="{5B2C3894-F97E-4CAB-8812-5BB4D83AAC6A}" dt="2026-10-07T10:57:43.765" v="44700" actId="1076"/>
          <ac:grpSpMkLst>
            <pc:docMk/>
            <pc:sldMk cId="1373404989" sldId="328"/>
            <ac:grpSpMk id="112" creationId="{24B0742B-F770-C80C-E515-18452E1FD5B7}"/>
          </ac:grpSpMkLst>
        </pc:grpChg>
        <pc:grpChg chg="add mod">
          <ac:chgData name="musukie52@gmail.com" userId="017bd91f96aa8751" providerId="LiveId" clId="{5B2C3894-F97E-4CAB-8812-5BB4D83AAC6A}" dt="2026-10-07T11:04:11.197" v="44836" actId="1076"/>
          <ac:grpSpMkLst>
            <pc:docMk/>
            <pc:sldMk cId="1373404989" sldId="328"/>
            <ac:grpSpMk id="120" creationId="{3E8C91D6-704B-B49C-B4B8-DE26DE13F08C}"/>
          </ac:grpSpMkLst>
        </pc:grpChg>
        <pc:grpChg chg="add mod">
          <ac:chgData name="musukie52@gmail.com" userId="017bd91f96aa8751" providerId="LiveId" clId="{5B2C3894-F97E-4CAB-8812-5BB4D83AAC6A}" dt="2026-10-07T13:05:43.750" v="45922" actId="1076"/>
          <ac:grpSpMkLst>
            <pc:docMk/>
            <pc:sldMk cId="1373404989" sldId="328"/>
            <ac:grpSpMk id="128" creationId="{48D06F2D-74CF-EE2E-33CE-4B69FCF4928C}"/>
          </ac:grpSpMkLst>
        </pc:grpChg>
        <pc:picChg chg="add del mod modCrop">
          <ac:chgData name="musukie52@gmail.com" userId="017bd91f96aa8751" providerId="LiveId" clId="{5B2C3894-F97E-4CAB-8812-5BB4D83AAC6A}" dt="2026-10-07T10:58:15.801" v="44706" actId="14100"/>
          <ac:picMkLst>
            <pc:docMk/>
            <pc:sldMk cId="1373404989" sldId="328"/>
            <ac:picMk id="4" creationId="{5CB72A75-2573-326B-4FDB-F85B2EE9F210}"/>
          </ac:picMkLst>
        </pc:picChg>
        <pc:picChg chg="add del mod modCrop">
          <ac:chgData name="musukie52@gmail.com" userId="017bd91f96aa8751" providerId="LiveId" clId="{5B2C3894-F97E-4CAB-8812-5BB4D83AAC6A}" dt="2026-10-07T10:52:14.368" v="43950" actId="1076"/>
          <ac:picMkLst>
            <pc:docMk/>
            <pc:sldMk cId="1373404989" sldId="328"/>
            <ac:picMk id="9" creationId="{B951F393-8C4E-B9D4-9386-D06E4B5CB640}"/>
          </ac:picMkLst>
        </pc:picChg>
        <pc:picChg chg="add mod modCrop">
          <ac:chgData name="musukie52@gmail.com" userId="017bd91f96aa8751" providerId="LiveId" clId="{5B2C3894-F97E-4CAB-8812-5BB4D83AAC6A}" dt="2026-10-07T11:05:36.150" v="44943" actId="1036"/>
          <ac:picMkLst>
            <pc:docMk/>
            <pc:sldMk cId="1373404989" sldId="328"/>
            <ac:picMk id="11" creationId="{E71C8C77-2E24-A00F-A809-04034DC52C2A}"/>
          </ac:picMkLst>
        </pc:picChg>
        <pc:picChg chg="add mod modCrop">
          <ac:chgData name="musukie52@gmail.com" userId="017bd91f96aa8751" providerId="LiveId" clId="{5B2C3894-F97E-4CAB-8812-5BB4D83AAC6A}" dt="2026-10-07T11:04:35.248" v="44843" actId="14100"/>
          <ac:picMkLst>
            <pc:docMk/>
            <pc:sldMk cId="1373404989" sldId="328"/>
            <ac:picMk id="13" creationId="{13EF3135-28DB-C25C-B917-F807C1DF846B}"/>
          </ac:picMkLst>
        </pc:picChg>
        <pc:picChg chg="add mod">
          <ac:chgData name="musukie52@gmail.com" userId="017bd91f96aa8751" providerId="LiveId" clId="{5B2C3894-F97E-4CAB-8812-5BB4D83AAC6A}" dt="2026-10-07T10:58:03.549" v="44705" actId="14100"/>
          <ac:picMkLst>
            <pc:docMk/>
            <pc:sldMk cId="1373404989" sldId="328"/>
            <ac:picMk id="21" creationId="{E615EFCF-A790-62EC-6B16-6B40C0F64DBE}"/>
          </ac:picMkLst>
        </pc:picChg>
        <pc:picChg chg="add mod">
          <ac:chgData name="musukie52@gmail.com" userId="017bd91f96aa8751" providerId="LiveId" clId="{5B2C3894-F97E-4CAB-8812-5BB4D83AAC6A}" dt="2026-10-07T10:55:48.535" v="44598" actId="1076"/>
          <ac:picMkLst>
            <pc:docMk/>
            <pc:sldMk cId="1373404989" sldId="328"/>
            <ac:picMk id="23" creationId="{859A6723-1F21-3270-8F96-7E8EE65ECF28}"/>
          </ac:picMkLst>
        </pc:picChg>
        <pc:picChg chg="add mod ord">
          <ac:chgData name="musukie52@gmail.com" userId="017bd91f96aa8751" providerId="LiveId" clId="{5B2C3894-F97E-4CAB-8812-5BB4D83AAC6A}" dt="2026-10-07T11:02:52.211" v="44718" actId="166"/>
          <ac:picMkLst>
            <pc:docMk/>
            <pc:sldMk cId="1373404989" sldId="328"/>
            <ac:picMk id="25" creationId="{9E477320-25C8-A8BF-E7BC-A15F69C2AE20}"/>
          </ac:picMkLst>
        </pc:picChg>
        <pc:picChg chg="add mod modCrop">
          <ac:chgData name="musukie52@gmail.com" userId="017bd91f96aa8751" providerId="LiveId" clId="{5B2C3894-F97E-4CAB-8812-5BB4D83AAC6A}" dt="2026-10-07T11:10:53.736" v="45084" actId="1076"/>
          <ac:picMkLst>
            <pc:docMk/>
            <pc:sldMk cId="1373404989" sldId="328"/>
            <ac:picMk id="136" creationId="{308FAA3D-8C27-547D-C0A7-F5C87B095D34}"/>
          </ac:picMkLst>
        </pc:picChg>
        <pc:cxnChg chg="mod">
          <ac:chgData name="musukie52@gmail.com" userId="017bd91f96aa8751" providerId="LiveId" clId="{5B2C3894-F97E-4CAB-8812-5BB4D83AAC6A}" dt="2026-10-07T11:34:45.177" v="45652" actId="14100"/>
          <ac:cxnSpMkLst>
            <pc:docMk/>
            <pc:sldMk cId="1373404989" sldId="328"/>
            <ac:cxnSpMk id="31" creationId="{3AD4B8FD-7CD7-27C8-EB92-2F9FF6C2A545}"/>
          </ac:cxnSpMkLst>
        </pc:cxnChg>
        <pc:cxnChg chg="mod">
          <ac:chgData name="musukie52@gmail.com" userId="017bd91f96aa8751" providerId="LiveId" clId="{5B2C3894-F97E-4CAB-8812-5BB4D83AAC6A}" dt="2026-10-07T10:44:50.941" v="43801" actId="14100"/>
          <ac:cxnSpMkLst>
            <pc:docMk/>
            <pc:sldMk cId="1373404989" sldId="328"/>
            <ac:cxnSpMk id="32" creationId="{3B45CA21-56A0-B12D-030D-A643E780965D}"/>
          </ac:cxnSpMkLst>
        </pc:cxnChg>
        <pc:cxnChg chg="mod">
          <ac:chgData name="musukie52@gmail.com" userId="017bd91f96aa8751" providerId="LiveId" clId="{5B2C3894-F97E-4CAB-8812-5BB4D83AAC6A}" dt="2026-10-07T11:35:09.218" v="45656" actId="14100"/>
          <ac:cxnSpMkLst>
            <pc:docMk/>
            <pc:sldMk cId="1373404989" sldId="328"/>
            <ac:cxnSpMk id="36" creationId="{E376BF47-80FD-519A-0F6E-CC5BCBA06BDC}"/>
          </ac:cxnSpMkLst>
        </pc:cxnChg>
        <pc:cxnChg chg="mod">
          <ac:chgData name="musukie52@gmail.com" userId="017bd91f96aa8751" providerId="LiveId" clId="{5B2C3894-F97E-4CAB-8812-5BB4D83AAC6A}" dt="2026-10-07T11:34:34.004" v="45650" actId="14100"/>
          <ac:cxnSpMkLst>
            <pc:docMk/>
            <pc:sldMk cId="1373404989" sldId="328"/>
            <ac:cxnSpMk id="39" creationId="{B08063DA-41DE-826F-6FBD-7966A4AF4B80}"/>
          </ac:cxnSpMkLst>
        </pc:cxnChg>
        <pc:cxnChg chg="mod">
          <ac:chgData name="musukie52@gmail.com" userId="017bd91f96aa8751" providerId="LiveId" clId="{5B2C3894-F97E-4CAB-8812-5BB4D83AAC6A}" dt="2026-10-07T11:35:25.781" v="45658" actId="14100"/>
          <ac:cxnSpMkLst>
            <pc:docMk/>
            <pc:sldMk cId="1373404989" sldId="328"/>
            <ac:cxnSpMk id="43" creationId="{115D6E03-2364-FD17-DA1F-78ED53ACEB22}"/>
          </ac:cxnSpMkLst>
        </pc:cxnChg>
      </pc:sldChg>
      <pc:sldChg chg="delSp modSp add mod">
        <pc:chgData name="musukie52@gmail.com" userId="017bd91f96aa8751" providerId="LiveId" clId="{5B2C3894-F97E-4CAB-8812-5BB4D83AAC6A}" dt="2026-10-07T14:40:15.221" v="47089" actId="20577"/>
        <pc:sldMkLst>
          <pc:docMk/>
          <pc:sldMk cId="1601390500" sldId="330"/>
        </pc:sldMkLst>
        <pc:spChg chg="mod">
          <ac:chgData name="musukie52@gmail.com" userId="017bd91f96aa8751" providerId="LiveId" clId="{5B2C3894-F97E-4CAB-8812-5BB4D83AAC6A}" dt="2026-10-07T14:39:01.104" v="47069" actId="20577"/>
          <ac:spMkLst>
            <pc:docMk/>
            <pc:sldMk cId="1601390500" sldId="330"/>
            <ac:spMk id="5" creationId="{E7B4BDEF-3101-BA63-A00A-2265A9371F4A}"/>
          </ac:spMkLst>
        </pc:spChg>
        <pc:spChg chg="mod">
          <ac:chgData name="musukie52@gmail.com" userId="017bd91f96aa8751" providerId="LiveId" clId="{5B2C3894-F97E-4CAB-8812-5BB4D83AAC6A}" dt="2026-10-07T14:40:15.221" v="47089" actId="20577"/>
          <ac:spMkLst>
            <pc:docMk/>
            <pc:sldMk cId="1601390500" sldId="330"/>
            <ac:spMk id="17" creationId="{2C90115D-82C1-6842-DDD6-1D154443C2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5417-A3FB-4177-BCEF-52935ABAC688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997E9-A28A-4427-B63F-E4389F513B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29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247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480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803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282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C964-25F6-B038-D49F-5321DF776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9C8172-DC36-2EBC-6F36-998BD32D6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E36167-F0C7-4975-BD15-9158ADE34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1BC4D4-CF47-0EBF-5699-86FC48BB4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598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E997E9-A28A-4427-B63F-E4389F513B6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24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EC675-2C0F-D175-C18F-5C40A263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00025B-3224-14D2-EA65-39EFEDCE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9F08B-C134-DEFA-C56A-6CB91DD6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0189D-C59C-6F80-6A79-60D049A5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587E9-4F21-740D-923C-3866EF5D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7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9AC7-1F03-F3FF-3F07-B025C486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660F5-89DB-A7BD-E54D-07461D59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7982A-99E8-74AF-7AEE-C7E1B6B8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19D0-D472-FB57-C98B-765288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02B681-C3F5-4821-7FEB-6857AAC2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4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D965B-AC79-6F31-5837-5AA89DC7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1B2F37-B03B-08A6-9FB9-874AC91D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E4839-BC28-3B27-E1EE-2E356A64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A7A80-0E1D-EBBA-A977-814E3C7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93B04-D09F-72E9-877F-2515FE43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9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C5F35-2915-8465-F79D-F3215355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A6351-4334-4B79-F9A3-7475942B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94034F-79E8-5F5D-AF19-74A89D17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4DF00-A8EA-C5D9-68C2-2BEA9C96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52E255-8A11-BDB6-E940-AC381879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02501-126D-CDD0-7F53-88639643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0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062B-4E53-DD52-6C2D-53E9693C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281D7-6D90-ADC9-2400-1C1B6D34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298F3-0632-334B-9157-DD0FAD889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9D4A3D-3739-061E-C2D0-0D9C917F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864D84-186C-336C-68F5-8E68539F6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683DE5-B73A-F306-0C4F-841AD3CD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847332-EB9E-E5A3-AAAA-1E6BE406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A51D5D-7C90-5BA0-170A-CECFE22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2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DB6F1-D697-64D3-C86E-4764473B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189D66-D091-C08F-7EA2-8DC94ADB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ADD9B-ABF4-8A9A-0E64-3D9E31FE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3DA86C-7D10-2810-E9F9-5A9D485A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7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8B2400-8BCD-BBA6-61EC-B3F9A041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CD1331-D71E-A98C-3038-29402B20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948A54-A7C5-514A-9899-B5F04B07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2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6241B-EB5A-C83C-11E6-3A398505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AAA37-6EF4-52B9-79BD-B20B1EF2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B5D7DE-E87B-5948-54DF-C3F5FD48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F962E0-469F-338E-E0A5-17F7B5C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97AEB-F93F-F36D-E2DC-DA552A27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6AC49-93CC-717B-5D50-AFE02A4F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2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1C5CC-B665-ED37-BA4B-D2901784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5DBBD-593A-B0D6-FCC3-69F16205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54D60-0C1C-1A74-AF84-6528672F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DB364-C4B7-5B98-7A17-15AD78E9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8CD631-F5FE-3704-492B-E425754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C790D9-91E9-2781-1ADA-109B8B5D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25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ADB92-2B4B-02A1-1FA4-9ED36A07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6010E5-5E73-1C0A-055F-726F4FE9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837F2-1721-B53B-1B60-72091754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205EE-D7A0-FF64-A099-8108A9C2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3B32B0-6EF8-854C-6D25-2D35AC97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32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BC89A0-8FBA-ABB8-1599-614A8F8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70C40-2648-9DDE-E8A8-324ECE076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4D878-718C-EFEE-49D3-DEC16CAA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B764A-339C-B00B-4DBF-A61B614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C7DD2-B960-C485-753A-C9B72F4E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75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1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0DCB93-42B4-639E-A7E5-CD96154E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A67D5B-F19B-7225-E047-61ACEB74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7533F-9731-F3F9-8407-5E4F24629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7ABB-15A5-4996-9533-6F7FE36313B4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5D4F0-F863-939A-61E9-B583CA92D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F7C7C-0C74-1008-F5F4-3916CB0E5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5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>
            <a:extLst>
              <a:ext uri="{FF2B5EF4-FFF2-40B4-BE49-F238E27FC236}">
                <a16:creationId xmlns:a16="http://schemas.microsoft.com/office/drawing/2014/main" id="{D6B200EF-C9D2-415D-3731-F6D2DE812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85122" cy="6858000"/>
          </a:xfrm>
          <a:prstGeom prst="rect">
            <a:avLst/>
          </a:prstGeom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0E32C21B-97CB-EEFD-D1C8-BD365F52ECF5}"/>
              </a:ext>
            </a:extLst>
          </p:cNvPr>
          <p:cNvSpPr>
            <a:spLocks noGrp="1"/>
          </p:cNvSpPr>
          <p:nvPr/>
        </p:nvSpPr>
        <p:spPr>
          <a:xfrm>
            <a:off x="7196891" y="1493813"/>
            <a:ext cx="4000500" cy="392594"/>
          </a:xfrm>
          <a:prstGeom prst="roundRect">
            <a:avLst>
              <a:gd name="adj" fmla="val 2623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문서 정보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6A65F74-55EB-8813-E5A8-1D0D17AA4C3B}"/>
              </a:ext>
            </a:extLst>
          </p:cNvPr>
          <p:cNvSpPr/>
          <p:nvPr/>
        </p:nvSpPr>
        <p:spPr>
          <a:xfrm>
            <a:off x="7293770" y="2060574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4C55222-47E9-DDC4-A237-C47A3F4D35AB}"/>
              </a:ext>
            </a:extLst>
          </p:cNvPr>
          <p:cNvSpPr/>
          <p:nvPr/>
        </p:nvSpPr>
        <p:spPr>
          <a:xfrm>
            <a:off x="7293770" y="2588236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C1ACC5D-070A-D398-31E0-B134FAA27E9D}"/>
              </a:ext>
            </a:extLst>
          </p:cNvPr>
          <p:cNvSpPr/>
          <p:nvPr/>
        </p:nvSpPr>
        <p:spPr>
          <a:xfrm>
            <a:off x="7293770" y="4020084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CBE96DB-AC90-57B2-7BC5-AA0236EC6622}"/>
              </a:ext>
            </a:extLst>
          </p:cNvPr>
          <p:cNvSpPr/>
          <p:nvPr/>
        </p:nvSpPr>
        <p:spPr>
          <a:xfrm>
            <a:off x="7293770" y="4546892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73F92DDE-4FA6-7C9C-A5A8-EEC8921B7C7F}"/>
              </a:ext>
            </a:extLst>
          </p:cNvPr>
          <p:cNvSpPr/>
          <p:nvPr/>
        </p:nvSpPr>
        <p:spPr>
          <a:xfrm>
            <a:off x="7293770" y="5073700"/>
            <a:ext cx="709612" cy="314394"/>
          </a:xfrm>
          <a:prstGeom prst="roundRect">
            <a:avLst>
              <a:gd name="adj" fmla="val 9472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293769" y="2060575"/>
            <a:ext cx="3806744" cy="3143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311191" y="202147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게임 명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113397" y="2021476"/>
            <a:ext cx="2950644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  <a:cs typeface="맑은 고딕"/>
              </a:rPr>
              <a:t>숨</a:t>
            </a:r>
            <a:r>
              <a:rPr lang="ko-KR" altLang="en-US" sz="1000" dirty="0">
                <a:solidFill>
                  <a:srgbClr val="163247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  <a:cs typeface="맑은 고딕"/>
              </a:rPr>
              <a:t>죽인 꿈</a:t>
            </a:r>
            <a:r>
              <a:rPr lang="ko-KR" altLang="en-US" sz="1000" b="0" dirty="0">
                <a:solidFill>
                  <a:srgbClr val="163247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  <a:cs typeface="맑은 고딕"/>
              </a:rPr>
              <a:t> </a:t>
            </a:r>
            <a:r>
              <a:rPr lang="en-US" altLang="ko-KR" sz="1000" b="0" dirty="0">
                <a:solidFill>
                  <a:srgbClr val="163247"/>
                </a:solidFill>
                <a:latin typeface="KoddiUD 온고딕 Regular" panose="020B0503000000000000" pitchFamily="50" charset="-127"/>
                <a:ea typeface="KoddiUD 온고딕 Regular" panose="020B0503000000000000" pitchFamily="50" charset="-127"/>
                <a:cs typeface="맑은 고딕"/>
              </a:rPr>
              <a:t>(The Dream Holds Its Breath)</a:t>
            </a:r>
            <a:endParaRPr sz="1000" b="0" dirty="0">
              <a:solidFill>
                <a:srgbClr val="163247"/>
              </a:solidFill>
              <a:latin typeface="KoddiUD 온고딕 Regular" panose="020B0503000000000000" pitchFamily="50" charset="-127"/>
              <a:ea typeface="KoddiUD 온고딕 Regular" panose="020B0503000000000000" pitchFamily="50" charset="-127"/>
              <a:cs typeface="맑은 고딕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293769" y="2588237"/>
            <a:ext cx="3806744" cy="3143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311191" y="2549138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장르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113397" y="2549138"/>
            <a:ext cx="2950644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3D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싱글 플레이 액션 어드벤처</a:t>
            </a:r>
            <a:endParaRPr lang="en-US" altLang="ko-KR"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BAFE-EEB4-EC97-F9AD-130BF4AD5E17}"/>
              </a:ext>
            </a:extLst>
          </p:cNvPr>
          <p:cNvSpPr>
            <a:spLocks noGrp="1"/>
          </p:cNvSpPr>
          <p:nvPr/>
        </p:nvSpPr>
        <p:spPr>
          <a:xfrm>
            <a:off x="7293769" y="4023360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0BB670-ED79-5CE3-93E5-C5EFF87B995A}"/>
              </a:ext>
            </a:extLst>
          </p:cNvPr>
          <p:cNvSpPr>
            <a:spLocks noGrp="1"/>
          </p:cNvSpPr>
          <p:nvPr/>
        </p:nvSpPr>
        <p:spPr>
          <a:xfrm>
            <a:off x="7311191" y="398055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26.10.05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8B9F0A-9486-7D87-B1ED-57BAFE4B3E0C}"/>
              </a:ext>
            </a:extLst>
          </p:cNvPr>
          <p:cNvSpPr>
            <a:spLocks noGrp="1"/>
          </p:cNvSpPr>
          <p:nvPr/>
        </p:nvSpPr>
        <p:spPr>
          <a:xfrm>
            <a:off x="8100261" y="3980556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상호작용 규칙 및 수치 체계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92A8F3-AB5C-7863-3B7B-A7808C1B4367}"/>
              </a:ext>
            </a:extLst>
          </p:cNvPr>
          <p:cNvSpPr>
            <a:spLocks noGrp="1"/>
          </p:cNvSpPr>
          <p:nvPr/>
        </p:nvSpPr>
        <p:spPr>
          <a:xfrm>
            <a:off x="7196891" y="3452889"/>
            <a:ext cx="4000500" cy="392594"/>
          </a:xfrm>
          <a:prstGeom prst="roundRect">
            <a:avLst>
              <a:gd name="adj" fmla="val 2623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수정 내역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F01D-DD3E-4EB9-BF09-F5254E2374AF}"/>
              </a:ext>
            </a:extLst>
          </p:cNvPr>
          <p:cNvSpPr>
            <a:spLocks noGrp="1"/>
          </p:cNvSpPr>
          <p:nvPr/>
        </p:nvSpPr>
        <p:spPr>
          <a:xfrm>
            <a:off x="7293769" y="4551026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9C7472-35CC-014F-EA44-B3AAA5E11B57}"/>
              </a:ext>
            </a:extLst>
          </p:cNvPr>
          <p:cNvSpPr>
            <a:spLocks noGrp="1"/>
          </p:cNvSpPr>
          <p:nvPr/>
        </p:nvSpPr>
        <p:spPr>
          <a:xfrm>
            <a:off x="7311191" y="450822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10.06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3F74EC-D85A-5587-3EA4-D02F1C2268D7}"/>
              </a:ext>
            </a:extLst>
          </p:cNvPr>
          <p:cNvSpPr>
            <a:spLocks noGrp="1"/>
          </p:cNvSpPr>
          <p:nvPr/>
        </p:nvSpPr>
        <p:spPr>
          <a:xfrm>
            <a:off x="8100261" y="4508222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테이블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계산 검증 구조 및 설명 보강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5C7709F-C3C1-1EBE-CCD8-B28527ECE1E1}"/>
              </a:ext>
            </a:extLst>
          </p:cNvPr>
          <p:cNvSpPr>
            <a:spLocks noGrp="1"/>
          </p:cNvSpPr>
          <p:nvPr/>
        </p:nvSpPr>
        <p:spPr>
          <a:xfrm>
            <a:off x="7293769" y="5078690"/>
            <a:ext cx="3806744" cy="30698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A14A03-9879-FF89-79F5-A52E095FB3CD}"/>
              </a:ext>
            </a:extLst>
          </p:cNvPr>
          <p:cNvSpPr>
            <a:spLocks noGrp="1"/>
          </p:cNvSpPr>
          <p:nvPr/>
        </p:nvSpPr>
        <p:spPr>
          <a:xfrm>
            <a:off x="7311191" y="5035886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26.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10.07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316233-627D-57E8-04DC-5F4A9B7C16E8}"/>
              </a:ext>
            </a:extLst>
          </p:cNvPr>
          <p:cNvSpPr>
            <a:spLocks noGrp="1"/>
          </p:cNvSpPr>
          <p:nvPr/>
        </p:nvSpPr>
        <p:spPr>
          <a:xfrm>
            <a:off x="8100261" y="5035886"/>
            <a:ext cx="309713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플로우차트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 및 시각화 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C08ABBB-BE23-2274-2AF7-595D6CCB7C09}"/>
              </a:ext>
            </a:extLst>
          </p:cNvPr>
          <p:cNvSpPr>
            <a:spLocks noGrp="1"/>
          </p:cNvSpPr>
          <p:nvPr/>
        </p:nvSpPr>
        <p:spPr>
          <a:xfrm>
            <a:off x="7196891" y="1493812"/>
            <a:ext cx="4000500" cy="1511326"/>
          </a:xfrm>
          <a:prstGeom prst="roundRect">
            <a:avLst>
              <a:gd name="adj" fmla="val 525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E6CC747-7CEA-39F1-68EC-BBC128F57EDC}"/>
              </a:ext>
            </a:extLst>
          </p:cNvPr>
          <p:cNvSpPr>
            <a:spLocks noGrp="1"/>
          </p:cNvSpPr>
          <p:nvPr/>
        </p:nvSpPr>
        <p:spPr>
          <a:xfrm>
            <a:off x="7196891" y="3457023"/>
            <a:ext cx="4000500" cy="2110241"/>
          </a:xfrm>
          <a:prstGeom prst="roundRect">
            <a:avLst>
              <a:gd name="adj" fmla="val 462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D9D41B-5145-5378-C53A-16C34E31D694}"/>
              </a:ext>
            </a:extLst>
          </p:cNvPr>
          <p:cNvSpPr txBox="1"/>
          <p:nvPr/>
        </p:nvSpPr>
        <p:spPr>
          <a:xfrm>
            <a:off x="1628959" y="2389740"/>
            <a:ext cx="2838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 기획서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B16023-CA14-926D-5708-2804443659A6}"/>
              </a:ext>
            </a:extLst>
          </p:cNvPr>
          <p:cNvSpPr txBox="1"/>
          <p:nvPr/>
        </p:nvSpPr>
        <p:spPr>
          <a:xfrm>
            <a:off x="4758654" y="6314147"/>
            <a:ext cx="1113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작성자｜윤수진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CC2C35A4-6050-5E89-00E7-DC2F04DF0188}"/>
              </a:ext>
            </a:extLst>
          </p:cNvPr>
          <p:cNvSpPr/>
          <p:nvPr/>
        </p:nvSpPr>
        <p:spPr>
          <a:xfrm>
            <a:off x="1329391" y="3005138"/>
            <a:ext cx="3437218" cy="58022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쉬는 순간조차 선택이 된다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F7DA86-69DE-55DE-2B43-E3F402773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97" y="3500370"/>
            <a:ext cx="297632" cy="29763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B7E8D20-D88C-59C9-0ED6-870F5249F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97" y="1543889"/>
            <a:ext cx="297632" cy="29763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8F5E4-283D-A631-E8B9-0632607178F3}"/>
              </a:ext>
            </a:extLst>
          </p:cNvPr>
          <p:cNvSpPr/>
          <p:nvPr/>
        </p:nvSpPr>
        <p:spPr>
          <a:xfrm>
            <a:off x="7361634" y="1612823"/>
            <a:ext cx="46211" cy="89772"/>
          </a:xfrm>
          <a:prstGeom prst="rect">
            <a:avLst/>
          </a:prstGeom>
          <a:solidFill>
            <a:srgbClr val="053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C43CE9-E08D-BE2E-29A4-10B34D91F562}"/>
              </a:ext>
            </a:extLst>
          </p:cNvPr>
          <p:cNvSpPr/>
          <p:nvPr/>
        </p:nvSpPr>
        <p:spPr>
          <a:xfrm>
            <a:off x="7347346" y="1674144"/>
            <a:ext cx="46211" cy="89772"/>
          </a:xfrm>
          <a:prstGeom prst="rect">
            <a:avLst/>
          </a:prstGeom>
          <a:solidFill>
            <a:srgbClr val="053E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354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849550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7008303" y="368885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484554" y="368885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484554" y="4053102"/>
            <a:ext cx="2203474" cy="51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응용 사례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EF31B1-2EFA-4639-9E86-E163795435BF}"/>
              </a:ext>
            </a:extLst>
          </p:cNvPr>
          <p:cNvSpPr>
            <a:spLocks noGrp="1"/>
          </p:cNvSpPr>
          <p:nvPr/>
        </p:nvSpPr>
        <p:spPr>
          <a:xfrm>
            <a:off x="7008303" y="4989651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lang="en-US"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500" b="1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DCA54E-87F6-499D-B63D-EBB269C3EC57}"/>
              </a:ext>
            </a:extLst>
          </p:cNvPr>
          <p:cNvSpPr>
            <a:spLocks noGrp="1"/>
          </p:cNvSpPr>
          <p:nvPr/>
        </p:nvSpPr>
        <p:spPr>
          <a:xfrm>
            <a:off x="7484554" y="4989651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94448B-8FB5-48A4-961D-E7C1DCFA5440}"/>
              </a:ext>
            </a:extLst>
          </p:cNvPr>
          <p:cNvSpPr>
            <a:spLocks noGrp="1"/>
          </p:cNvSpPr>
          <p:nvPr/>
        </p:nvSpPr>
        <p:spPr>
          <a:xfrm>
            <a:off x="7484554" y="5363420"/>
            <a:ext cx="1924050" cy="484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및 안전 장치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항목 정의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출처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2A8D47-4063-4D11-AC26-BE48D76C7357}"/>
              </a:ext>
            </a:extLst>
          </p:cNvPr>
          <p:cNvSpPr>
            <a:spLocks noGrp="1"/>
          </p:cNvSpPr>
          <p:nvPr/>
        </p:nvSpPr>
        <p:spPr>
          <a:xfrm>
            <a:off x="992722" y="150060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48712B-9DF7-45FC-A77D-4E62D5C4AA21}"/>
              </a:ext>
            </a:extLst>
          </p:cNvPr>
          <p:cNvSpPr>
            <a:spLocks noGrp="1"/>
          </p:cNvSpPr>
          <p:nvPr/>
        </p:nvSpPr>
        <p:spPr>
          <a:xfrm>
            <a:off x="1468973" y="150060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0743D7-D45D-4443-BA0E-7B9481D31A5A}"/>
              </a:ext>
            </a:extLst>
          </p:cNvPr>
          <p:cNvSpPr>
            <a:spLocks noGrp="1"/>
          </p:cNvSpPr>
          <p:nvPr/>
        </p:nvSpPr>
        <p:spPr>
          <a:xfrm>
            <a:off x="1468973" y="1874378"/>
            <a:ext cx="1924050" cy="663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시스템 개요</a:t>
            </a:r>
            <a:endParaRPr lang="en-US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시스템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플레이 순환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5B1767-A9C3-46AB-948B-A107DA2F407D}"/>
              </a:ext>
            </a:extLst>
          </p:cNvPr>
          <p:cNvSpPr>
            <a:spLocks noGrp="1"/>
          </p:cNvSpPr>
          <p:nvPr/>
        </p:nvSpPr>
        <p:spPr>
          <a:xfrm>
            <a:off x="992722" y="3225702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1DD881-56F8-44F3-A3C7-13873C5D2301}"/>
              </a:ext>
            </a:extLst>
          </p:cNvPr>
          <p:cNvSpPr>
            <a:spLocks noGrp="1"/>
          </p:cNvSpPr>
          <p:nvPr/>
        </p:nvSpPr>
        <p:spPr>
          <a:xfrm>
            <a:off x="1468973" y="3225702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UI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4BA72D-8CB9-471D-A137-AD556C3E7FC3}"/>
              </a:ext>
            </a:extLst>
          </p:cNvPr>
          <p:cNvSpPr>
            <a:spLocks noGrp="1"/>
          </p:cNvSpPr>
          <p:nvPr/>
        </p:nvSpPr>
        <p:spPr>
          <a:xfrm>
            <a:off x="1468973" y="3599472"/>
            <a:ext cx="2106862" cy="434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플레이 </a:t>
            </a:r>
            <a:r>
              <a:rPr lang="ko-KR" altLang="en-US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화면과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구성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F96419-FFEB-437A-8309-8FACBD148463}"/>
              </a:ext>
            </a:extLst>
          </p:cNvPr>
          <p:cNvSpPr>
            <a:spLocks noGrp="1"/>
          </p:cNvSpPr>
          <p:nvPr/>
        </p:nvSpPr>
        <p:spPr>
          <a:xfrm>
            <a:off x="992722" y="4637364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A05A1-A778-422E-83CA-813EF665DB00}"/>
              </a:ext>
            </a:extLst>
          </p:cNvPr>
          <p:cNvSpPr>
            <a:spLocks noGrp="1"/>
          </p:cNvSpPr>
          <p:nvPr/>
        </p:nvSpPr>
        <p:spPr>
          <a:xfrm>
            <a:off x="1468973" y="4637364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EB037B-A700-420C-B40D-6A113FB7BE8B}"/>
              </a:ext>
            </a:extLst>
          </p:cNvPr>
          <p:cNvSpPr>
            <a:spLocks noGrp="1"/>
          </p:cNvSpPr>
          <p:nvPr/>
        </p:nvSpPr>
        <p:spPr>
          <a:xfrm>
            <a:off x="1468972" y="5011134"/>
            <a:ext cx="2316077" cy="701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행동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규칙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강제 호흡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dirty="0" err="1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과흡입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공기별 환경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환경과 이상 상태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감지 시스템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80564B-9503-46AA-8D82-3FA093548A93}"/>
              </a:ext>
            </a:extLst>
          </p:cNvPr>
          <p:cNvSpPr>
            <a:spLocks noGrp="1"/>
          </p:cNvSpPr>
          <p:nvPr/>
        </p:nvSpPr>
        <p:spPr>
          <a:xfrm>
            <a:off x="7008303" y="1473257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9F47D0-27C8-4348-BED1-45E60A772892}"/>
              </a:ext>
            </a:extLst>
          </p:cNvPr>
          <p:cNvSpPr>
            <a:spLocks noGrp="1"/>
          </p:cNvSpPr>
          <p:nvPr/>
        </p:nvSpPr>
        <p:spPr>
          <a:xfrm>
            <a:off x="7484554" y="150505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2C2395-CD94-4B9E-AAF6-247F6CB0344C}"/>
              </a:ext>
            </a:extLst>
          </p:cNvPr>
          <p:cNvSpPr>
            <a:spLocks noGrp="1"/>
          </p:cNvSpPr>
          <p:nvPr/>
        </p:nvSpPr>
        <p:spPr>
          <a:xfrm>
            <a:off x="7484554" y="1847027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 차트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1AB5-C57E-B545-67C0-474F0A16C5B8}"/>
              </a:ext>
            </a:extLst>
          </p:cNvPr>
          <p:cNvSpPr txBox="1"/>
          <p:nvPr/>
        </p:nvSpPr>
        <p:spPr>
          <a:xfrm>
            <a:off x="1963973" y="188622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3p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096C-3673-51AE-2F45-7B2EF4525AF5}"/>
              </a:ext>
            </a:extLst>
          </p:cNvPr>
          <p:cNvSpPr txBox="1"/>
          <p:nvPr/>
        </p:nvSpPr>
        <p:spPr>
          <a:xfrm>
            <a:off x="1963973" y="21130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4p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665A-F109-64D8-E010-A2943F8BB315}"/>
              </a:ext>
            </a:extLst>
          </p:cNvPr>
          <p:cNvSpPr txBox="1"/>
          <p:nvPr/>
        </p:nvSpPr>
        <p:spPr>
          <a:xfrm>
            <a:off x="1963973" y="236121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5p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47A48-C50A-C791-3ABE-0157698319A2}"/>
              </a:ext>
            </a:extLst>
          </p:cNvPr>
          <p:cNvSpPr txBox="1"/>
          <p:nvPr/>
        </p:nvSpPr>
        <p:spPr>
          <a:xfrm>
            <a:off x="1963973" y="36100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6p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732F31-3411-55FB-D1F0-BD8170D8B019}"/>
              </a:ext>
            </a:extLst>
          </p:cNvPr>
          <p:cNvSpPr txBox="1"/>
          <p:nvPr/>
        </p:nvSpPr>
        <p:spPr>
          <a:xfrm>
            <a:off x="1963973" y="502628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7p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F1B24-073D-31D6-DA90-243E4CED12F5}"/>
              </a:ext>
            </a:extLst>
          </p:cNvPr>
          <p:cNvSpPr txBox="1"/>
          <p:nvPr/>
        </p:nvSpPr>
        <p:spPr>
          <a:xfrm>
            <a:off x="1963972" y="525273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· · · 8p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20030-5E4A-C3E1-190D-D6DCC4CC5078}"/>
              </a:ext>
            </a:extLst>
          </p:cNvPr>
          <p:cNvSpPr txBox="1"/>
          <p:nvPr/>
        </p:nvSpPr>
        <p:spPr>
          <a:xfrm>
            <a:off x="1840421" y="5468852"/>
            <a:ext cx="3343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9p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B8204-6724-A0B5-67B2-3D7B932B9E19}"/>
              </a:ext>
            </a:extLst>
          </p:cNvPr>
          <p:cNvSpPr txBox="1"/>
          <p:nvPr/>
        </p:nvSpPr>
        <p:spPr>
          <a:xfrm>
            <a:off x="8008402" y="185839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12p</a:t>
            </a:r>
            <a:endParaRPr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6BD4A9-6815-B4FA-4FF7-366D5E5636E0}"/>
              </a:ext>
            </a:extLst>
          </p:cNvPr>
          <p:cNvSpPr>
            <a:spLocks noGrp="1"/>
          </p:cNvSpPr>
          <p:nvPr/>
        </p:nvSpPr>
        <p:spPr>
          <a:xfrm>
            <a:off x="7008303" y="2462409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50A9B5-E26F-C913-C61C-69F1F9F09016}"/>
              </a:ext>
            </a:extLst>
          </p:cNvPr>
          <p:cNvSpPr>
            <a:spLocks noGrp="1"/>
          </p:cNvSpPr>
          <p:nvPr/>
        </p:nvSpPr>
        <p:spPr>
          <a:xfrm>
            <a:off x="7484554" y="2462409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F3A14-D9E6-D110-7A37-72BE54F2C4D2}"/>
              </a:ext>
            </a:extLst>
          </p:cNvPr>
          <p:cNvSpPr>
            <a:spLocks noGrp="1"/>
          </p:cNvSpPr>
          <p:nvPr/>
        </p:nvSpPr>
        <p:spPr>
          <a:xfrm>
            <a:off x="7484553" y="2826654"/>
            <a:ext cx="2907338" cy="436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」 분석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차별화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D5000-615A-5A40-6684-644B50C3F7EC}"/>
              </a:ext>
            </a:extLst>
          </p:cNvPr>
          <p:cNvSpPr txBox="1"/>
          <p:nvPr/>
        </p:nvSpPr>
        <p:spPr>
          <a:xfrm>
            <a:off x="7912670" y="2846418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13p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8842C0-98A1-F8AA-3CAA-D38B8263E7B3}"/>
              </a:ext>
            </a:extLst>
          </p:cNvPr>
          <p:cNvSpPr txBox="1"/>
          <p:nvPr/>
        </p:nvSpPr>
        <p:spPr>
          <a:xfrm>
            <a:off x="8008406" y="40844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15p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26BE85-3F69-A204-369E-77CBCFD46867}"/>
              </a:ext>
            </a:extLst>
          </p:cNvPr>
          <p:cNvSpPr txBox="1"/>
          <p:nvPr/>
        </p:nvSpPr>
        <p:spPr>
          <a:xfrm>
            <a:off x="8008404" y="539623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17p</a:t>
            </a:r>
            <a:endParaRPr lang="ko-KR" altLang="en-US" sz="1000" dirty="0"/>
          </a:p>
        </p:txBody>
      </p:sp>
      <p:sp>
        <p:nvSpPr>
          <p:cNvPr id="81" name="직선 연결선 80">
            <a:extLst>
              <a:ext uri="{FF2B5EF4-FFF2-40B4-BE49-F238E27FC236}">
                <a16:creationId xmlns:a16="http://schemas.microsoft.com/office/drawing/2014/main" id="{63F040BE-7C2A-0C3A-F5AB-80C8E9F93E27}"/>
              </a:ext>
            </a:extLst>
          </p:cNvPr>
          <p:cNvSpPr>
            <a:spLocks noGrp="1"/>
          </p:cNvSpPr>
          <p:nvPr/>
        </p:nvSpPr>
        <p:spPr>
          <a:xfrm rot="5400000">
            <a:off x="3667923" y="3852297"/>
            <a:ext cx="5135113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863230-6953-D99D-4D58-3427C3472222}"/>
              </a:ext>
            </a:extLst>
          </p:cNvPr>
          <p:cNvSpPr txBox="1"/>
          <p:nvPr/>
        </p:nvSpPr>
        <p:spPr>
          <a:xfrm>
            <a:off x="1992824" y="145882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3-5p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29E4-A393-8B0F-83D7-A3AF3110E0E5}"/>
              </a:ext>
            </a:extLst>
          </p:cNvPr>
          <p:cNvSpPr txBox="1"/>
          <p:nvPr/>
        </p:nvSpPr>
        <p:spPr>
          <a:xfrm>
            <a:off x="1992823" y="317908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6p</a:t>
            </a:r>
            <a:endParaRPr lang="ko-KR" altLang="en-US" sz="1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8978F0-565B-6072-335A-97B4D3F8CF70}"/>
              </a:ext>
            </a:extLst>
          </p:cNvPr>
          <p:cNvSpPr txBox="1"/>
          <p:nvPr/>
        </p:nvSpPr>
        <p:spPr>
          <a:xfrm>
            <a:off x="1992822" y="460385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7-11p</a:t>
            </a:r>
            <a:endParaRPr lang="ko-KR" altLang="en-US" sz="1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A33A9C-A1F8-B0DF-55B5-0FBAA3075441}"/>
              </a:ext>
            </a:extLst>
          </p:cNvPr>
          <p:cNvSpPr txBox="1"/>
          <p:nvPr/>
        </p:nvSpPr>
        <p:spPr>
          <a:xfrm>
            <a:off x="8008402" y="145882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· · ·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12p</a:t>
            </a:r>
            <a:endParaRPr lang="ko-KR" altLang="en-US" sz="1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BDD7264-2CCF-B49E-FC24-3790A3B689ED}"/>
              </a:ext>
            </a:extLst>
          </p:cNvPr>
          <p:cNvSpPr txBox="1"/>
          <p:nvPr/>
        </p:nvSpPr>
        <p:spPr>
          <a:xfrm>
            <a:off x="8008402" y="2419889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13-14p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2655DC-1608-123F-E185-768322B89551}"/>
              </a:ext>
            </a:extLst>
          </p:cNvPr>
          <p:cNvSpPr txBox="1"/>
          <p:nvPr/>
        </p:nvSpPr>
        <p:spPr>
          <a:xfrm>
            <a:off x="8008402" y="364549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15-16p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28F81D-1A8C-B70D-76F6-6FD2C1296420}"/>
              </a:ext>
            </a:extLst>
          </p:cNvPr>
          <p:cNvSpPr txBox="1"/>
          <p:nvPr/>
        </p:nvSpPr>
        <p:spPr>
          <a:xfrm>
            <a:off x="7912670" y="4953237"/>
            <a:ext cx="3315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17-19p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24D-21E0-ABAE-FD3E-B5D443C8908F}"/>
              </a:ext>
            </a:extLst>
          </p:cNvPr>
          <p:cNvSpPr txBox="1"/>
          <p:nvPr/>
        </p:nvSpPr>
        <p:spPr>
          <a:xfrm>
            <a:off x="1992820" y="571303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10p</a:t>
            </a:r>
            <a:endParaRPr lang="ko-KR" alt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E3487-76E7-7334-117F-7E9711DEE41F}"/>
              </a:ext>
            </a:extLst>
          </p:cNvPr>
          <p:cNvSpPr txBox="1"/>
          <p:nvPr/>
        </p:nvSpPr>
        <p:spPr>
          <a:xfrm>
            <a:off x="8008403" y="5601316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18p</a:t>
            </a:r>
            <a:endParaRPr lang="ko-KR" alt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6DFCAF-42B4-4FE4-93BF-9DE1351D2131}"/>
              </a:ext>
            </a:extLst>
          </p:cNvPr>
          <p:cNvSpPr txBox="1"/>
          <p:nvPr/>
        </p:nvSpPr>
        <p:spPr>
          <a:xfrm>
            <a:off x="1990401" y="593100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11p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6AA0D-5B11-3131-FB9E-73035E3DA738}"/>
              </a:ext>
            </a:extLst>
          </p:cNvPr>
          <p:cNvSpPr txBox="1"/>
          <p:nvPr/>
        </p:nvSpPr>
        <p:spPr>
          <a:xfrm>
            <a:off x="8008402" y="434713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16p</a:t>
            </a:r>
            <a:endParaRPr lang="ko-KR" altLang="en-US" sz="1000" dirty="0"/>
          </a:p>
        </p:txBody>
      </p:sp>
      <p:sp>
        <p:nvSpPr>
          <p:cNvPr id="14" name="직선 연결선 13">
            <a:extLst>
              <a:ext uri="{FF2B5EF4-FFF2-40B4-BE49-F238E27FC236}">
                <a16:creationId xmlns:a16="http://schemas.microsoft.com/office/drawing/2014/main" id="{A79FF991-F125-0CC2-B349-8DFB8212F90D}"/>
              </a:ext>
            </a:extLst>
          </p:cNvPr>
          <p:cNvSpPr>
            <a:spLocks noGrp="1"/>
          </p:cNvSpPr>
          <p:nvPr/>
        </p:nvSpPr>
        <p:spPr>
          <a:xfrm>
            <a:off x="1468972" y="1811503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직선 연결선 16">
            <a:extLst>
              <a:ext uri="{FF2B5EF4-FFF2-40B4-BE49-F238E27FC236}">
                <a16:creationId xmlns:a16="http://schemas.microsoft.com/office/drawing/2014/main" id="{D01B729F-202A-1D90-2448-7EEF70D9F2EB}"/>
              </a:ext>
            </a:extLst>
          </p:cNvPr>
          <p:cNvSpPr>
            <a:spLocks noGrp="1"/>
          </p:cNvSpPr>
          <p:nvPr/>
        </p:nvSpPr>
        <p:spPr>
          <a:xfrm>
            <a:off x="7484553" y="1811503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5CD1FFCB-BB59-7DD9-FC3E-C30CCBBC36A6}"/>
              </a:ext>
            </a:extLst>
          </p:cNvPr>
          <p:cNvSpPr>
            <a:spLocks noGrp="1"/>
          </p:cNvSpPr>
          <p:nvPr/>
        </p:nvSpPr>
        <p:spPr>
          <a:xfrm>
            <a:off x="7484553" y="2787089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직선 연결선 25">
            <a:extLst>
              <a:ext uri="{FF2B5EF4-FFF2-40B4-BE49-F238E27FC236}">
                <a16:creationId xmlns:a16="http://schemas.microsoft.com/office/drawing/2014/main" id="{A97635EE-292C-8819-B932-86961DBFFD88}"/>
              </a:ext>
            </a:extLst>
          </p:cNvPr>
          <p:cNvSpPr>
            <a:spLocks noGrp="1"/>
          </p:cNvSpPr>
          <p:nvPr/>
        </p:nvSpPr>
        <p:spPr>
          <a:xfrm>
            <a:off x="7484553" y="4012361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" name="직선 연결선 32">
            <a:extLst>
              <a:ext uri="{FF2B5EF4-FFF2-40B4-BE49-F238E27FC236}">
                <a16:creationId xmlns:a16="http://schemas.microsoft.com/office/drawing/2014/main" id="{88C0EC03-F9E2-8BA7-8ABB-F6794EB7F96C}"/>
              </a:ext>
            </a:extLst>
          </p:cNvPr>
          <p:cNvSpPr>
            <a:spLocks noGrp="1"/>
          </p:cNvSpPr>
          <p:nvPr/>
        </p:nvSpPr>
        <p:spPr>
          <a:xfrm>
            <a:off x="1468972" y="3530429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395C848E-1DDD-D9D7-FE77-599E03B7A5B8}"/>
              </a:ext>
            </a:extLst>
          </p:cNvPr>
          <p:cNvSpPr>
            <a:spLocks noGrp="1"/>
          </p:cNvSpPr>
          <p:nvPr/>
        </p:nvSpPr>
        <p:spPr>
          <a:xfrm>
            <a:off x="1468972" y="4955310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9" name="직선 연결선 68">
            <a:extLst>
              <a:ext uri="{FF2B5EF4-FFF2-40B4-BE49-F238E27FC236}">
                <a16:creationId xmlns:a16="http://schemas.microsoft.com/office/drawing/2014/main" id="{7D384E04-0B33-3ED7-2B13-85CADBECCEA4}"/>
              </a:ext>
            </a:extLst>
          </p:cNvPr>
          <p:cNvSpPr>
            <a:spLocks noGrp="1"/>
          </p:cNvSpPr>
          <p:nvPr/>
        </p:nvSpPr>
        <p:spPr>
          <a:xfrm>
            <a:off x="7513402" y="5333026"/>
            <a:ext cx="3714725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D96200F-A1C6-1C9C-7431-F2794FBC4F31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581991-261E-F73A-E819-88079D10BA59}"/>
              </a:ext>
            </a:extLst>
          </p:cNvPr>
          <p:cNvSpPr txBox="1"/>
          <p:nvPr/>
        </p:nvSpPr>
        <p:spPr>
          <a:xfrm>
            <a:off x="7832559" y="5837835"/>
            <a:ext cx="3395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19p</a:t>
            </a:r>
            <a:endParaRPr lang="ko-KR" altLang="en-US" sz="1000" dirty="0"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91A424A9-F897-47AF-FEAF-D3DEF042B0AC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FA3E7604-1B96-28A8-5606-732F8BB940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823" y="182562"/>
            <a:ext cx="913749" cy="71412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974FAEE-C41F-6462-E8CE-1CC233F723CF}"/>
              </a:ext>
            </a:extLst>
          </p:cNvPr>
          <p:cNvSpPr txBox="1"/>
          <p:nvPr/>
        </p:nvSpPr>
        <p:spPr>
          <a:xfrm>
            <a:off x="7909491" y="3084387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14p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D84FF-9D33-C121-71B9-B7C38FDF0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77946E21-2495-3F8B-2160-06C229834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012"/>
                    </a14:imgEffect>
                    <a14:imgEffect>
                      <a14:saturation sat="60000"/>
                    </a14:imgEffect>
                    <a14:imgEffect>
                      <a14:brightnessContrast bright="-5000" contrast="-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8" y="2156408"/>
            <a:ext cx="5098768" cy="262252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732B3ED-3D9A-4B3B-3B64-67EFEB5DE508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3E4991-F650-076A-B750-7B8AAD9849C9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시스템 개요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13B945-B1D1-0780-4398-16D061E06177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F21E95D-E35D-FD72-77F6-532AA895D35F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5FDF4F5-B658-5A4C-9108-279E1A110019}"/>
              </a:ext>
            </a:extLst>
          </p:cNvPr>
          <p:cNvSpPr/>
          <p:nvPr/>
        </p:nvSpPr>
        <p:spPr>
          <a:xfrm>
            <a:off x="6294148" y="4459012"/>
            <a:ext cx="5218308" cy="884922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설계 의도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880D50-4382-1D7B-60EA-865DF4A28E1B}"/>
              </a:ext>
            </a:extLst>
          </p:cNvPr>
          <p:cNvSpPr txBox="1"/>
          <p:nvPr/>
        </p:nvSpPr>
        <p:spPr>
          <a:xfrm>
            <a:off x="7464068" y="4524530"/>
            <a:ext cx="3711414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평소에는 의식하지 않는 호흡을 플레이어가 판단하고 조절하는 행동으로 전환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은식 </a:t>
            </a:r>
            <a:r>
              <a:rPr lang="en-US" altLang="ko-KR" sz="1000" dirty="0"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환경 대응 </a:t>
            </a:r>
            <a:r>
              <a:rPr lang="en-US" altLang="ko-KR" sz="1000" dirty="0"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cs typeface="맑은 고딕"/>
              </a:rPr>
              <a:t>이동이 하나의 입력으로 연결됨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1B30B36A-6651-D633-E21C-EB5BD7711A59}"/>
              </a:ext>
            </a:extLst>
          </p:cNvPr>
          <p:cNvSpPr/>
          <p:nvPr/>
        </p:nvSpPr>
        <p:spPr>
          <a:xfrm>
            <a:off x="6294148" y="3704500"/>
            <a:ext cx="5218329" cy="460590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재미 구조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0BF0583-87E7-E450-0B3E-E9B6D3E67ED2}"/>
              </a:ext>
            </a:extLst>
          </p:cNvPr>
          <p:cNvSpPr txBox="1"/>
          <p:nvPr/>
        </p:nvSpPr>
        <p:spPr>
          <a:xfrm>
            <a:off x="7456548" y="3831755"/>
            <a:ext cx="40262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관찰과 준비 → 긴장 속 실행 → 안전 지점 도달의 해소 → </a:t>
            </a:r>
            <a:r>
              <a:rPr lang="ko-KR" altLang="en-US" sz="100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재준비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2DF1DBAD-9BD9-0D85-7870-410D165B6CB5}"/>
              </a:ext>
            </a:extLst>
          </p:cNvPr>
          <p:cNvSpPr/>
          <p:nvPr/>
        </p:nvSpPr>
        <p:spPr>
          <a:xfrm>
            <a:off x="6294148" y="2949988"/>
            <a:ext cx="5218341" cy="460590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슬로건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F211669-11FF-B227-39BD-CC0817258D18}"/>
              </a:ext>
            </a:extLst>
          </p:cNvPr>
          <p:cNvSpPr txBox="1"/>
          <p:nvPr/>
        </p:nvSpPr>
        <p:spPr>
          <a:xfrm>
            <a:off x="7485520" y="3056427"/>
            <a:ext cx="3689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“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쉬는 순간조차 선택이 된다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.”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3AABBB91-D5C7-1406-B5B5-67BE68148134}"/>
              </a:ext>
            </a:extLst>
          </p:cNvPr>
          <p:cNvSpPr/>
          <p:nvPr/>
        </p:nvSpPr>
        <p:spPr>
          <a:xfrm>
            <a:off x="6294149" y="2093147"/>
            <a:ext cx="5218346" cy="60744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시스템 정의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E71535A-B0D6-3BEA-A1F1-11DD0661BD09}"/>
              </a:ext>
            </a:extLst>
          </p:cNvPr>
          <p:cNvSpPr txBox="1"/>
          <p:nvPr/>
        </p:nvSpPr>
        <p:spPr>
          <a:xfrm>
            <a:off x="7568407" y="2139095"/>
            <a:ext cx="3914433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플레이어가 들숨 → 숨 참기 → 날숨을 직접 조작하여 적 감지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공기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 이동을 하나의 호흡 자원으로 대응하는 핵심 시스템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E223EB1-26B0-34AE-AFE4-8668E452D365}"/>
              </a:ext>
            </a:extLst>
          </p:cNvPr>
          <p:cNvSpPr txBox="1"/>
          <p:nvPr/>
        </p:nvSpPr>
        <p:spPr>
          <a:xfrm>
            <a:off x="1626011" y="5070092"/>
            <a:ext cx="40294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악몽 세계관 기반</a:t>
            </a: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B026B912-6F65-04C5-4BDE-5AB1ACAA2340}"/>
              </a:ext>
            </a:extLst>
          </p:cNvPr>
          <p:cNvSpPr/>
          <p:nvPr/>
        </p:nvSpPr>
        <p:spPr>
          <a:xfrm>
            <a:off x="774099" y="5587744"/>
            <a:ext cx="5218346" cy="599448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소개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6B91005B-4E58-A3A3-EDF2-8C937C03AAF7}"/>
              </a:ext>
            </a:extLst>
          </p:cNvPr>
          <p:cNvSpPr/>
          <p:nvPr/>
        </p:nvSpPr>
        <p:spPr>
          <a:xfrm>
            <a:off x="6294148" y="5587613"/>
            <a:ext cx="5218308" cy="60744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플레이 효과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6B3B73AF-2258-7F88-BB26-0A44B86DEEE9}"/>
              </a:ext>
            </a:extLst>
          </p:cNvPr>
          <p:cNvSpPr txBox="1"/>
          <p:nvPr/>
        </p:nvSpPr>
        <p:spPr>
          <a:xfrm>
            <a:off x="7584612" y="5625144"/>
            <a:ext cx="3590870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위치와 공기 상태를 확인하고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어디서 호흡을 </a:t>
            </a:r>
            <a:r>
              <a:rPr lang="ko-KR" altLang="en-US" sz="100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확보할지와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다음 안전 지점까지 갈 수 있는 지를 판단하게 함</a:t>
            </a: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C5680E5-E879-546A-6874-AB9F6BEB9106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D169E05-A37A-B921-A5B4-B2114F1832A7}"/>
              </a:ext>
            </a:extLst>
          </p:cNvPr>
          <p:cNvSpPr/>
          <p:nvPr/>
        </p:nvSpPr>
        <p:spPr>
          <a:xfrm>
            <a:off x="6220149" y="1273098"/>
            <a:ext cx="5374950" cy="662788"/>
          </a:xfrm>
          <a:prstGeom prst="roundRect">
            <a:avLst/>
          </a:prstGeom>
          <a:solidFill>
            <a:srgbClr val="FFF2C7"/>
          </a:solidFill>
          <a:ln w="12700"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9531CDF-AE3E-906D-6552-BA29CA5B0ED3}"/>
              </a:ext>
            </a:extLst>
          </p:cNvPr>
          <p:cNvSpPr/>
          <p:nvPr/>
        </p:nvSpPr>
        <p:spPr>
          <a:xfrm>
            <a:off x="700057" y="1273098"/>
            <a:ext cx="5374950" cy="662788"/>
          </a:xfrm>
          <a:prstGeom prst="roundRect">
            <a:avLst/>
          </a:prstGeom>
          <a:solidFill>
            <a:srgbClr val="D9F5F1"/>
          </a:solidFill>
          <a:ln w="12700"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게임</a:t>
            </a:r>
            <a:endParaRPr lang="ko-KR" altLang="en-US" sz="2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7EDB558-B316-8823-38AF-4CBF25F076B0}"/>
              </a:ext>
            </a:extLst>
          </p:cNvPr>
          <p:cNvSpPr/>
          <p:nvPr/>
        </p:nvSpPr>
        <p:spPr>
          <a:xfrm>
            <a:off x="774097" y="4959551"/>
            <a:ext cx="5218352" cy="460657"/>
          </a:xfrm>
          <a:prstGeom prst="roundRect">
            <a:avLst/>
          </a:prstGeom>
          <a:noFill/>
          <a:ln w="12700">
            <a:solidFill>
              <a:srgbClr val="D8E3EA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배경</a:t>
            </a:r>
          </a:p>
        </p:txBody>
      </p:sp>
      <p:sp>
        <p:nvSpPr>
          <p:cNvPr id="53" name="직선 연결선 52">
            <a:extLst>
              <a:ext uri="{FF2B5EF4-FFF2-40B4-BE49-F238E27FC236}">
                <a16:creationId xmlns:a16="http://schemas.microsoft.com/office/drawing/2014/main" id="{6E4F182C-C67F-CDD0-C343-7B7A857DE19E}"/>
              </a:ext>
            </a:extLst>
          </p:cNvPr>
          <p:cNvSpPr>
            <a:spLocks noGrp="1"/>
          </p:cNvSpPr>
          <p:nvPr/>
        </p:nvSpPr>
        <p:spPr>
          <a:xfrm rot="5400000">
            <a:off x="1484108" y="5189414"/>
            <a:ext cx="2838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직선 연결선 54">
            <a:extLst>
              <a:ext uri="{FF2B5EF4-FFF2-40B4-BE49-F238E27FC236}">
                <a16:creationId xmlns:a16="http://schemas.microsoft.com/office/drawing/2014/main" id="{D681B3AF-0051-450E-FF03-0424D4CF4C30}"/>
              </a:ext>
            </a:extLst>
          </p:cNvPr>
          <p:cNvSpPr>
            <a:spLocks noGrp="1"/>
          </p:cNvSpPr>
          <p:nvPr/>
        </p:nvSpPr>
        <p:spPr>
          <a:xfrm rot="5400000">
            <a:off x="1411916" y="5887763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2113402A-EA69-AE24-CC88-36C45A738F52}"/>
              </a:ext>
            </a:extLst>
          </p:cNvPr>
          <p:cNvSpPr txBox="1"/>
          <p:nvPr/>
        </p:nvSpPr>
        <p:spPr>
          <a:xfrm>
            <a:off x="1626011" y="5620234"/>
            <a:ext cx="402942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부모가 자주 집을 비우는 아이가 악몽 속에서 뒤틀린 집과 인형들을 지나 현실로 돌아가는 여정</a:t>
            </a:r>
          </a:p>
        </p:txBody>
      </p:sp>
      <p:sp>
        <p:nvSpPr>
          <p:cNvPr id="58" name="직선 연결선 57">
            <a:extLst>
              <a:ext uri="{FF2B5EF4-FFF2-40B4-BE49-F238E27FC236}">
                <a16:creationId xmlns:a16="http://schemas.microsoft.com/office/drawing/2014/main" id="{2C8A9089-C0F4-70D0-78CD-45821EBE1C51}"/>
              </a:ext>
            </a:extLst>
          </p:cNvPr>
          <p:cNvSpPr>
            <a:spLocks noGrp="1"/>
          </p:cNvSpPr>
          <p:nvPr/>
        </p:nvSpPr>
        <p:spPr>
          <a:xfrm rot="5400000">
            <a:off x="7354313" y="2415465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2" name="직선 연결선 61">
            <a:extLst>
              <a:ext uri="{FF2B5EF4-FFF2-40B4-BE49-F238E27FC236}">
                <a16:creationId xmlns:a16="http://schemas.microsoft.com/office/drawing/2014/main" id="{64074A10-033F-4AA1-99F9-C4DAAA6472C3}"/>
              </a:ext>
            </a:extLst>
          </p:cNvPr>
          <p:cNvSpPr>
            <a:spLocks noGrp="1"/>
          </p:cNvSpPr>
          <p:nvPr/>
        </p:nvSpPr>
        <p:spPr>
          <a:xfrm rot="5400000">
            <a:off x="7115376" y="3179879"/>
            <a:ext cx="300256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71AEA8B7-2922-97B9-FBCB-3DBD54F23DEC}"/>
              </a:ext>
            </a:extLst>
          </p:cNvPr>
          <p:cNvSpPr>
            <a:spLocks noGrp="1"/>
          </p:cNvSpPr>
          <p:nvPr/>
        </p:nvSpPr>
        <p:spPr>
          <a:xfrm rot="5400000">
            <a:off x="7298917" y="3932203"/>
            <a:ext cx="300256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직선 연결선 65">
            <a:extLst>
              <a:ext uri="{FF2B5EF4-FFF2-40B4-BE49-F238E27FC236}">
                <a16:creationId xmlns:a16="http://schemas.microsoft.com/office/drawing/2014/main" id="{432FF6A8-4BC3-F9C0-8A7D-62DE01A7CC26}"/>
              </a:ext>
            </a:extLst>
          </p:cNvPr>
          <p:cNvSpPr>
            <a:spLocks noGrp="1"/>
          </p:cNvSpPr>
          <p:nvPr/>
        </p:nvSpPr>
        <p:spPr>
          <a:xfrm rot="5400000">
            <a:off x="7138498" y="4872071"/>
            <a:ext cx="644874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8" name="직선 연결선 67">
            <a:extLst>
              <a:ext uri="{FF2B5EF4-FFF2-40B4-BE49-F238E27FC236}">
                <a16:creationId xmlns:a16="http://schemas.microsoft.com/office/drawing/2014/main" id="{9F63932C-6E0D-B446-F795-1EE5BCD71000}"/>
              </a:ext>
            </a:extLst>
          </p:cNvPr>
          <p:cNvSpPr>
            <a:spLocks noGrp="1"/>
          </p:cNvSpPr>
          <p:nvPr/>
        </p:nvSpPr>
        <p:spPr>
          <a:xfrm rot="5400000">
            <a:off x="7370517" y="5899936"/>
            <a:ext cx="42819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1A75E0-B9CE-1286-60AA-3889F088F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48" y="5695554"/>
            <a:ext cx="397663" cy="39766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91A8B04-535A-B734-EB26-C6F913608A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704" y="2242349"/>
            <a:ext cx="309042" cy="3090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383B1FC-ED11-2869-BD4C-52F267643A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10" y="3029752"/>
            <a:ext cx="299102" cy="2991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98E5946-A405-C1F3-625E-B1AFB6E766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132" y="3782076"/>
            <a:ext cx="300256" cy="30025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F677279-936E-3492-22F8-6BD2231E78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993" y="4721089"/>
            <a:ext cx="302464" cy="302462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B3E2E73-5FA0-5C68-0A51-8A3800360F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392" y="5683217"/>
            <a:ext cx="397663" cy="39766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CA9EA95-DE6F-E716-61B2-4AAEB37CEC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275" y="5034894"/>
            <a:ext cx="309042" cy="30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73A8-96B6-C6C1-48E5-1E6B0A80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72489422-08E1-F55F-21D2-E703AD01E97A}"/>
              </a:ext>
            </a:extLst>
          </p:cNvPr>
          <p:cNvSpPr/>
          <p:nvPr/>
        </p:nvSpPr>
        <p:spPr>
          <a:xfrm>
            <a:off x="6783619" y="5013737"/>
            <a:ext cx="1329903" cy="757871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A2EAD6D-D8F1-2B44-FE83-3BC5C64C9524}"/>
              </a:ext>
            </a:extLst>
          </p:cNvPr>
          <p:cNvSpPr txBox="1"/>
          <p:nvPr/>
        </p:nvSpPr>
        <p:spPr>
          <a:xfrm>
            <a:off x="8066608" y="5245709"/>
            <a:ext cx="31290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9C98BA-4A88-D71B-3009-2E59BD439094}"/>
              </a:ext>
            </a:extLst>
          </p:cNvPr>
          <p:cNvSpPr txBox="1"/>
          <p:nvPr/>
        </p:nvSpPr>
        <p:spPr>
          <a:xfrm>
            <a:off x="7070406" y="5126369"/>
            <a:ext cx="734495" cy="4840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들숨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확보</a:t>
            </a: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DDD4B04D-3E0F-D51C-F449-8D815144C6F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DA011F-47EF-E21D-B7EA-C64B5D457C85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시스템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12C564D-8B4E-1D19-C31D-5C490CE66CA2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BBD318-5B71-6AA8-EDE9-AD3D52821007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타원 104">
            <a:extLst>
              <a:ext uri="{FF2B5EF4-FFF2-40B4-BE49-F238E27FC236}">
                <a16:creationId xmlns:a16="http://schemas.microsoft.com/office/drawing/2014/main" id="{DA44A913-9AE1-74A2-AE66-BCE3CDCAD66B}"/>
              </a:ext>
            </a:extLst>
          </p:cNvPr>
          <p:cNvSpPr/>
          <p:nvPr/>
        </p:nvSpPr>
        <p:spPr>
          <a:xfrm>
            <a:off x="2722427" y="3600821"/>
            <a:ext cx="1500602" cy="1500602"/>
          </a:xfrm>
          <a:prstGeom prst="ellipse">
            <a:avLst/>
          </a:prstGeom>
          <a:solidFill>
            <a:srgbClr val="073B5C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2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B8512E3C-F1E1-ADBA-3F50-DA6D042BBE54}"/>
              </a:ext>
            </a:extLst>
          </p:cNvPr>
          <p:cNvSpPr/>
          <p:nvPr/>
        </p:nvSpPr>
        <p:spPr>
          <a:xfrm>
            <a:off x="1142287" y="3460167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AB7FA4A7-CCA4-5332-9EFB-FD5F39CF0CE2}"/>
              </a:ext>
            </a:extLst>
          </p:cNvPr>
          <p:cNvSpPr/>
          <p:nvPr/>
        </p:nvSpPr>
        <p:spPr>
          <a:xfrm>
            <a:off x="1186739" y="2565581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48A0E059-FC24-0702-A20A-93925B7226C7}"/>
              </a:ext>
            </a:extLst>
          </p:cNvPr>
          <p:cNvSpPr/>
          <p:nvPr/>
        </p:nvSpPr>
        <p:spPr>
          <a:xfrm>
            <a:off x="1827997" y="3992695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3ACDFCA7-32A7-C70C-EC97-F1203ED4BDE4}"/>
              </a:ext>
            </a:extLst>
          </p:cNvPr>
          <p:cNvSpPr/>
          <p:nvPr/>
        </p:nvSpPr>
        <p:spPr>
          <a:xfrm>
            <a:off x="3123156" y="2755933"/>
            <a:ext cx="822503" cy="822503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244CE8FA-A45C-D69E-6DB8-4B456542C86C}"/>
              </a:ext>
            </a:extLst>
          </p:cNvPr>
          <p:cNvSpPr/>
          <p:nvPr/>
        </p:nvSpPr>
        <p:spPr>
          <a:xfrm>
            <a:off x="1422134" y="1683961"/>
            <a:ext cx="822503" cy="822503"/>
          </a:xfrm>
          <a:prstGeom prst="ellipse">
            <a:avLst/>
          </a:prstGeom>
          <a:solidFill>
            <a:srgbClr val="F0EAEB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773D59BD-112C-777A-91AD-EBF5CA7C2799}"/>
              </a:ext>
            </a:extLst>
          </p:cNvPr>
          <p:cNvSpPr/>
          <p:nvPr/>
        </p:nvSpPr>
        <p:spPr>
          <a:xfrm>
            <a:off x="3198050" y="1866615"/>
            <a:ext cx="822503" cy="822503"/>
          </a:xfrm>
          <a:prstGeom prst="ellipse">
            <a:avLst/>
          </a:prstGeom>
          <a:solidFill>
            <a:srgbClr val="F0EAEB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7B687825-A8D3-6988-5634-0C9CF9C4E141}"/>
              </a:ext>
            </a:extLst>
          </p:cNvPr>
          <p:cNvSpPr/>
          <p:nvPr/>
        </p:nvSpPr>
        <p:spPr>
          <a:xfrm>
            <a:off x="2086018" y="573376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</a:p>
        </p:txBody>
      </p:sp>
      <p:sp>
        <p:nvSpPr>
          <p:cNvPr id="121" name="타원 120">
            <a:extLst>
              <a:ext uri="{FF2B5EF4-FFF2-40B4-BE49-F238E27FC236}">
                <a16:creationId xmlns:a16="http://schemas.microsoft.com/office/drawing/2014/main" id="{D3812E43-41D5-D579-186A-F46C805A60DE}"/>
              </a:ext>
            </a:extLst>
          </p:cNvPr>
          <p:cNvSpPr/>
          <p:nvPr/>
        </p:nvSpPr>
        <p:spPr>
          <a:xfrm>
            <a:off x="1956824" y="2874799"/>
            <a:ext cx="1096626" cy="1096626"/>
          </a:xfrm>
          <a:prstGeom prst="ellipse">
            <a:avLst/>
          </a:prstGeom>
          <a:solidFill>
            <a:srgbClr val="DDEEFF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</a:p>
        </p:txBody>
      </p:sp>
      <p:sp>
        <p:nvSpPr>
          <p:cNvPr id="123" name="타원 122">
            <a:extLst>
              <a:ext uri="{FF2B5EF4-FFF2-40B4-BE49-F238E27FC236}">
                <a16:creationId xmlns:a16="http://schemas.microsoft.com/office/drawing/2014/main" id="{8BA1161D-59AD-D088-FD51-269E2D10181B}"/>
              </a:ext>
            </a:extLst>
          </p:cNvPr>
          <p:cNvSpPr/>
          <p:nvPr/>
        </p:nvSpPr>
        <p:spPr>
          <a:xfrm>
            <a:off x="3962631" y="4851361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</a:t>
            </a:r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736EA325-7C8C-2007-A4DF-A93E74D40F5E}"/>
              </a:ext>
            </a:extLst>
          </p:cNvPr>
          <p:cNvSpPr/>
          <p:nvPr/>
        </p:nvSpPr>
        <p:spPr>
          <a:xfrm>
            <a:off x="3935247" y="573376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9E84073E-3125-FF48-DA4C-8919B6120EDE}"/>
              </a:ext>
            </a:extLst>
          </p:cNvPr>
          <p:cNvSpPr/>
          <p:nvPr/>
        </p:nvSpPr>
        <p:spPr>
          <a:xfrm>
            <a:off x="2025507" y="4900128"/>
            <a:ext cx="822503" cy="822503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9" name="타원 128">
            <a:extLst>
              <a:ext uri="{FF2B5EF4-FFF2-40B4-BE49-F238E27FC236}">
                <a16:creationId xmlns:a16="http://schemas.microsoft.com/office/drawing/2014/main" id="{0CBDDF30-2F9B-F3DA-CCB3-7372C0BAC0CD}"/>
              </a:ext>
            </a:extLst>
          </p:cNvPr>
          <p:cNvSpPr/>
          <p:nvPr/>
        </p:nvSpPr>
        <p:spPr>
          <a:xfrm>
            <a:off x="2838622" y="5147910"/>
            <a:ext cx="1096626" cy="1096626"/>
          </a:xfrm>
          <a:prstGeom prst="ellipse">
            <a:avLst/>
          </a:prstGeom>
          <a:solidFill>
            <a:srgbClr val="FFF2C7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</a:p>
        </p:txBody>
      </p:sp>
      <p:sp>
        <p:nvSpPr>
          <p:cNvPr id="131" name="타원 130">
            <a:extLst>
              <a:ext uri="{FF2B5EF4-FFF2-40B4-BE49-F238E27FC236}">
                <a16:creationId xmlns:a16="http://schemas.microsoft.com/office/drawing/2014/main" id="{92785E8F-6685-CF0B-6F2B-61CDE1F8FC22}"/>
              </a:ext>
            </a:extLst>
          </p:cNvPr>
          <p:cNvSpPr/>
          <p:nvPr/>
        </p:nvSpPr>
        <p:spPr>
          <a:xfrm>
            <a:off x="1141995" y="4615185"/>
            <a:ext cx="822503" cy="822503"/>
          </a:xfrm>
          <a:prstGeom prst="ellipse">
            <a:avLst/>
          </a:prstGeom>
          <a:solidFill>
            <a:srgbClr val="EDE4F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</a:t>
            </a: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1AB59603-1F37-B107-8009-888D2E174F5A}"/>
              </a:ext>
            </a:extLst>
          </p:cNvPr>
          <p:cNvSpPr/>
          <p:nvPr/>
        </p:nvSpPr>
        <p:spPr>
          <a:xfrm>
            <a:off x="2291938" y="2015907"/>
            <a:ext cx="822503" cy="822503"/>
          </a:xfrm>
          <a:prstGeom prst="ellipse">
            <a:avLst/>
          </a:prstGeom>
          <a:solidFill>
            <a:srgbClr val="EDE4F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8B04972A-1DA6-5164-BB17-412664631C79}"/>
              </a:ext>
            </a:extLst>
          </p:cNvPr>
          <p:cNvSpPr/>
          <p:nvPr/>
        </p:nvSpPr>
        <p:spPr>
          <a:xfrm>
            <a:off x="4720977" y="5362815"/>
            <a:ext cx="822503" cy="822503"/>
          </a:xfrm>
          <a:prstGeom prst="ellipse">
            <a:avLst/>
          </a:prstGeom>
          <a:solidFill>
            <a:srgbClr val="D9F5F1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</a:t>
            </a: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B359DA2-8968-970B-FB12-E8182B388CE6}"/>
              </a:ext>
            </a:extLst>
          </p:cNvPr>
          <p:cNvSpPr/>
          <p:nvPr/>
        </p:nvSpPr>
        <p:spPr>
          <a:xfrm>
            <a:off x="4209437" y="3241803"/>
            <a:ext cx="1096626" cy="1096626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</a:t>
            </a:r>
            <a:endParaRPr lang="en-US" altLang="ko-KR" sz="15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FDEDB261-CE34-679F-0A16-A63868ACD454}"/>
              </a:ext>
            </a:extLst>
          </p:cNvPr>
          <p:cNvSpPr/>
          <p:nvPr/>
        </p:nvSpPr>
        <p:spPr>
          <a:xfrm>
            <a:off x="4719311" y="4363507"/>
            <a:ext cx="822503" cy="822503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9735749F-58FD-9780-5265-49AD46FB8940}"/>
              </a:ext>
            </a:extLst>
          </p:cNvPr>
          <p:cNvSpPr/>
          <p:nvPr/>
        </p:nvSpPr>
        <p:spPr>
          <a:xfrm>
            <a:off x="3975908" y="2441923"/>
            <a:ext cx="822503" cy="822503"/>
          </a:xfrm>
          <a:prstGeom prst="ellipse">
            <a:avLst/>
          </a:prstGeom>
          <a:solidFill>
            <a:srgbClr val="D8E3EA"/>
          </a:solidFill>
          <a:ln w="1270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27000" h="1270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소비</a:t>
            </a:r>
            <a:endParaRPr lang="ko-KR" altLang="en-US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B76131-AEE3-E550-72C3-69684F0AD487}"/>
              </a:ext>
            </a:extLst>
          </p:cNvPr>
          <p:cNvSpPr/>
          <p:nvPr/>
        </p:nvSpPr>
        <p:spPr>
          <a:xfrm>
            <a:off x="907296" y="1168064"/>
            <a:ext cx="4833562" cy="381704"/>
          </a:xfrm>
          <a:prstGeom prst="roundRect">
            <a:avLst/>
          </a:prstGeom>
          <a:solidFill>
            <a:srgbClr val="073B5C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</a:t>
            </a:r>
            <a:r>
              <a:rPr lang="ko-KR" altLang="en-US" sz="15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볼륨맵</a:t>
            </a:r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 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AI 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반응의 연결 범위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8732837-36BB-6941-6E28-41B8C02D7C8E}"/>
              </a:ext>
            </a:extLst>
          </p:cNvPr>
          <p:cNvSpPr/>
          <p:nvPr/>
        </p:nvSpPr>
        <p:spPr>
          <a:xfrm>
            <a:off x="6586242" y="1166522"/>
            <a:ext cx="4833562" cy="5316829"/>
          </a:xfrm>
          <a:prstGeom prst="roundRect">
            <a:avLst>
              <a:gd name="adj" fmla="val 4827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B14578E-570B-1AED-9233-F92690E67D1A}"/>
              </a:ext>
            </a:extLst>
          </p:cNvPr>
          <p:cNvSpPr/>
          <p:nvPr/>
        </p:nvSpPr>
        <p:spPr>
          <a:xfrm>
            <a:off x="6783620" y="1456349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시스템이란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D9BB9-AE00-D774-9524-41D846B991F2}"/>
              </a:ext>
            </a:extLst>
          </p:cNvPr>
          <p:cNvSpPr txBox="1"/>
          <p:nvPr/>
        </p:nvSpPr>
        <p:spPr>
          <a:xfrm>
            <a:off x="6783620" y="1815099"/>
            <a:ext cx="381386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들숨으로 호흡량을 확보하고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참기와 날숨으로 소비하며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감지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수중 이동에 대응하는 조작형 자원 시스템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38126E-214C-BC24-3736-E3C6C91BD100}"/>
              </a:ext>
            </a:extLst>
          </p:cNvPr>
          <p:cNvSpPr/>
          <p:nvPr/>
        </p:nvSpPr>
        <p:spPr>
          <a:xfrm>
            <a:off x="6793073" y="2707864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BA7D00-C882-882C-E18C-2935371F4385}"/>
              </a:ext>
            </a:extLst>
          </p:cNvPr>
          <p:cNvSpPr txBox="1"/>
          <p:nvPr/>
        </p:nvSpPr>
        <p:spPr>
          <a:xfrm>
            <a:off x="8113524" y="2729298"/>
            <a:ext cx="2614818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까지 관리하는 현재 보유 호흡량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EBE8AFD-51BD-7E74-F69B-4E6DFBB84D7E}"/>
              </a:ext>
            </a:extLst>
          </p:cNvPr>
          <p:cNvSpPr/>
          <p:nvPr/>
        </p:nvSpPr>
        <p:spPr>
          <a:xfrm>
            <a:off x="6847484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 없음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지상 사망 조건 아님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A226474-222F-CC88-A395-459908BC032F}"/>
              </a:ext>
            </a:extLst>
          </p:cNvPr>
          <p:cNvSpPr/>
          <p:nvPr/>
        </p:nvSpPr>
        <p:spPr>
          <a:xfrm>
            <a:off x="9823740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호흡량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최대 준비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주의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9822230-343A-76D9-DA2C-23FC8A8FBFFA}"/>
              </a:ext>
            </a:extLst>
          </p:cNvPr>
          <p:cNvSpPr/>
          <p:nvPr/>
        </p:nvSpPr>
        <p:spPr>
          <a:xfrm>
            <a:off x="8342487" y="3445830"/>
            <a:ext cx="1329903" cy="781727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조절 구간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 양만 확보</a:t>
            </a:r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 사용 가능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D86CC8C-0884-AF71-BFD7-A9E5787C0E0C}"/>
              </a:ext>
            </a:extLst>
          </p:cNvPr>
          <p:cNvSpPr/>
          <p:nvPr/>
        </p:nvSpPr>
        <p:spPr>
          <a:xfrm>
            <a:off x="6783619" y="4518656"/>
            <a:ext cx="1320451" cy="289091"/>
          </a:xfrm>
          <a:prstGeom prst="roundRect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 입력 구조</a:t>
            </a:r>
            <a:endParaRPr lang="ko-KR" altLang="en-US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4D86C0-C41C-D136-F087-23D634CF84BA}"/>
              </a:ext>
            </a:extLst>
          </p:cNvPr>
          <p:cNvSpPr txBox="1"/>
          <p:nvPr/>
        </p:nvSpPr>
        <p:spPr>
          <a:xfrm>
            <a:off x="8104070" y="4518656"/>
            <a:ext cx="2287806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맞춰 확보량과 소비량을 판단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9603D4AF-E89C-1F1E-5FBD-00B9A0956E11}"/>
              </a:ext>
            </a:extLst>
          </p:cNvPr>
          <p:cNvSpPr/>
          <p:nvPr/>
        </p:nvSpPr>
        <p:spPr>
          <a:xfrm>
            <a:off x="8342487" y="5013737"/>
            <a:ext cx="1329903" cy="757871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84E02885-C1AB-2ED8-C8A4-AFE1E864E584}"/>
              </a:ext>
            </a:extLst>
          </p:cNvPr>
          <p:cNvSpPr/>
          <p:nvPr/>
        </p:nvSpPr>
        <p:spPr>
          <a:xfrm>
            <a:off x="9895100" y="5003496"/>
            <a:ext cx="1329903" cy="757871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FE9237-4058-2391-5317-F16AEA3D84AC}"/>
              </a:ext>
            </a:extLst>
          </p:cNvPr>
          <p:cNvSpPr txBox="1"/>
          <p:nvPr/>
        </p:nvSpPr>
        <p:spPr>
          <a:xfrm>
            <a:off x="9629108" y="5247716"/>
            <a:ext cx="31290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91F8E1E-75FB-7812-68A2-01E79A361BC6}"/>
              </a:ext>
            </a:extLst>
          </p:cNvPr>
          <p:cNvSpPr/>
          <p:nvPr/>
        </p:nvSpPr>
        <p:spPr>
          <a:xfrm>
            <a:off x="6796351" y="5973275"/>
            <a:ext cx="4441382" cy="249804"/>
          </a:xfrm>
          <a:prstGeom prst="roundRect">
            <a:avLst/>
          </a:prstGeom>
          <a:solidFill>
            <a:srgbClr val="D8E3EA"/>
          </a:solidFill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세부 수치와 예외 처리는 이후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규칙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&gt;, &lt;</a:t>
            </a:r>
            <a:r>
              <a:rPr lang="ko-KR" altLang="en-US" sz="8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페이지에서 설명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C19E99CE-5245-BBAE-867C-F330C105A4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1851" y="5042581"/>
            <a:ext cx="300166" cy="36034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70CADB73-5C34-DEAB-BEDA-6F82C44A51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819" y="5103013"/>
            <a:ext cx="360340" cy="360340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CD021D72-8486-538D-3B04-53E1B6FF6F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64" y="5044362"/>
            <a:ext cx="297006" cy="36034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1A842F3-51A9-7BD3-4F50-01727429DED6}"/>
              </a:ext>
            </a:extLst>
          </p:cNvPr>
          <p:cNvSpPr txBox="1"/>
          <p:nvPr/>
        </p:nvSpPr>
        <p:spPr>
          <a:xfrm>
            <a:off x="8442607" y="5060269"/>
            <a:ext cx="1116011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참기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천천히 소비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적의 호흡 감지 차단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298289-0A58-3375-6FA1-205D03A895D1}"/>
              </a:ext>
            </a:extLst>
          </p:cNvPr>
          <p:cNvSpPr txBox="1"/>
          <p:nvPr/>
        </p:nvSpPr>
        <p:spPr>
          <a:xfrm>
            <a:off x="10123072" y="5059124"/>
            <a:ext cx="873957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날숨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빠르게 소비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 복귀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F5EC1B1-BC37-67D3-A843-C642D97292F9}"/>
              </a:ext>
            </a:extLst>
          </p:cNvPr>
          <p:cNvSpPr/>
          <p:nvPr/>
        </p:nvSpPr>
        <p:spPr>
          <a:xfrm>
            <a:off x="6901543" y="3167084"/>
            <a:ext cx="1165065" cy="241418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FDF39B9-A225-0717-7F6C-3B4729C478E3}"/>
              </a:ext>
            </a:extLst>
          </p:cNvPr>
          <p:cNvSpPr/>
          <p:nvPr/>
        </p:nvSpPr>
        <p:spPr>
          <a:xfrm>
            <a:off x="9942014" y="3167084"/>
            <a:ext cx="1165065" cy="241418"/>
          </a:xfrm>
          <a:prstGeom prst="roundRect">
            <a:avLst>
              <a:gd name="adj" fmla="val 50000"/>
            </a:avLst>
          </a:prstGeom>
          <a:solidFill>
            <a:srgbClr val="F7D8D8"/>
          </a:solidFill>
          <a:ln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AD88FEB-1839-40A0-545E-39DE306D8E1C}"/>
              </a:ext>
            </a:extLst>
          </p:cNvPr>
          <p:cNvSpPr/>
          <p:nvPr/>
        </p:nvSpPr>
        <p:spPr>
          <a:xfrm>
            <a:off x="7355682" y="3167740"/>
            <a:ext cx="3331368" cy="241418"/>
          </a:xfrm>
          <a:prstGeom prst="rect">
            <a:avLst/>
          </a:prstGeom>
          <a:solidFill>
            <a:srgbClr val="FFF2C7"/>
          </a:solidFill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17BC043-A0AC-4E5B-1BEA-74707BA698A2}"/>
              </a:ext>
            </a:extLst>
          </p:cNvPr>
          <p:cNvSpPr/>
          <p:nvPr/>
        </p:nvSpPr>
        <p:spPr>
          <a:xfrm>
            <a:off x="6818544" y="3129979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81CF566-CA33-87CB-0AF3-A80BA27DA28F}"/>
              </a:ext>
            </a:extLst>
          </p:cNvPr>
          <p:cNvSpPr/>
          <p:nvPr/>
        </p:nvSpPr>
        <p:spPr>
          <a:xfrm>
            <a:off x="10663144" y="3129979"/>
            <a:ext cx="439507" cy="32059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CCDECE5-F25F-E2A5-E16D-26E4FFD90DD6}"/>
              </a:ext>
            </a:extLst>
          </p:cNvPr>
          <p:cNvCxnSpPr>
            <a:cxnSpLocks/>
          </p:cNvCxnSpPr>
          <p:nvPr/>
        </p:nvCxnSpPr>
        <p:spPr>
          <a:xfrm>
            <a:off x="7037070" y="3408502"/>
            <a:ext cx="0" cy="153253"/>
          </a:xfrm>
          <a:prstGeom prst="straightConnector1">
            <a:avLst/>
          </a:prstGeom>
          <a:ln>
            <a:solidFill>
              <a:srgbClr val="69B4FF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A84B1932-3383-C9DF-F6A3-2EB4FAF417AC}"/>
              </a:ext>
            </a:extLst>
          </p:cNvPr>
          <p:cNvCxnSpPr>
            <a:cxnSpLocks/>
          </p:cNvCxnSpPr>
          <p:nvPr/>
        </p:nvCxnSpPr>
        <p:spPr>
          <a:xfrm>
            <a:off x="9015785" y="3410119"/>
            <a:ext cx="0" cy="153253"/>
          </a:xfrm>
          <a:prstGeom prst="straightConnector1">
            <a:avLst/>
          </a:prstGeom>
          <a:ln>
            <a:solidFill>
              <a:srgbClr val="FFD757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0A13C36-D2AC-AB96-0251-AF31FDABD2B0}"/>
              </a:ext>
            </a:extLst>
          </p:cNvPr>
          <p:cNvCxnSpPr>
            <a:cxnSpLocks/>
          </p:cNvCxnSpPr>
          <p:nvPr/>
        </p:nvCxnSpPr>
        <p:spPr>
          <a:xfrm>
            <a:off x="10957619" y="3410119"/>
            <a:ext cx="0" cy="153253"/>
          </a:xfrm>
          <a:prstGeom prst="straightConnector1">
            <a:avLst/>
          </a:prstGeom>
          <a:ln>
            <a:solidFill>
              <a:srgbClr val="E68686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A3E4E-63B2-1D42-79CF-BD002073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2FEBE120-410D-37DF-41A3-F5E1D2C127B7}"/>
              </a:ext>
            </a:extLst>
          </p:cNvPr>
          <p:cNvSpPr/>
          <p:nvPr/>
        </p:nvSpPr>
        <p:spPr>
          <a:xfrm>
            <a:off x="7441226" y="1233909"/>
            <a:ext cx="2289084" cy="451973"/>
          </a:xfrm>
          <a:prstGeom prst="roundRect">
            <a:avLst>
              <a:gd name="adj" fmla="val 35935"/>
            </a:avLst>
          </a:prstGeom>
          <a:solidFill>
            <a:srgbClr val="DDEEFF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CA67CE3E-1FCD-A35B-E919-59DB76F84724}"/>
              </a:ext>
            </a:extLst>
          </p:cNvPr>
          <p:cNvSpPr/>
          <p:nvPr/>
        </p:nvSpPr>
        <p:spPr>
          <a:xfrm>
            <a:off x="3317107" y="2269268"/>
            <a:ext cx="2372370" cy="942130"/>
          </a:xfrm>
          <a:prstGeom prst="roundRect">
            <a:avLst/>
          </a:prstGeom>
          <a:solidFill>
            <a:srgbClr val="D8E3E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421B1D2-027B-461D-EF79-AEB3DE9FE719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204B94-7DB6-0281-7B9E-5F024659E66E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326362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플레이 순환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440A58-E5B5-8A6F-7DFE-FBCDD9A25930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4AD9175-D6AE-43BC-598F-094EDD33B376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BABC4F5-87ED-3D84-FE8C-6BB7775EAC83}"/>
              </a:ext>
            </a:extLst>
          </p:cNvPr>
          <p:cNvSpPr/>
          <p:nvPr/>
        </p:nvSpPr>
        <p:spPr>
          <a:xfrm>
            <a:off x="6643317" y="4031232"/>
            <a:ext cx="2372370" cy="942130"/>
          </a:xfrm>
          <a:prstGeom prst="roundRect">
            <a:avLst/>
          </a:prstGeom>
          <a:solidFill>
            <a:srgbClr val="FFF2C7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B3D4C543-0FD1-B6A9-585B-065C03721635}"/>
              </a:ext>
            </a:extLst>
          </p:cNvPr>
          <p:cNvSpPr/>
          <p:nvPr/>
        </p:nvSpPr>
        <p:spPr>
          <a:xfrm>
            <a:off x="9088066" y="3150250"/>
            <a:ext cx="2372370" cy="942130"/>
          </a:xfrm>
          <a:prstGeom prst="roundRect">
            <a:avLst/>
          </a:prstGeom>
          <a:solidFill>
            <a:srgbClr val="F7D8D8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C23E7450-448F-9A5E-1B6E-910F324FBD8B}"/>
              </a:ext>
            </a:extLst>
          </p:cNvPr>
          <p:cNvSpPr/>
          <p:nvPr/>
        </p:nvSpPr>
        <p:spPr>
          <a:xfrm>
            <a:off x="6643317" y="2269268"/>
            <a:ext cx="2372370" cy="942130"/>
          </a:xfrm>
          <a:prstGeom prst="roundRect">
            <a:avLst/>
          </a:prstGeom>
          <a:solidFill>
            <a:srgbClr val="D9F5F1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D16CAF74-E44E-67D2-9C6E-378DD31C38EE}"/>
              </a:ext>
            </a:extLst>
          </p:cNvPr>
          <p:cNvSpPr/>
          <p:nvPr/>
        </p:nvSpPr>
        <p:spPr>
          <a:xfrm>
            <a:off x="3317107" y="4031232"/>
            <a:ext cx="2372370" cy="942130"/>
          </a:xfrm>
          <a:prstGeom prst="roundRect">
            <a:avLst/>
          </a:prstGeom>
          <a:solidFill>
            <a:srgbClr val="DDEEFF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2AC6916-1DA1-EDAC-4CAB-0F39464D9E0F}"/>
              </a:ext>
            </a:extLst>
          </p:cNvPr>
          <p:cNvSpPr/>
          <p:nvPr/>
        </p:nvSpPr>
        <p:spPr>
          <a:xfrm>
            <a:off x="873451" y="3150251"/>
            <a:ext cx="2372370" cy="942130"/>
          </a:xfrm>
          <a:prstGeom prst="roundRect">
            <a:avLst/>
          </a:prstGeom>
          <a:solidFill>
            <a:srgbClr val="EDE4F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9A69805-811E-7254-A2D0-A5F0A34F414D}"/>
              </a:ext>
            </a:extLst>
          </p:cNvPr>
          <p:cNvSpPr/>
          <p:nvPr/>
        </p:nvSpPr>
        <p:spPr>
          <a:xfrm>
            <a:off x="956972" y="1159467"/>
            <a:ext cx="10419943" cy="607444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호흡을 준비하고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위험을 통과한 뒤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숨을 확보하는 플레이 경험의 반복 구조</a:t>
            </a:r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3AD4B8FD-7CD7-27C8-EB92-2F9FF6C2A545}"/>
              </a:ext>
            </a:extLst>
          </p:cNvPr>
          <p:cNvCxnSpPr>
            <a:cxnSpLocks/>
            <a:stCxn id="130" idx="3"/>
            <a:endCxn id="109" idx="0"/>
          </p:cNvCxnSpPr>
          <p:nvPr/>
        </p:nvCxnSpPr>
        <p:spPr>
          <a:xfrm>
            <a:off x="9015687" y="2740333"/>
            <a:ext cx="1348771" cy="421876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3B45CA21-56A0-B12D-030D-A643E780965D}"/>
              </a:ext>
            </a:extLst>
          </p:cNvPr>
          <p:cNvCxnSpPr>
            <a:cxnSpLocks/>
            <a:stCxn id="100" idx="2"/>
            <a:endCxn id="17" idx="3"/>
          </p:cNvCxnSpPr>
          <p:nvPr/>
        </p:nvCxnSpPr>
        <p:spPr>
          <a:xfrm rot="5400000">
            <a:off x="9440011" y="3668056"/>
            <a:ext cx="409917" cy="1258564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E376BF47-80FD-519A-0F6E-CC5BCBA06BDC}"/>
              </a:ext>
            </a:extLst>
          </p:cNvPr>
          <p:cNvCxnSpPr>
            <a:cxnSpLocks/>
            <a:stCxn id="169" idx="1"/>
            <a:endCxn id="20" idx="2"/>
          </p:cNvCxnSpPr>
          <p:nvPr/>
        </p:nvCxnSpPr>
        <p:spPr>
          <a:xfrm rot="10800000">
            <a:off x="2059637" y="4092381"/>
            <a:ext cx="1257471" cy="409916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B08063DA-41DE-826F-6FBD-7966A4AF4B80}"/>
              </a:ext>
            </a:extLst>
          </p:cNvPr>
          <p:cNvCxnSpPr>
            <a:cxnSpLocks/>
            <a:stCxn id="134" idx="0"/>
            <a:endCxn id="4" idx="1"/>
          </p:cNvCxnSpPr>
          <p:nvPr/>
        </p:nvCxnSpPr>
        <p:spPr>
          <a:xfrm rot="5400000" flipH="1" flipV="1">
            <a:off x="2429447" y="2327635"/>
            <a:ext cx="436119" cy="1233031"/>
          </a:xfrm>
          <a:prstGeom prst="curvedConnector2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15D6E03-2364-FD17-DA1F-78ED53ACEB22}"/>
              </a:ext>
            </a:extLst>
          </p:cNvPr>
          <p:cNvCxnSpPr>
            <a:cxnSpLocks/>
            <a:stCxn id="145" idx="3"/>
          </p:cNvCxnSpPr>
          <p:nvPr/>
        </p:nvCxnSpPr>
        <p:spPr>
          <a:xfrm>
            <a:off x="5689477" y="2740333"/>
            <a:ext cx="981198" cy="0"/>
          </a:xfrm>
          <a:prstGeom prst="straightConnector1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E824590-2DA9-087B-6806-23EEC45A8FA0}"/>
              </a:ext>
            </a:extLst>
          </p:cNvPr>
          <p:cNvCxnSpPr>
            <a:cxnSpLocks/>
            <a:stCxn id="17" idx="1"/>
            <a:endCxn id="169" idx="3"/>
          </p:cNvCxnSpPr>
          <p:nvPr/>
        </p:nvCxnSpPr>
        <p:spPr>
          <a:xfrm flipH="1">
            <a:off x="5689477" y="4502297"/>
            <a:ext cx="953840" cy="0"/>
          </a:xfrm>
          <a:prstGeom prst="straightConnector1">
            <a:avLst/>
          </a:prstGeom>
          <a:ln w="25400">
            <a:solidFill>
              <a:srgbClr val="11284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8E6B5AE-AF13-C609-B3C9-EB060A461409}"/>
              </a:ext>
            </a:extLst>
          </p:cNvPr>
          <p:cNvSpPr>
            <a:spLocks noGrp="1"/>
          </p:cNvSpPr>
          <p:nvPr/>
        </p:nvSpPr>
        <p:spPr>
          <a:xfrm>
            <a:off x="11595099" y="6303964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CB72A75-2573-326B-4FDB-F85B2EE9F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6" t="2736" r="72721" b="61905"/>
          <a:stretch>
            <a:fillRect/>
          </a:stretch>
        </p:blipFill>
        <p:spPr>
          <a:xfrm>
            <a:off x="3264022" y="2226577"/>
            <a:ext cx="807427" cy="9990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951F393-8C4E-B9D4-9386-D06E4B5CB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5" t="2245" r="45121" b="57301"/>
          <a:stretch>
            <a:fillRect/>
          </a:stretch>
        </p:blipFill>
        <p:spPr>
          <a:xfrm>
            <a:off x="6436733" y="2136144"/>
            <a:ext cx="893941" cy="10752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71C8C77-2E24-A00F-A809-04034DC52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44" t="42247" r="2739" b="22188"/>
          <a:stretch>
            <a:fillRect/>
          </a:stretch>
        </p:blipFill>
        <p:spPr>
          <a:xfrm>
            <a:off x="562405" y="3089801"/>
            <a:ext cx="1066800" cy="10048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EF3135-28DB-C25C-B917-F807C1DF8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9" t="42247" r="33146" b="24696"/>
          <a:stretch>
            <a:fillRect/>
          </a:stretch>
        </p:blipFill>
        <p:spPr>
          <a:xfrm>
            <a:off x="2802484" y="4026038"/>
            <a:ext cx="1196694" cy="98263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615EFCF-A790-62EC-6B16-6B40C0F64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188" y="4133620"/>
            <a:ext cx="1066800" cy="81609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59A6723-1F21-3270-8F96-7E8EE65ECF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4435" y="3287293"/>
            <a:ext cx="903729" cy="81609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F3673A2-EF61-6D35-CD8A-FB7B634C0D60}"/>
              </a:ext>
            </a:extLst>
          </p:cNvPr>
          <p:cNvSpPr txBox="1"/>
          <p:nvPr/>
        </p:nvSpPr>
        <p:spPr>
          <a:xfrm>
            <a:off x="4103815" y="2619945"/>
            <a:ext cx="1537600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공기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경로 확인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상황 파악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814C1D38-B01E-339A-DDEE-949A211BE76F}"/>
              </a:ext>
            </a:extLst>
          </p:cNvPr>
          <p:cNvGrpSpPr/>
          <p:nvPr/>
        </p:nvGrpSpPr>
        <p:grpSpPr>
          <a:xfrm>
            <a:off x="4149458" y="2395070"/>
            <a:ext cx="263794" cy="257690"/>
            <a:chOff x="702876" y="4431647"/>
            <a:chExt cx="364299" cy="355870"/>
          </a:xfrm>
          <a:solidFill>
            <a:srgbClr val="8AABC0"/>
          </a:solidFill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90B84EBA-49BA-0640-FD2A-F9F410531B70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110D3046-ED80-2DBD-2EBB-44FD51C8E4A9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96BB8B4F-4A3A-32E8-6479-8A433F61446E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D1621A9-C437-9794-F0DC-4EFE24448F3E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123C690-15E7-6105-AC5B-F6C6B6BCC7A8}"/>
              </a:ext>
            </a:extLst>
          </p:cNvPr>
          <p:cNvSpPr txBox="1"/>
          <p:nvPr/>
        </p:nvSpPr>
        <p:spPr>
          <a:xfrm>
            <a:off x="4135875" y="2285645"/>
            <a:ext cx="816249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관찰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492F8D-D392-C1E3-C8B8-573A057767D7}"/>
              </a:ext>
            </a:extLst>
          </p:cNvPr>
          <p:cNvSpPr txBox="1"/>
          <p:nvPr/>
        </p:nvSpPr>
        <p:spPr>
          <a:xfrm>
            <a:off x="7307641" y="2615799"/>
            <a:ext cx="164660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필요 호흡량 확보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상황에 맞는 호흡 계획</a:t>
            </a: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B72E0AED-685B-7364-9AC7-1720F9D8F55D}"/>
              </a:ext>
            </a:extLst>
          </p:cNvPr>
          <p:cNvGrpSpPr/>
          <p:nvPr/>
        </p:nvGrpSpPr>
        <p:grpSpPr>
          <a:xfrm>
            <a:off x="7321224" y="2390924"/>
            <a:ext cx="263794" cy="257690"/>
            <a:chOff x="702876" y="4431647"/>
            <a:chExt cx="364299" cy="355870"/>
          </a:xfrm>
          <a:solidFill>
            <a:srgbClr val="7FDDD0"/>
          </a:solidFill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975FB70C-22AE-DFDA-578E-05D2C764D995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A776FDA3-B617-E4A8-E16E-0E0F2A766D94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29EEEE4-DA4E-9DF8-E7CC-BC7B6FDC3DC1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1DE2AE03-BFCD-DD7F-6828-8654101DA015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24F18C93-1DFB-C4DF-DC26-4EBF5C17C6E3}"/>
              </a:ext>
            </a:extLst>
          </p:cNvPr>
          <p:cNvSpPr txBox="1"/>
          <p:nvPr/>
        </p:nvSpPr>
        <p:spPr>
          <a:xfrm>
            <a:off x="7307641" y="2281499"/>
            <a:ext cx="126829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준비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6E4941A-B023-45C7-5864-05CE1E1C3490}"/>
              </a:ext>
            </a:extLst>
          </p:cNvPr>
          <p:cNvSpPr txBox="1"/>
          <p:nvPr/>
        </p:nvSpPr>
        <p:spPr>
          <a:xfrm>
            <a:off x="9730310" y="3496509"/>
            <a:ext cx="164660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상황별 호흡 행동 선택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이동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은폐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상호작용</a:t>
            </a:r>
          </a:p>
        </p:txBody>
      </p: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79CA7E37-C53B-7C73-A2FD-A5AC68FC5A0E}"/>
              </a:ext>
            </a:extLst>
          </p:cNvPr>
          <p:cNvGrpSpPr/>
          <p:nvPr/>
        </p:nvGrpSpPr>
        <p:grpSpPr>
          <a:xfrm>
            <a:off x="9743893" y="3271634"/>
            <a:ext cx="263794" cy="257690"/>
            <a:chOff x="702876" y="4431647"/>
            <a:chExt cx="364299" cy="355870"/>
          </a:xfrm>
          <a:solidFill>
            <a:srgbClr val="E68686"/>
          </a:solidFill>
        </p:grpSpPr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0626EDBF-77DB-3AF8-0F31-E8CB60D56261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C18DD133-ED0B-B3CB-F54A-A85BC6CBC037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7EEC5B64-5714-A3BE-0C46-CD82C8A63541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98CDF7EB-F1A5-3660-DFCF-AB2282481D41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B7A8DC48-DAA2-76D8-AD85-9A870E40C276}"/>
              </a:ext>
            </a:extLst>
          </p:cNvPr>
          <p:cNvSpPr txBox="1"/>
          <p:nvPr/>
        </p:nvSpPr>
        <p:spPr>
          <a:xfrm>
            <a:off x="9730310" y="3162209"/>
            <a:ext cx="126829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위험 진입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04B388B-0AB7-1DBF-5CD3-29FE80567975}"/>
              </a:ext>
            </a:extLst>
          </p:cNvPr>
          <p:cNvSpPr txBox="1"/>
          <p:nvPr/>
        </p:nvSpPr>
        <p:spPr>
          <a:xfrm>
            <a:off x="7298626" y="4410181"/>
            <a:ext cx="1646605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남은 자원과 위험 판단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경로 선택 및 이동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24B0742B-F770-C80C-E515-18452E1FD5B7}"/>
              </a:ext>
            </a:extLst>
          </p:cNvPr>
          <p:cNvGrpSpPr/>
          <p:nvPr/>
        </p:nvGrpSpPr>
        <p:grpSpPr>
          <a:xfrm>
            <a:off x="7312209" y="4185306"/>
            <a:ext cx="263794" cy="257690"/>
            <a:chOff x="702876" y="4431647"/>
            <a:chExt cx="364299" cy="355870"/>
          </a:xfrm>
          <a:solidFill>
            <a:srgbClr val="FFD757"/>
          </a:solidFill>
        </p:grpSpPr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D679B93-7112-E574-63DE-24499A9A83E5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85CFEB7F-2C63-211A-EA74-3DBAE88D1ACB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D94DE87E-BD6E-CE7C-2B0A-54230C36ACFF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937331FA-6235-FE3E-CA10-0D82637721F1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A0A35027-3A9A-A679-BA1D-5D0733C85CA7}"/>
              </a:ext>
            </a:extLst>
          </p:cNvPr>
          <p:cNvSpPr txBox="1"/>
          <p:nvPr/>
        </p:nvSpPr>
        <p:spPr>
          <a:xfrm>
            <a:off x="7298626" y="4075881"/>
            <a:ext cx="138531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제어 </a:t>
            </a: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9E477320-25C8-A8BF-E7BC-A15F69C2AE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019" y="2819643"/>
            <a:ext cx="816095" cy="816095"/>
          </a:xfrm>
          <a:prstGeom prst="rect">
            <a:avLst/>
          </a:prstGeom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355F6182-A2ED-8A25-C3A9-6E09A1B50E3C}"/>
              </a:ext>
            </a:extLst>
          </p:cNvPr>
          <p:cNvSpPr txBox="1"/>
          <p:nvPr/>
        </p:nvSpPr>
        <p:spPr>
          <a:xfrm>
            <a:off x="4067309" y="4410181"/>
            <a:ext cx="1547218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감지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위험에서 이탈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안전 지점 도달</a:t>
            </a: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3E8C91D6-704B-B49C-B4B8-DE26DE13F08C}"/>
              </a:ext>
            </a:extLst>
          </p:cNvPr>
          <p:cNvGrpSpPr/>
          <p:nvPr/>
        </p:nvGrpSpPr>
        <p:grpSpPr>
          <a:xfrm>
            <a:off x="4080892" y="4185306"/>
            <a:ext cx="263794" cy="257690"/>
            <a:chOff x="702876" y="4431647"/>
            <a:chExt cx="364299" cy="355870"/>
          </a:xfrm>
          <a:solidFill>
            <a:srgbClr val="69B4FF"/>
          </a:solidFill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1905EC69-B69D-D9FF-9635-29F21E1C0285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B956CA3C-EB45-19CC-D194-9390963BC3AC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A7139133-C8C8-49F9-7942-08CBF58C8E49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8930B953-1A74-62EC-B63A-D9341F7E3305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624F556A-5800-7006-9073-CB76E114F192}"/>
              </a:ext>
            </a:extLst>
          </p:cNvPr>
          <p:cNvSpPr txBox="1"/>
          <p:nvPr/>
        </p:nvSpPr>
        <p:spPr>
          <a:xfrm>
            <a:off x="4067309" y="4075881"/>
            <a:ext cx="1268296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안전 확보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D8EB824-954F-06D5-F39E-521E142E82DE}"/>
              </a:ext>
            </a:extLst>
          </p:cNvPr>
          <p:cNvSpPr txBox="1"/>
          <p:nvPr/>
        </p:nvSpPr>
        <p:spPr>
          <a:xfrm>
            <a:off x="1622866" y="3496509"/>
            <a:ext cx="1592103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호흡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공기 상태 정비</a:t>
            </a:r>
            <a:endParaRPr lang="en-US" altLang="ko-KR" sz="1000" dirty="0"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</a:rPr>
              <a:t>다음 상황에 대비</a:t>
            </a: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8D06F2D-74CF-EE2E-33CE-4B69FCF4928C}"/>
              </a:ext>
            </a:extLst>
          </p:cNvPr>
          <p:cNvGrpSpPr/>
          <p:nvPr/>
        </p:nvGrpSpPr>
        <p:grpSpPr>
          <a:xfrm>
            <a:off x="1636449" y="3271634"/>
            <a:ext cx="263794" cy="257690"/>
            <a:chOff x="702876" y="4431647"/>
            <a:chExt cx="364299" cy="355870"/>
          </a:xfrm>
          <a:solidFill>
            <a:srgbClr val="9764E2"/>
          </a:solidFill>
        </p:grpSpPr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676EDAD7-F136-0F2B-F014-9EB7D8E23EA2}"/>
                </a:ext>
              </a:extLst>
            </p:cNvPr>
            <p:cNvSpPr/>
            <p:nvPr/>
          </p:nvSpPr>
          <p:spPr>
            <a:xfrm>
              <a:off x="704850" y="443164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F71E7B94-8DC1-DC06-87D3-5BAA1264756B}"/>
                </a:ext>
              </a:extLst>
            </p:cNvPr>
            <p:cNvSpPr/>
            <p:nvPr/>
          </p:nvSpPr>
          <p:spPr>
            <a:xfrm>
              <a:off x="828576" y="4431647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7AE247E1-455B-E3C6-82BA-E2ADF000436B}"/>
                </a:ext>
              </a:extLst>
            </p:cNvPr>
            <p:cNvSpPr/>
            <p:nvPr/>
          </p:nvSpPr>
          <p:spPr>
            <a:xfrm>
              <a:off x="702876" y="4548918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D7B3849A-BEF0-AADA-B5E5-567E6CAFFC79}"/>
                </a:ext>
              </a:extLst>
            </p:cNvPr>
            <p:cNvSpPr/>
            <p:nvPr/>
          </p:nvSpPr>
          <p:spPr>
            <a:xfrm>
              <a:off x="828575" y="4547284"/>
              <a:ext cx="238599" cy="23859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D7390133-D777-8D48-A00D-5031851F1857}"/>
              </a:ext>
            </a:extLst>
          </p:cNvPr>
          <p:cNvSpPr txBox="1"/>
          <p:nvPr/>
        </p:nvSpPr>
        <p:spPr>
          <a:xfrm>
            <a:off x="1622866" y="3162209"/>
            <a:ext cx="816249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 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308FAA3D-8C27-547D-C0A7-F5C87B095D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77588" r="27356" b="11015"/>
          <a:stretch>
            <a:fillRect/>
          </a:stretch>
        </p:blipFill>
        <p:spPr>
          <a:xfrm>
            <a:off x="1864654" y="5690727"/>
            <a:ext cx="228599" cy="322052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866F08A0-7854-AD6E-3EF9-585BF7A7C869}"/>
              </a:ext>
            </a:extLst>
          </p:cNvPr>
          <p:cNvSpPr txBox="1"/>
          <p:nvPr/>
        </p:nvSpPr>
        <p:spPr>
          <a:xfrm>
            <a:off x="2069960" y="5690727"/>
            <a:ext cx="166584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순환 만드는 재미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0013A2C-C435-3595-657E-5AE1AC0D860C}"/>
              </a:ext>
            </a:extLst>
          </p:cNvPr>
          <p:cNvSpPr txBox="1"/>
          <p:nvPr/>
        </p:nvSpPr>
        <p:spPr>
          <a:xfrm>
            <a:off x="3964239" y="5583959"/>
            <a:ext cx="6603090" cy="52424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관찰과 준비 → 긴장 속 실행 → 안전 지점 도달의 해소 →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재준비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동일한 공간도 적 위치와 공기 상태에 따라 다른 판단을 요구하며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매 순간 새로운 긴장과 해결의 재미를 만든다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2754D0AB-DD0E-03C9-7F71-B189D674FA7F}"/>
              </a:ext>
            </a:extLst>
          </p:cNvPr>
          <p:cNvSpPr/>
          <p:nvPr/>
        </p:nvSpPr>
        <p:spPr>
          <a:xfrm>
            <a:off x="1720850" y="5448262"/>
            <a:ext cx="8864600" cy="806984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직선 연결선 141">
            <a:extLst>
              <a:ext uri="{FF2B5EF4-FFF2-40B4-BE49-F238E27FC236}">
                <a16:creationId xmlns:a16="http://schemas.microsoft.com/office/drawing/2014/main" id="{7FF6FA19-E8A1-4CF9-294E-4614F0B9DECE}"/>
              </a:ext>
            </a:extLst>
          </p:cNvPr>
          <p:cNvSpPr>
            <a:spLocks noGrp="1"/>
          </p:cNvSpPr>
          <p:nvPr/>
        </p:nvSpPr>
        <p:spPr>
          <a:xfrm rot="5400000">
            <a:off x="3573179" y="5670662"/>
            <a:ext cx="525808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340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EF60A-422B-EAD1-B88A-FB270BC0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39AFC7C6-1213-23F9-50B4-BD88EFD2C01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E234CDF-A3EB-C28D-CEF1-A709904F4C5A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플레이 화면과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구성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C4D241C-F6B6-E67E-337E-19A65AF5B291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UI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50A2D37-AF31-B409-93FA-E375A7CBAC11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1B43571-8016-3A25-CE23-21EA5ABDF2B9}"/>
              </a:ext>
            </a:extLst>
          </p:cNvPr>
          <p:cNvSpPr/>
          <p:nvPr/>
        </p:nvSpPr>
        <p:spPr>
          <a:xfrm>
            <a:off x="971551" y="5387013"/>
            <a:ext cx="10363198" cy="535806"/>
          </a:xfrm>
          <a:prstGeom prst="roundRect">
            <a:avLst/>
          </a:prstGeom>
          <a:solidFill>
            <a:srgbClr val="D8E3E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는 해당 게이지가 사용되는 경우에만 화면에 표시되고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평소에는 표시되지 않음</a:t>
            </a:r>
            <a:endParaRPr lang="ko-KR" altLang="en-US" sz="15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0AB43B-F08D-21B2-D23E-7E3A6E8F9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472088"/>
              </p:ext>
            </p:extLst>
          </p:nvPr>
        </p:nvGraphicFramePr>
        <p:xfrm>
          <a:off x="7441046" y="1529891"/>
          <a:ext cx="3893703" cy="33677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6551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1212186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1564966">
                  <a:extLst>
                    <a:ext uri="{9D8B030D-6E8A-4147-A177-3AD203B41FA5}">
                      <a16:colId xmlns:a16="http://schemas.microsoft.com/office/drawing/2014/main" val="1471829659"/>
                    </a:ext>
                  </a:extLst>
                </a:gridCol>
              </a:tblGrid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HUD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표시 조건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존재 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환경 상태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자극도 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오염도 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오염도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발생 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  <a:tr h="481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튜토리얼 안내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튜토리얼 상황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왼쪽 이미지 참고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262681"/>
                  </a:ext>
                </a:extLst>
              </a:tr>
            </a:tbl>
          </a:graphicData>
        </a:graphic>
      </p:graphicFrame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D68F5BE-7D72-58F1-BB86-72F3CE3DBFE5}"/>
              </a:ext>
            </a:extLst>
          </p:cNvPr>
          <p:cNvSpPr/>
          <p:nvPr/>
        </p:nvSpPr>
        <p:spPr>
          <a:xfrm>
            <a:off x="971551" y="1528256"/>
            <a:ext cx="5985364" cy="3367723"/>
          </a:xfrm>
          <a:prstGeom prst="roundRect">
            <a:avLst>
              <a:gd name="adj" fmla="val 511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BC419A-4A48-DDB9-CD00-6996B1F5CAA3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5D4B103-AFDF-883C-1854-75DE26598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93" t="27139" r="76183" b="60772"/>
          <a:stretch>
            <a:fillRect/>
          </a:stretch>
        </p:blipFill>
        <p:spPr>
          <a:xfrm>
            <a:off x="10363200" y="3991424"/>
            <a:ext cx="397565" cy="33927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C288544-6800-9001-3A08-27D74D9FBF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67" t="7237" r="553" b="74401"/>
          <a:stretch>
            <a:fillRect/>
          </a:stretch>
        </p:blipFill>
        <p:spPr>
          <a:xfrm>
            <a:off x="9890815" y="2561307"/>
            <a:ext cx="1323975" cy="33429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21804E6-193F-2081-B1E2-23474E02C3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00"/>
          <a:stretch>
            <a:fillRect/>
          </a:stretch>
        </p:blipFill>
        <p:spPr>
          <a:xfrm>
            <a:off x="9801726" y="2106386"/>
            <a:ext cx="1448253" cy="20045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691B11F-1D0A-1DEC-C3E3-664AA552BF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799" b="32100"/>
          <a:stretch>
            <a:fillRect/>
          </a:stretch>
        </p:blipFill>
        <p:spPr>
          <a:xfrm>
            <a:off x="9837855" y="3150061"/>
            <a:ext cx="1448253" cy="15311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A6180ED-6880-B55B-FD79-2067D86508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695"/>
          <a:stretch>
            <a:fillRect/>
          </a:stretch>
        </p:blipFill>
        <p:spPr>
          <a:xfrm>
            <a:off x="9828675" y="3650144"/>
            <a:ext cx="1448253" cy="1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DB3F5-A6BB-22F7-37A8-D7711E38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96FF571-1D1B-1E06-7548-DE4AB26C9DF0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1DB5F6E-207E-8BB4-FE67-BFDECB9EE591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행동 규칙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A544A3-35A2-1FFC-969A-94E55BFA65A3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36630F1-7515-F507-2C98-1A6169140E59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47A79C1-F8F5-9413-F1BF-3E45A543D45E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C6780D2-ACEF-354A-0863-7F92E82A226B}"/>
              </a:ext>
            </a:extLst>
          </p:cNvPr>
          <p:cNvSpPr/>
          <p:nvPr/>
        </p:nvSpPr>
        <p:spPr>
          <a:xfrm>
            <a:off x="1469270" y="2746527"/>
            <a:ext cx="2249262" cy="794193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들숨으로 호흡량 확보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참기로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 차단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날숨으로 평상 호흡 복귀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0A14BB0-0F0B-FF99-2A78-57BC4BDDAFD6}"/>
              </a:ext>
            </a:extLst>
          </p:cNvPr>
          <p:cNvSpPr/>
          <p:nvPr/>
        </p:nvSpPr>
        <p:spPr>
          <a:xfrm>
            <a:off x="1466923" y="2060956"/>
            <a:ext cx="943712" cy="471644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71D163A-F75D-15D9-D643-2DFD5966012A}"/>
              </a:ext>
            </a:extLst>
          </p:cNvPr>
          <p:cNvSpPr/>
          <p:nvPr/>
        </p:nvSpPr>
        <p:spPr>
          <a:xfrm>
            <a:off x="2774820" y="2060956"/>
            <a:ext cx="943712" cy="471644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012B35B9-5203-FC92-3C44-E82916675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412938"/>
              </p:ext>
            </p:extLst>
          </p:nvPr>
        </p:nvGraphicFramePr>
        <p:xfrm>
          <a:off x="565929" y="3904915"/>
          <a:ext cx="5554953" cy="2682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6599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868625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735992">
                  <a:extLst>
                    <a:ext uri="{9D8B030D-6E8A-4147-A177-3AD203B41FA5}">
                      <a16:colId xmlns:a16="http://schemas.microsoft.com/office/drawing/2014/main" val="1471829659"/>
                    </a:ext>
                  </a:extLst>
                </a:gridCol>
                <a:gridCol w="735992">
                  <a:extLst>
                    <a:ext uri="{9D8B030D-6E8A-4147-A177-3AD203B41FA5}">
                      <a16:colId xmlns:a16="http://schemas.microsoft.com/office/drawing/2014/main" val="4153990988"/>
                    </a:ext>
                  </a:extLst>
                </a:gridCol>
                <a:gridCol w="2477745">
                  <a:extLst>
                    <a:ext uri="{9D8B030D-6E8A-4147-A177-3AD203B41FA5}">
                      <a16:colId xmlns:a16="http://schemas.microsoft.com/office/drawing/2014/main" val="4253682391"/>
                    </a:ext>
                  </a:extLst>
                </a:gridCol>
              </a:tblGrid>
              <a:tr h="5200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변화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공기 흡입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역할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561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평상 호흡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×0.5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없는 기본 상태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날숨 중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도달 시 복귀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5200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+50/s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×1.0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호흡량 확보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52003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-10/s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×0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소리와 위험 공기 흡입 차단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561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-66.7/s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latin typeface="맑은 고딕" panose="020B0503020000020004" pitchFamily="50" charset="-127"/>
                          <a:ea typeface="+mn-ea"/>
                        </a:rPr>
                        <a:t>×0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확보한 자원을 비우고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평상 호흡으로 복귀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</a:tbl>
          </a:graphicData>
        </a:graphic>
      </p:graphicFrame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49B0E3F-C733-D3C2-3E31-7718C68970BA}"/>
              </a:ext>
            </a:extLst>
          </p:cNvPr>
          <p:cNvSpPr/>
          <p:nvPr/>
        </p:nvSpPr>
        <p:spPr>
          <a:xfrm>
            <a:off x="6393642" y="3899969"/>
            <a:ext cx="5350489" cy="2687443"/>
          </a:xfrm>
          <a:prstGeom prst="roundRect">
            <a:avLst>
              <a:gd name="adj" fmla="val 304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부분 사용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게이지가 다 채워지지 않아도 숨 참기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가능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날숨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해제 후 다른 입력 없이 키 해제 시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종료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숨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날숨은 호흡량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시 종료 → 평상 호흡 복귀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새 입력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 	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｜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도달 전부터 유지한 입력은 새 입력으로 판정하지 않음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지상에서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사망 조건이 아님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수중에서도 기본 호흡 행동 규칙을 동일하게 적용하지만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들숨과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결과만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수중 규칙으로 처리함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130F474-7ABE-406C-9EF9-B3E0BC8B45D9}"/>
              </a:ext>
            </a:extLst>
          </p:cNvPr>
          <p:cNvSpPr/>
          <p:nvPr/>
        </p:nvSpPr>
        <p:spPr>
          <a:xfrm>
            <a:off x="2774820" y="1253124"/>
            <a:ext cx="943712" cy="471644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364BC64-7FB2-F311-FE96-F0DB94E94BBD}"/>
              </a:ext>
            </a:extLst>
          </p:cNvPr>
          <p:cNvSpPr/>
          <p:nvPr/>
        </p:nvSpPr>
        <p:spPr>
          <a:xfrm>
            <a:off x="1466923" y="1253124"/>
            <a:ext cx="943712" cy="471644"/>
          </a:xfrm>
          <a:prstGeom prst="roundRect">
            <a:avLst/>
          </a:prstGeom>
          <a:solidFill>
            <a:srgbClr val="DDEE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E5DC59A3-C0F5-9650-E709-4DC82C839B56}"/>
              </a:ext>
            </a:extLst>
          </p:cNvPr>
          <p:cNvCxnSpPr>
            <a:cxnSpLocks/>
            <a:stCxn id="28" idx="3"/>
            <a:endCxn id="26" idx="1"/>
          </p:cNvCxnSpPr>
          <p:nvPr/>
        </p:nvCxnSpPr>
        <p:spPr>
          <a:xfrm>
            <a:off x="2410635" y="1488946"/>
            <a:ext cx="364185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34A16DF-C67A-582E-AE16-F8CA9754F8BE}"/>
              </a:ext>
            </a:extLst>
          </p:cNvPr>
          <p:cNvCxnSpPr>
            <a:cxnSpLocks/>
            <a:stCxn id="26" idx="2"/>
            <a:endCxn id="30" idx="0"/>
          </p:cNvCxnSpPr>
          <p:nvPr/>
        </p:nvCxnSpPr>
        <p:spPr>
          <a:xfrm>
            <a:off x="3246676" y="1724768"/>
            <a:ext cx="0" cy="336188"/>
          </a:xfrm>
          <a:prstGeom prst="straightConnector1">
            <a:avLst/>
          </a:prstGeom>
          <a:ln w="12700">
            <a:solidFill>
              <a:srgbClr val="073B5C"/>
            </a:solidFill>
            <a:headEnd type="triangle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D8E2A94-74FA-5E74-E5DE-28D38E4C3D0E}"/>
              </a:ext>
            </a:extLst>
          </p:cNvPr>
          <p:cNvCxnSpPr>
            <a:cxnSpLocks/>
            <a:stCxn id="30" idx="1"/>
            <a:endCxn id="23" idx="3"/>
          </p:cNvCxnSpPr>
          <p:nvPr/>
        </p:nvCxnSpPr>
        <p:spPr>
          <a:xfrm flipH="1">
            <a:off x="2410635" y="2296778"/>
            <a:ext cx="364185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C6E5B0A-E03B-D2CF-9378-2F40C22AC794}"/>
              </a:ext>
            </a:extLst>
          </p:cNvPr>
          <p:cNvCxnSpPr>
            <a:cxnSpLocks/>
            <a:stCxn id="23" idx="0"/>
            <a:endCxn id="28" idx="2"/>
          </p:cNvCxnSpPr>
          <p:nvPr/>
        </p:nvCxnSpPr>
        <p:spPr>
          <a:xfrm flipV="1">
            <a:off x="1938779" y="1724768"/>
            <a:ext cx="0" cy="336188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45BCC39-A201-3AF3-B7A7-A93D3B6C6869}"/>
              </a:ext>
            </a:extLst>
          </p:cNvPr>
          <p:cNvCxnSpPr>
            <a:cxnSpLocks/>
          </p:cNvCxnSpPr>
          <p:nvPr/>
        </p:nvCxnSpPr>
        <p:spPr>
          <a:xfrm flipH="1">
            <a:off x="2390693" y="1702594"/>
            <a:ext cx="408384" cy="384572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066AE2F-C886-FB2E-6CCA-EB1945B78F10}"/>
              </a:ext>
            </a:extLst>
          </p:cNvPr>
          <p:cNvCxnSpPr>
            <a:cxnSpLocks/>
          </p:cNvCxnSpPr>
          <p:nvPr/>
        </p:nvCxnSpPr>
        <p:spPr>
          <a:xfrm flipH="1" flipV="1">
            <a:off x="2386379" y="1704398"/>
            <a:ext cx="412698" cy="378453"/>
          </a:xfrm>
          <a:prstGeom prst="straightConnector1">
            <a:avLst/>
          </a:prstGeom>
          <a:ln w="12700">
            <a:solidFill>
              <a:srgbClr val="073B5C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5B3D72D0-F189-F495-E854-AF7921B9E9C2}"/>
              </a:ext>
            </a:extLst>
          </p:cNvPr>
          <p:cNvSpPr/>
          <p:nvPr/>
        </p:nvSpPr>
        <p:spPr>
          <a:xfrm>
            <a:off x="10033738" y="4150436"/>
            <a:ext cx="1388388" cy="624877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날숨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: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1.5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C73884A-FA86-3E33-FC0B-D7119ACF0E0B}"/>
              </a:ext>
            </a:extLst>
          </p:cNvPr>
          <p:cNvSpPr/>
          <p:nvPr/>
        </p:nvSpPr>
        <p:spPr>
          <a:xfrm>
            <a:off x="8374692" y="4150437"/>
            <a:ext cx="1388388" cy="624877"/>
          </a:xfrm>
          <a:prstGeom prst="roundRect">
            <a:avLst/>
          </a:prstGeom>
          <a:solidFill>
            <a:srgbClr val="EDE4F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최대 숨 참기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100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→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0 : 10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초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483C875D-F612-6627-7433-A55FC81338CB}"/>
              </a:ext>
            </a:extLst>
          </p:cNvPr>
          <p:cNvSpPr/>
          <p:nvPr/>
        </p:nvSpPr>
        <p:spPr>
          <a:xfrm>
            <a:off x="6715646" y="4150437"/>
            <a:ext cx="1388388" cy="624877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들숨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: 2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9FA1003-C843-2F6A-5B72-441E0CCFB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25" b="4504"/>
          <a:stretch>
            <a:fillRect/>
          </a:stretch>
        </p:blipFill>
        <p:spPr>
          <a:xfrm>
            <a:off x="4876800" y="966083"/>
            <a:ext cx="6867331" cy="274297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76947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2130-6524-F42D-0A12-0FB7E6FB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EC650385-56C0-1121-C15D-9DC9987348A4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B2A315-2931-5AC3-E6BB-1D9BA17A470F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호흡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 err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과흡입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7B9808-A987-56AF-A5C6-5F69693FF99D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18D0F79-D72E-12F5-AC13-47DB628B072A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BB835F-5032-6EE6-A43A-960DA8A36FED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F18089C0-BEA5-34AC-CA0F-2C81050C09F0}"/>
              </a:ext>
            </a:extLst>
          </p:cNvPr>
          <p:cNvSpPr>
            <a:spLocks noGrp="1"/>
          </p:cNvSpPr>
          <p:nvPr/>
        </p:nvSpPr>
        <p:spPr>
          <a:xfrm>
            <a:off x="2330449" y="1589783"/>
            <a:ext cx="7645402" cy="0"/>
          </a:xfrm>
          <a:prstGeom prst="line">
            <a:avLst/>
          </a:prstGeom>
          <a:noFill/>
          <a:ln w="38100">
            <a:solidFill>
              <a:srgbClr val="D8E3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42430C2-611B-C740-7A84-D669D5A58C33}"/>
              </a:ext>
            </a:extLst>
          </p:cNvPr>
          <p:cNvSpPr/>
          <p:nvPr/>
        </p:nvSpPr>
        <p:spPr>
          <a:xfrm>
            <a:off x="2095499" y="1472308"/>
            <a:ext cx="234950" cy="234950"/>
          </a:xfrm>
          <a:prstGeom prst="ellipse">
            <a:avLst/>
          </a:prstGeom>
          <a:solidFill>
            <a:srgbClr val="E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85DA1B-181C-EABF-33C0-94DE697B4A1D}"/>
              </a:ext>
            </a:extLst>
          </p:cNvPr>
          <p:cNvSpPr/>
          <p:nvPr/>
        </p:nvSpPr>
        <p:spPr>
          <a:xfrm>
            <a:off x="9979026" y="1472308"/>
            <a:ext cx="234950" cy="234950"/>
          </a:xfrm>
          <a:prstGeom prst="ellipse">
            <a:avLst/>
          </a:prstGeom>
          <a:solidFill>
            <a:srgbClr val="E686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67695-D6FB-7E60-65C9-FEB3D05ED3B2}"/>
              </a:ext>
            </a:extLst>
          </p:cNvPr>
          <p:cNvSpPr txBox="1"/>
          <p:nvPr/>
        </p:nvSpPr>
        <p:spPr>
          <a:xfrm>
            <a:off x="2083772" y="1835255"/>
            <a:ext cx="2584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80FBB-53B3-E4EF-4DFE-75A449167187}"/>
              </a:ext>
            </a:extLst>
          </p:cNvPr>
          <p:cNvSpPr txBox="1"/>
          <p:nvPr/>
        </p:nvSpPr>
        <p:spPr>
          <a:xfrm>
            <a:off x="9893561" y="1835255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9915E0E-2344-A6EC-A981-E0A0509FB91B}"/>
              </a:ext>
            </a:extLst>
          </p:cNvPr>
          <p:cNvSpPr/>
          <p:nvPr/>
        </p:nvSpPr>
        <p:spPr>
          <a:xfrm>
            <a:off x="1422399" y="960917"/>
            <a:ext cx="9461502" cy="494792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호흡량의 상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하한에서 유효하지 않은 호흡 조작을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지속하면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제어에 실패하고 거친 호흡 상태에 진입함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6F70134-C868-4407-2450-A261010CE10F}"/>
              </a:ext>
            </a:extLst>
          </p:cNvPr>
          <p:cNvSpPr/>
          <p:nvPr/>
        </p:nvSpPr>
        <p:spPr>
          <a:xfrm>
            <a:off x="1301750" y="2325805"/>
            <a:ext cx="1990840" cy="2374476"/>
          </a:xfrm>
          <a:prstGeom prst="roundRect">
            <a:avLst>
              <a:gd name="adj" fmla="val 4760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↓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호흡에서 숨 참기 또는 날숨 입력을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유지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015A873-FBE3-9188-59CB-4CFEDE2457C9}"/>
              </a:ext>
            </a:extLst>
          </p:cNvPr>
          <p:cNvSpPr/>
          <p:nvPr/>
        </p:nvSpPr>
        <p:spPr>
          <a:xfrm>
            <a:off x="4089400" y="2899139"/>
            <a:ext cx="4127500" cy="1292386"/>
          </a:xfrm>
          <a:prstGeom prst="roundRect">
            <a:avLst/>
          </a:prstGeom>
          <a:noFill/>
          <a:ln w="12700"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상한에서는 들숨 유지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하한에서는 평상 호흡 상태에서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날숨을 새로 입력해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유지할 때 실패 이벤트가 발생함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중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시 행동 종료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입력 유지는 새 입력으로 판정하지 않음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1997A9B6-8A76-BEE9-3C96-ED11C7F14E66}"/>
              </a:ext>
            </a:extLst>
          </p:cNvPr>
          <p:cNvSpPr/>
          <p:nvPr/>
        </p:nvSpPr>
        <p:spPr>
          <a:xfrm>
            <a:off x="9013710" y="2332511"/>
            <a:ext cx="1990840" cy="2374476"/>
          </a:xfrm>
          <a:prstGeom prst="roundRect">
            <a:avLst>
              <a:gd name="adj" fmla="val 4760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↑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들숨을</a:t>
            </a:r>
            <a:b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유지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090FBEE-49D9-5192-FE10-63FCE8557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1676804" y="3343158"/>
            <a:ext cx="1123256" cy="119340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AD1DD370-857B-89AA-2013-B413E64BC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6" r="4013"/>
          <a:stretch>
            <a:fillRect/>
          </a:stretch>
        </p:blipFill>
        <p:spPr>
          <a:xfrm>
            <a:off x="9506240" y="3356254"/>
            <a:ext cx="1123256" cy="11934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EF78528-A024-A2A7-46CF-8E66C102E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1" t="4662" r="780" b="5070"/>
          <a:stretch>
            <a:fillRect/>
          </a:stretch>
        </p:blipFill>
        <p:spPr>
          <a:xfrm>
            <a:off x="531814" y="4980447"/>
            <a:ext cx="11242671" cy="138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46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E753-2A47-818B-F73A-E177C3646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0FCA5B0-00B6-9411-F5D6-683893EC7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94" y="802926"/>
            <a:ext cx="10534064" cy="5930898"/>
          </a:xfrm>
          <a:prstGeom prst="rect">
            <a:avLst/>
          </a:prstGeom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0448898-49FF-FEB0-2D93-DABDFD8EF20D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41B638-5647-DD04-AB11-BE2CDD97B530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공기별 환경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7BC4C8-2C72-46BF-3456-C55740C9B8EE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221ABD0-D011-3E0A-E5E2-8C40F8348EC6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AF1733F-C5DA-B63F-1619-754A29DE3C11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9</a:t>
            </a:r>
            <a:endParaRPr sz="10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74A126-5060-51EB-4A83-6FDD7F7F5507}"/>
              </a:ext>
            </a:extLst>
          </p:cNvPr>
          <p:cNvSpPr txBox="1"/>
          <p:nvPr/>
        </p:nvSpPr>
        <p:spPr>
          <a:xfrm>
            <a:off x="1083824" y="1707789"/>
            <a:ext cx="1358064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</a:rPr>
              <a:t>들숨 시 자극도 누적 증가</a:t>
            </a:r>
            <a:endParaRPr lang="en-US" altLang="ko-KR" sz="800" dirty="0"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위험 증가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80F43B-6EC9-76CE-1637-ADD9640A6CFD}"/>
              </a:ext>
            </a:extLst>
          </p:cNvPr>
          <p:cNvSpPr txBox="1"/>
          <p:nvPr/>
        </p:nvSpPr>
        <p:spPr>
          <a:xfrm>
            <a:off x="1290075" y="5202265"/>
            <a:ext cx="631904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제한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F2ACF6-4921-8A36-BA2C-65E14016BD46}"/>
              </a:ext>
            </a:extLst>
          </p:cNvPr>
          <p:cNvSpPr txBox="1"/>
          <p:nvPr/>
        </p:nvSpPr>
        <p:spPr>
          <a:xfrm>
            <a:off x="9863652" y="1707789"/>
            <a:ext cx="1358064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시 자극도 누적 증가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위험 증가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A11AEF-656D-F33D-7EFB-B46AB6325E2B}"/>
              </a:ext>
            </a:extLst>
          </p:cNvPr>
          <p:cNvSpPr txBox="1"/>
          <p:nvPr/>
        </p:nvSpPr>
        <p:spPr>
          <a:xfrm>
            <a:off x="10074947" y="5202264"/>
            <a:ext cx="1358065" cy="253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시 오염도 누적 증가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7314BB-488C-7BA5-A30E-040DD850165D}"/>
              </a:ext>
            </a:extLst>
          </p:cNvPr>
          <p:cNvSpPr txBox="1"/>
          <p:nvPr/>
        </p:nvSpPr>
        <p:spPr>
          <a:xfrm>
            <a:off x="8379918" y="5864454"/>
            <a:ext cx="1321196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정상 들숨 불가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호흡량 내에서 행동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345B4-2093-3094-F78E-5DEB5BB984A9}"/>
              </a:ext>
            </a:extLst>
          </p:cNvPr>
          <p:cNvSpPr/>
          <p:nvPr/>
        </p:nvSpPr>
        <p:spPr>
          <a:xfrm>
            <a:off x="5389166" y="4317638"/>
            <a:ext cx="167084" cy="3385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6137F6D-5201-5F59-7709-86FD4C36FB5E}"/>
              </a:ext>
            </a:extLst>
          </p:cNvPr>
          <p:cNvSpPr/>
          <p:nvPr/>
        </p:nvSpPr>
        <p:spPr>
          <a:xfrm>
            <a:off x="6743222" y="4326374"/>
            <a:ext cx="190977" cy="3407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0DFE51C-6576-CDF0-CEF1-8854B5E6311A}"/>
              </a:ext>
            </a:extLst>
          </p:cNvPr>
          <p:cNvSpPr/>
          <p:nvPr/>
        </p:nvSpPr>
        <p:spPr>
          <a:xfrm>
            <a:off x="5546725" y="4076481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EDE4F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94E9E0E-3408-3EFA-9612-CCF1A20FE60D}"/>
              </a:ext>
            </a:extLst>
          </p:cNvPr>
          <p:cNvSpPr/>
          <p:nvPr/>
        </p:nvSpPr>
        <p:spPr>
          <a:xfrm>
            <a:off x="1156431" y="1426654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F7D8D8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먼지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A33AF61-3633-8F20-39A1-8630877C5C5A}"/>
              </a:ext>
            </a:extLst>
          </p:cNvPr>
          <p:cNvSpPr/>
          <p:nvPr/>
        </p:nvSpPr>
        <p:spPr>
          <a:xfrm>
            <a:off x="999604" y="4922322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D8E3EA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D2D0EE-7320-F712-5543-FCB3464A32D7}"/>
              </a:ext>
            </a:extLst>
          </p:cNvPr>
          <p:cNvSpPr txBox="1"/>
          <p:nvPr/>
        </p:nvSpPr>
        <p:spPr>
          <a:xfrm>
            <a:off x="5580509" y="4356424"/>
            <a:ext cx="1138452" cy="437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제약 없음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회복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BE4ACC9-956A-162A-18A8-F659D161EA43}"/>
              </a:ext>
            </a:extLst>
          </p:cNvPr>
          <p:cNvSpPr/>
          <p:nvPr/>
        </p:nvSpPr>
        <p:spPr>
          <a:xfrm>
            <a:off x="8434090" y="5591049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DDEEFF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FFF21E0A-BF8E-AD10-FFA9-382B61220DE6}"/>
              </a:ext>
            </a:extLst>
          </p:cNvPr>
          <p:cNvSpPr/>
          <p:nvPr/>
        </p:nvSpPr>
        <p:spPr>
          <a:xfrm>
            <a:off x="10147552" y="4922321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D9F5F1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독가스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C2691C8-9AD0-CAC9-D013-8415DB40A84D}"/>
              </a:ext>
            </a:extLst>
          </p:cNvPr>
          <p:cNvSpPr/>
          <p:nvPr/>
        </p:nvSpPr>
        <p:spPr>
          <a:xfrm>
            <a:off x="9936258" y="1426859"/>
            <a:ext cx="1212850" cy="338555"/>
          </a:xfrm>
          <a:prstGeom prst="roundRect">
            <a:avLst>
              <a:gd name="adj" fmla="val 29323"/>
            </a:avLst>
          </a:prstGeom>
          <a:solidFill>
            <a:srgbClr val="FFF2C7"/>
          </a:solidFill>
          <a:ln w="12700"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꽃가루</a:t>
            </a:r>
          </a:p>
        </p:txBody>
      </p:sp>
    </p:spTree>
    <p:extLst>
      <p:ext uri="{BB962C8B-B14F-4D97-AF65-F5344CB8AC3E}">
        <p14:creationId xmlns:p14="http://schemas.microsoft.com/office/powerpoint/2010/main" val="3877973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21040-D583-7AD5-4F25-D7D13DA60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ABC3A374-F3D3-2183-4307-2C4B9913B20E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5374A2-0A68-6B80-EC80-BA8FA6B1B8B7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환경과 이상 상태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7AC52E-E1E1-A677-424F-4A73B105804C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E988257-A6DD-C941-9966-B4A7B8C01182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E5C9AB-7560-DEA0-8692-FA3E5790FE64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A691F2-147B-61C7-1F7A-AA77835DEB21}"/>
              </a:ext>
            </a:extLst>
          </p:cNvPr>
          <p:cNvSpPr/>
          <p:nvPr/>
        </p:nvSpPr>
        <p:spPr>
          <a:xfrm>
            <a:off x="1005459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안전 공기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게이지 회복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이상 상태 해제 가능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BC294B3-4C57-6DF1-8293-22F74723B189}"/>
              </a:ext>
            </a:extLst>
          </p:cNvPr>
          <p:cNvSpPr/>
          <p:nvPr/>
        </p:nvSpPr>
        <p:spPr>
          <a:xfrm>
            <a:off x="971552" y="1081794"/>
            <a:ext cx="10363198" cy="369331"/>
          </a:xfrm>
          <a:prstGeom prst="roundRect">
            <a:avLst/>
          </a:prstGeom>
          <a:solidFill>
            <a:srgbClr val="D8E3E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공기를 흡입하면 자극도 또는 오염도가 누적되며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임계치 도달 시 기침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이동속도 저하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 제한이 발생함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6782CFC-7301-63BF-7C29-B24B34E21C3A}"/>
              </a:ext>
            </a:extLst>
          </p:cNvPr>
          <p:cNvSpPr/>
          <p:nvPr/>
        </p:nvSpPr>
        <p:spPr>
          <a:xfrm>
            <a:off x="971552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D9F5F1"/>
          </a:solidFill>
          <a:ln w="12700">
            <a:solidFill>
              <a:srgbClr val="D9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8B5F7F0-A7E8-9EBE-D3C2-81D2F384E496}"/>
              </a:ext>
            </a:extLst>
          </p:cNvPr>
          <p:cNvSpPr/>
          <p:nvPr/>
        </p:nvSpPr>
        <p:spPr>
          <a:xfrm>
            <a:off x="9136147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수중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날숨은 지상 규칙과 동일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들숨 입력 시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-100/s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호흡량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기존 자극도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오염도 유지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860AE2A-2015-D259-567E-CD0DC4A40121}"/>
              </a:ext>
            </a:extLst>
          </p:cNvPr>
          <p:cNvSpPr/>
          <p:nvPr/>
        </p:nvSpPr>
        <p:spPr>
          <a:xfrm>
            <a:off x="9102240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DDEEFF"/>
          </a:solidFill>
          <a:ln w="12700">
            <a:solidFill>
              <a:srgbClr val="DDEE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CFBE810-9338-AABB-13CD-631702E5940B}"/>
              </a:ext>
            </a:extLst>
          </p:cNvPr>
          <p:cNvSpPr/>
          <p:nvPr/>
        </p:nvSpPr>
        <p:spPr>
          <a:xfrm>
            <a:off x="6421135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오염 공기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독가스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유해 연기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오염도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+25/s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50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상태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100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02AB066-3FDB-D0C3-F365-6B7E01F51572}"/>
              </a:ext>
            </a:extLst>
          </p:cNvPr>
          <p:cNvSpPr/>
          <p:nvPr/>
        </p:nvSpPr>
        <p:spPr>
          <a:xfrm>
            <a:off x="6387228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F7D8D8"/>
          </a:solidFill>
          <a:ln w="12700"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381DD44-8683-6668-21CF-A572F3066263}"/>
              </a:ext>
            </a:extLst>
          </p:cNvPr>
          <p:cNvSpPr/>
          <p:nvPr/>
        </p:nvSpPr>
        <p:spPr>
          <a:xfrm>
            <a:off x="3720471" y="1612892"/>
            <a:ext cx="2198603" cy="1408376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 공기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먼지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꽃가루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일반 연기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+20/s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100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도달 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31F2DF42-D5A9-AF5C-F968-E8F7EA5B70A5}"/>
              </a:ext>
            </a:extLst>
          </p:cNvPr>
          <p:cNvSpPr/>
          <p:nvPr/>
        </p:nvSpPr>
        <p:spPr>
          <a:xfrm>
            <a:off x="3686564" y="1612892"/>
            <a:ext cx="67813" cy="1408376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EEAA454-4305-A407-7240-DA5970080AFE}"/>
              </a:ext>
            </a:extLst>
          </p:cNvPr>
          <p:cNvSpPr/>
          <p:nvPr/>
        </p:nvSpPr>
        <p:spPr>
          <a:xfrm>
            <a:off x="971552" y="3209787"/>
            <a:ext cx="10363198" cy="523962"/>
          </a:xfrm>
          <a:prstGeom prst="roundRect">
            <a:avLst/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위험 공기 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누적량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환경기본 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누적량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배율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0F4BBF9-5163-BD80-0581-4BF54CC70110}"/>
              </a:ext>
            </a:extLst>
          </p:cNvPr>
          <p:cNvSpPr/>
          <p:nvPr/>
        </p:nvSpPr>
        <p:spPr>
          <a:xfrm>
            <a:off x="6588756" y="3314845"/>
            <a:ext cx="1104900" cy="315964"/>
          </a:xfrm>
          <a:prstGeom prst="roundRect">
            <a:avLst/>
          </a:prstGeom>
          <a:solidFill>
            <a:srgbClr val="DDEE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×0.5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85D36CE6-9C2C-8984-9288-25C0A198E525}"/>
              </a:ext>
            </a:extLst>
          </p:cNvPr>
          <p:cNvSpPr/>
          <p:nvPr/>
        </p:nvSpPr>
        <p:spPr>
          <a:xfrm>
            <a:off x="7804146" y="3312638"/>
            <a:ext cx="797903" cy="315964"/>
          </a:xfrm>
          <a:prstGeom prst="roundRect">
            <a:avLst/>
          </a:prstGeom>
          <a:solidFill>
            <a:srgbClr val="D9F5F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×1.0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5B53578-CA32-8FA6-A941-531853CA9386}"/>
              </a:ext>
            </a:extLst>
          </p:cNvPr>
          <p:cNvSpPr/>
          <p:nvPr/>
        </p:nvSpPr>
        <p:spPr>
          <a:xfrm>
            <a:off x="8716351" y="3312638"/>
            <a:ext cx="1257428" cy="315964"/>
          </a:xfrm>
          <a:prstGeom prst="roundRect">
            <a:avLst/>
          </a:prstGeom>
          <a:solidFill>
            <a:srgbClr val="FFF2C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날숨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×0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D7C798C-FF3A-6F33-8243-EC6DAB960532}"/>
              </a:ext>
            </a:extLst>
          </p:cNvPr>
          <p:cNvSpPr/>
          <p:nvPr/>
        </p:nvSpPr>
        <p:spPr>
          <a:xfrm>
            <a:off x="10088081" y="3312638"/>
            <a:ext cx="1148752" cy="315964"/>
          </a:xfrm>
          <a:prstGeom prst="roundRect">
            <a:avLst/>
          </a:prstGeom>
          <a:solidFill>
            <a:srgbClr val="F7D8D8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×1.5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C265E63-65BF-C772-272B-D881DF765DAC}"/>
              </a:ext>
            </a:extLst>
          </p:cNvPr>
          <p:cNvSpPr/>
          <p:nvPr/>
        </p:nvSpPr>
        <p:spPr>
          <a:xfrm>
            <a:off x="971553" y="3899969"/>
            <a:ext cx="4947522" cy="119004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95FA272-A8F7-11FB-8E3B-727870CF76D8}"/>
              </a:ext>
            </a:extLst>
          </p:cNvPr>
          <p:cNvSpPr/>
          <p:nvPr/>
        </p:nvSpPr>
        <p:spPr>
          <a:xfrm>
            <a:off x="6389557" y="3899969"/>
            <a:ext cx="4947522" cy="119004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오염도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7A5A7CC-4CCC-0207-C061-B3EF5931E305}"/>
              </a:ext>
            </a:extLst>
          </p:cNvPr>
          <p:cNvSpPr txBox="1"/>
          <p:nvPr/>
        </p:nvSpPr>
        <p:spPr>
          <a:xfrm>
            <a:off x="2796540" y="3986682"/>
            <a:ext cx="3122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 ·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일반 연기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/ </a:t>
            </a:r>
            <a:r>
              <a:rPr lang="ko-KR" altLang="en-US" sz="1000" b="1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사망 없음</a:t>
            </a:r>
            <a:endParaRPr lang="ko-KR" altLang="en-US" sz="10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59A194-8935-50E0-F90A-C355786B8D1F}"/>
              </a:ext>
            </a:extLst>
          </p:cNvPr>
          <p:cNvSpPr txBox="1"/>
          <p:nvPr/>
        </p:nvSpPr>
        <p:spPr>
          <a:xfrm>
            <a:off x="8212216" y="3986682"/>
            <a:ext cx="3122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유해 연기 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/ 100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사망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EFDA4B7-CEF8-F021-9235-678A6447F1F0}"/>
              </a:ext>
            </a:extLst>
          </p:cNvPr>
          <p:cNvSpPr/>
          <p:nvPr/>
        </p:nvSpPr>
        <p:spPr>
          <a:xfrm>
            <a:off x="1645314" y="4401687"/>
            <a:ext cx="3600000" cy="180000"/>
          </a:xfrm>
          <a:prstGeom prst="rect">
            <a:avLst/>
          </a:prstGeom>
          <a:solidFill>
            <a:srgbClr val="D8E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96536D6-48B9-13EF-7956-AD17C240C603}"/>
              </a:ext>
            </a:extLst>
          </p:cNvPr>
          <p:cNvSpPr/>
          <p:nvPr/>
        </p:nvSpPr>
        <p:spPr>
          <a:xfrm>
            <a:off x="4525314" y="4401687"/>
            <a:ext cx="720000" cy="180000"/>
          </a:xfrm>
          <a:prstGeom prst="rect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8D9899C-CDDC-E593-1ABB-A04A68C295E2}"/>
              </a:ext>
            </a:extLst>
          </p:cNvPr>
          <p:cNvSpPr/>
          <p:nvPr/>
        </p:nvSpPr>
        <p:spPr>
          <a:xfrm>
            <a:off x="7063318" y="4401687"/>
            <a:ext cx="3600000" cy="180000"/>
          </a:xfrm>
          <a:prstGeom prst="rect">
            <a:avLst/>
          </a:prstGeom>
          <a:solidFill>
            <a:srgbClr val="D8E3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7C9FA9AC-6480-6628-8679-044AD3AECABF}"/>
              </a:ext>
            </a:extLst>
          </p:cNvPr>
          <p:cNvSpPr/>
          <p:nvPr/>
        </p:nvSpPr>
        <p:spPr>
          <a:xfrm>
            <a:off x="8863318" y="4401687"/>
            <a:ext cx="1800000" cy="180000"/>
          </a:xfrm>
          <a:prstGeom prst="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C773F777-2B18-121A-BBC5-99166C6A4687}"/>
              </a:ext>
            </a:extLst>
          </p:cNvPr>
          <p:cNvCxnSpPr/>
          <p:nvPr/>
        </p:nvCxnSpPr>
        <p:spPr>
          <a:xfrm>
            <a:off x="1645314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B1EC6D9D-B37C-2855-DB35-62D77F0462AF}"/>
              </a:ext>
            </a:extLst>
          </p:cNvPr>
          <p:cNvCxnSpPr/>
          <p:nvPr/>
        </p:nvCxnSpPr>
        <p:spPr>
          <a:xfrm>
            <a:off x="10663318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E959258-49DC-AC5B-1AB4-27326491D6FD}"/>
              </a:ext>
            </a:extLst>
          </p:cNvPr>
          <p:cNvCxnSpPr/>
          <p:nvPr/>
        </p:nvCxnSpPr>
        <p:spPr>
          <a:xfrm>
            <a:off x="8863318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F71A6E5B-9E2A-DB9C-AEBC-3D7424C6053B}"/>
              </a:ext>
            </a:extLst>
          </p:cNvPr>
          <p:cNvCxnSpPr/>
          <p:nvPr/>
        </p:nvCxnSpPr>
        <p:spPr>
          <a:xfrm>
            <a:off x="7070331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3F0F26E9-F5FA-B17F-F68E-EEE25ADA81BE}"/>
              </a:ext>
            </a:extLst>
          </p:cNvPr>
          <p:cNvCxnSpPr/>
          <p:nvPr/>
        </p:nvCxnSpPr>
        <p:spPr>
          <a:xfrm>
            <a:off x="4520818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4FF2685-BEFE-85D7-0B5B-40E8A44F633C}"/>
              </a:ext>
            </a:extLst>
          </p:cNvPr>
          <p:cNvCxnSpPr/>
          <p:nvPr/>
        </p:nvCxnSpPr>
        <p:spPr>
          <a:xfrm>
            <a:off x="5245314" y="4365367"/>
            <a:ext cx="0" cy="252000"/>
          </a:xfrm>
          <a:prstGeom prst="line">
            <a:avLst/>
          </a:prstGeom>
          <a:ln w="127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86A42196-33AD-6C63-0AF2-75833F3819AC}"/>
              </a:ext>
            </a:extLst>
          </p:cNvPr>
          <p:cNvSpPr txBox="1"/>
          <p:nvPr/>
        </p:nvSpPr>
        <p:spPr>
          <a:xfrm>
            <a:off x="4774831" y="4617367"/>
            <a:ext cx="94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100</a:t>
            </a:r>
          </a:p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발생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759F70-7C5E-ED2D-0EF7-BFEC815AC0FA}"/>
              </a:ext>
            </a:extLst>
          </p:cNvPr>
          <p:cNvSpPr txBox="1"/>
          <p:nvPr/>
        </p:nvSpPr>
        <p:spPr>
          <a:xfrm>
            <a:off x="4324603" y="4617367"/>
            <a:ext cx="392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80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1355B6C-920D-45DE-A8FD-B2E1E14A99F7}"/>
              </a:ext>
            </a:extLst>
          </p:cNvPr>
          <p:cNvSpPr txBox="1"/>
          <p:nvPr/>
        </p:nvSpPr>
        <p:spPr>
          <a:xfrm>
            <a:off x="1449099" y="4617367"/>
            <a:ext cx="392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E52223-28B8-66C2-3481-CDAEB06631D4}"/>
              </a:ext>
            </a:extLst>
          </p:cNvPr>
          <p:cNvSpPr txBox="1"/>
          <p:nvPr/>
        </p:nvSpPr>
        <p:spPr>
          <a:xfrm>
            <a:off x="6874116" y="4617366"/>
            <a:ext cx="392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endParaRPr lang="ko-KR" altLang="en-US" sz="100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3604200-CD91-8453-C3A9-540BA5697732}"/>
              </a:ext>
            </a:extLst>
          </p:cNvPr>
          <p:cNvSpPr txBox="1"/>
          <p:nvPr/>
        </p:nvSpPr>
        <p:spPr>
          <a:xfrm>
            <a:off x="8414685" y="4614437"/>
            <a:ext cx="89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50</a:t>
            </a:r>
          </a:p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발생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D05C3BD-3E40-444F-7B59-E06A8937BA0B}"/>
              </a:ext>
            </a:extLst>
          </p:cNvPr>
          <p:cNvSpPr txBox="1"/>
          <p:nvPr/>
        </p:nvSpPr>
        <p:spPr>
          <a:xfrm>
            <a:off x="10391938" y="4610670"/>
            <a:ext cx="54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en-US" altLang="ko-KR"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100</a:t>
            </a:r>
          </a:p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사망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BF4992-8C67-D41A-87D1-69DF0B9C2508}"/>
              </a:ext>
            </a:extLst>
          </p:cNvPr>
          <p:cNvSpPr txBox="1"/>
          <p:nvPr/>
        </p:nvSpPr>
        <p:spPr>
          <a:xfrm>
            <a:off x="2037744" y="4617366"/>
            <a:ext cx="2090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해제 </a:t>
            </a:r>
            <a:r>
              <a:rPr lang="en-US" altLang="ko-KR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: 80 </a:t>
            </a: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이하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50A110E-15A1-43EE-5634-B56580BD9B69}"/>
              </a:ext>
            </a:extLst>
          </p:cNvPr>
          <p:cNvSpPr txBox="1"/>
          <p:nvPr/>
        </p:nvSpPr>
        <p:spPr>
          <a:xfrm>
            <a:off x="7163738" y="4622017"/>
            <a:ext cx="16022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이상 상태 해제 </a:t>
            </a:r>
            <a:r>
              <a:rPr lang="en-US" altLang="ko-KR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: 0 </a:t>
            </a:r>
            <a:r>
              <a:rPr lang="ko-KR" altLang="en-US" sz="8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도달</a:t>
            </a: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0B517CE1-0776-2CB3-B0B7-76E1F9C7A9AD}"/>
              </a:ext>
            </a:extLst>
          </p:cNvPr>
          <p:cNvSpPr/>
          <p:nvPr/>
        </p:nvSpPr>
        <p:spPr>
          <a:xfrm>
            <a:off x="1009013" y="5256237"/>
            <a:ext cx="4947522" cy="123624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이상 상태 공통 효과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 규칙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지속 기침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초마다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반경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10m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이동 속도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50% 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 불가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안전 공기 게이지 회복 속도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모두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-20/s</a:t>
            </a: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FB5C2652-A02F-534E-3688-0AD4C644E8E9}"/>
              </a:ext>
            </a:extLst>
          </p:cNvPr>
          <p:cNvSpPr/>
          <p:nvPr/>
        </p:nvSpPr>
        <p:spPr>
          <a:xfrm>
            <a:off x="975106" y="5256237"/>
            <a:ext cx="67813" cy="1176615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841732E3-C1A0-50C4-55AD-2A18730587A1}"/>
              </a:ext>
            </a:extLst>
          </p:cNvPr>
          <p:cNvSpPr/>
          <p:nvPr/>
        </p:nvSpPr>
        <p:spPr>
          <a:xfrm>
            <a:off x="6387228" y="5256237"/>
            <a:ext cx="4947522" cy="123624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공기 중첩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 규칙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자극도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각각 독립 누적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중첩 이상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중복 없음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이동속도 정상의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35%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동일 종류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위험원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중첩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가장 높은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누적량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개만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A8EFE046-B4D8-6727-F173-A6A45D8B9395}"/>
              </a:ext>
            </a:extLst>
          </p:cNvPr>
          <p:cNvSpPr/>
          <p:nvPr/>
        </p:nvSpPr>
        <p:spPr>
          <a:xfrm>
            <a:off x="6353321" y="5256237"/>
            <a:ext cx="67813" cy="1176615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5862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EB85C-3E75-FD92-C132-E5325CAA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1E160DE-A800-5C37-9133-270077546251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031309C-5968-65B7-E51F-6EB782A614EF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인형 감지 시스템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580DBC-9153-C199-874B-A6E6CED780D8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39D23AC-2C06-6725-0A55-C5072B9ED1DC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81DC85-8E5E-E855-D3DE-A86AD98A12D9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11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CDF12F6-8611-5364-882A-BA6B27F995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04112"/>
              </p:ext>
            </p:extLst>
          </p:nvPr>
        </p:nvGraphicFramePr>
        <p:xfrm>
          <a:off x="670774" y="1393820"/>
          <a:ext cx="2082320" cy="2115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00615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781705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</a:tblGrid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행동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평상 호흡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과흡입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강제 호흡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 상태 기침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2681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62D1EE57-F457-C843-70BF-B3FE24291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878650"/>
              </p:ext>
            </p:extLst>
          </p:nvPr>
        </p:nvGraphicFramePr>
        <p:xfrm>
          <a:off x="670773" y="3836616"/>
          <a:ext cx="2078270" cy="24174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8085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780185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</a:tblGrid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이동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F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소리 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웅크리기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걷기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걷기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사다리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달리기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점프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착지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262681"/>
                  </a:ext>
                </a:extLst>
              </a:tr>
              <a:tr h="3021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웅크리기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F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754612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1645E02-DD7A-9E90-D515-0E2A1C49E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0038111"/>
              </p:ext>
            </p:extLst>
          </p:nvPr>
        </p:nvGraphicFramePr>
        <p:xfrm>
          <a:off x="7706864" y="1951608"/>
          <a:ext cx="3954274" cy="8722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0688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847862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847862">
                  <a:extLst>
                    <a:ext uri="{9D8B030D-6E8A-4147-A177-3AD203B41FA5}">
                      <a16:colId xmlns:a16="http://schemas.microsoft.com/office/drawing/2014/main" val="81960708"/>
                    </a:ext>
                  </a:extLst>
                </a:gridCol>
                <a:gridCol w="847862">
                  <a:extLst>
                    <a:ext uri="{9D8B030D-6E8A-4147-A177-3AD203B41FA5}">
                      <a16:colId xmlns:a16="http://schemas.microsoft.com/office/drawing/2014/main" val="2270622376"/>
                    </a:ext>
                  </a:extLst>
                </a:gridCol>
              </a:tblGrid>
              <a:tr h="290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290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인형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8m / 90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×1.0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290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눈 없는 인형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×1.5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14m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7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</a:tbl>
          </a:graphicData>
        </a:graphic>
      </p:graphicFrame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11D7AAD-A1F7-931B-8F7B-0E12C3EFCCBB}"/>
              </a:ext>
            </a:extLst>
          </p:cNvPr>
          <p:cNvSpPr/>
          <p:nvPr/>
        </p:nvSpPr>
        <p:spPr>
          <a:xfrm>
            <a:off x="3072418" y="1393820"/>
            <a:ext cx="4406352" cy="137477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유효소리 감지 거리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min(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 소리 반경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청각 민감도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청각 거리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눈 없는 인형 기침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min(10m × 1.5, 14m) = 14m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93D2004-4793-6F41-F10B-178620B2D94E}"/>
              </a:ext>
            </a:extLst>
          </p:cNvPr>
          <p:cNvSpPr/>
          <p:nvPr/>
        </p:nvSpPr>
        <p:spPr>
          <a:xfrm>
            <a:off x="3038509" y="1393820"/>
            <a:ext cx="67813" cy="1374779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8906E086-8356-BF6A-94E4-21FD5A0F1014}"/>
              </a:ext>
            </a:extLst>
          </p:cNvPr>
          <p:cNvSpPr/>
          <p:nvPr/>
        </p:nvSpPr>
        <p:spPr>
          <a:xfrm>
            <a:off x="7740771" y="3099172"/>
            <a:ext cx="3920366" cy="3154907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벽 뒤 은신의 의미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벽은 시야를 차단하지만 소리는 남을 수 있음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숨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0m</a:t>
            </a: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따라서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시야 회피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제어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함께 필요함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3374562-7DBC-21BC-8F52-166722171F5F}"/>
              </a:ext>
            </a:extLst>
          </p:cNvPr>
          <p:cNvSpPr/>
          <p:nvPr/>
        </p:nvSpPr>
        <p:spPr>
          <a:xfrm>
            <a:off x="7706864" y="3099172"/>
            <a:ext cx="67813" cy="3154907"/>
          </a:xfrm>
          <a:prstGeom prst="roundRect">
            <a:avLst>
              <a:gd name="adj" fmla="val 0"/>
            </a:avLst>
          </a:prstGeom>
          <a:solidFill>
            <a:srgbClr val="D8E3EA"/>
          </a:solidFill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A1FE728-F19A-B73A-8296-F94529A411D9}"/>
              </a:ext>
            </a:extLst>
          </p:cNvPr>
          <p:cNvSpPr txBox="1"/>
          <p:nvPr/>
        </p:nvSpPr>
        <p:spPr>
          <a:xfrm>
            <a:off x="7706864" y="1310320"/>
            <a:ext cx="3954273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인형은 시야와 소리를 통해 플레이어를 감지하며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행동 소리 반경과 인형 청각 특성에 따라 실제 감지 거리가 달라짐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BF1149E-BF1F-29C7-C120-388497CBA75D}"/>
              </a:ext>
            </a:extLst>
          </p:cNvPr>
          <p:cNvSpPr/>
          <p:nvPr/>
        </p:nvSpPr>
        <p:spPr>
          <a:xfrm>
            <a:off x="3072416" y="3099172"/>
            <a:ext cx="4406353" cy="938450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감지 구조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시각 감지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소리 감지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소리 감지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소리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3D9821-0A9C-C4D5-4CF8-784F1F01D5CB}"/>
              </a:ext>
            </a:extLst>
          </p:cNvPr>
          <p:cNvSpPr/>
          <p:nvPr/>
        </p:nvSpPr>
        <p:spPr>
          <a:xfrm>
            <a:off x="3038509" y="3099172"/>
            <a:ext cx="67813" cy="938450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2FA09F-1DC0-5A09-F10D-B12C28127AD7}"/>
              </a:ext>
            </a:extLst>
          </p:cNvPr>
          <p:cNvSpPr txBox="1"/>
          <p:nvPr/>
        </p:nvSpPr>
        <p:spPr>
          <a:xfrm>
            <a:off x="2942133" y="4368196"/>
            <a:ext cx="192552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소리 감지 검증 예시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05C1AE5-E15B-A730-3FF2-B0D9FDC3A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4371" y="4368196"/>
            <a:ext cx="2339258" cy="17544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7B35E7-C6D9-E6F5-3299-B11C46CF0B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0" t="7387" r="50000" b="8699"/>
          <a:stretch>
            <a:fillRect/>
          </a:stretch>
        </p:blipFill>
        <p:spPr>
          <a:xfrm>
            <a:off x="3039314" y="4783446"/>
            <a:ext cx="2374061" cy="147063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B42138-69F8-1117-E0BE-2FCAFF2F3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58" t="7387" r="4554" b="8699"/>
          <a:stretch>
            <a:fillRect/>
          </a:stretch>
        </p:blipFill>
        <p:spPr>
          <a:xfrm>
            <a:off x="5558123" y="4783447"/>
            <a:ext cx="1920646" cy="147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72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879D-3DFF-BD3F-1CB6-6EF0B573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4" name="연결선: 꺾임 803">
            <a:extLst>
              <a:ext uri="{FF2B5EF4-FFF2-40B4-BE49-F238E27FC236}">
                <a16:creationId xmlns:a16="http://schemas.microsoft.com/office/drawing/2014/main" id="{771A6435-3757-4C80-9A3B-58EA0871F17F}"/>
              </a:ext>
            </a:extLst>
          </p:cNvPr>
          <p:cNvCxnSpPr>
            <a:cxnSpLocks/>
            <a:stCxn id="801" idx="2"/>
            <a:endCxn id="773" idx="1"/>
          </p:cNvCxnSpPr>
          <p:nvPr/>
        </p:nvCxnSpPr>
        <p:spPr>
          <a:xfrm rot="5400000" flipH="1">
            <a:off x="966107" y="3201947"/>
            <a:ext cx="2584085" cy="1972932"/>
          </a:xfrm>
          <a:prstGeom prst="bentConnector4">
            <a:avLst>
              <a:gd name="adj1" fmla="val -3791"/>
              <a:gd name="adj2" fmla="val 110803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6D4A727F-A3DB-88E6-A04D-08CAD076E7D7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2CC7890-B39B-CC52-465C-399C4486DE1C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44196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플로우 차트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087B2F-544A-3842-CF76-C6F3FAF391C6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AEFE535-CD17-3A7F-1BE4-935E17AB92AF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FFC6B3-41C2-13D9-5F1C-F547CBB5A81B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12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5E90BCA-5394-91E2-3CFC-6F274F8A3397}"/>
              </a:ext>
            </a:extLst>
          </p:cNvPr>
          <p:cNvSpPr txBox="1"/>
          <p:nvPr/>
        </p:nvSpPr>
        <p:spPr>
          <a:xfrm>
            <a:off x="642859" y="1181888"/>
            <a:ext cx="1762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호흡 흐름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DAA38D70-C123-CCEF-0058-78F35FA6F71D}"/>
              </a:ext>
            </a:extLst>
          </p:cNvPr>
          <p:cNvSpPr txBox="1"/>
          <p:nvPr/>
        </p:nvSpPr>
        <p:spPr>
          <a:xfrm>
            <a:off x="6444575" y="1184921"/>
            <a:ext cx="1762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</a:p>
        </p:txBody>
      </p:sp>
      <p:sp>
        <p:nvSpPr>
          <p:cNvPr id="772" name="순서도: 처리 771">
            <a:extLst>
              <a:ext uri="{FF2B5EF4-FFF2-40B4-BE49-F238E27FC236}">
                <a16:creationId xmlns:a16="http://schemas.microsoft.com/office/drawing/2014/main" id="{779893E2-72F0-A7D0-3B0F-09ECCAAEE586}"/>
              </a:ext>
            </a:extLst>
          </p:cNvPr>
          <p:cNvSpPr/>
          <p:nvPr/>
        </p:nvSpPr>
        <p:spPr>
          <a:xfrm>
            <a:off x="1276151" y="2250039"/>
            <a:ext cx="939291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평상 호흡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3" name="순서도: 처리 772">
            <a:extLst>
              <a:ext uri="{FF2B5EF4-FFF2-40B4-BE49-F238E27FC236}">
                <a16:creationId xmlns:a16="http://schemas.microsoft.com/office/drawing/2014/main" id="{0D4136F9-E39B-E5C8-510D-14A659B8E05D}"/>
              </a:ext>
            </a:extLst>
          </p:cNvPr>
          <p:cNvSpPr/>
          <p:nvPr/>
        </p:nvSpPr>
        <p:spPr>
          <a:xfrm>
            <a:off x="1271684" y="2734787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 감지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4" name="순서도: 판단 773">
            <a:extLst>
              <a:ext uri="{FF2B5EF4-FFF2-40B4-BE49-F238E27FC236}">
                <a16:creationId xmlns:a16="http://schemas.microsoft.com/office/drawing/2014/main" id="{36A5C931-6154-1B00-CB16-3E9E070685BB}"/>
              </a:ext>
            </a:extLst>
          </p:cNvPr>
          <p:cNvSpPr/>
          <p:nvPr/>
        </p:nvSpPr>
        <p:spPr>
          <a:xfrm>
            <a:off x="1276151" y="32144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5" name="TextBox 774">
            <a:extLst>
              <a:ext uri="{FF2B5EF4-FFF2-40B4-BE49-F238E27FC236}">
                <a16:creationId xmlns:a16="http://schemas.microsoft.com/office/drawing/2014/main" id="{0806940A-F21F-8057-5E44-DEDE22D96787}"/>
              </a:ext>
            </a:extLst>
          </p:cNvPr>
          <p:cNvSpPr txBox="1"/>
          <p:nvPr/>
        </p:nvSpPr>
        <p:spPr>
          <a:xfrm>
            <a:off x="1403415" y="3295478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입력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6" name="순서도: 판단 775">
            <a:extLst>
              <a:ext uri="{FF2B5EF4-FFF2-40B4-BE49-F238E27FC236}">
                <a16:creationId xmlns:a16="http://schemas.microsoft.com/office/drawing/2014/main" id="{E3592F7B-7BD6-578A-73B8-ED8DEC48DC9E}"/>
              </a:ext>
            </a:extLst>
          </p:cNvPr>
          <p:cNvSpPr/>
          <p:nvPr/>
        </p:nvSpPr>
        <p:spPr>
          <a:xfrm>
            <a:off x="2774970" y="322437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7" name="TextBox 776">
            <a:extLst>
              <a:ext uri="{FF2B5EF4-FFF2-40B4-BE49-F238E27FC236}">
                <a16:creationId xmlns:a16="http://schemas.microsoft.com/office/drawing/2014/main" id="{C5DED5F1-5A7D-5A08-05C3-A660BD05A7CE}"/>
              </a:ext>
            </a:extLst>
          </p:cNvPr>
          <p:cNvSpPr txBox="1"/>
          <p:nvPr/>
        </p:nvSpPr>
        <p:spPr>
          <a:xfrm>
            <a:off x="2902234" y="329547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참기 입력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8" name="순서도: 판단 777">
            <a:extLst>
              <a:ext uri="{FF2B5EF4-FFF2-40B4-BE49-F238E27FC236}">
                <a16:creationId xmlns:a16="http://schemas.microsoft.com/office/drawing/2014/main" id="{B150B5CD-19A1-2A9C-3C4C-86A28E5E5EA1}"/>
              </a:ext>
            </a:extLst>
          </p:cNvPr>
          <p:cNvSpPr/>
          <p:nvPr/>
        </p:nvSpPr>
        <p:spPr>
          <a:xfrm>
            <a:off x="4268858" y="322437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9" name="TextBox 778">
            <a:extLst>
              <a:ext uri="{FF2B5EF4-FFF2-40B4-BE49-F238E27FC236}">
                <a16:creationId xmlns:a16="http://schemas.microsoft.com/office/drawing/2014/main" id="{83402898-31F6-F7AF-D749-D57E2281D05C}"/>
              </a:ext>
            </a:extLst>
          </p:cNvPr>
          <p:cNvSpPr txBox="1"/>
          <p:nvPr/>
        </p:nvSpPr>
        <p:spPr>
          <a:xfrm>
            <a:off x="4396122" y="3357034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날숨 입력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0" name="직선 화살표 연결선 779">
            <a:extLst>
              <a:ext uri="{FF2B5EF4-FFF2-40B4-BE49-F238E27FC236}">
                <a16:creationId xmlns:a16="http://schemas.microsoft.com/office/drawing/2014/main" id="{3B2DD95F-C125-4198-1E3F-240EC71BAED2}"/>
              </a:ext>
            </a:extLst>
          </p:cNvPr>
          <p:cNvCxnSpPr>
            <a:cxnSpLocks/>
            <a:stCxn id="774" idx="3"/>
            <a:endCxn id="776" idx="1"/>
          </p:cNvCxnSpPr>
          <p:nvPr/>
        </p:nvCxnSpPr>
        <p:spPr>
          <a:xfrm>
            <a:off x="2215442" y="3464756"/>
            <a:ext cx="559528" cy="9921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1" name="직선 화살표 연결선 780">
            <a:extLst>
              <a:ext uri="{FF2B5EF4-FFF2-40B4-BE49-F238E27FC236}">
                <a16:creationId xmlns:a16="http://schemas.microsoft.com/office/drawing/2014/main" id="{408DDC1C-0937-638F-A68D-B78D91A67D03}"/>
              </a:ext>
            </a:extLst>
          </p:cNvPr>
          <p:cNvCxnSpPr>
            <a:cxnSpLocks/>
            <a:stCxn id="776" idx="3"/>
            <a:endCxn id="778" idx="1"/>
          </p:cNvCxnSpPr>
          <p:nvPr/>
        </p:nvCxnSpPr>
        <p:spPr>
          <a:xfrm>
            <a:off x="3714261" y="3474677"/>
            <a:ext cx="554597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2" name="직선 화살표 연결선 781">
            <a:extLst>
              <a:ext uri="{FF2B5EF4-FFF2-40B4-BE49-F238E27FC236}">
                <a16:creationId xmlns:a16="http://schemas.microsoft.com/office/drawing/2014/main" id="{41E143F5-BCA6-4681-1C13-2D77468A9395}"/>
              </a:ext>
            </a:extLst>
          </p:cNvPr>
          <p:cNvCxnSpPr>
            <a:cxnSpLocks/>
            <a:stCxn id="776" idx="2"/>
            <a:endCxn id="786" idx="0"/>
          </p:cNvCxnSpPr>
          <p:nvPr/>
        </p:nvCxnSpPr>
        <p:spPr>
          <a:xfrm>
            <a:off x="3244616" y="3724976"/>
            <a:ext cx="0" cy="164027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3" name="직선 화살표 연결선 782">
            <a:extLst>
              <a:ext uri="{FF2B5EF4-FFF2-40B4-BE49-F238E27FC236}">
                <a16:creationId xmlns:a16="http://schemas.microsoft.com/office/drawing/2014/main" id="{79F80838-E0C7-8F21-0EE1-AF86CA633F24}"/>
              </a:ext>
            </a:extLst>
          </p:cNvPr>
          <p:cNvCxnSpPr>
            <a:cxnSpLocks/>
            <a:stCxn id="778" idx="2"/>
            <a:endCxn id="787" idx="0"/>
          </p:cNvCxnSpPr>
          <p:nvPr/>
        </p:nvCxnSpPr>
        <p:spPr>
          <a:xfrm flipH="1">
            <a:off x="4735317" y="3724976"/>
            <a:ext cx="3187" cy="16402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4" name="순서도: 처리 783">
            <a:extLst>
              <a:ext uri="{FF2B5EF4-FFF2-40B4-BE49-F238E27FC236}">
                <a16:creationId xmlns:a16="http://schemas.microsoft.com/office/drawing/2014/main" id="{C0DA01A6-1332-0555-546A-7F07314543DA}"/>
              </a:ext>
            </a:extLst>
          </p:cNvPr>
          <p:cNvSpPr/>
          <p:nvPr/>
        </p:nvSpPr>
        <p:spPr>
          <a:xfrm>
            <a:off x="1273920" y="38890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진행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85" name="직선 화살표 연결선 784">
            <a:extLst>
              <a:ext uri="{FF2B5EF4-FFF2-40B4-BE49-F238E27FC236}">
                <a16:creationId xmlns:a16="http://schemas.microsoft.com/office/drawing/2014/main" id="{09839DE7-AF47-3E23-D368-47B38755636F}"/>
              </a:ext>
            </a:extLst>
          </p:cNvPr>
          <p:cNvCxnSpPr>
            <a:cxnSpLocks/>
            <a:stCxn id="774" idx="2"/>
            <a:endCxn id="784" idx="0"/>
          </p:cNvCxnSpPr>
          <p:nvPr/>
        </p:nvCxnSpPr>
        <p:spPr>
          <a:xfrm flipH="1">
            <a:off x="1743566" y="3715055"/>
            <a:ext cx="2231" cy="173949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6" name="순서도: 처리 785">
            <a:extLst>
              <a:ext uri="{FF2B5EF4-FFF2-40B4-BE49-F238E27FC236}">
                <a16:creationId xmlns:a16="http://schemas.microsoft.com/office/drawing/2014/main" id="{79AB363C-C7E2-AF25-B8CF-A06AED091EBE}"/>
              </a:ext>
            </a:extLst>
          </p:cNvPr>
          <p:cNvSpPr/>
          <p:nvPr/>
        </p:nvSpPr>
        <p:spPr>
          <a:xfrm>
            <a:off x="2774970" y="3889003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진행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7" name="순서도: 처리 786">
            <a:extLst>
              <a:ext uri="{FF2B5EF4-FFF2-40B4-BE49-F238E27FC236}">
                <a16:creationId xmlns:a16="http://schemas.microsoft.com/office/drawing/2014/main" id="{ED9A22C5-59CC-EAA6-2DEB-4D95D9384920}"/>
              </a:ext>
            </a:extLst>
          </p:cNvPr>
          <p:cNvSpPr/>
          <p:nvPr/>
        </p:nvSpPr>
        <p:spPr>
          <a:xfrm>
            <a:off x="4268857" y="3889002"/>
            <a:ext cx="932920" cy="55647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호흡량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까지 날숨 진행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8" name="순서도: 판단 787">
            <a:extLst>
              <a:ext uri="{FF2B5EF4-FFF2-40B4-BE49-F238E27FC236}">
                <a16:creationId xmlns:a16="http://schemas.microsoft.com/office/drawing/2014/main" id="{AEF615AE-FEFE-B1E3-AD26-74E138AE750B}"/>
              </a:ext>
            </a:extLst>
          </p:cNvPr>
          <p:cNvSpPr/>
          <p:nvPr/>
        </p:nvSpPr>
        <p:spPr>
          <a:xfrm>
            <a:off x="1271684" y="49798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6AFD9FE3-A00D-47FA-E24D-416AA24D3FE5}"/>
              </a:ext>
            </a:extLst>
          </p:cNvPr>
          <p:cNvSpPr txBox="1"/>
          <p:nvPr/>
        </p:nvSpPr>
        <p:spPr>
          <a:xfrm>
            <a:off x="1398948" y="5057782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0" name="순서도: 판단 789">
            <a:extLst>
              <a:ext uri="{FF2B5EF4-FFF2-40B4-BE49-F238E27FC236}">
                <a16:creationId xmlns:a16="http://schemas.microsoft.com/office/drawing/2014/main" id="{8E6D8A9B-E4E2-A389-C28C-2609170AA7CF}"/>
              </a:ext>
            </a:extLst>
          </p:cNvPr>
          <p:cNvSpPr/>
          <p:nvPr/>
        </p:nvSpPr>
        <p:spPr>
          <a:xfrm>
            <a:off x="1276151" y="5675556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1" name="TextBox 790">
            <a:extLst>
              <a:ext uri="{FF2B5EF4-FFF2-40B4-BE49-F238E27FC236}">
                <a16:creationId xmlns:a16="http://schemas.microsoft.com/office/drawing/2014/main" id="{E4008D96-0F4B-7E77-3FB2-39D1A8D85F7E}"/>
              </a:ext>
            </a:extLst>
          </p:cNvPr>
          <p:cNvSpPr txBox="1"/>
          <p:nvPr/>
        </p:nvSpPr>
        <p:spPr>
          <a:xfrm>
            <a:off x="1403415" y="5756578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 초과 유지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2" name="순서도: 처리 791">
            <a:extLst>
              <a:ext uri="{FF2B5EF4-FFF2-40B4-BE49-F238E27FC236}">
                <a16:creationId xmlns:a16="http://schemas.microsoft.com/office/drawing/2014/main" id="{9E33CFE7-95BD-28C5-6692-C2986DDC9CCE}"/>
              </a:ext>
            </a:extLst>
          </p:cNvPr>
          <p:cNvSpPr/>
          <p:nvPr/>
        </p:nvSpPr>
        <p:spPr>
          <a:xfrm>
            <a:off x="2341824" y="5764272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93" name="직선 화살표 연결선 792">
            <a:extLst>
              <a:ext uri="{FF2B5EF4-FFF2-40B4-BE49-F238E27FC236}">
                <a16:creationId xmlns:a16="http://schemas.microsoft.com/office/drawing/2014/main" id="{2938C929-1893-CFF5-E449-515ABA02CD9A}"/>
              </a:ext>
            </a:extLst>
          </p:cNvPr>
          <p:cNvCxnSpPr>
            <a:cxnSpLocks/>
            <a:stCxn id="773" idx="2"/>
            <a:endCxn id="774" idx="0"/>
          </p:cNvCxnSpPr>
          <p:nvPr/>
        </p:nvCxnSpPr>
        <p:spPr>
          <a:xfrm>
            <a:off x="1741330" y="3057952"/>
            <a:ext cx="4467" cy="1565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4" name="직선 화살표 연결선 793">
            <a:extLst>
              <a:ext uri="{FF2B5EF4-FFF2-40B4-BE49-F238E27FC236}">
                <a16:creationId xmlns:a16="http://schemas.microsoft.com/office/drawing/2014/main" id="{F9911BB1-4FF1-3C15-4A89-8D69DA9019B8}"/>
              </a:ext>
            </a:extLst>
          </p:cNvPr>
          <p:cNvCxnSpPr>
            <a:cxnSpLocks/>
            <a:stCxn id="772" idx="2"/>
            <a:endCxn id="773" idx="0"/>
          </p:cNvCxnSpPr>
          <p:nvPr/>
        </p:nvCxnSpPr>
        <p:spPr>
          <a:xfrm flipH="1">
            <a:off x="1741330" y="2573204"/>
            <a:ext cx="4467" cy="16158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5" name="직선 화살표 연결선 794">
            <a:extLst>
              <a:ext uri="{FF2B5EF4-FFF2-40B4-BE49-F238E27FC236}">
                <a16:creationId xmlns:a16="http://schemas.microsoft.com/office/drawing/2014/main" id="{7DE544C7-1DD6-4475-02C6-D4BD11B94F51}"/>
              </a:ext>
            </a:extLst>
          </p:cNvPr>
          <p:cNvCxnSpPr>
            <a:cxnSpLocks/>
            <a:stCxn id="784" idx="2"/>
            <a:endCxn id="819" idx="0"/>
          </p:cNvCxnSpPr>
          <p:nvPr/>
        </p:nvCxnSpPr>
        <p:spPr>
          <a:xfrm flipH="1">
            <a:off x="1741330" y="4212169"/>
            <a:ext cx="2236" cy="16070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6" name="직선 화살표 연결선 795">
            <a:extLst>
              <a:ext uri="{FF2B5EF4-FFF2-40B4-BE49-F238E27FC236}">
                <a16:creationId xmlns:a16="http://schemas.microsoft.com/office/drawing/2014/main" id="{D7B7683E-F825-9AAC-5500-0AA3F4719AAA}"/>
              </a:ext>
            </a:extLst>
          </p:cNvPr>
          <p:cNvCxnSpPr>
            <a:cxnSpLocks/>
            <a:stCxn id="788" idx="2"/>
            <a:endCxn id="790" idx="0"/>
          </p:cNvCxnSpPr>
          <p:nvPr/>
        </p:nvCxnSpPr>
        <p:spPr>
          <a:xfrm>
            <a:off x="1741330" y="5480455"/>
            <a:ext cx="4467" cy="19510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7" name="직선 화살표 연결선 796">
            <a:extLst>
              <a:ext uri="{FF2B5EF4-FFF2-40B4-BE49-F238E27FC236}">
                <a16:creationId xmlns:a16="http://schemas.microsoft.com/office/drawing/2014/main" id="{E146C392-8E4B-60EC-A565-A6092B704F94}"/>
              </a:ext>
            </a:extLst>
          </p:cNvPr>
          <p:cNvCxnSpPr>
            <a:cxnSpLocks/>
            <a:stCxn id="790" idx="3"/>
            <a:endCxn id="792" idx="1"/>
          </p:cNvCxnSpPr>
          <p:nvPr/>
        </p:nvCxnSpPr>
        <p:spPr>
          <a:xfrm>
            <a:off x="2215442" y="5925855"/>
            <a:ext cx="126382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8" name="연결선: 꺾임 797">
            <a:extLst>
              <a:ext uri="{FF2B5EF4-FFF2-40B4-BE49-F238E27FC236}">
                <a16:creationId xmlns:a16="http://schemas.microsoft.com/office/drawing/2014/main" id="{FA3CD27E-177A-CA5A-BDCA-B1A1DC94B87D}"/>
              </a:ext>
            </a:extLst>
          </p:cNvPr>
          <p:cNvCxnSpPr>
            <a:cxnSpLocks/>
            <a:stCxn id="788" idx="1"/>
            <a:endCxn id="773" idx="1"/>
          </p:cNvCxnSpPr>
          <p:nvPr/>
        </p:nvCxnSpPr>
        <p:spPr>
          <a:xfrm rot="10800000">
            <a:off x="1271684" y="2896370"/>
            <a:ext cx="12700" cy="2333786"/>
          </a:xfrm>
          <a:prstGeom prst="bentConnector3">
            <a:avLst>
              <a:gd name="adj1" fmla="val 180000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9" name="연결선: 꺾임 798">
            <a:extLst>
              <a:ext uri="{FF2B5EF4-FFF2-40B4-BE49-F238E27FC236}">
                <a16:creationId xmlns:a16="http://schemas.microsoft.com/office/drawing/2014/main" id="{42E8D19E-6857-7F6C-1D68-7BF00A1A8A72}"/>
              </a:ext>
            </a:extLst>
          </p:cNvPr>
          <p:cNvCxnSpPr>
            <a:cxnSpLocks/>
            <a:stCxn id="790" idx="1"/>
            <a:endCxn id="773" idx="1"/>
          </p:cNvCxnSpPr>
          <p:nvPr/>
        </p:nvCxnSpPr>
        <p:spPr>
          <a:xfrm rot="10800000">
            <a:off x="1271685" y="2896371"/>
            <a:ext cx="4467" cy="3029485"/>
          </a:xfrm>
          <a:prstGeom prst="bentConnector3">
            <a:avLst>
              <a:gd name="adj1" fmla="val 4924334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0" name="연결선: 꺾임 799">
            <a:extLst>
              <a:ext uri="{FF2B5EF4-FFF2-40B4-BE49-F238E27FC236}">
                <a16:creationId xmlns:a16="http://schemas.microsoft.com/office/drawing/2014/main" id="{A2EB6317-0290-CB28-0EC7-8EB2A8643A0F}"/>
              </a:ext>
            </a:extLst>
          </p:cNvPr>
          <p:cNvCxnSpPr>
            <a:cxnSpLocks/>
            <a:stCxn id="792" idx="2"/>
            <a:endCxn id="772" idx="1"/>
          </p:cNvCxnSpPr>
          <p:nvPr/>
        </p:nvCxnSpPr>
        <p:spPr>
          <a:xfrm rot="5400000" flipH="1">
            <a:off x="205903" y="3481871"/>
            <a:ext cx="3675815" cy="1535319"/>
          </a:xfrm>
          <a:prstGeom prst="bentConnector4">
            <a:avLst>
              <a:gd name="adj1" fmla="val -6219"/>
              <a:gd name="adj2" fmla="val 129365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1" name="순서도: 판단 800">
            <a:extLst>
              <a:ext uri="{FF2B5EF4-FFF2-40B4-BE49-F238E27FC236}">
                <a16:creationId xmlns:a16="http://schemas.microsoft.com/office/drawing/2014/main" id="{613F4A62-525C-05FF-F538-F402C5522B0E}"/>
              </a:ext>
            </a:extLst>
          </p:cNvPr>
          <p:cNvSpPr/>
          <p:nvPr/>
        </p:nvSpPr>
        <p:spPr>
          <a:xfrm>
            <a:off x="2774970" y="4979857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3B618137-8C07-0572-C6D3-2D0D406FD552}"/>
              </a:ext>
            </a:extLst>
          </p:cNvPr>
          <p:cNvSpPr txBox="1"/>
          <p:nvPr/>
        </p:nvSpPr>
        <p:spPr>
          <a:xfrm>
            <a:off x="2902234" y="5057782"/>
            <a:ext cx="678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5" name="직선 화살표 연결선 804">
            <a:extLst>
              <a:ext uri="{FF2B5EF4-FFF2-40B4-BE49-F238E27FC236}">
                <a16:creationId xmlns:a16="http://schemas.microsoft.com/office/drawing/2014/main" id="{70E3DCC3-8E5D-E80B-2BAF-5E66A446C6FF}"/>
              </a:ext>
            </a:extLst>
          </p:cNvPr>
          <p:cNvCxnSpPr>
            <a:cxnSpLocks/>
            <a:stCxn id="786" idx="2"/>
            <a:endCxn id="818" idx="0"/>
          </p:cNvCxnSpPr>
          <p:nvPr/>
        </p:nvCxnSpPr>
        <p:spPr>
          <a:xfrm>
            <a:off x="3244616" y="4212168"/>
            <a:ext cx="4466" cy="16158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6" name="직선 화살표 연결선 805">
            <a:extLst>
              <a:ext uri="{FF2B5EF4-FFF2-40B4-BE49-F238E27FC236}">
                <a16:creationId xmlns:a16="http://schemas.microsoft.com/office/drawing/2014/main" id="{3C2FD056-C622-9BA6-C7A5-6D2B49D098FA}"/>
              </a:ext>
            </a:extLst>
          </p:cNvPr>
          <p:cNvCxnSpPr>
            <a:cxnSpLocks/>
            <a:stCxn id="787" idx="2"/>
            <a:endCxn id="817" idx="0"/>
          </p:cNvCxnSpPr>
          <p:nvPr/>
        </p:nvCxnSpPr>
        <p:spPr>
          <a:xfrm flipH="1">
            <a:off x="4735316" y="4445478"/>
            <a:ext cx="1" cy="24982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7" name="연결선: 꺾임 806">
            <a:extLst>
              <a:ext uri="{FF2B5EF4-FFF2-40B4-BE49-F238E27FC236}">
                <a16:creationId xmlns:a16="http://schemas.microsoft.com/office/drawing/2014/main" id="{6677AD52-10EC-303C-D9BC-EEC9E2F8D6ED}"/>
              </a:ext>
            </a:extLst>
          </p:cNvPr>
          <p:cNvCxnSpPr>
            <a:cxnSpLocks/>
            <a:stCxn id="778" idx="3"/>
            <a:endCxn id="787" idx="3"/>
          </p:cNvCxnSpPr>
          <p:nvPr/>
        </p:nvCxnSpPr>
        <p:spPr>
          <a:xfrm flipH="1">
            <a:off x="5201777" y="3474677"/>
            <a:ext cx="6372" cy="692563"/>
          </a:xfrm>
          <a:prstGeom prst="bentConnector3">
            <a:avLst>
              <a:gd name="adj1" fmla="val -358757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8" name="TextBox 807">
            <a:extLst>
              <a:ext uri="{FF2B5EF4-FFF2-40B4-BE49-F238E27FC236}">
                <a16:creationId xmlns:a16="http://schemas.microsoft.com/office/drawing/2014/main" id="{E05B3EB7-821D-37E3-DF8D-60AAAACCCEAD}"/>
              </a:ext>
            </a:extLst>
          </p:cNvPr>
          <p:cNvSpPr txBox="1"/>
          <p:nvPr/>
        </p:nvSpPr>
        <p:spPr>
          <a:xfrm>
            <a:off x="2856344" y="1874206"/>
            <a:ext cx="2234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</a:p>
        </p:txBody>
      </p:sp>
      <p:sp>
        <p:nvSpPr>
          <p:cNvPr id="809" name="사각형: 둥근 모서리 808">
            <a:extLst>
              <a:ext uri="{FF2B5EF4-FFF2-40B4-BE49-F238E27FC236}">
                <a16:creationId xmlns:a16="http://schemas.microsoft.com/office/drawing/2014/main" id="{5EBF4FD3-E295-B045-AF98-546529800612}"/>
              </a:ext>
            </a:extLst>
          </p:cNvPr>
          <p:cNvSpPr/>
          <p:nvPr/>
        </p:nvSpPr>
        <p:spPr>
          <a:xfrm>
            <a:off x="2774970" y="1794121"/>
            <a:ext cx="2572989" cy="1031385"/>
          </a:xfrm>
          <a:prstGeom prst="roundRect">
            <a:avLst>
              <a:gd name="adj" fmla="val 1722"/>
            </a:avLst>
          </a:prstGeom>
          <a:noFill/>
          <a:ln w="12700">
            <a:solidFill>
              <a:srgbClr val="8AAB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0" name="순서도: 처리 809">
            <a:extLst>
              <a:ext uri="{FF2B5EF4-FFF2-40B4-BE49-F238E27FC236}">
                <a16:creationId xmlns:a16="http://schemas.microsoft.com/office/drawing/2014/main" id="{55A8DE2A-0D7F-1474-1E49-D89F9C63DCBA}"/>
              </a:ext>
            </a:extLst>
          </p:cNvPr>
          <p:cNvSpPr/>
          <p:nvPr/>
        </p:nvSpPr>
        <p:spPr>
          <a:xfrm>
            <a:off x="2937851" y="2265417"/>
            <a:ext cx="990030" cy="44961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</a:t>
            </a:r>
            <a:r>
              <a:rPr lang="en-US" altLang="ko-KR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입력</a:t>
            </a:r>
            <a:endParaRPr lang="en-US" altLang="ko-KR" sz="8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이상 유지</a:t>
            </a:r>
            <a:endParaRPr lang="en-US" altLang="ko-KR" sz="8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1" name="순서도: 처리 810">
            <a:extLst>
              <a:ext uri="{FF2B5EF4-FFF2-40B4-BE49-F238E27FC236}">
                <a16:creationId xmlns:a16="http://schemas.microsoft.com/office/drawing/2014/main" id="{C6B8F6A9-A9BC-1C67-648A-CB908F4BDF5C}"/>
              </a:ext>
            </a:extLst>
          </p:cNvPr>
          <p:cNvSpPr/>
          <p:nvPr/>
        </p:nvSpPr>
        <p:spPr>
          <a:xfrm>
            <a:off x="4246748" y="232864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13" name="연결선: 꺾임 812">
            <a:extLst>
              <a:ext uri="{FF2B5EF4-FFF2-40B4-BE49-F238E27FC236}">
                <a16:creationId xmlns:a16="http://schemas.microsoft.com/office/drawing/2014/main" id="{441CBBD5-354E-917D-16D2-293B4BECEC12}"/>
              </a:ext>
            </a:extLst>
          </p:cNvPr>
          <p:cNvCxnSpPr>
            <a:cxnSpLocks/>
            <a:stCxn id="817" idx="2"/>
            <a:endCxn id="772" idx="1"/>
          </p:cNvCxnSpPr>
          <p:nvPr/>
        </p:nvCxnSpPr>
        <p:spPr>
          <a:xfrm rot="5400000" flipH="1">
            <a:off x="1658108" y="2029666"/>
            <a:ext cx="2695252" cy="3459165"/>
          </a:xfrm>
          <a:prstGeom prst="bentConnector4">
            <a:avLst>
              <a:gd name="adj1" fmla="val -44903"/>
              <a:gd name="adj2" fmla="val 113034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4" name="직선 화살표 연결선 813">
            <a:extLst>
              <a:ext uri="{FF2B5EF4-FFF2-40B4-BE49-F238E27FC236}">
                <a16:creationId xmlns:a16="http://schemas.microsoft.com/office/drawing/2014/main" id="{1BF26C17-A32E-E1FD-DACB-61F4CF15D0D3}"/>
              </a:ext>
            </a:extLst>
          </p:cNvPr>
          <p:cNvCxnSpPr>
            <a:cxnSpLocks/>
            <a:stCxn id="810" idx="3"/>
            <a:endCxn id="811" idx="1"/>
          </p:cNvCxnSpPr>
          <p:nvPr/>
        </p:nvCxnSpPr>
        <p:spPr>
          <a:xfrm flipV="1">
            <a:off x="3927881" y="2490224"/>
            <a:ext cx="318867" cy="1"/>
          </a:xfrm>
          <a:prstGeom prst="straightConnector1">
            <a:avLst/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5" name="연결선: 꺾임 814">
            <a:extLst>
              <a:ext uri="{FF2B5EF4-FFF2-40B4-BE49-F238E27FC236}">
                <a16:creationId xmlns:a16="http://schemas.microsoft.com/office/drawing/2014/main" id="{C65E3D11-B63C-A5E2-096D-0E6C00891381}"/>
              </a:ext>
            </a:extLst>
          </p:cNvPr>
          <p:cNvCxnSpPr>
            <a:cxnSpLocks/>
            <a:stCxn id="772" idx="0"/>
            <a:endCxn id="810" idx="0"/>
          </p:cNvCxnSpPr>
          <p:nvPr/>
        </p:nvCxnSpPr>
        <p:spPr>
          <a:xfrm rot="16200000" flipH="1">
            <a:off x="2581642" y="1414194"/>
            <a:ext cx="15378" cy="1687069"/>
          </a:xfrm>
          <a:prstGeom prst="bentConnector3">
            <a:avLst>
              <a:gd name="adj1" fmla="val -635401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연결선: 꺾임 815">
            <a:extLst>
              <a:ext uri="{FF2B5EF4-FFF2-40B4-BE49-F238E27FC236}">
                <a16:creationId xmlns:a16="http://schemas.microsoft.com/office/drawing/2014/main" id="{8BB76C4D-A7E3-351E-CEE8-B7025EEB8B42}"/>
              </a:ext>
            </a:extLst>
          </p:cNvPr>
          <p:cNvCxnSpPr>
            <a:cxnSpLocks/>
            <a:stCxn id="811" idx="2"/>
            <a:endCxn id="772" idx="3"/>
          </p:cNvCxnSpPr>
          <p:nvPr/>
        </p:nvCxnSpPr>
        <p:spPr>
          <a:xfrm rot="5400000" flipH="1">
            <a:off x="3345826" y="1281238"/>
            <a:ext cx="240184" cy="2500952"/>
          </a:xfrm>
          <a:prstGeom prst="bentConnector4">
            <a:avLst>
              <a:gd name="adj1" fmla="val -144384"/>
              <a:gd name="adj2" fmla="val 88648"/>
            </a:avLst>
          </a:prstGeom>
          <a:ln w="12700">
            <a:solidFill>
              <a:srgbClr val="8AAB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7" name="순서도: 문서 816">
            <a:extLst>
              <a:ext uri="{FF2B5EF4-FFF2-40B4-BE49-F238E27FC236}">
                <a16:creationId xmlns:a16="http://schemas.microsoft.com/office/drawing/2014/main" id="{B31BEAC6-FEC6-84E9-DC4E-BF89D9ED0AF4}"/>
              </a:ext>
            </a:extLst>
          </p:cNvPr>
          <p:cNvSpPr/>
          <p:nvPr/>
        </p:nvSpPr>
        <p:spPr>
          <a:xfrm>
            <a:off x="4188728" y="4695306"/>
            <a:ext cx="109317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</a:t>
            </a:r>
            <a:r>
              <a:rPr lang="ko-KR" altLang="en-US" sz="8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요과음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날숨 애니메이션</a:t>
            </a:r>
          </a:p>
        </p:txBody>
      </p:sp>
      <p:sp>
        <p:nvSpPr>
          <p:cNvPr id="818" name="순서도: 문서 817">
            <a:extLst>
              <a:ext uri="{FF2B5EF4-FFF2-40B4-BE49-F238E27FC236}">
                <a16:creationId xmlns:a16="http://schemas.microsoft.com/office/drawing/2014/main" id="{5DE4B1F6-781A-3750-95DB-2FD14ED2134F}"/>
              </a:ext>
            </a:extLst>
          </p:cNvPr>
          <p:cNvSpPr/>
          <p:nvPr/>
        </p:nvSpPr>
        <p:spPr>
          <a:xfrm>
            <a:off x="2779436" y="4373748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 애니메이션</a:t>
            </a:r>
          </a:p>
        </p:txBody>
      </p:sp>
      <p:sp>
        <p:nvSpPr>
          <p:cNvPr id="819" name="순서도: 문서 818">
            <a:extLst>
              <a:ext uri="{FF2B5EF4-FFF2-40B4-BE49-F238E27FC236}">
                <a16:creationId xmlns:a16="http://schemas.microsoft.com/office/drawing/2014/main" id="{6D9D673B-1E59-22B8-49C3-0FA2EB661606}"/>
              </a:ext>
            </a:extLst>
          </p:cNvPr>
          <p:cNvSpPr/>
          <p:nvPr/>
        </p:nvSpPr>
        <p:spPr>
          <a:xfrm>
            <a:off x="1271684" y="4372874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 애니메이션</a:t>
            </a:r>
          </a:p>
        </p:txBody>
      </p:sp>
      <p:cxnSp>
        <p:nvCxnSpPr>
          <p:cNvPr id="820" name="직선 화살표 연결선 819">
            <a:extLst>
              <a:ext uri="{FF2B5EF4-FFF2-40B4-BE49-F238E27FC236}">
                <a16:creationId xmlns:a16="http://schemas.microsoft.com/office/drawing/2014/main" id="{194B32DF-E47C-FC7B-85B5-24155C8043D7}"/>
              </a:ext>
            </a:extLst>
          </p:cNvPr>
          <p:cNvCxnSpPr>
            <a:cxnSpLocks/>
            <a:stCxn id="819" idx="2"/>
            <a:endCxn id="788" idx="0"/>
          </p:cNvCxnSpPr>
          <p:nvPr/>
        </p:nvCxnSpPr>
        <p:spPr>
          <a:xfrm>
            <a:off x="1741330" y="4784442"/>
            <a:ext cx="0" cy="19541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1" name="직선 화살표 연결선 820">
            <a:extLst>
              <a:ext uri="{FF2B5EF4-FFF2-40B4-BE49-F238E27FC236}">
                <a16:creationId xmlns:a16="http://schemas.microsoft.com/office/drawing/2014/main" id="{98854D48-F442-0858-EE94-C9317819C60A}"/>
              </a:ext>
            </a:extLst>
          </p:cNvPr>
          <p:cNvCxnSpPr>
            <a:cxnSpLocks/>
            <a:stCxn id="818" idx="2"/>
            <a:endCxn id="801" idx="0"/>
          </p:cNvCxnSpPr>
          <p:nvPr/>
        </p:nvCxnSpPr>
        <p:spPr>
          <a:xfrm flipH="1">
            <a:off x="3244616" y="4785316"/>
            <a:ext cx="4466" cy="19454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7" name="순서도: 처리 826">
            <a:extLst>
              <a:ext uri="{FF2B5EF4-FFF2-40B4-BE49-F238E27FC236}">
                <a16:creationId xmlns:a16="http://schemas.microsoft.com/office/drawing/2014/main" id="{ABA86B75-A24A-D7BE-5634-4B1535FCEA58}"/>
              </a:ext>
            </a:extLst>
          </p:cNvPr>
          <p:cNvSpPr/>
          <p:nvPr/>
        </p:nvSpPr>
        <p:spPr>
          <a:xfrm>
            <a:off x="6619233" y="2455091"/>
            <a:ext cx="1064080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</a:t>
            </a:r>
            <a:r>
              <a:rPr lang="en-US" altLang="ko-KR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회복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8" name="순서도: 처리 827">
            <a:extLst>
              <a:ext uri="{FF2B5EF4-FFF2-40B4-BE49-F238E27FC236}">
                <a16:creationId xmlns:a16="http://schemas.microsoft.com/office/drawing/2014/main" id="{7AE024F4-29CE-0519-3D7E-5979E24CF9F4}"/>
              </a:ext>
            </a:extLst>
          </p:cNvPr>
          <p:cNvSpPr/>
          <p:nvPr/>
        </p:nvSpPr>
        <p:spPr>
          <a:xfrm>
            <a:off x="7890727" y="245509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9" name="순서도: 판단 828">
            <a:extLst>
              <a:ext uri="{FF2B5EF4-FFF2-40B4-BE49-F238E27FC236}">
                <a16:creationId xmlns:a16="http://schemas.microsoft.com/office/drawing/2014/main" id="{5899899F-1BC2-B5A8-3FE8-EBF78FDE8C99}"/>
              </a:ext>
            </a:extLst>
          </p:cNvPr>
          <p:cNvSpPr/>
          <p:nvPr/>
        </p:nvSpPr>
        <p:spPr>
          <a:xfrm>
            <a:off x="7890727" y="294791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0" name="TextBox 829">
            <a:extLst>
              <a:ext uri="{FF2B5EF4-FFF2-40B4-BE49-F238E27FC236}">
                <a16:creationId xmlns:a16="http://schemas.microsoft.com/office/drawing/2014/main" id="{B0514215-6069-EEC5-4B8D-B74A0EBF1719}"/>
              </a:ext>
            </a:extLst>
          </p:cNvPr>
          <p:cNvSpPr txBox="1"/>
          <p:nvPr/>
        </p:nvSpPr>
        <p:spPr>
          <a:xfrm>
            <a:off x="8021176" y="3033702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자극도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1" name="순서도: 처리 830">
            <a:extLst>
              <a:ext uri="{FF2B5EF4-FFF2-40B4-BE49-F238E27FC236}">
                <a16:creationId xmlns:a16="http://schemas.microsoft.com/office/drawing/2014/main" id="{B2F5E029-3DA5-2711-4EFC-F645F37986E3}"/>
              </a:ext>
            </a:extLst>
          </p:cNvPr>
          <p:cNvSpPr/>
          <p:nvPr/>
        </p:nvSpPr>
        <p:spPr>
          <a:xfrm>
            <a:off x="7890725" y="361817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2" name="순서도: 문서 831">
            <a:extLst>
              <a:ext uri="{FF2B5EF4-FFF2-40B4-BE49-F238E27FC236}">
                <a16:creationId xmlns:a16="http://schemas.microsoft.com/office/drawing/2014/main" id="{57FF6B80-CF04-676C-C15E-EC7B96CDCC94}"/>
              </a:ext>
            </a:extLst>
          </p:cNvPr>
          <p:cNvSpPr/>
          <p:nvPr/>
        </p:nvSpPr>
        <p:spPr>
          <a:xfrm>
            <a:off x="7890724" y="4111005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</a:t>
            </a:r>
            <a:endParaRPr lang="ko-KR" altLang="en-US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3" name="순서도: 처리 832">
            <a:extLst>
              <a:ext uri="{FF2B5EF4-FFF2-40B4-BE49-F238E27FC236}">
                <a16:creationId xmlns:a16="http://schemas.microsoft.com/office/drawing/2014/main" id="{B54909C4-5ECA-31A9-785D-24C25DEA6FC6}"/>
              </a:ext>
            </a:extLst>
          </p:cNvPr>
          <p:cNvSpPr/>
          <p:nvPr/>
        </p:nvSpPr>
        <p:spPr>
          <a:xfrm>
            <a:off x="9037423" y="2455091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오염도 누적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4" name="순서도: 판단 833">
            <a:extLst>
              <a:ext uri="{FF2B5EF4-FFF2-40B4-BE49-F238E27FC236}">
                <a16:creationId xmlns:a16="http://schemas.microsoft.com/office/drawing/2014/main" id="{0E05396E-83E8-0AEB-37FE-9686874ED346}"/>
              </a:ext>
            </a:extLst>
          </p:cNvPr>
          <p:cNvSpPr/>
          <p:nvPr/>
        </p:nvSpPr>
        <p:spPr>
          <a:xfrm>
            <a:off x="9037423" y="2947918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5" name="TextBox 834">
            <a:extLst>
              <a:ext uri="{FF2B5EF4-FFF2-40B4-BE49-F238E27FC236}">
                <a16:creationId xmlns:a16="http://schemas.microsoft.com/office/drawing/2014/main" id="{F5BE3F4B-5463-6037-6E7C-F7B7DE0BEF8B}"/>
              </a:ext>
            </a:extLst>
          </p:cNvPr>
          <p:cNvSpPr txBox="1"/>
          <p:nvPr/>
        </p:nvSpPr>
        <p:spPr>
          <a:xfrm>
            <a:off x="9167872" y="3033702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이상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6" name="순서도: 처리 835">
            <a:extLst>
              <a:ext uri="{FF2B5EF4-FFF2-40B4-BE49-F238E27FC236}">
                <a16:creationId xmlns:a16="http://schemas.microsoft.com/office/drawing/2014/main" id="{7915E9ED-2880-67F8-BBAA-7C208B117D6A}"/>
              </a:ext>
            </a:extLst>
          </p:cNvPr>
          <p:cNvSpPr/>
          <p:nvPr/>
        </p:nvSpPr>
        <p:spPr>
          <a:xfrm>
            <a:off x="9037421" y="361817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7" name="순서도: 문서 836">
            <a:extLst>
              <a:ext uri="{FF2B5EF4-FFF2-40B4-BE49-F238E27FC236}">
                <a16:creationId xmlns:a16="http://schemas.microsoft.com/office/drawing/2014/main" id="{18DFB80B-08E4-9775-986A-C27380A93716}"/>
              </a:ext>
            </a:extLst>
          </p:cNvPr>
          <p:cNvSpPr/>
          <p:nvPr/>
        </p:nvSpPr>
        <p:spPr>
          <a:xfrm>
            <a:off x="9037420" y="4111005"/>
            <a:ext cx="939291" cy="690554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효과음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</a:t>
            </a: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애니메이션</a:t>
            </a:r>
          </a:p>
        </p:txBody>
      </p:sp>
      <p:sp>
        <p:nvSpPr>
          <p:cNvPr id="838" name="순서도: 판단 837">
            <a:extLst>
              <a:ext uri="{FF2B5EF4-FFF2-40B4-BE49-F238E27FC236}">
                <a16:creationId xmlns:a16="http://schemas.microsoft.com/office/drawing/2014/main" id="{F4A20A7B-C78C-C891-EFF1-AC194BCD9384}"/>
              </a:ext>
            </a:extLst>
          </p:cNvPr>
          <p:cNvSpPr/>
          <p:nvPr/>
        </p:nvSpPr>
        <p:spPr>
          <a:xfrm>
            <a:off x="9037423" y="5019031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219D7635-AF6E-E464-1009-4245B0D24F3D}"/>
              </a:ext>
            </a:extLst>
          </p:cNvPr>
          <p:cNvSpPr txBox="1"/>
          <p:nvPr/>
        </p:nvSpPr>
        <p:spPr>
          <a:xfrm>
            <a:off x="9167872" y="5104815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오염도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100 </a:t>
            </a:r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0" name="직선 화살표 연결선 839">
            <a:extLst>
              <a:ext uri="{FF2B5EF4-FFF2-40B4-BE49-F238E27FC236}">
                <a16:creationId xmlns:a16="http://schemas.microsoft.com/office/drawing/2014/main" id="{757B2A5A-1AFE-1444-B560-5B88F8C38828}"/>
              </a:ext>
            </a:extLst>
          </p:cNvPr>
          <p:cNvCxnSpPr>
            <a:cxnSpLocks/>
            <a:endCxn id="827" idx="0"/>
          </p:cNvCxnSpPr>
          <p:nvPr/>
        </p:nvCxnSpPr>
        <p:spPr>
          <a:xfrm flipH="1">
            <a:off x="7151273" y="2285429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직선 화살표 연결선 840">
            <a:extLst>
              <a:ext uri="{FF2B5EF4-FFF2-40B4-BE49-F238E27FC236}">
                <a16:creationId xmlns:a16="http://schemas.microsoft.com/office/drawing/2014/main" id="{CDB33F31-8130-986D-DA5E-87E0D987D56C}"/>
              </a:ext>
            </a:extLst>
          </p:cNvPr>
          <p:cNvCxnSpPr>
            <a:cxnSpLocks/>
            <a:endCxn id="828" idx="0"/>
          </p:cNvCxnSpPr>
          <p:nvPr/>
        </p:nvCxnSpPr>
        <p:spPr>
          <a:xfrm flipH="1">
            <a:off x="8360373" y="2285429"/>
            <a:ext cx="2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직선 화살표 연결선 841">
            <a:extLst>
              <a:ext uri="{FF2B5EF4-FFF2-40B4-BE49-F238E27FC236}">
                <a16:creationId xmlns:a16="http://schemas.microsoft.com/office/drawing/2014/main" id="{8667C85F-C146-534C-4E71-BAFF5BB8C389}"/>
              </a:ext>
            </a:extLst>
          </p:cNvPr>
          <p:cNvCxnSpPr>
            <a:cxnSpLocks/>
            <a:endCxn id="833" idx="0"/>
          </p:cNvCxnSpPr>
          <p:nvPr/>
        </p:nvCxnSpPr>
        <p:spPr>
          <a:xfrm flipH="1">
            <a:off x="9507069" y="2285429"/>
            <a:ext cx="5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3" name="순서도: 처리 842">
            <a:extLst>
              <a:ext uri="{FF2B5EF4-FFF2-40B4-BE49-F238E27FC236}">
                <a16:creationId xmlns:a16="http://schemas.microsoft.com/office/drawing/2014/main" id="{AFA03B97-742D-C697-5437-C2023EA2C343}"/>
              </a:ext>
            </a:extLst>
          </p:cNvPr>
          <p:cNvSpPr/>
          <p:nvPr/>
        </p:nvSpPr>
        <p:spPr>
          <a:xfrm>
            <a:off x="7890724" y="5113546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4" name="직선 화살표 연결선 843">
            <a:extLst>
              <a:ext uri="{FF2B5EF4-FFF2-40B4-BE49-F238E27FC236}">
                <a16:creationId xmlns:a16="http://schemas.microsoft.com/office/drawing/2014/main" id="{376E3DD9-C4D0-EB68-7498-8F2EB9F0C44D}"/>
              </a:ext>
            </a:extLst>
          </p:cNvPr>
          <p:cNvCxnSpPr>
            <a:cxnSpLocks/>
            <a:stCxn id="843" idx="1"/>
            <a:endCxn id="857" idx="3"/>
          </p:cNvCxnSpPr>
          <p:nvPr/>
        </p:nvCxnSpPr>
        <p:spPr>
          <a:xfrm flipH="1">
            <a:off x="7620918" y="5275129"/>
            <a:ext cx="269806" cy="135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6" name="순서도: 처리 845">
            <a:extLst>
              <a:ext uri="{FF2B5EF4-FFF2-40B4-BE49-F238E27FC236}">
                <a16:creationId xmlns:a16="http://schemas.microsoft.com/office/drawing/2014/main" id="{70C88209-50CD-7183-CAB9-F866C9DA7F68}"/>
              </a:ext>
            </a:extLst>
          </p:cNvPr>
          <p:cNvSpPr/>
          <p:nvPr/>
        </p:nvSpPr>
        <p:spPr>
          <a:xfrm>
            <a:off x="10184113" y="2450456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47" name="직선 화살표 연결선 846">
            <a:extLst>
              <a:ext uri="{FF2B5EF4-FFF2-40B4-BE49-F238E27FC236}">
                <a16:creationId xmlns:a16="http://schemas.microsoft.com/office/drawing/2014/main" id="{11FAED5E-339E-C003-0F3E-038084AE0457}"/>
              </a:ext>
            </a:extLst>
          </p:cNvPr>
          <p:cNvCxnSpPr>
            <a:cxnSpLocks/>
            <a:endCxn id="846" idx="0"/>
          </p:cNvCxnSpPr>
          <p:nvPr/>
        </p:nvCxnSpPr>
        <p:spPr>
          <a:xfrm>
            <a:off x="10653759" y="2285429"/>
            <a:ext cx="0" cy="165027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8" name="순서도: 판단 847">
            <a:extLst>
              <a:ext uri="{FF2B5EF4-FFF2-40B4-BE49-F238E27FC236}">
                <a16:creationId xmlns:a16="http://schemas.microsoft.com/office/drawing/2014/main" id="{6CC5A647-CAD2-F25B-E518-CE1F18436AD1}"/>
              </a:ext>
            </a:extLst>
          </p:cNvPr>
          <p:cNvSpPr/>
          <p:nvPr/>
        </p:nvSpPr>
        <p:spPr>
          <a:xfrm>
            <a:off x="10184113" y="3160745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9" name="TextBox 848">
            <a:extLst>
              <a:ext uri="{FF2B5EF4-FFF2-40B4-BE49-F238E27FC236}">
                <a16:creationId xmlns:a16="http://schemas.microsoft.com/office/drawing/2014/main" id="{CE5715AC-3438-4B5F-8773-C1A40E73108E}"/>
              </a:ext>
            </a:extLst>
          </p:cNvPr>
          <p:cNvSpPr txBox="1"/>
          <p:nvPr/>
        </p:nvSpPr>
        <p:spPr>
          <a:xfrm>
            <a:off x="10314562" y="3308084"/>
            <a:ext cx="678391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들숨 입력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0" name="순서도: 처리 849">
            <a:extLst>
              <a:ext uri="{FF2B5EF4-FFF2-40B4-BE49-F238E27FC236}">
                <a16:creationId xmlns:a16="http://schemas.microsoft.com/office/drawing/2014/main" id="{6915D9B1-F5B9-44BD-BF39-E9FD2C631044}"/>
              </a:ext>
            </a:extLst>
          </p:cNvPr>
          <p:cNvSpPr/>
          <p:nvPr/>
        </p:nvSpPr>
        <p:spPr>
          <a:xfrm>
            <a:off x="10184113" y="3831004"/>
            <a:ext cx="939291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급감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-100/s</a:t>
            </a:r>
          </a:p>
        </p:txBody>
      </p:sp>
      <p:sp>
        <p:nvSpPr>
          <p:cNvPr id="851" name="순서도: 판단 850">
            <a:extLst>
              <a:ext uri="{FF2B5EF4-FFF2-40B4-BE49-F238E27FC236}">
                <a16:creationId xmlns:a16="http://schemas.microsoft.com/office/drawing/2014/main" id="{A92EB9F6-1E7E-F303-DE43-B6136A7FCD01}"/>
              </a:ext>
            </a:extLst>
          </p:cNvPr>
          <p:cNvSpPr/>
          <p:nvPr/>
        </p:nvSpPr>
        <p:spPr>
          <a:xfrm>
            <a:off x="9037424" y="5759345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2" name="TextBox 851">
            <a:extLst>
              <a:ext uri="{FF2B5EF4-FFF2-40B4-BE49-F238E27FC236}">
                <a16:creationId xmlns:a16="http://schemas.microsoft.com/office/drawing/2014/main" id="{D494380A-0AFA-BD67-1FA7-A3B3F55FAB5F}"/>
              </a:ext>
            </a:extLst>
          </p:cNvPr>
          <p:cNvSpPr txBox="1"/>
          <p:nvPr/>
        </p:nvSpPr>
        <p:spPr>
          <a:xfrm>
            <a:off x="9167873" y="584512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호흡량 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도달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54" name="직선 화살표 연결선 853">
            <a:extLst>
              <a:ext uri="{FF2B5EF4-FFF2-40B4-BE49-F238E27FC236}">
                <a16:creationId xmlns:a16="http://schemas.microsoft.com/office/drawing/2014/main" id="{8BDBB99C-FF55-6502-DAD3-15CCC00F1964}"/>
              </a:ext>
            </a:extLst>
          </p:cNvPr>
          <p:cNvCxnSpPr>
            <a:cxnSpLocks/>
            <a:stCxn id="848" idx="2"/>
            <a:endCxn id="850" idx="0"/>
          </p:cNvCxnSpPr>
          <p:nvPr/>
        </p:nvCxnSpPr>
        <p:spPr>
          <a:xfrm>
            <a:off x="10653759" y="3661343"/>
            <a:ext cx="0" cy="169661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5" name="순서도: 처리 854">
            <a:extLst>
              <a:ext uri="{FF2B5EF4-FFF2-40B4-BE49-F238E27FC236}">
                <a16:creationId xmlns:a16="http://schemas.microsoft.com/office/drawing/2014/main" id="{317D0D46-A37D-0B9E-04E7-29907C5F6C0E}"/>
              </a:ext>
            </a:extLst>
          </p:cNvPr>
          <p:cNvSpPr/>
          <p:nvPr/>
        </p:nvSpPr>
        <p:spPr>
          <a:xfrm>
            <a:off x="7890724" y="5853325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56" name="직선 화살표 연결선 855">
            <a:extLst>
              <a:ext uri="{FF2B5EF4-FFF2-40B4-BE49-F238E27FC236}">
                <a16:creationId xmlns:a16="http://schemas.microsoft.com/office/drawing/2014/main" id="{CCBB79D3-769D-7A96-1377-8BF2C2FDFB3D}"/>
              </a:ext>
            </a:extLst>
          </p:cNvPr>
          <p:cNvCxnSpPr>
            <a:cxnSpLocks/>
            <a:stCxn id="855" idx="1"/>
            <a:endCxn id="906" idx="3"/>
          </p:cNvCxnSpPr>
          <p:nvPr/>
        </p:nvCxnSpPr>
        <p:spPr>
          <a:xfrm flipH="1">
            <a:off x="7620918" y="6014908"/>
            <a:ext cx="269806" cy="0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7" name="순서도: 문서 856">
            <a:extLst>
              <a:ext uri="{FF2B5EF4-FFF2-40B4-BE49-F238E27FC236}">
                <a16:creationId xmlns:a16="http://schemas.microsoft.com/office/drawing/2014/main" id="{D899AEB6-CB09-3F76-9D13-3C59B76E71F4}"/>
              </a:ext>
            </a:extLst>
          </p:cNvPr>
          <p:cNvSpPr/>
          <p:nvPr/>
        </p:nvSpPr>
        <p:spPr>
          <a:xfrm>
            <a:off x="6681627" y="5056129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사망 연출</a:t>
            </a:r>
          </a:p>
        </p:txBody>
      </p:sp>
      <p:cxnSp>
        <p:nvCxnSpPr>
          <p:cNvPr id="858" name="직선 화살표 연결선 857">
            <a:extLst>
              <a:ext uri="{FF2B5EF4-FFF2-40B4-BE49-F238E27FC236}">
                <a16:creationId xmlns:a16="http://schemas.microsoft.com/office/drawing/2014/main" id="{87D2328A-73E2-57EF-AD1D-09D1F61867AB}"/>
              </a:ext>
            </a:extLst>
          </p:cNvPr>
          <p:cNvCxnSpPr>
            <a:cxnSpLocks/>
            <a:stCxn id="837" idx="2"/>
            <a:endCxn id="838" idx="0"/>
          </p:cNvCxnSpPr>
          <p:nvPr/>
        </p:nvCxnSpPr>
        <p:spPr>
          <a:xfrm>
            <a:off x="9507066" y="4755906"/>
            <a:ext cx="3" cy="263125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직선 화살표 연결선 858">
            <a:extLst>
              <a:ext uri="{FF2B5EF4-FFF2-40B4-BE49-F238E27FC236}">
                <a16:creationId xmlns:a16="http://schemas.microsoft.com/office/drawing/2014/main" id="{FBDBC4D8-2CA0-9142-0DDC-E11907E4F5D6}"/>
              </a:ext>
            </a:extLst>
          </p:cNvPr>
          <p:cNvCxnSpPr>
            <a:cxnSpLocks/>
            <a:stCxn id="834" idx="2"/>
            <a:endCxn id="836" idx="0"/>
          </p:cNvCxnSpPr>
          <p:nvPr/>
        </p:nvCxnSpPr>
        <p:spPr>
          <a:xfrm flipH="1">
            <a:off x="9507067" y="3448516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" name="직선 화살표 연결선 859">
            <a:extLst>
              <a:ext uri="{FF2B5EF4-FFF2-40B4-BE49-F238E27FC236}">
                <a16:creationId xmlns:a16="http://schemas.microsoft.com/office/drawing/2014/main" id="{F34F5535-8388-1A20-A3C8-D881836A3F17}"/>
              </a:ext>
            </a:extLst>
          </p:cNvPr>
          <p:cNvCxnSpPr>
            <a:cxnSpLocks/>
            <a:stCxn id="829" idx="2"/>
            <a:endCxn id="831" idx="0"/>
          </p:cNvCxnSpPr>
          <p:nvPr/>
        </p:nvCxnSpPr>
        <p:spPr>
          <a:xfrm flipH="1">
            <a:off x="8360371" y="3448516"/>
            <a:ext cx="2" cy="169662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1" name="연결선: 꺾임 860">
            <a:extLst>
              <a:ext uri="{FF2B5EF4-FFF2-40B4-BE49-F238E27FC236}">
                <a16:creationId xmlns:a16="http://schemas.microsoft.com/office/drawing/2014/main" id="{F3CF5557-3E45-F8E9-B2E3-9CF5D2A96428}"/>
              </a:ext>
            </a:extLst>
          </p:cNvPr>
          <p:cNvCxnSpPr>
            <a:cxnSpLocks/>
            <a:stCxn id="829" idx="1"/>
            <a:endCxn id="828" idx="1"/>
          </p:cNvCxnSpPr>
          <p:nvPr/>
        </p:nvCxnSpPr>
        <p:spPr>
          <a:xfrm rot="10800000">
            <a:off x="7890727" y="2616675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2" name="연결선: 꺾임 861">
            <a:extLst>
              <a:ext uri="{FF2B5EF4-FFF2-40B4-BE49-F238E27FC236}">
                <a16:creationId xmlns:a16="http://schemas.microsoft.com/office/drawing/2014/main" id="{C35A6DD0-08DD-0529-52AB-BE3DFB5D8A78}"/>
              </a:ext>
            </a:extLst>
          </p:cNvPr>
          <p:cNvCxnSpPr>
            <a:cxnSpLocks/>
            <a:stCxn id="834" idx="1"/>
            <a:endCxn id="833" idx="1"/>
          </p:cNvCxnSpPr>
          <p:nvPr/>
        </p:nvCxnSpPr>
        <p:spPr>
          <a:xfrm rot="10800000">
            <a:off x="9037423" y="2616675"/>
            <a:ext cx="12700" cy="581543"/>
          </a:xfrm>
          <a:prstGeom prst="bentConnector3">
            <a:avLst>
              <a:gd name="adj1" fmla="val 918370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3" name="연결선: 꺾임 862">
            <a:extLst>
              <a:ext uri="{FF2B5EF4-FFF2-40B4-BE49-F238E27FC236}">
                <a16:creationId xmlns:a16="http://schemas.microsoft.com/office/drawing/2014/main" id="{3FACDF4E-6BF3-7A79-5234-589C5E4E3E2B}"/>
              </a:ext>
            </a:extLst>
          </p:cNvPr>
          <p:cNvCxnSpPr>
            <a:cxnSpLocks/>
            <a:stCxn id="848" idx="3"/>
            <a:endCxn id="954" idx="3"/>
          </p:cNvCxnSpPr>
          <p:nvPr/>
        </p:nvCxnSpPr>
        <p:spPr>
          <a:xfrm>
            <a:off x="11123404" y="3411044"/>
            <a:ext cx="223096" cy="1449860"/>
          </a:xfrm>
          <a:prstGeom prst="bentConnector3">
            <a:avLst>
              <a:gd name="adj1" fmla="val 148031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4" name="연결선: 꺾임 863">
            <a:extLst>
              <a:ext uri="{FF2B5EF4-FFF2-40B4-BE49-F238E27FC236}">
                <a16:creationId xmlns:a16="http://schemas.microsoft.com/office/drawing/2014/main" id="{A3C3CA45-2528-79D9-D688-16A1A45A9161}"/>
              </a:ext>
            </a:extLst>
          </p:cNvPr>
          <p:cNvCxnSpPr>
            <a:cxnSpLocks/>
            <a:stCxn id="838" idx="1"/>
            <a:endCxn id="833" idx="1"/>
          </p:cNvCxnSpPr>
          <p:nvPr/>
        </p:nvCxnSpPr>
        <p:spPr>
          <a:xfrm rot="10800000">
            <a:off x="9037423" y="2616674"/>
            <a:ext cx="12700" cy="2652656"/>
          </a:xfrm>
          <a:prstGeom prst="bentConnector3">
            <a:avLst>
              <a:gd name="adj1" fmla="val 918362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5" name="연결선: 꺾임 864">
            <a:extLst>
              <a:ext uri="{FF2B5EF4-FFF2-40B4-BE49-F238E27FC236}">
                <a16:creationId xmlns:a16="http://schemas.microsoft.com/office/drawing/2014/main" id="{BF89374A-2444-1916-9778-F41AB2EF930F}"/>
              </a:ext>
            </a:extLst>
          </p:cNvPr>
          <p:cNvCxnSpPr>
            <a:cxnSpLocks/>
            <a:stCxn id="851" idx="3"/>
            <a:endCxn id="846" idx="1"/>
          </p:cNvCxnSpPr>
          <p:nvPr/>
        </p:nvCxnSpPr>
        <p:spPr>
          <a:xfrm flipV="1">
            <a:off x="9976715" y="2719024"/>
            <a:ext cx="207398" cy="3290620"/>
          </a:xfrm>
          <a:prstGeom prst="bentConnector3">
            <a:avLst>
              <a:gd name="adj1" fmla="val 33467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7" name="직선 화살표 연결선 866">
            <a:extLst>
              <a:ext uri="{FF2B5EF4-FFF2-40B4-BE49-F238E27FC236}">
                <a16:creationId xmlns:a16="http://schemas.microsoft.com/office/drawing/2014/main" id="{E0A2605C-302D-2E1C-0DE8-4D145BCEA92B}"/>
              </a:ext>
            </a:extLst>
          </p:cNvPr>
          <p:cNvCxnSpPr>
            <a:cxnSpLocks/>
            <a:stCxn id="836" idx="2"/>
            <a:endCxn id="837" idx="0"/>
          </p:cNvCxnSpPr>
          <p:nvPr/>
        </p:nvCxnSpPr>
        <p:spPr>
          <a:xfrm flipH="1">
            <a:off x="9507066" y="3941343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8" name="직선 화살표 연결선 867">
            <a:extLst>
              <a:ext uri="{FF2B5EF4-FFF2-40B4-BE49-F238E27FC236}">
                <a16:creationId xmlns:a16="http://schemas.microsoft.com/office/drawing/2014/main" id="{4287F098-3EAE-B6BB-10C3-6D83D627C330}"/>
              </a:ext>
            </a:extLst>
          </p:cNvPr>
          <p:cNvCxnSpPr>
            <a:cxnSpLocks/>
            <a:stCxn id="831" idx="2"/>
            <a:endCxn id="832" idx="0"/>
          </p:cNvCxnSpPr>
          <p:nvPr/>
        </p:nvCxnSpPr>
        <p:spPr>
          <a:xfrm flipH="1">
            <a:off x="8360370" y="3941343"/>
            <a:ext cx="1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9" name="순서도: 처리 868">
            <a:extLst>
              <a:ext uri="{FF2B5EF4-FFF2-40B4-BE49-F238E27FC236}">
                <a16:creationId xmlns:a16="http://schemas.microsoft.com/office/drawing/2014/main" id="{E82229D1-6EA2-B912-C5AC-A8FE868AFE6F}"/>
              </a:ext>
            </a:extLst>
          </p:cNvPr>
          <p:cNvSpPr/>
          <p:nvPr/>
        </p:nvSpPr>
        <p:spPr>
          <a:xfrm>
            <a:off x="6681627" y="19608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0" name="순서도: 처리 869">
            <a:extLst>
              <a:ext uri="{FF2B5EF4-FFF2-40B4-BE49-F238E27FC236}">
                <a16:creationId xmlns:a16="http://schemas.microsoft.com/office/drawing/2014/main" id="{C42F874C-AB24-E324-BD01-FE1160D59876}"/>
              </a:ext>
            </a:extLst>
          </p:cNvPr>
          <p:cNvSpPr/>
          <p:nvPr/>
        </p:nvSpPr>
        <p:spPr>
          <a:xfrm>
            <a:off x="7890723" y="1960804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1" name="순서도: 처리 870">
            <a:extLst>
              <a:ext uri="{FF2B5EF4-FFF2-40B4-BE49-F238E27FC236}">
                <a16:creationId xmlns:a16="http://schemas.microsoft.com/office/drawing/2014/main" id="{D7ECBBCF-9DD7-A775-71F6-89224C5D2A03}"/>
              </a:ext>
            </a:extLst>
          </p:cNvPr>
          <p:cNvSpPr/>
          <p:nvPr/>
        </p:nvSpPr>
        <p:spPr>
          <a:xfrm>
            <a:off x="9037416" y="1965938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2" name="순서도: 처리 871">
            <a:extLst>
              <a:ext uri="{FF2B5EF4-FFF2-40B4-BE49-F238E27FC236}">
                <a16:creationId xmlns:a16="http://schemas.microsoft.com/office/drawing/2014/main" id="{F1D7C950-6E91-985E-45DB-871C95E60158}"/>
              </a:ext>
            </a:extLst>
          </p:cNvPr>
          <p:cNvSpPr/>
          <p:nvPr/>
        </p:nvSpPr>
        <p:spPr>
          <a:xfrm>
            <a:off x="10184110" y="1965937"/>
            <a:ext cx="939291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 환경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3" name="순서도: 처리 872">
            <a:extLst>
              <a:ext uri="{FF2B5EF4-FFF2-40B4-BE49-F238E27FC236}">
                <a16:creationId xmlns:a16="http://schemas.microsoft.com/office/drawing/2014/main" id="{242A9F47-EBA7-7050-0BC2-6433E2A7F96F}"/>
              </a:ext>
            </a:extLst>
          </p:cNvPr>
          <p:cNvSpPr/>
          <p:nvPr/>
        </p:nvSpPr>
        <p:spPr>
          <a:xfrm>
            <a:off x="8360370" y="1263611"/>
            <a:ext cx="1133994" cy="323165"/>
          </a:xfrm>
          <a:prstGeom prst="flowChartProcess">
            <a:avLst/>
          </a:prstGeom>
          <a:solidFill>
            <a:srgbClr val="073B5C"/>
          </a:solidFill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 감지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74" name="연결선: 꺾임 873">
            <a:extLst>
              <a:ext uri="{FF2B5EF4-FFF2-40B4-BE49-F238E27FC236}">
                <a16:creationId xmlns:a16="http://schemas.microsoft.com/office/drawing/2014/main" id="{B42C3786-B617-81B6-9EB6-8EF60F735BDF}"/>
              </a:ext>
            </a:extLst>
          </p:cNvPr>
          <p:cNvCxnSpPr>
            <a:cxnSpLocks/>
            <a:stCxn id="873" idx="2"/>
            <a:endCxn id="869" idx="0"/>
          </p:cNvCxnSpPr>
          <p:nvPr/>
        </p:nvCxnSpPr>
        <p:spPr>
          <a:xfrm rot="5400000">
            <a:off x="7852306" y="885743"/>
            <a:ext cx="374028" cy="1776094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5" name="연결선: 꺾임 874">
            <a:extLst>
              <a:ext uri="{FF2B5EF4-FFF2-40B4-BE49-F238E27FC236}">
                <a16:creationId xmlns:a16="http://schemas.microsoft.com/office/drawing/2014/main" id="{D5C79610-E5E8-32D5-9F6D-95234BFEC9EA}"/>
              </a:ext>
            </a:extLst>
          </p:cNvPr>
          <p:cNvCxnSpPr>
            <a:cxnSpLocks/>
            <a:stCxn id="873" idx="2"/>
            <a:endCxn id="870" idx="0"/>
          </p:cNvCxnSpPr>
          <p:nvPr/>
        </p:nvCxnSpPr>
        <p:spPr>
          <a:xfrm rot="5400000">
            <a:off x="8456854" y="1490291"/>
            <a:ext cx="374028" cy="566998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6" name="연결선: 꺾임 875">
            <a:extLst>
              <a:ext uri="{FF2B5EF4-FFF2-40B4-BE49-F238E27FC236}">
                <a16:creationId xmlns:a16="http://schemas.microsoft.com/office/drawing/2014/main" id="{D2DC8EE6-B796-D2ED-333F-111914906BC0}"/>
              </a:ext>
            </a:extLst>
          </p:cNvPr>
          <p:cNvCxnSpPr>
            <a:cxnSpLocks/>
            <a:stCxn id="873" idx="2"/>
            <a:endCxn id="871" idx="0"/>
          </p:cNvCxnSpPr>
          <p:nvPr/>
        </p:nvCxnSpPr>
        <p:spPr>
          <a:xfrm rot="16200000" flipH="1">
            <a:off x="9027633" y="1486509"/>
            <a:ext cx="379162" cy="579695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7" name="연결선: 꺾임 876">
            <a:extLst>
              <a:ext uri="{FF2B5EF4-FFF2-40B4-BE49-F238E27FC236}">
                <a16:creationId xmlns:a16="http://schemas.microsoft.com/office/drawing/2014/main" id="{B6C8C104-A6DD-8203-A9A5-11B41FCAE30E}"/>
              </a:ext>
            </a:extLst>
          </p:cNvPr>
          <p:cNvCxnSpPr>
            <a:cxnSpLocks/>
            <a:stCxn id="873" idx="2"/>
            <a:endCxn id="872" idx="0"/>
          </p:cNvCxnSpPr>
          <p:nvPr/>
        </p:nvCxnSpPr>
        <p:spPr>
          <a:xfrm rot="16200000" flipH="1">
            <a:off x="9600981" y="913161"/>
            <a:ext cx="379161" cy="1726389"/>
          </a:xfrm>
          <a:prstGeom prst="bentConnector3">
            <a:avLst>
              <a:gd name="adj1" fmla="val 5000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2" name="순서도: 문서 891">
            <a:extLst>
              <a:ext uri="{FF2B5EF4-FFF2-40B4-BE49-F238E27FC236}">
                <a16:creationId xmlns:a16="http://schemas.microsoft.com/office/drawing/2014/main" id="{56C97151-DBD6-3532-E9D2-33DEF4C981F9}"/>
              </a:ext>
            </a:extLst>
          </p:cNvPr>
          <p:cNvSpPr/>
          <p:nvPr/>
        </p:nvSpPr>
        <p:spPr>
          <a:xfrm>
            <a:off x="3407497" y="5705502"/>
            <a:ext cx="1185406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거친 호흡 효과음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거친 호흡 애니메이션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95" name="직선 화살표 연결선 894">
            <a:extLst>
              <a:ext uri="{FF2B5EF4-FFF2-40B4-BE49-F238E27FC236}">
                <a16:creationId xmlns:a16="http://schemas.microsoft.com/office/drawing/2014/main" id="{D61EB51A-BA33-EC62-ADF7-A90A7B254EBC}"/>
              </a:ext>
            </a:extLst>
          </p:cNvPr>
          <p:cNvCxnSpPr>
            <a:cxnSpLocks/>
            <a:stCxn id="792" idx="3"/>
            <a:endCxn id="892" idx="1"/>
          </p:cNvCxnSpPr>
          <p:nvPr/>
        </p:nvCxnSpPr>
        <p:spPr>
          <a:xfrm flipV="1">
            <a:off x="3281115" y="5925854"/>
            <a:ext cx="126382" cy="1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6" name="순서도: 문서 905">
            <a:extLst>
              <a:ext uri="{FF2B5EF4-FFF2-40B4-BE49-F238E27FC236}">
                <a16:creationId xmlns:a16="http://schemas.microsoft.com/office/drawing/2014/main" id="{FE36237B-C551-D289-971D-0D8F5A42296A}"/>
              </a:ext>
            </a:extLst>
          </p:cNvPr>
          <p:cNvSpPr/>
          <p:nvPr/>
        </p:nvSpPr>
        <p:spPr>
          <a:xfrm>
            <a:off x="6681627" y="5794556"/>
            <a:ext cx="939291" cy="440703"/>
          </a:xfrm>
          <a:prstGeom prst="flowChartDocument">
            <a:avLst/>
          </a:prstGeom>
          <a:noFill/>
          <a:ln>
            <a:solidFill>
              <a:srgbClr val="7FDD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 연출</a:t>
            </a:r>
          </a:p>
        </p:txBody>
      </p:sp>
      <p:sp>
        <p:nvSpPr>
          <p:cNvPr id="915" name="순서도: 판단 914">
            <a:extLst>
              <a:ext uri="{FF2B5EF4-FFF2-40B4-BE49-F238E27FC236}">
                <a16:creationId xmlns:a16="http://schemas.microsoft.com/office/drawing/2014/main" id="{945F5FBA-D237-C62D-702B-E3EC247D00EF}"/>
              </a:ext>
            </a:extLst>
          </p:cNvPr>
          <p:cNvSpPr/>
          <p:nvPr/>
        </p:nvSpPr>
        <p:spPr>
          <a:xfrm>
            <a:off x="6683262" y="3165905"/>
            <a:ext cx="939291" cy="500598"/>
          </a:xfrm>
          <a:prstGeom prst="flowChartDecision">
            <a:avLst/>
          </a:prstGeom>
          <a:noFill/>
          <a:ln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7" name="TextBox 916">
            <a:extLst>
              <a:ext uri="{FF2B5EF4-FFF2-40B4-BE49-F238E27FC236}">
                <a16:creationId xmlns:a16="http://schemas.microsoft.com/office/drawing/2014/main" id="{0DC52F6F-BAE6-DFE3-6C6A-7ABD79E19436}"/>
              </a:ext>
            </a:extLst>
          </p:cNvPr>
          <p:cNvSpPr txBox="1"/>
          <p:nvPr/>
        </p:nvSpPr>
        <p:spPr>
          <a:xfrm>
            <a:off x="6813711" y="3251689"/>
            <a:ext cx="67839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해제 조건</a:t>
            </a:r>
            <a:endParaRPr lang="en-US" altLang="ko-KR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  <a:r>
              <a:rPr lang="en-US" altLang="ko-KR" sz="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19" name="순서도: 처리 918">
            <a:extLst>
              <a:ext uri="{FF2B5EF4-FFF2-40B4-BE49-F238E27FC236}">
                <a16:creationId xmlns:a16="http://schemas.microsoft.com/office/drawing/2014/main" id="{B3F26639-1601-91F2-0EB1-CFB78BBAB58A}"/>
              </a:ext>
            </a:extLst>
          </p:cNvPr>
          <p:cNvSpPr/>
          <p:nvPr/>
        </p:nvSpPr>
        <p:spPr>
          <a:xfrm>
            <a:off x="6619233" y="3802979"/>
            <a:ext cx="1064080" cy="323165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해제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20" name="직선 화살표 연결선 919">
            <a:extLst>
              <a:ext uri="{FF2B5EF4-FFF2-40B4-BE49-F238E27FC236}">
                <a16:creationId xmlns:a16="http://schemas.microsoft.com/office/drawing/2014/main" id="{55AF960D-81A2-380B-08B6-E6375656CEA9}"/>
              </a:ext>
            </a:extLst>
          </p:cNvPr>
          <p:cNvCxnSpPr>
            <a:cxnSpLocks/>
            <a:stCxn id="915" idx="2"/>
            <a:endCxn id="919" idx="0"/>
          </p:cNvCxnSpPr>
          <p:nvPr/>
        </p:nvCxnSpPr>
        <p:spPr>
          <a:xfrm flipH="1">
            <a:off x="7151273" y="3666503"/>
            <a:ext cx="1635" cy="136476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3" name="연결선: 꺾임 922">
            <a:extLst>
              <a:ext uri="{FF2B5EF4-FFF2-40B4-BE49-F238E27FC236}">
                <a16:creationId xmlns:a16="http://schemas.microsoft.com/office/drawing/2014/main" id="{FE587B71-20D7-90BC-B5A2-2E2EEEFA41A7}"/>
              </a:ext>
            </a:extLst>
          </p:cNvPr>
          <p:cNvCxnSpPr>
            <a:cxnSpLocks/>
            <a:stCxn id="915" idx="1"/>
            <a:endCxn id="827" idx="1"/>
          </p:cNvCxnSpPr>
          <p:nvPr/>
        </p:nvCxnSpPr>
        <p:spPr>
          <a:xfrm rot="10800000">
            <a:off x="6619234" y="2723660"/>
            <a:ext cx="64029" cy="692545"/>
          </a:xfrm>
          <a:prstGeom prst="bentConnector3">
            <a:avLst>
              <a:gd name="adj1" fmla="val 263788"/>
            </a:avLst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7" name="직선 화살표 연결선 926">
            <a:extLst>
              <a:ext uri="{FF2B5EF4-FFF2-40B4-BE49-F238E27FC236}">
                <a16:creationId xmlns:a16="http://schemas.microsoft.com/office/drawing/2014/main" id="{622570B3-099A-1485-BE17-3D60F0D0F110}"/>
              </a:ext>
            </a:extLst>
          </p:cNvPr>
          <p:cNvCxnSpPr>
            <a:cxnSpLocks/>
            <a:stCxn id="827" idx="2"/>
            <a:endCxn id="915" idx="0"/>
          </p:cNvCxnSpPr>
          <p:nvPr/>
        </p:nvCxnSpPr>
        <p:spPr>
          <a:xfrm>
            <a:off x="7151273" y="2992227"/>
            <a:ext cx="1635" cy="173678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0" name="직선 화살표 연결선 929">
            <a:extLst>
              <a:ext uri="{FF2B5EF4-FFF2-40B4-BE49-F238E27FC236}">
                <a16:creationId xmlns:a16="http://schemas.microsoft.com/office/drawing/2014/main" id="{8182E971-EE81-6C2B-8CE9-AB510254DB86}"/>
              </a:ext>
            </a:extLst>
          </p:cNvPr>
          <p:cNvCxnSpPr>
            <a:cxnSpLocks/>
            <a:stCxn id="828" idx="2"/>
            <a:endCxn id="829" idx="0"/>
          </p:cNvCxnSpPr>
          <p:nvPr/>
        </p:nvCxnSpPr>
        <p:spPr>
          <a:xfrm>
            <a:off x="8360373" y="2778256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3" name="직선 화살표 연결선 932">
            <a:extLst>
              <a:ext uri="{FF2B5EF4-FFF2-40B4-BE49-F238E27FC236}">
                <a16:creationId xmlns:a16="http://schemas.microsoft.com/office/drawing/2014/main" id="{2D9DBB18-D7CD-49E5-1F52-2D9B1784B273}"/>
              </a:ext>
            </a:extLst>
          </p:cNvPr>
          <p:cNvCxnSpPr>
            <a:cxnSpLocks/>
            <a:stCxn id="833" idx="2"/>
            <a:endCxn id="834" idx="0"/>
          </p:cNvCxnSpPr>
          <p:nvPr/>
        </p:nvCxnSpPr>
        <p:spPr>
          <a:xfrm>
            <a:off x="9507069" y="2778256"/>
            <a:ext cx="0" cy="169662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6" name="직선 화살표 연결선 935">
            <a:extLst>
              <a:ext uri="{FF2B5EF4-FFF2-40B4-BE49-F238E27FC236}">
                <a16:creationId xmlns:a16="http://schemas.microsoft.com/office/drawing/2014/main" id="{349B2796-D117-4DEC-07E3-73E5D0D837D8}"/>
              </a:ext>
            </a:extLst>
          </p:cNvPr>
          <p:cNvCxnSpPr>
            <a:cxnSpLocks/>
            <a:stCxn id="846" idx="2"/>
            <a:endCxn id="848" idx="0"/>
          </p:cNvCxnSpPr>
          <p:nvPr/>
        </p:nvCxnSpPr>
        <p:spPr>
          <a:xfrm>
            <a:off x="10653759" y="2987592"/>
            <a:ext cx="0" cy="173153"/>
          </a:xfrm>
          <a:prstGeom prst="straightConnector1">
            <a:avLst/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0" name="사각형: 둥근 모서리 939">
            <a:extLst>
              <a:ext uri="{FF2B5EF4-FFF2-40B4-BE49-F238E27FC236}">
                <a16:creationId xmlns:a16="http://schemas.microsoft.com/office/drawing/2014/main" id="{A7BD74F4-4955-4381-D923-1EA44698FE53}"/>
              </a:ext>
            </a:extLst>
          </p:cNvPr>
          <p:cNvSpPr/>
          <p:nvPr/>
        </p:nvSpPr>
        <p:spPr>
          <a:xfrm>
            <a:off x="4622695" y="1871836"/>
            <a:ext cx="638248" cy="219588"/>
          </a:xfrm>
          <a:prstGeom prst="roundRect">
            <a:avLst>
              <a:gd name="adj" fmla="val 6783"/>
            </a:avLst>
          </a:prstGeom>
          <a:solidFill>
            <a:srgbClr val="DDEEFF"/>
          </a:solidFill>
          <a:ln w="12700"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69B4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 흐름</a:t>
            </a:r>
          </a:p>
        </p:txBody>
      </p:sp>
      <p:sp>
        <p:nvSpPr>
          <p:cNvPr id="954" name="순서도: 처리 953">
            <a:extLst>
              <a:ext uri="{FF2B5EF4-FFF2-40B4-BE49-F238E27FC236}">
                <a16:creationId xmlns:a16="http://schemas.microsoft.com/office/drawing/2014/main" id="{D2F7F556-545A-B65B-4EB7-83993C08E303}"/>
              </a:ext>
            </a:extLst>
          </p:cNvPr>
          <p:cNvSpPr/>
          <p:nvPr/>
        </p:nvSpPr>
        <p:spPr>
          <a:xfrm>
            <a:off x="10184116" y="4592336"/>
            <a:ext cx="1162384" cy="537136"/>
          </a:xfrm>
          <a:prstGeom prst="flowChartProcess">
            <a:avLst/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규칙에 따른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호흡량 감소</a:t>
            </a:r>
            <a:endParaRPr lang="en-US" altLang="ko-KR" sz="1000" b="1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55" name="연결선: 꺾임 954">
            <a:extLst>
              <a:ext uri="{FF2B5EF4-FFF2-40B4-BE49-F238E27FC236}">
                <a16:creationId xmlns:a16="http://schemas.microsoft.com/office/drawing/2014/main" id="{A03391E5-6B61-24A9-9624-1727599423AA}"/>
              </a:ext>
            </a:extLst>
          </p:cNvPr>
          <p:cNvCxnSpPr>
            <a:cxnSpLocks/>
            <a:stCxn id="954" idx="2"/>
            <a:endCxn id="851" idx="2"/>
          </p:cNvCxnSpPr>
          <p:nvPr/>
        </p:nvCxnSpPr>
        <p:spPr>
          <a:xfrm rot="5400000">
            <a:off x="9570954" y="5065588"/>
            <a:ext cx="1130471" cy="1258238"/>
          </a:xfrm>
          <a:prstGeom prst="bentConnector3">
            <a:avLst>
              <a:gd name="adj1" fmla="val 111311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연결선: 꺾임 1028">
            <a:extLst>
              <a:ext uri="{FF2B5EF4-FFF2-40B4-BE49-F238E27FC236}">
                <a16:creationId xmlns:a16="http://schemas.microsoft.com/office/drawing/2014/main" id="{C693394C-6528-6107-447C-8F607040E5CB}"/>
              </a:ext>
            </a:extLst>
          </p:cNvPr>
          <p:cNvCxnSpPr>
            <a:cxnSpLocks/>
            <a:stCxn id="838" idx="2"/>
            <a:endCxn id="843" idx="2"/>
          </p:cNvCxnSpPr>
          <p:nvPr/>
        </p:nvCxnSpPr>
        <p:spPr>
          <a:xfrm rot="5400000" flipH="1">
            <a:off x="8892261" y="4904821"/>
            <a:ext cx="82918" cy="1146699"/>
          </a:xfrm>
          <a:prstGeom prst="bentConnector3">
            <a:avLst>
              <a:gd name="adj1" fmla="val -87303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6" name="연결선: 꺾임 1065">
            <a:extLst>
              <a:ext uri="{FF2B5EF4-FFF2-40B4-BE49-F238E27FC236}">
                <a16:creationId xmlns:a16="http://schemas.microsoft.com/office/drawing/2014/main" id="{B508368C-44C4-418F-6CB3-DDBEA904FADC}"/>
              </a:ext>
            </a:extLst>
          </p:cNvPr>
          <p:cNvCxnSpPr>
            <a:cxnSpLocks/>
            <a:stCxn id="850" idx="1"/>
            <a:endCxn id="851" idx="2"/>
          </p:cNvCxnSpPr>
          <p:nvPr/>
        </p:nvCxnSpPr>
        <p:spPr>
          <a:xfrm rot="10800000" flipV="1">
            <a:off x="9507071" y="4099571"/>
            <a:ext cx="677043" cy="2160371"/>
          </a:xfrm>
          <a:prstGeom prst="bentConnector4">
            <a:avLst>
              <a:gd name="adj1" fmla="val 10814"/>
              <a:gd name="adj2" fmla="val 105930"/>
            </a:avLst>
          </a:prstGeom>
          <a:ln w="12700"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7" name="직선 화살표 연결선 1076">
            <a:extLst>
              <a:ext uri="{FF2B5EF4-FFF2-40B4-BE49-F238E27FC236}">
                <a16:creationId xmlns:a16="http://schemas.microsoft.com/office/drawing/2014/main" id="{8D27D4F8-5793-2A34-6A04-7A417C049EC6}"/>
              </a:ext>
            </a:extLst>
          </p:cNvPr>
          <p:cNvCxnSpPr>
            <a:cxnSpLocks/>
            <a:stCxn id="851" idx="1"/>
            <a:endCxn id="855" idx="3"/>
          </p:cNvCxnSpPr>
          <p:nvPr/>
        </p:nvCxnSpPr>
        <p:spPr>
          <a:xfrm flipH="1">
            <a:off x="8830015" y="6009644"/>
            <a:ext cx="207409" cy="5264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직선 화살표 연결선 1113">
            <a:extLst>
              <a:ext uri="{FF2B5EF4-FFF2-40B4-BE49-F238E27FC236}">
                <a16:creationId xmlns:a16="http://schemas.microsoft.com/office/drawing/2014/main" id="{7090E977-DAE9-B1B2-044F-B70FD649DB9A}"/>
              </a:ext>
            </a:extLst>
          </p:cNvPr>
          <p:cNvCxnSpPr>
            <a:cxnSpLocks/>
          </p:cNvCxnSpPr>
          <p:nvPr/>
        </p:nvCxnSpPr>
        <p:spPr>
          <a:xfrm>
            <a:off x="770848" y="1637121"/>
            <a:ext cx="189888" cy="0"/>
          </a:xfrm>
          <a:prstGeom prst="straightConnector1">
            <a:avLst/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7" name="직선 화살표 연결선 1116">
            <a:extLst>
              <a:ext uri="{FF2B5EF4-FFF2-40B4-BE49-F238E27FC236}">
                <a16:creationId xmlns:a16="http://schemas.microsoft.com/office/drawing/2014/main" id="{399A981B-C166-E5FE-3A14-641B706B823E}"/>
              </a:ext>
            </a:extLst>
          </p:cNvPr>
          <p:cNvCxnSpPr>
            <a:cxnSpLocks/>
          </p:cNvCxnSpPr>
          <p:nvPr/>
        </p:nvCxnSpPr>
        <p:spPr>
          <a:xfrm>
            <a:off x="770848" y="1828454"/>
            <a:ext cx="189888" cy="0"/>
          </a:xfrm>
          <a:prstGeom prst="straightConnector1">
            <a:avLst/>
          </a:prstGeom>
          <a:ln w="127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8" name="TextBox 1117">
            <a:extLst>
              <a:ext uri="{FF2B5EF4-FFF2-40B4-BE49-F238E27FC236}">
                <a16:creationId xmlns:a16="http://schemas.microsoft.com/office/drawing/2014/main" id="{DC1DA726-6F59-6810-0BDC-ED6E21F1EB89}"/>
              </a:ext>
            </a:extLst>
          </p:cNvPr>
          <p:cNvSpPr txBox="1"/>
          <p:nvPr/>
        </p:nvSpPr>
        <p:spPr>
          <a:xfrm>
            <a:off x="990501" y="1536388"/>
            <a:ext cx="2872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1120" name="TextBox 1119">
            <a:extLst>
              <a:ext uri="{FF2B5EF4-FFF2-40B4-BE49-F238E27FC236}">
                <a16:creationId xmlns:a16="http://schemas.microsoft.com/office/drawing/2014/main" id="{6A30C1FC-FF9C-6505-3156-A4D4B0D18AAE}"/>
              </a:ext>
            </a:extLst>
          </p:cNvPr>
          <p:cNvSpPr txBox="1"/>
          <p:nvPr/>
        </p:nvSpPr>
        <p:spPr>
          <a:xfrm>
            <a:off x="992883" y="172073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03" name="연결선: 꺾임 802">
            <a:extLst>
              <a:ext uri="{FF2B5EF4-FFF2-40B4-BE49-F238E27FC236}">
                <a16:creationId xmlns:a16="http://schemas.microsoft.com/office/drawing/2014/main" id="{31AD9F63-5449-9108-0469-A8F05D7CECBE}"/>
              </a:ext>
            </a:extLst>
          </p:cNvPr>
          <p:cNvCxnSpPr>
            <a:cxnSpLocks/>
            <a:stCxn id="801" idx="1"/>
            <a:endCxn id="772" idx="3"/>
          </p:cNvCxnSpPr>
          <p:nvPr/>
        </p:nvCxnSpPr>
        <p:spPr>
          <a:xfrm rot="10800000">
            <a:off x="2215442" y="2411622"/>
            <a:ext cx="559528" cy="2818534"/>
          </a:xfrm>
          <a:prstGeom prst="bentConnector3">
            <a:avLst>
              <a:gd name="adj1" fmla="val 50000"/>
            </a:avLst>
          </a:prstGeom>
          <a:ln w="12700">
            <a:solidFill>
              <a:srgbClr val="69B4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9" name="직선 연결선 1188">
            <a:extLst>
              <a:ext uri="{FF2B5EF4-FFF2-40B4-BE49-F238E27FC236}">
                <a16:creationId xmlns:a16="http://schemas.microsoft.com/office/drawing/2014/main" id="{9F6EA856-05A9-B93C-613A-29C3D39054A6}"/>
              </a:ext>
            </a:extLst>
          </p:cNvPr>
          <p:cNvSpPr>
            <a:spLocks noGrp="1"/>
          </p:cNvSpPr>
          <p:nvPr/>
        </p:nvSpPr>
        <p:spPr>
          <a:xfrm rot="5400000">
            <a:off x="3296851" y="3827870"/>
            <a:ext cx="536176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704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3F3B-FDE7-EEFC-B131-0E8FBDCD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0D4494E3-5196-D187-86E3-CA65966540AF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705EDFA-7E4E-D135-A6EA-02378EB519DD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분석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7B5B38B-4925-8F17-9365-148971FB1F06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CF8D388-D83D-6AE1-B598-6E76E0253EE7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5CBB36-43C2-CBC2-0761-CC7FD6E1251E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CFC64-D2B8-0C9C-B546-44CF0A9FD8FD}"/>
              </a:ext>
            </a:extLst>
          </p:cNvPr>
          <p:cNvSpPr txBox="1"/>
          <p:nvPr/>
        </p:nvSpPr>
        <p:spPr>
          <a:xfrm>
            <a:off x="4038733" y="5626772"/>
            <a:ext cx="38459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출처 ｜ 유튜브 채널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눈바라미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「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DEATH STRANDING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」 플레이 영상 화면 캡처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5A3722-F72A-8574-AF0F-49B9BCE35A45}"/>
              </a:ext>
            </a:extLst>
          </p:cNvPr>
          <p:cNvSpPr txBox="1"/>
          <p:nvPr/>
        </p:nvSpPr>
        <p:spPr>
          <a:xfrm>
            <a:off x="529643" y="5626772"/>
            <a:ext cx="17908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구간의 실제 플레이 화면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D1989F5-3E71-BB4C-B598-45866BE3D41C}"/>
              </a:ext>
            </a:extLst>
          </p:cNvPr>
          <p:cNvSpPr/>
          <p:nvPr/>
        </p:nvSpPr>
        <p:spPr>
          <a:xfrm>
            <a:off x="529643" y="1654583"/>
            <a:ext cx="7355014" cy="3912200"/>
          </a:xfrm>
          <a:prstGeom prst="roundRect">
            <a:avLst>
              <a:gd name="adj" fmla="val 3828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5C5E64-797A-4E63-0316-367795DB858F}"/>
              </a:ext>
            </a:extLst>
          </p:cNvPr>
          <p:cNvSpPr txBox="1"/>
          <p:nvPr/>
        </p:nvSpPr>
        <p:spPr>
          <a:xfrm>
            <a:off x="8057570" y="1718768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핵심 상황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30F45-938B-8C6B-1936-20C67CEB1DF8}"/>
              </a:ext>
            </a:extLst>
          </p:cNvPr>
          <p:cNvSpPr txBox="1"/>
          <p:nvPr/>
        </p:nvSpPr>
        <p:spPr>
          <a:xfrm>
            <a:off x="8057569" y="2041933"/>
            <a:ext cx="25218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근처에서 숨을 참아 존재 감지를 피함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CB7AF-396A-23EF-C633-34B273C6F7BA}"/>
              </a:ext>
            </a:extLst>
          </p:cNvPr>
          <p:cNvSpPr txBox="1"/>
          <p:nvPr/>
        </p:nvSpPr>
        <p:spPr>
          <a:xfrm>
            <a:off x="8057570" y="2637989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흐름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60B3F-B1D6-03EA-C097-9D1162391322}"/>
              </a:ext>
            </a:extLst>
          </p:cNvPr>
          <p:cNvSpPr txBox="1"/>
          <p:nvPr/>
        </p:nvSpPr>
        <p:spPr>
          <a:xfrm>
            <a:off x="8057569" y="2961154"/>
            <a:ext cx="3874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→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latin typeface="맑은 고딕" panose="020B0503020000020004" pitchFamily="50" charset="-127"/>
              </a:rPr>
              <a:t>감지 → 숨 참기 → 천천히 이동 → 통과 → 호흡 회복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56F6E8-A9C4-A9F1-E618-6FA35BFFE35D}"/>
              </a:ext>
            </a:extLst>
          </p:cNvPr>
          <p:cNvSpPr txBox="1"/>
          <p:nvPr/>
        </p:nvSpPr>
        <p:spPr>
          <a:xfrm>
            <a:off x="7386642" y="-941050"/>
            <a:ext cx="48301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성공한 게임의 요소를 분석하는 게 매우 중요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ko-KR" altLang="en-US" b="1" dirty="0"/>
              <a:t>내가 활용한 요소에 대해서 정확히 분석하자</a:t>
            </a:r>
            <a:endParaRPr lang="en-US" altLang="ko-KR" b="1" dirty="0"/>
          </a:p>
          <a:p>
            <a:r>
              <a:rPr lang="ko-KR" altLang="en-US" b="1" dirty="0"/>
              <a:t>이 요소가 성공에 어떤 기여를 했는 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C8F56F-1615-4635-E385-1A275F6962F0}"/>
              </a:ext>
            </a:extLst>
          </p:cNvPr>
          <p:cNvSpPr txBox="1"/>
          <p:nvPr/>
        </p:nvSpPr>
        <p:spPr>
          <a:xfrm>
            <a:off x="8057570" y="3557210"/>
            <a:ext cx="10214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기본 흐름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F28707-ADC1-5531-5E80-66054085365A}"/>
              </a:ext>
            </a:extLst>
          </p:cNvPr>
          <p:cNvSpPr txBox="1"/>
          <p:nvPr/>
        </p:nvSpPr>
        <p:spPr>
          <a:xfrm>
            <a:off x="8057569" y="3880375"/>
            <a:ext cx="38747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→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latin typeface="맑은 고딕" panose="020B0503020000020004" pitchFamily="50" charset="-127"/>
              </a:rPr>
              <a:t>감지 → 숨 참기 → 천천히 이동 → 통과 → 호흡 회복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6281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1B1AE-78B5-09E7-DAB8-5BE23818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91617B51-15D6-8F13-EB7C-92CDC3518693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B4BDEF-3101-BA63-A00A-2265A9371F4A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B4A8884-4E3E-6630-BB65-B9AABA533E72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26AB0E3-ED3D-C2FE-40F5-DA5D8F74BC8A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C90115D-82C1-6842-DDD6-1D154443C2D9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14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D7577A7-8927-227A-56B8-1EA65FFB0775}"/>
              </a:ext>
            </a:extLst>
          </p:cNvPr>
          <p:cNvSpPr/>
          <p:nvPr/>
        </p:nvSpPr>
        <p:spPr>
          <a:xfrm>
            <a:off x="8301330" y="1654583"/>
            <a:ext cx="3374371" cy="10388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참고 ｜ 숨 참기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BT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근처에서 숨을 참고 천천히 이동함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숨을 참을 수 있는 시간과 근접 상황이 긴장감을 만듦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A685A35-FC92-0838-35E3-8A2C6F7CBC86}"/>
              </a:ext>
            </a:extLst>
          </p:cNvPr>
          <p:cNvSpPr/>
          <p:nvPr/>
        </p:nvSpPr>
        <p:spPr>
          <a:xfrm>
            <a:off x="8267423" y="1654583"/>
            <a:ext cx="67813" cy="1038882"/>
          </a:xfrm>
          <a:prstGeom prst="roundRect">
            <a:avLst>
              <a:gd name="adj" fmla="val 0"/>
            </a:avLst>
          </a:prstGeom>
          <a:solidFill>
            <a:srgbClr val="D9F5F1"/>
          </a:solidFill>
          <a:ln w="12700">
            <a:solidFill>
              <a:srgbClr val="D9F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EB7C50A-1816-90BD-1592-17169DC0A6F2}"/>
              </a:ext>
            </a:extLst>
          </p:cNvPr>
          <p:cNvSpPr/>
          <p:nvPr/>
        </p:nvSpPr>
        <p:spPr>
          <a:xfrm>
            <a:off x="8267423" y="4834111"/>
            <a:ext cx="3374371" cy="10388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차별화 ｜ 경로를 미리 준비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진입 전에 호흡량과 다음 안전 지점을 판단함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환기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불 인형으로 환경이 바뀌어 선택도 달라짐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5094053-4A30-EAE6-C1E0-392A1AB18990}"/>
              </a:ext>
            </a:extLst>
          </p:cNvPr>
          <p:cNvSpPr/>
          <p:nvPr/>
        </p:nvSpPr>
        <p:spPr>
          <a:xfrm>
            <a:off x="8233516" y="4834111"/>
            <a:ext cx="67813" cy="1038882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8EEF444-0F93-34AF-9EAB-9301B6AEAF1E}"/>
              </a:ext>
            </a:extLst>
          </p:cNvPr>
          <p:cNvSpPr/>
          <p:nvPr/>
        </p:nvSpPr>
        <p:spPr>
          <a:xfrm>
            <a:off x="8301330" y="3244347"/>
            <a:ext cx="3374371" cy="103888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확장 ｜ 호흡 행동 전체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들숨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날숨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실패 상태를 하나로 연결함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수중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변장에 같은 자원 규칙을 적용함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37DC516-CF5C-E34F-5344-0FF56DFFCF52}"/>
              </a:ext>
            </a:extLst>
          </p:cNvPr>
          <p:cNvSpPr/>
          <p:nvPr/>
        </p:nvSpPr>
        <p:spPr>
          <a:xfrm>
            <a:off x="8267423" y="3244347"/>
            <a:ext cx="67813" cy="1038882"/>
          </a:xfrm>
          <a:prstGeom prst="roundRect">
            <a:avLst>
              <a:gd name="adj" fmla="val 0"/>
            </a:avLst>
          </a:prstGeom>
          <a:solidFill>
            <a:srgbClr val="FFF2C7"/>
          </a:solidFill>
          <a:ln w="12700">
            <a:solidFill>
              <a:srgbClr val="FFF2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39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61BE3-F10C-87E4-E8A6-DA0702BAA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585B623F-6965-B81C-5548-2329B2A1E010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064396-841D-A777-A8A4-CF34F59F4985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응용 사례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394D5A0-4096-3AE8-B6AE-4D271B4B28DC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6B4558-F668-E8A9-1B7F-48736EE7C295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CA5009A2-7F15-7B8E-CCFE-0A010A5480C9}"/>
              </a:ext>
            </a:extLst>
          </p:cNvPr>
          <p:cNvSpPr/>
          <p:nvPr/>
        </p:nvSpPr>
        <p:spPr>
          <a:xfrm>
            <a:off x="1408561" y="1016482"/>
            <a:ext cx="4189803" cy="268412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FFD75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청각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눈 없는 인형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웅크려 이동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무소음 이동으로 청각 특화 적 통과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0FC5F87-F621-4A4A-6190-1E12FEF90AE3}"/>
              </a:ext>
            </a:extLst>
          </p:cNvPr>
          <p:cNvSpPr/>
          <p:nvPr/>
        </p:nvSpPr>
        <p:spPr>
          <a:xfrm>
            <a:off x="1374653" y="1016482"/>
            <a:ext cx="67813" cy="2684129"/>
          </a:xfrm>
          <a:prstGeom prst="roundRect">
            <a:avLst>
              <a:gd name="adj" fmla="val 0"/>
            </a:avLst>
          </a:prstGeom>
          <a:solidFill>
            <a:srgbClr val="FFD757"/>
          </a:solidFill>
          <a:ln w="12700">
            <a:solidFill>
              <a:srgbClr val="FFD7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C3C0DFA-4D4A-46B7-6D0D-11CDE3EE8032}"/>
              </a:ext>
            </a:extLst>
          </p:cNvPr>
          <p:cNvSpPr/>
          <p:nvPr/>
        </p:nvSpPr>
        <p:spPr>
          <a:xfrm>
            <a:off x="6722570" y="1016483"/>
            <a:ext cx="4189803" cy="2447752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9764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인형 외형 위장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위장 스킨 착용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 제어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외형을 숨겨도 호흡 소시로 노출 가능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6A60C5A-4429-C86C-93CA-87E883F480F8}"/>
              </a:ext>
            </a:extLst>
          </p:cNvPr>
          <p:cNvSpPr/>
          <p:nvPr/>
        </p:nvSpPr>
        <p:spPr>
          <a:xfrm>
            <a:off x="6688662" y="1016482"/>
            <a:ext cx="67813" cy="2684129"/>
          </a:xfrm>
          <a:prstGeom prst="roundRect">
            <a:avLst>
              <a:gd name="adj" fmla="val 0"/>
            </a:avLst>
          </a:prstGeom>
          <a:solidFill>
            <a:srgbClr val="9764E2"/>
          </a:solidFill>
          <a:ln w="12700">
            <a:solidFill>
              <a:srgbClr val="9764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51EF75F-5FEE-9FED-BAD2-87C83B3285E5}"/>
              </a:ext>
            </a:extLst>
          </p:cNvPr>
          <p:cNvSpPr/>
          <p:nvPr/>
        </p:nvSpPr>
        <p:spPr>
          <a:xfrm>
            <a:off x="6722570" y="3899109"/>
            <a:ext cx="4189803" cy="268412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69B4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환기 장치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 공기 → 안전 공기 영구 전환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가능한 정상 환경으로 변경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C433C33-BD40-92DD-7BBE-DF3A1E7EFD10}"/>
              </a:ext>
            </a:extLst>
          </p:cNvPr>
          <p:cNvSpPr/>
          <p:nvPr/>
        </p:nvSpPr>
        <p:spPr>
          <a:xfrm>
            <a:off x="6688662" y="3899109"/>
            <a:ext cx="67813" cy="2684129"/>
          </a:xfrm>
          <a:prstGeom prst="roundRect">
            <a:avLst>
              <a:gd name="adj" fmla="val 0"/>
            </a:avLst>
          </a:prstGeom>
          <a:solidFill>
            <a:srgbClr val="69B4FF"/>
          </a:solidFill>
          <a:ln w="12700"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F742D97-08A0-A0E5-5EB6-1970D9655506}"/>
              </a:ext>
            </a:extLst>
          </p:cNvPr>
          <p:cNvSpPr/>
          <p:nvPr/>
        </p:nvSpPr>
        <p:spPr>
          <a:xfrm>
            <a:off x="1408563" y="3899109"/>
            <a:ext cx="4189803" cy="2684129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>
                <a:solidFill>
                  <a:srgbClr val="E6868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유해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｜ 불 인형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응용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1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연기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범위 확대 →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3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 유해 연기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결과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불 인형 성장 단계에 따라 통과 경로와 호흡 전략 변경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189CF57-E796-0413-66D9-B84F5F41514A}"/>
              </a:ext>
            </a:extLst>
          </p:cNvPr>
          <p:cNvSpPr/>
          <p:nvPr/>
        </p:nvSpPr>
        <p:spPr>
          <a:xfrm>
            <a:off x="1374655" y="3899109"/>
            <a:ext cx="67813" cy="2684129"/>
          </a:xfrm>
          <a:prstGeom prst="roundRect">
            <a:avLst>
              <a:gd name="adj" fmla="val 0"/>
            </a:avLst>
          </a:prstGeom>
          <a:solidFill>
            <a:srgbClr val="E68686"/>
          </a:solidFill>
          <a:ln w="12700">
            <a:solidFill>
              <a:srgbClr val="E686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FD4F23-56C3-19B1-9AF1-E9EB67FA7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75" y="4803116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E02A550-07D4-7A52-851A-F3E191FA5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68" y="4803116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3DCEF99-88CD-1744-C583-856AD9020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73" y="1920489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5973DD-129E-DEE6-8A41-E301351D67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466" y="1920489"/>
            <a:ext cx="4155899" cy="178079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E363803-639D-1DCE-A434-25879DF94E7F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26406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0502E-7652-AF1D-182B-0175EC4D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22A2073-2E3F-70ED-84E7-D4C0D827EE8D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364EA6-FD94-C830-5ADD-311CBBE38DFC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B1F919-511A-3B06-88E1-9EFDC227F875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AEBF16E-8B10-B972-4022-8A57BA9C1C42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D8D84E7-A4C3-28E0-97BE-113DF2CF79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43529"/>
              </p:ext>
            </p:extLst>
          </p:nvPr>
        </p:nvGraphicFramePr>
        <p:xfrm>
          <a:off x="7694645" y="1103568"/>
          <a:ext cx="3937520" cy="19755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391">
                  <a:extLst>
                    <a:ext uri="{9D8B030D-6E8A-4147-A177-3AD203B41FA5}">
                      <a16:colId xmlns:a16="http://schemas.microsoft.com/office/drawing/2014/main" val="1591828049"/>
                    </a:ext>
                  </a:extLst>
                </a:gridCol>
                <a:gridCol w="1328693">
                  <a:extLst>
                    <a:ext uri="{9D8B030D-6E8A-4147-A177-3AD203B41FA5}">
                      <a16:colId xmlns:a16="http://schemas.microsoft.com/office/drawing/2014/main" val="278783164"/>
                    </a:ext>
                  </a:extLst>
                </a:gridCol>
                <a:gridCol w="2053436">
                  <a:extLst>
                    <a:ext uri="{9D8B030D-6E8A-4147-A177-3AD203B41FA5}">
                      <a16:colId xmlns:a16="http://schemas.microsoft.com/office/drawing/2014/main" val="2957510361"/>
                    </a:ext>
                  </a:extLst>
                </a:gridCol>
              </a:tblGrid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상황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플레이 판단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769128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 구역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들숨으로 호흡량 확보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06580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 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벽 뒤 은신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192352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③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 공기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참기로 게이지 누적 차단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473463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④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청각에 예민한 적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웅크려 이동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670224"/>
                  </a:ext>
                </a:extLst>
              </a:tr>
              <a:tr h="329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안전 지점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재호흡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자극도 회복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17477"/>
                  </a:ext>
                </a:extLst>
              </a:tr>
            </a:tbl>
          </a:graphicData>
        </a:graphic>
      </p:graphicFrame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4532573-47D2-1E49-6038-A1045227D0A0}"/>
              </a:ext>
            </a:extLst>
          </p:cNvPr>
          <p:cNvSpPr/>
          <p:nvPr/>
        </p:nvSpPr>
        <p:spPr>
          <a:xfrm>
            <a:off x="7728553" y="3276190"/>
            <a:ext cx="3903612" cy="1339648"/>
          </a:xfrm>
          <a:prstGeom prst="roundRect">
            <a:avLst>
              <a:gd name="adj" fmla="val 323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공간 설계 원칙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시작점에서 한 번의 호흡으로 전체를 통과하지 못하게 함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지점과 위험 요소의 간격을 조절해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준비 → 통과 → 재정비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</a:rPr>
              <a:t>가 반복되도록 구성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93B72EF-9334-CFAF-35A8-3FE5A0DECA92}"/>
              </a:ext>
            </a:extLst>
          </p:cNvPr>
          <p:cNvSpPr/>
          <p:nvPr/>
        </p:nvSpPr>
        <p:spPr>
          <a:xfrm>
            <a:off x="7694645" y="3276190"/>
            <a:ext cx="67813" cy="1339648"/>
          </a:xfrm>
          <a:prstGeom prst="roundRect">
            <a:avLst>
              <a:gd name="adj" fmla="val 0"/>
            </a:avLst>
          </a:prstGeom>
          <a:solidFill>
            <a:srgbClr val="69B4FF"/>
          </a:solidFill>
          <a:ln w="12700">
            <a:solidFill>
              <a:srgbClr val="69B4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4A2B704-726C-8B0F-06E5-1A52599D47A4}"/>
              </a:ext>
            </a:extLst>
          </p:cNvPr>
          <p:cNvSpPr/>
          <p:nvPr/>
        </p:nvSpPr>
        <p:spPr>
          <a:xfrm>
            <a:off x="653144" y="1060322"/>
            <a:ext cx="6774023" cy="3555516"/>
          </a:xfrm>
          <a:prstGeom prst="roundRect">
            <a:avLst>
              <a:gd name="adj" fmla="val 3366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A46AFD9-3F13-0A9B-4399-22152E3A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" t="2907" r="349" b="5868"/>
          <a:stretch>
            <a:fillRect/>
          </a:stretch>
        </p:blipFill>
        <p:spPr>
          <a:xfrm>
            <a:off x="653145" y="5118245"/>
            <a:ext cx="10979020" cy="1358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038C92-65C4-72FE-B038-AC10F240C9C6}"/>
              </a:ext>
            </a:extLst>
          </p:cNvPr>
          <p:cNvSpPr txBox="1"/>
          <p:nvPr/>
        </p:nvSpPr>
        <p:spPr>
          <a:xfrm>
            <a:off x="653144" y="4747077"/>
            <a:ext cx="173316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맵 경로 설계 기준</a:t>
            </a:r>
            <a:endParaRPr lang="ko-KR" altLang="en-US" sz="8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240B49-6147-FC2C-68F4-6A0530BC1CFD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2892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C994-A255-34BF-BB53-65D12A37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472A9164-1491-1537-CED3-A6762E428D55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CCE178-2721-405B-9AF5-D44DC1EC5BC6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 및 안전 장치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62C786-1AB9-FA7E-2C53-3A69494355D1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E2BA94C-D360-94E6-5346-2894B15E1EE0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84478C6-B91B-5131-49A1-7225FB8C4245}"/>
              </a:ext>
            </a:extLst>
          </p:cNvPr>
          <p:cNvSpPr/>
          <p:nvPr/>
        </p:nvSpPr>
        <p:spPr>
          <a:xfrm>
            <a:off x="457200" y="1456382"/>
            <a:ext cx="67813" cy="3355510"/>
          </a:xfrm>
          <a:prstGeom prst="roundRect">
            <a:avLst>
              <a:gd name="adj" fmla="val 0"/>
            </a:avLst>
          </a:prstGeom>
          <a:solidFill>
            <a:srgbClr val="EDE4FA"/>
          </a:solidFill>
          <a:ln w="12700">
            <a:solidFill>
              <a:srgbClr val="EDE4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2FC6548-15B0-C7FD-FD99-1D4350B7D725}"/>
              </a:ext>
            </a:extLst>
          </p:cNvPr>
          <p:cNvSpPr/>
          <p:nvPr/>
        </p:nvSpPr>
        <p:spPr>
          <a:xfrm>
            <a:off x="6385732" y="1456382"/>
            <a:ext cx="5406217" cy="3355510"/>
          </a:xfrm>
          <a:prstGeom prst="roundRect">
            <a:avLst>
              <a:gd name="adj" fmla="val 1743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5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중 이상 상태 발생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 중 이상 상태가 발생하면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호흡 실패 상태를 중단하고 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상태를 우선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우선 순위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강제 호흡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25B63A4-FF8B-57BC-A062-A0E8AEBC14F1}"/>
              </a:ext>
            </a:extLst>
          </p:cNvPr>
          <p:cNvSpPr/>
          <p:nvPr/>
        </p:nvSpPr>
        <p:spPr>
          <a:xfrm>
            <a:off x="6351826" y="1456382"/>
            <a:ext cx="67813" cy="3355510"/>
          </a:xfrm>
          <a:prstGeom prst="roundRect">
            <a:avLst>
              <a:gd name="adj" fmla="val 0"/>
            </a:avLst>
          </a:prstGeom>
          <a:solidFill>
            <a:srgbClr val="F7D8D8"/>
          </a:solidFill>
          <a:ln w="12700"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A3A25F7-C9FE-24ED-4E3A-637507D65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9631612" y="3017213"/>
            <a:ext cx="1577567" cy="167608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F0BDB65-F5C0-6EBF-9B62-24700E41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26" r="4013"/>
          <a:stretch>
            <a:fillRect/>
          </a:stretch>
        </p:blipFill>
        <p:spPr>
          <a:xfrm>
            <a:off x="6932241" y="3017213"/>
            <a:ext cx="1577568" cy="1676089"/>
          </a:xfrm>
          <a:prstGeom prst="rect">
            <a:avLst/>
          </a:prstGeom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F5A9713D-DF0D-D41F-F0C5-CD2F7AD7860A}"/>
              </a:ext>
            </a:extLst>
          </p:cNvPr>
          <p:cNvSpPr/>
          <p:nvPr/>
        </p:nvSpPr>
        <p:spPr>
          <a:xfrm>
            <a:off x="8884532" y="3639347"/>
            <a:ext cx="408615" cy="323461"/>
          </a:xfrm>
          <a:prstGeom prst="rightArrow">
            <a:avLst/>
          </a:prstGeom>
          <a:solidFill>
            <a:srgbClr val="F7D8D8"/>
          </a:solidFill>
          <a:ln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2B730BC5-6C60-60C5-1FA8-C13D22DF4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39"/>
          <a:stretch>
            <a:fillRect/>
          </a:stretch>
        </p:blipFill>
        <p:spPr>
          <a:xfrm>
            <a:off x="979330" y="3017213"/>
            <a:ext cx="1577567" cy="1676088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9B5CE286-4804-BD98-3935-BE1B4E587B4A}"/>
              </a:ext>
            </a:extLst>
          </p:cNvPr>
          <p:cNvSpPr/>
          <p:nvPr/>
        </p:nvSpPr>
        <p:spPr>
          <a:xfrm>
            <a:off x="3591815" y="4263460"/>
            <a:ext cx="157771" cy="2404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65CDFCA-B0C5-24AC-5259-DBDD68DFA4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4" t="27227" r="906" b="7038"/>
          <a:stretch>
            <a:fillRect/>
          </a:stretch>
        </p:blipFill>
        <p:spPr>
          <a:xfrm>
            <a:off x="457200" y="5112544"/>
            <a:ext cx="11334746" cy="88913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512D832-924F-8090-702F-5477EE266A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492" y="2999116"/>
            <a:ext cx="1694185" cy="169418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89AC2E6-AC80-DA4B-4CA1-69E40402C9B8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17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ACABEF9-AC83-EC29-28C5-7AD6C5C591E7}"/>
              </a:ext>
            </a:extLst>
          </p:cNvPr>
          <p:cNvSpPr/>
          <p:nvPr/>
        </p:nvSpPr>
        <p:spPr>
          <a:xfrm>
            <a:off x="491106" y="1456382"/>
            <a:ext cx="5406217" cy="3355510"/>
          </a:xfrm>
          <a:prstGeom prst="roundRect">
            <a:avLst>
              <a:gd name="adj" fmla="val 1192"/>
            </a:avLst>
          </a:prstGeom>
          <a:noFill/>
          <a:ln w="12700">
            <a:solidFill>
              <a:srgbClr val="D8E3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호흡 제어 불가 상태 </a:t>
            </a:r>
            <a:r>
              <a:rPr lang="en-US" altLang="ko-KR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5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수중 진입</a:t>
            </a:r>
            <a:endParaRPr lang="en-US" altLang="ko-KR" sz="15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복합 이상 상태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과흡입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호흡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머리가 잠기는 수중 구간에 들어가면 즉시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익사</a:t>
            </a:r>
            <a:endParaRPr lang="en-US" altLang="ko-KR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91E65AE0-F4D0-8F4A-777D-381E81BA88D6}"/>
              </a:ext>
            </a:extLst>
          </p:cNvPr>
          <p:cNvSpPr/>
          <p:nvPr/>
        </p:nvSpPr>
        <p:spPr>
          <a:xfrm>
            <a:off x="2989906" y="3639348"/>
            <a:ext cx="408615" cy="323461"/>
          </a:xfrm>
          <a:prstGeom prst="rightArrow">
            <a:avLst/>
          </a:prstGeom>
          <a:solidFill>
            <a:srgbClr val="F7D8D8"/>
          </a:solidFill>
          <a:ln>
            <a:solidFill>
              <a:srgbClr val="F7D8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028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69CE3-2AA3-3ED6-F6EF-0229FA11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CCEE144-AF7B-7DEE-0D2D-1DAAD8F69A14}"/>
              </a:ext>
            </a:extLst>
          </p:cNvPr>
          <p:cNvSpPr/>
          <p:nvPr/>
        </p:nvSpPr>
        <p:spPr>
          <a:xfrm>
            <a:off x="8652116" y="1386873"/>
            <a:ext cx="2494857" cy="4211493"/>
          </a:xfrm>
          <a:prstGeom prst="roundRect">
            <a:avLst>
              <a:gd name="adj" fmla="val 7021"/>
            </a:avLst>
          </a:prstGeom>
          <a:noFill/>
          <a:ln w="12700">
            <a:solidFill>
              <a:srgbClr val="8AAB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B63714-86E5-38C5-3CDF-6D1ECE664A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1" t="1515" r="844" b="2448"/>
          <a:stretch>
            <a:fillRect/>
          </a:stretch>
        </p:blipFill>
        <p:spPr>
          <a:xfrm>
            <a:off x="1166676" y="2003703"/>
            <a:ext cx="6392830" cy="3406084"/>
          </a:xfrm>
          <a:prstGeom prst="rect">
            <a:avLst/>
          </a:prstGeom>
        </p:spPr>
      </p:pic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C735A49C-5C71-1970-3604-FE53F569BDC8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B2A331-7F4A-19BA-CE10-ECED9EE3FB3E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 항목 정의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FCED55-740B-2437-2A73-9D60896A6D76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A8C541D-61AE-5843-E8AA-A2A1393DBC30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1E3F01-24D5-E3E6-820A-2A9F30DD1C07}"/>
              </a:ext>
            </a:extLst>
          </p:cNvPr>
          <p:cNvSpPr txBox="1"/>
          <p:nvPr/>
        </p:nvSpPr>
        <p:spPr>
          <a:xfrm>
            <a:off x="8828223" y="1992226"/>
            <a:ext cx="2182008" cy="34789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 유지 가능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호흡량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초당 소모량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 이상까지 남은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현재 자극도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누적률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이상까지 남은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(50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－현재 오염도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누적률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오염 사망까지 남은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(100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－현재 오염도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누적률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행동 유지 가능 시간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적용되는 제한 시간 중 최솟값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행동 기준 이동 가능 거리</a:t>
            </a:r>
            <a:endParaRPr lang="en-US" altLang="ko-KR" sz="800" b="1" dirty="0">
              <a:solidFill>
                <a:srgbClr val="8AAB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 속도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×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허용 시간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93A9E3-08B8-0046-883C-28436E1F95B2}"/>
              </a:ext>
            </a:extLst>
          </p:cNvPr>
          <p:cNvSpPr txBox="1"/>
          <p:nvPr/>
        </p:nvSpPr>
        <p:spPr>
          <a:xfrm>
            <a:off x="1119569" y="5471127"/>
            <a:ext cx="2579553" cy="2934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</a:t>
            </a:r>
            <a:r>
              <a:rPr lang="en-US" altLang="ko-KR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Excel  </a:t>
            </a:r>
            <a:r>
              <a:rPr lang="ko-KR" altLang="en-US" sz="1000" b="1" dirty="0" err="1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게산</a:t>
            </a:r>
            <a:r>
              <a:rPr lang="ko-KR" alt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화면 </a:t>
            </a:r>
            <a:r>
              <a:rPr lang="en-US" altLang="ko-KR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03_</a:t>
            </a:r>
            <a:r>
              <a:rPr lang="ko-KR" alt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계산검증 시트</a:t>
            </a:r>
            <a:endParaRPr lang="ko-KR" altLang="en-US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F7942E-0AF8-8A6F-8E27-EE6E7B509854}"/>
              </a:ext>
            </a:extLst>
          </p:cNvPr>
          <p:cNvSpPr txBox="1"/>
          <p:nvPr/>
        </p:nvSpPr>
        <p:spPr>
          <a:xfrm>
            <a:off x="1119569" y="1550491"/>
            <a:ext cx="14061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입력한 데이터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94F99DF-BE81-4EA3-D896-1DA5F0B7FD35}"/>
              </a:ext>
            </a:extLst>
          </p:cNvPr>
          <p:cNvSpPr/>
          <p:nvPr/>
        </p:nvSpPr>
        <p:spPr>
          <a:xfrm>
            <a:off x="2576513" y="2180149"/>
            <a:ext cx="1792908" cy="2283098"/>
          </a:xfrm>
          <a:prstGeom prst="roundRect">
            <a:avLst>
              <a:gd name="adj" fmla="val 4500"/>
            </a:avLst>
          </a:prstGeom>
          <a:solidFill>
            <a:srgbClr val="FFD757">
              <a:alpha val="2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F4D76B2F-05B9-AB8B-AE1B-30E0B4DFF6A9}"/>
              </a:ext>
            </a:extLst>
          </p:cNvPr>
          <p:cNvCxnSpPr>
            <a:cxnSpLocks/>
            <a:stCxn id="44" idx="0"/>
            <a:endCxn id="43" idx="3"/>
          </p:cNvCxnSpPr>
          <p:nvPr/>
        </p:nvCxnSpPr>
        <p:spPr>
          <a:xfrm rot="16200000" flipV="1">
            <a:off x="2765308" y="1472490"/>
            <a:ext cx="468075" cy="947244"/>
          </a:xfrm>
          <a:prstGeom prst="bentConnector2">
            <a:avLst/>
          </a:prstGeom>
          <a:ln w="25400">
            <a:solidFill>
              <a:srgbClr val="FFD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AB42315-1479-44F9-E0F5-07E0A294B6DD}"/>
              </a:ext>
            </a:extLst>
          </p:cNvPr>
          <p:cNvSpPr/>
          <p:nvPr/>
        </p:nvSpPr>
        <p:spPr>
          <a:xfrm>
            <a:off x="6126061" y="2186959"/>
            <a:ext cx="1543655" cy="3352866"/>
          </a:xfrm>
          <a:prstGeom prst="roundRect">
            <a:avLst>
              <a:gd name="adj" fmla="val 6920"/>
            </a:avLst>
          </a:prstGeom>
          <a:solidFill>
            <a:srgbClr val="FFD757">
              <a:alpha val="2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D938B31-D6F2-8241-BCF0-E7AA68451206}"/>
              </a:ext>
            </a:extLst>
          </p:cNvPr>
          <p:cNvSpPr txBox="1"/>
          <p:nvPr/>
        </p:nvSpPr>
        <p:spPr>
          <a:xfrm>
            <a:off x="4512802" y="1550491"/>
            <a:ext cx="14061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계산 결과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2ADDE34-C241-03A4-C570-45BDE06A6F3A}"/>
              </a:ext>
            </a:extLst>
          </p:cNvPr>
          <p:cNvCxnSpPr>
            <a:cxnSpLocks/>
            <a:stCxn id="49" idx="0"/>
            <a:endCxn id="52" idx="3"/>
          </p:cNvCxnSpPr>
          <p:nvPr/>
        </p:nvCxnSpPr>
        <p:spPr>
          <a:xfrm rot="16200000" flipV="1">
            <a:off x="6170981" y="1460050"/>
            <a:ext cx="474885" cy="978933"/>
          </a:xfrm>
          <a:prstGeom prst="bentConnector2">
            <a:avLst/>
          </a:prstGeom>
          <a:ln w="25400">
            <a:solidFill>
              <a:srgbClr val="FFD7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69ADA60-445B-BC9F-E123-EADC85BF1C01}"/>
              </a:ext>
            </a:extLst>
          </p:cNvPr>
          <p:cNvSpPr txBox="1"/>
          <p:nvPr/>
        </p:nvSpPr>
        <p:spPr>
          <a:xfrm>
            <a:off x="8835250" y="1550490"/>
            <a:ext cx="14061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사용된 계산식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87A0759-CA85-9D71-0AC4-44AEDDB6A997}"/>
              </a:ext>
            </a:extLst>
          </p:cNvPr>
          <p:cNvSpPr/>
          <p:nvPr/>
        </p:nvSpPr>
        <p:spPr>
          <a:xfrm>
            <a:off x="6217920" y="3558074"/>
            <a:ext cx="1355142" cy="1623526"/>
          </a:xfrm>
          <a:prstGeom prst="roundRect">
            <a:avLst>
              <a:gd name="adj" fmla="val 4115"/>
            </a:avLst>
          </a:prstGeom>
          <a:solidFill>
            <a:srgbClr val="E68686">
              <a:alpha val="20000"/>
            </a:srgbClr>
          </a:solidFill>
          <a:ln w="254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F2C7"/>
              </a:solidFill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8C3B1D3F-46AA-0716-216C-72480001985C}"/>
              </a:ext>
            </a:extLst>
          </p:cNvPr>
          <p:cNvCxnSpPr>
            <a:cxnSpLocks/>
            <a:stCxn id="59" idx="3"/>
            <a:endCxn id="24" idx="1"/>
          </p:cNvCxnSpPr>
          <p:nvPr/>
        </p:nvCxnSpPr>
        <p:spPr>
          <a:xfrm flipV="1">
            <a:off x="7573062" y="3492620"/>
            <a:ext cx="1079054" cy="877217"/>
          </a:xfrm>
          <a:prstGeom prst="bentConnector3">
            <a:avLst>
              <a:gd name="adj1" fmla="val 50000"/>
            </a:avLst>
          </a:prstGeom>
          <a:ln w="25400">
            <a:solidFill>
              <a:srgbClr val="E6868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A817C0-38EA-A5AF-0B84-5A60F2CE3CFA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515068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선 연결선 1">
            <a:extLst>
              <a:ext uri="{FF2B5EF4-FFF2-40B4-BE49-F238E27FC236}">
                <a16:creationId xmlns:a16="http://schemas.microsoft.com/office/drawing/2014/main" id="{492B1702-0ABB-0D94-8F97-41981B9995FA}"/>
              </a:ext>
            </a:extLst>
          </p:cNvPr>
          <p:cNvSpPr>
            <a:spLocks noGrp="1"/>
          </p:cNvSpPr>
          <p:nvPr/>
        </p:nvSpPr>
        <p:spPr>
          <a:xfrm>
            <a:off x="457200" y="735361"/>
            <a:ext cx="113919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1F1225-D0A7-46B7-A260-1410C1B79F4A}"/>
              </a:ext>
            </a:extLst>
          </p:cNvPr>
          <p:cNvSpPr>
            <a:spLocks noGrp="1"/>
          </p:cNvSpPr>
          <p:nvPr/>
        </p:nvSpPr>
        <p:spPr>
          <a:xfrm>
            <a:off x="457200" y="187676"/>
            <a:ext cx="5232400" cy="5460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출처 및 제작 도구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A3BF75-AE37-045A-8EBF-3B6320FDFE5B}"/>
              </a:ext>
            </a:extLst>
          </p:cNvPr>
          <p:cNvSpPr>
            <a:spLocks noGrp="1"/>
          </p:cNvSpPr>
          <p:nvPr/>
        </p:nvSpPr>
        <p:spPr>
          <a:xfrm>
            <a:off x="9801726" y="36552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5102259-151A-F559-CD7A-6281DA39C888}"/>
              </a:ext>
            </a:extLst>
          </p:cNvPr>
          <p:cNvCxnSpPr/>
          <p:nvPr/>
        </p:nvCxnSpPr>
        <p:spPr>
          <a:xfrm>
            <a:off x="61912" y="0"/>
            <a:ext cx="0" cy="6858000"/>
          </a:xfrm>
          <a:prstGeom prst="line">
            <a:avLst/>
          </a:prstGeom>
          <a:ln w="127000">
            <a:solidFill>
              <a:srgbClr val="073B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5F7E63-B398-BEE8-9F60-DCB312F4645D}"/>
              </a:ext>
            </a:extLst>
          </p:cNvPr>
          <p:cNvSpPr txBox="1"/>
          <p:nvPr/>
        </p:nvSpPr>
        <p:spPr>
          <a:xfrm>
            <a:off x="771331" y="1629747"/>
            <a:ext cx="7871065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활용  제작 이미지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제작 도구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ChatGPT · Flow AI</a:t>
            </a:r>
          </a:p>
          <a:p>
            <a:pPr>
              <a:lnSpc>
                <a:spcPct val="20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제작 이미지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주인공 캐릭터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적 몬스터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게임 타이틀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게임 튜토리얼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게임 맵 구성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공기별 환경 </a:t>
            </a:r>
            <a:r>
              <a:rPr lang="ko-KR" altLang="ko-KR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인포그래픽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</a:t>
            </a:r>
            <a:r>
              <a:rPr lang="ko-KR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호흡 행동 규칙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PPT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표지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 기획서의 게임 설정 및 시스템 기획을 바탕으로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이미지 생성 도구를 활용하여 제작 및 편집함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</a:pP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레퍼런스 이미지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《DEATH STRANDING》 </a:t>
            </a: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플레이 화면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출처｜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유튜브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채널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눈바라미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‘,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「노코멘트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데스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스트랜딩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에피소드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: 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브리짓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」 플레이 영상 화면 캡처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용도</a:t>
            </a:r>
            <a:r>
              <a:rPr lang="ko-KR" altLang="en-US" sz="1000" b="1" dirty="0" err="1">
                <a:latin typeface="맑은 고딕" panose="020B0503020000020004" pitchFamily="50" charset="-127"/>
              </a:rPr>
              <a:t>｜</a:t>
            </a:r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시스템 레퍼런스 비교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분석을 위한 플레이 화면 인용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URL</a:t>
            </a:r>
            <a:r>
              <a:rPr lang="ko-KR" altLang="en-US" sz="1000" b="1" dirty="0">
                <a:latin typeface="맑은 고딕" panose="020B0503020000020004" pitchFamily="50" charset="-127"/>
              </a:rPr>
              <a:t>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en-US" altLang="ko-KR" sz="1000" dirty="0">
                <a:latin typeface="맑은 고딕" panose="020B0503020000020004" pitchFamily="50" charset="-127"/>
              </a:rPr>
              <a:t>https://www.youtube.com/watch?v=JjK8MtRQfnU&amp;list=PLerQXBsnk7cuDsULt6R66khB9GlZmfyfb&amp;index=2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0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선정 이유</a:t>
            </a:r>
            <a:r>
              <a:rPr lang="ko-KR" altLang="en-US" sz="1000" b="1" dirty="0">
                <a:latin typeface="맑은 고딕" panose="020B0503020000020004" pitchFamily="50" charset="-127"/>
              </a:rPr>
              <a:t>｜</a:t>
            </a:r>
            <a:r>
              <a:rPr lang="en-US" altLang="ko-KR" sz="1000" dirty="0">
                <a:latin typeface="맑은 고딕" panose="020B0503020000020004" pitchFamily="50" charset="-127"/>
              </a:rPr>
              <a:t>’</a:t>
            </a:r>
            <a:r>
              <a:rPr lang="ko-KR" altLang="en-US" sz="1000" dirty="0">
                <a:latin typeface="맑은 고딕" panose="020B0503020000020004" pitchFamily="50" charset="-127"/>
              </a:rPr>
              <a:t>숨 참기</a:t>
            </a:r>
            <a:r>
              <a:rPr lang="en-US" altLang="ko-KR" sz="1000" dirty="0">
                <a:latin typeface="맑은 고딕" panose="020B0503020000020004" pitchFamily="50" charset="-127"/>
              </a:rPr>
              <a:t>’</a:t>
            </a:r>
            <a:r>
              <a:rPr lang="ko-KR" altLang="en-US" sz="1000" dirty="0">
                <a:latin typeface="맑은 고딕" panose="020B0503020000020004" pitchFamily="50" charset="-127"/>
              </a:rPr>
              <a:t>의 한글 튜토리얼 설명과 실제 플레이를 함께 확인할 수 있는 장면을 선정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06E911A-DEE5-200D-2E41-6DC668A8D5EE}"/>
              </a:ext>
            </a:extLst>
          </p:cNvPr>
          <p:cNvSpPr>
            <a:spLocks noGrp="1"/>
          </p:cNvSpPr>
          <p:nvPr/>
        </p:nvSpPr>
        <p:spPr>
          <a:xfrm>
            <a:off x="11595099" y="6302331"/>
            <a:ext cx="34290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8AAB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89400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3345</TotalTime>
  <Words>2955</Words>
  <Application>Microsoft Office PowerPoint</Application>
  <PresentationFormat>와이드스크린</PresentationFormat>
  <Paragraphs>584</Paragraphs>
  <Slides>19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KoddiUD 온고딕 Regular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musukie52@gmail.com</dc:creator>
  <cp:lastModifiedBy>musukie52@gmail.com</cp:lastModifiedBy>
  <cp:revision>24</cp:revision>
  <dcterms:created xsi:type="dcterms:W3CDTF">2026-09-04T01:09:29Z</dcterms:created>
  <dcterms:modified xsi:type="dcterms:W3CDTF">2026-10-16T00:03:29Z</dcterms:modified>
</cp:coreProperties>
</file>