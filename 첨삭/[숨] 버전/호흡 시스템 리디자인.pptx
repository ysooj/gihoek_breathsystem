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0" r:id="rId2"/>
    <p:sldId id="281" r:id="rId3"/>
    <p:sldId id="282" r:id="rId4"/>
    <p:sldId id="305" r:id="rId5"/>
    <p:sldId id="304" r:id="rId6"/>
    <p:sldId id="286" r:id="rId7"/>
    <p:sldId id="303" r:id="rId8"/>
    <p:sldId id="288" r:id="rId9"/>
    <p:sldId id="301" r:id="rId10"/>
    <p:sldId id="297" r:id="rId11"/>
    <p:sldId id="294" r:id="rId12"/>
    <p:sldId id="30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3EA"/>
    <a:srgbClr val="073B5C"/>
    <a:srgbClr val="DD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3FFC7-C732-483D-981D-80BFD45DB4F6}" v="16" dt="2026-09-15T13:50:11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">
      <pc:chgData name="musukie52@gmail.com" userId="017bd91f96aa8751" providerId="LiveId" clId="{5B2C3894-F97E-4CAB-8812-5BB4D83AAC6A}" dt="2026-09-15T14:02:03.718" v="1855" actId="20577"/>
      <pc:docMkLst>
        <pc:docMk/>
      </pc:docMkLst>
      <pc:sldChg chg="new del">
        <pc:chgData name="musukie52@gmail.com" userId="017bd91f96aa8751" providerId="LiveId" clId="{5B2C3894-F97E-4CAB-8812-5BB4D83AAC6A}" dt="2026-09-15T12:48:56.624" v="2" actId="47"/>
        <pc:sldMkLst>
          <pc:docMk/>
          <pc:sldMk cId="724410664" sldId="256"/>
        </pc:sldMkLst>
      </pc:sldChg>
      <pc:sldChg chg="addSp delSp modSp add del mod">
        <pc:chgData name="musukie52@gmail.com" userId="017bd91f96aa8751" providerId="LiveId" clId="{5B2C3894-F97E-4CAB-8812-5BB4D83AAC6A}" dt="2026-09-15T13:00:00.448" v="767" actId="47"/>
        <pc:sldMkLst>
          <pc:docMk/>
          <pc:sldMk cId="1635155223" sldId="257"/>
        </pc:sldMkLst>
        <pc:spChg chg="add del mod">
          <ac:chgData name="musukie52@gmail.com" userId="017bd91f96aa8751" providerId="LiveId" clId="{5B2C3894-F97E-4CAB-8812-5BB4D83AAC6A}" dt="2026-09-15T12:49:31.653" v="8" actId="21"/>
          <ac:spMkLst>
            <pc:docMk/>
            <pc:sldMk cId="1635155223" sldId="257"/>
            <ac:spMk id="7" creationId="{92B88EDD-E628-74FD-AC78-78FD258682A8}"/>
          </ac:spMkLst>
        </pc:spChg>
        <pc:spChg chg="add del mod">
          <ac:chgData name="musukie52@gmail.com" userId="017bd91f96aa8751" providerId="LiveId" clId="{5B2C3894-F97E-4CAB-8812-5BB4D83AAC6A}" dt="2026-09-15T12:50:18.482" v="19" actId="21"/>
          <ac:spMkLst>
            <pc:docMk/>
            <pc:sldMk cId="1635155223" sldId="257"/>
            <ac:spMk id="22" creationId="{8E8DCAD5-A07D-1234-B9F3-777E2F35431F}"/>
          </ac:spMkLst>
        </pc:spChg>
        <pc:spChg chg="add del mod">
          <ac:chgData name="musukie52@gmail.com" userId="017bd91f96aa8751" providerId="LiveId" clId="{5B2C3894-F97E-4CAB-8812-5BB4D83AAC6A}" dt="2026-09-15T12:50:18.482" v="19" actId="21"/>
          <ac:spMkLst>
            <pc:docMk/>
            <pc:sldMk cId="1635155223" sldId="257"/>
            <ac:spMk id="28" creationId="{8412EE42-6BED-C506-1A76-67CD1A938628}"/>
          </ac:spMkLst>
        </pc:spChg>
        <pc:spChg chg="add del mod">
          <ac:chgData name="musukie52@gmail.com" userId="017bd91f96aa8751" providerId="LiveId" clId="{5B2C3894-F97E-4CAB-8812-5BB4D83AAC6A}" dt="2026-09-15T12:51:18.304" v="41" actId="21"/>
          <ac:spMkLst>
            <pc:docMk/>
            <pc:sldMk cId="1635155223" sldId="257"/>
            <ac:spMk id="31" creationId="{98AB232B-756C-7A77-BF2C-6A8234EC970B}"/>
          </ac:spMkLst>
        </pc:spChg>
      </pc:sldChg>
      <pc:sldChg chg="delSp modSp add del mod">
        <pc:chgData name="musukie52@gmail.com" userId="017bd91f96aa8751" providerId="LiveId" clId="{5B2C3894-F97E-4CAB-8812-5BB4D83AAC6A}" dt="2026-09-15T13:00:27.007" v="774" actId="47"/>
        <pc:sldMkLst>
          <pc:docMk/>
          <pc:sldMk cId="2068370415" sldId="258"/>
        </pc:sldMkLst>
        <pc:picChg chg="del mod">
          <ac:chgData name="musukie52@gmail.com" userId="017bd91f96aa8751" providerId="LiveId" clId="{5B2C3894-F97E-4CAB-8812-5BB4D83AAC6A}" dt="2026-09-15T13:00:07.557" v="769" actId="478"/>
          <ac:picMkLst>
            <pc:docMk/>
            <pc:sldMk cId="2068370415" sldId="258"/>
            <ac:picMk id="6" creationId="{24E06C32-97E9-D2D0-F47F-218289067540}"/>
          </ac:picMkLst>
        </pc:picChg>
        <pc:picChg chg="del">
          <ac:chgData name="musukie52@gmail.com" userId="017bd91f96aa8751" providerId="LiveId" clId="{5B2C3894-F97E-4CAB-8812-5BB4D83AAC6A}" dt="2026-09-15T13:00:08.915" v="770" actId="478"/>
          <ac:picMkLst>
            <pc:docMk/>
            <pc:sldMk cId="2068370415" sldId="258"/>
            <ac:picMk id="15" creationId="{9556C750-29EC-CC24-1725-3D5D07833420}"/>
          </ac:picMkLst>
        </pc:picChg>
        <pc:picChg chg="del mod">
          <ac:chgData name="musukie52@gmail.com" userId="017bd91f96aa8751" providerId="LiveId" clId="{5B2C3894-F97E-4CAB-8812-5BB4D83AAC6A}" dt="2026-09-15T13:00:07.557" v="769" actId="478"/>
          <ac:picMkLst>
            <pc:docMk/>
            <pc:sldMk cId="2068370415" sldId="258"/>
            <ac:picMk id="20" creationId="{9E2DBD31-044A-6CCA-5570-2E69122E6ACC}"/>
          </ac:picMkLst>
        </pc:picChg>
        <pc:picChg chg="del mod">
          <ac:chgData name="musukie52@gmail.com" userId="017bd91f96aa8751" providerId="LiveId" clId="{5B2C3894-F97E-4CAB-8812-5BB4D83AAC6A}" dt="2026-09-15T13:00:07.557" v="769" actId="478"/>
          <ac:picMkLst>
            <pc:docMk/>
            <pc:sldMk cId="2068370415" sldId="258"/>
            <ac:picMk id="28" creationId="{CBBE2DE2-06D4-B9C5-891B-CC8F632771D4}"/>
          </ac:picMkLst>
        </pc:picChg>
        <pc:picChg chg="del mod">
          <ac:chgData name="musukie52@gmail.com" userId="017bd91f96aa8751" providerId="LiveId" clId="{5B2C3894-F97E-4CAB-8812-5BB4D83AAC6A}" dt="2026-09-15T13:00:07.557" v="769" actId="478"/>
          <ac:picMkLst>
            <pc:docMk/>
            <pc:sldMk cId="2068370415" sldId="258"/>
            <ac:picMk id="42" creationId="{FC15F4EE-9F20-9EC3-21CD-B95BDB6FFA8B}"/>
          </ac:picMkLst>
        </pc:picChg>
      </pc:sldChg>
      <pc:sldChg chg="add del">
        <pc:chgData name="musukie52@gmail.com" userId="017bd91f96aa8751" providerId="LiveId" clId="{5B2C3894-F97E-4CAB-8812-5BB4D83AAC6A}" dt="2026-09-15T13:00:13.244" v="771" actId="47"/>
        <pc:sldMkLst>
          <pc:docMk/>
          <pc:sldMk cId="1542704694" sldId="279"/>
        </pc:sldMkLst>
      </pc:sldChg>
      <pc:sldChg chg="addSp delSp modSp new mod">
        <pc:chgData name="musukie52@gmail.com" userId="017bd91f96aa8751" providerId="LiveId" clId="{5B2C3894-F97E-4CAB-8812-5BB4D83AAC6A}" dt="2026-09-15T13:30:43.964" v="1293" actId="1076"/>
        <pc:sldMkLst>
          <pc:docMk/>
          <pc:sldMk cId="337819412" sldId="280"/>
        </pc:sldMkLst>
        <pc:spChg chg="del">
          <ac:chgData name="musukie52@gmail.com" userId="017bd91f96aa8751" providerId="LiveId" clId="{5B2C3894-F97E-4CAB-8812-5BB4D83AAC6A}" dt="2026-09-15T12:49:03.480" v="4" actId="478"/>
          <ac:spMkLst>
            <pc:docMk/>
            <pc:sldMk cId="337819412" sldId="280"/>
            <ac:spMk id="2" creationId="{4580ABC6-70BC-A4AD-0E6F-372382D2570B}"/>
          </ac:spMkLst>
        </pc:spChg>
        <pc:spChg chg="del">
          <ac:chgData name="musukie52@gmail.com" userId="017bd91f96aa8751" providerId="LiveId" clId="{5B2C3894-F97E-4CAB-8812-5BB4D83AAC6A}" dt="2026-09-15T12:49:03.480" v="4" actId="478"/>
          <ac:spMkLst>
            <pc:docMk/>
            <pc:sldMk cId="337819412" sldId="280"/>
            <ac:spMk id="3" creationId="{7F0495C6-3F12-36E3-04BF-D93DCDDF9539}"/>
          </ac:spMkLst>
        </pc:spChg>
        <pc:spChg chg="add mod">
          <ac:chgData name="musukie52@gmail.com" userId="017bd91f96aa8751" providerId="LiveId" clId="{5B2C3894-F97E-4CAB-8812-5BB4D83AAC6A}" dt="2026-09-15T12:57:38.707" v="611" actId="1076"/>
          <ac:spMkLst>
            <pc:docMk/>
            <pc:sldMk cId="337819412" sldId="280"/>
            <ac:spMk id="5" creationId="{304F194F-FADE-900C-F3FC-65020549BE3A}"/>
          </ac:spMkLst>
        </pc:spChg>
        <pc:spChg chg="add del mod">
          <ac:chgData name="musukie52@gmail.com" userId="017bd91f96aa8751" providerId="LiveId" clId="{5B2C3894-F97E-4CAB-8812-5BB4D83AAC6A}" dt="2026-09-15T12:50:41.989" v="28" actId="478"/>
          <ac:spMkLst>
            <pc:docMk/>
            <pc:sldMk cId="337819412" sldId="280"/>
            <ac:spMk id="6" creationId="{9282E6F8-3C79-9EC3-D255-022637DEC2FC}"/>
          </ac:spMkLst>
        </pc:spChg>
        <pc:spChg chg="add del mod">
          <ac:chgData name="musukie52@gmail.com" userId="017bd91f96aa8751" providerId="LiveId" clId="{5B2C3894-F97E-4CAB-8812-5BB4D83AAC6A}" dt="2026-09-15T12:51:08.925" v="37" actId="21"/>
          <ac:spMkLst>
            <pc:docMk/>
            <pc:sldMk cId="337819412" sldId="280"/>
            <ac:spMk id="8" creationId="{6DE6FF73-E66A-E50A-B81D-6691749BFFE0}"/>
          </ac:spMkLst>
        </pc:spChg>
        <pc:spChg chg="add mod">
          <ac:chgData name="musukie52@gmail.com" userId="017bd91f96aa8751" providerId="LiveId" clId="{5B2C3894-F97E-4CAB-8812-5BB4D83AAC6A}" dt="2026-09-15T12:59:01.647" v="630" actId="1076"/>
          <ac:spMkLst>
            <pc:docMk/>
            <pc:sldMk cId="337819412" sldId="280"/>
            <ac:spMk id="10" creationId="{DC0094B1-96A5-0D8E-B416-7B9B249525F8}"/>
          </ac:spMkLst>
        </pc:spChg>
        <pc:spChg chg="add del mod">
          <ac:chgData name="musukie52@gmail.com" userId="017bd91f96aa8751" providerId="LiveId" clId="{5B2C3894-F97E-4CAB-8812-5BB4D83AAC6A}" dt="2026-09-15T12:50:56.133" v="32" actId="478"/>
          <ac:spMkLst>
            <pc:docMk/>
            <pc:sldMk cId="337819412" sldId="280"/>
            <ac:spMk id="12" creationId="{7562B422-7499-FD4B-28FF-2582B30121CD}"/>
          </ac:spMkLst>
        </pc:spChg>
        <pc:spChg chg="add mod">
          <ac:chgData name="musukie52@gmail.com" userId="017bd91f96aa8751" providerId="LiveId" clId="{5B2C3894-F97E-4CAB-8812-5BB4D83AAC6A}" dt="2026-09-15T12:55:10.403" v="292" actId="1076"/>
          <ac:spMkLst>
            <pc:docMk/>
            <pc:sldMk cId="337819412" sldId="280"/>
            <ac:spMk id="14" creationId="{D1240DFF-194B-962F-D067-E6080A3EC0EA}"/>
          </ac:spMkLst>
        </pc:spChg>
        <pc:spChg chg="add mod">
          <ac:chgData name="musukie52@gmail.com" userId="017bd91f96aa8751" providerId="LiveId" clId="{5B2C3894-F97E-4CAB-8812-5BB4D83AAC6A}" dt="2026-09-15T12:52:55.685" v="144" actId="20577"/>
          <ac:spMkLst>
            <pc:docMk/>
            <pc:sldMk cId="337819412" sldId="280"/>
            <ac:spMk id="16" creationId="{BA5688C7-D112-CB1E-9022-A136E7C85F5F}"/>
          </ac:spMkLst>
        </pc:spChg>
        <pc:spChg chg="add mod">
          <ac:chgData name="musukie52@gmail.com" userId="017bd91f96aa8751" providerId="LiveId" clId="{5B2C3894-F97E-4CAB-8812-5BB4D83AAC6A}" dt="2026-09-15T12:59:01.647" v="630" actId="1076"/>
          <ac:spMkLst>
            <pc:docMk/>
            <pc:sldMk cId="337819412" sldId="280"/>
            <ac:spMk id="18" creationId="{5E6635F3-D294-F4DC-4D81-42045232FCB1}"/>
          </ac:spMkLst>
        </pc:spChg>
        <pc:spChg chg="add mod">
          <ac:chgData name="musukie52@gmail.com" userId="017bd91f96aa8751" providerId="LiveId" clId="{5B2C3894-F97E-4CAB-8812-5BB4D83AAC6A}" dt="2026-09-15T12:53:46.187" v="195" actId="20577"/>
          <ac:spMkLst>
            <pc:docMk/>
            <pc:sldMk cId="337819412" sldId="280"/>
            <ac:spMk id="19" creationId="{44D59C2E-0044-2130-5C0A-3561B1E10996}"/>
          </ac:spMkLst>
        </pc:spChg>
        <pc:spChg chg="add mod">
          <ac:chgData name="musukie52@gmail.com" userId="017bd91f96aa8751" providerId="LiveId" clId="{5B2C3894-F97E-4CAB-8812-5BB4D83AAC6A}" dt="2026-09-15T12:59:01.647" v="630" actId="1076"/>
          <ac:spMkLst>
            <pc:docMk/>
            <pc:sldMk cId="337819412" sldId="280"/>
            <ac:spMk id="21" creationId="{5BDF223E-2E18-2061-5B86-9B6B5C098CED}"/>
          </ac:spMkLst>
        </pc:spChg>
        <pc:spChg chg="add mod">
          <ac:chgData name="musukie52@gmail.com" userId="017bd91f96aa8751" providerId="LiveId" clId="{5B2C3894-F97E-4CAB-8812-5BB4D83AAC6A}" dt="2026-09-15T12:59:01.647" v="630" actId="1076"/>
          <ac:spMkLst>
            <pc:docMk/>
            <pc:sldMk cId="337819412" sldId="280"/>
            <ac:spMk id="23" creationId="{37A4A464-AD26-B5DF-36AF-F2B827B49424}"/>
          </ac:spMkLst>
        </pc:spChg>
        <pc:spChg chg="add mod">
          <ac:chgData name="musukie52@gmail.com" userId="017bd91f96aa8751" providerId="LiveId" clId="{5B2C3894-F97E-4CAB-8812-5BB4D83AAC6A}" dt="2026-09-15T13:30:43.964" v="1293" actId="1076"/>
          <ac:spMkLst>
            <pc:docMk/>
            <pc:sldMk cId="337819412" sldId="280"/>
            <ac:spMk id="25" creationId="{92538688-50C2-BA7E-BF1F-B0F33C1ECE70}"/>
          </ac:spMkLst>
        </pc:spChg>
        <pc:spChg chg="add del mod">
          <ac:chgData name="musukie52@gmail.com" userId="017bd91f96aa8751" providerId="LiveId" clId="{5B2C3894-F97E-4CAB-8812-5BB4D83AAC6A}" dt="2026-09-15T13:29:53.828" v="1160" actId="478"/>
          <ac:spMkLst>
            <pc:docMk/>
            <pc:sldMk cId="337819412" sldId="280"/>
            <ac:spMk id="27" creationId="{4EACADA4-BC2A-3D55-D8B1-57B6735C3938}"/>
          </ac:spMkLst>
        </pc:spChg>
        <pc:spChg chg="add mod">
          <ac:chgData name="musukie52@gmail.com" userId="017bd91f96aa8751" providerId="LiveId" clId="{5B2C3894-F97E-4CAB-8812-5BB4D83AAC6A}" dt="2026-09-15T13:30:43.964" v="1293" actId="1076"/>
          <ac:spMkLst>
            <pc:docMk/>
            <pc:sldMk cId="337819412" sldId="280"/>
            <ac:spMk id="29" creationId="{1A3AE28C-A4A5-0ED7-455D-97D535B2FC64}"/>
          </ac:spMkLst>
        </pc:spChg>
        <pc:spChg chg="add del">
          <ac:chgData name="musukie52@gmail.com" userId="017bd91f96aa8751" providerId="LiveId" clId="{5B2C3894-F97E-4CAB-8812-5BB4D83AAC6A}" dt="2026-09-15T12:58:50.529" v="627" actId="22"/>
          <ac:spMkLst>
            <pc:docMk/>
            <pc:sldMk cId="337819412" sldId="280"/>
            <ac:spMk id="31" creationId="{400E78BD-56D8-11DC-FD09-6EC9A2ADDE07}"/>
          </ac:spMkLst>
        </pc:spChg>
        <pc:spChg chg="add del">
          <ac:chgData name="musukie52@gmail.com" userId="017bd91f96aa8751" providerId="LiveId" clId="{5B2C3894-F97E-4CAB-8812-5BB4D83AAC6A}" dt="2026-09-15T12:58:50.529" v="627" actId="22"/>
          <ac:spMkLst>
            <pc:docMk/>
            <pc:sldMk cId="337819412" sldId="280"/>
            <ac:spMk id="33" creationId="{1BE74EDE-F0CF-38C7-814F-9D15BDACE9C5}"/>
          </ac:spMkLst>
        </pc:spChg>
        <pc:spChg chg="add del">
          <ac:chgData name="musukie52@gmail.com" userId="017bd91f96aa8751" providerId="LiveId" clId="{5B2C3894-F97E-4CAB-8812-5BB4D83AAC6A}" dt="2026-09-15T12:58:50.529" v="627" actId="22"/>
          <ac:spMkLst>
            <pc:docMk/>
            <pc:sldMk cId="337819412" sldId="280"/>
            <ac:spMk id="35" creationId="{A46F6D46-5D4F-90F7-793C-0BBA212D703C}"/>
          </ac:spMkLst>
        </pc:spChg>
        <pc:spChg chg="add del">
          <ac:chgData name="musukie52@gmail.com" userId="017bd91f96aa8751" providerId="LiveId" clId="{5B2C3894-F97E-4CAB-8812-5BB4D83AAC6A}" dt="2026-09-15T12:58:50.529" v="627" actId="22"/>
          <ac:spMkLst>
            <pc:docMk/>
            <pc:sldMk cId="337819412" sldId="280"/>
            <ac:spMk id="37" creationId="{1F548735-045B-6CA6-CF11-A1C45C4F9D05}"/>
          </ac:spMkLst>
        </pc:spChg>
        <pc:spChg chg="add del">
          <ac:chgData name="musukie52@gmail.com" userId="017bd91f96aa8751" providerId="LiveId" clId="{5B2C3894-F97E-4CAB-8812-5BB4D83AAC6A}" dt="2026-09-15T12:58:50.529" v="627" actId="22"/>
          <ac:spMkLst>
            <pc:docMk/>
            <pc:sldMk cId="337819412" sldId="280"/>
            <ac:spMk id="39" creationId="{2A69FDB7-F511-5EB4-2A8E-82EED7077431}"/>
          </ac:spMkLst>
        </pc:spChg>
        <pc:spChg chg="add del">
          <ac:chgData name="musukie52@gmail.com" userId="017bd91f96aa8751" providerId="LiveId" clId="{5B2C3894-F97E-4CAB-8812-5BB4D83AAC6A}" dt="2026-09-15T12:58:50.529" v="627" actId="22"/>
          <ac:spMkLst>
            <pc:docMk/>
            <pc:sldMk cId="337819412" sldId="280"/>
            <ac:spMk id="41" creationId="{42BF1564-A335-C57C-B669-2DE8774F5320}"/>
          </ac:spMkLst>
        </pc:spChg>
        <pc:spChg chg="add del">
          <ac:chgData name="musukie52@gmail.com" userId="017bd91f96aa8751" providerId="LiveId" clId="{5B2C3894-F97E-4CAB-8812-5BB4D83AAC6A}" dt="2026-09-15T12:58:50.529" v="627" actId="22"/>
          <ac:spMkLst>
            <pc:docMk/>
            <pc:sldMk cId="337819412" sldId="280"/>
            <ac:spMk id="43" creationId="{11E4EE33-9534-B781-D480-DEBCC1A355B4}"/>
          </ac:spMkLst>
        </pc:spChg>
        <pc:spChg chg="add mod">
          <ac:chgData name="musukie52@gmail.com" userId="017bd91f96aa8751" providerId="LiveId" clId="{5B2C3894-F97E-4CAB-8812-5BB4D83AAC6A}" dt="2026-09-15T12:58:49.886" v="626" actId="571"/>
          <ac:spMkLst>
            <pc:docMk/>
            <pc:sldMk cId="337819412" sldId="280"/>
            <ac:spMk id="44" creationId="{C8FD6451-1CEC-8A5E-759B-858B5DBA17D5}"/>
          </ac:spMkLst>
        </pc:spChg>
        <pc:spChg chg="add mod">
          <ac:chgData name="musukie52@gmail.com" userId="017bd91f96aa8751" providerId="LiveId" clId="{5B2C3894-F97E-4CAB-8812-5BB4D83AAC6A}" dt="2026-09-15T12:59:24.313" v="668" actId="20577"/>
          <ac:spMkLst>
            <pc:docMk/>
            <pc:sldMk cId="337819412" sldId="280"/>
            <ac:spMk id="46" creationId="{F81F211B-260C-31F9-9549-37E360912B9C}"/>
          </ac:spMkLst>
        </pc:spChg>
        <pc:spChg chg="add mod">
          <ac:chgData name="musukie52@gmail.com" userId="017bd91f96aa8751" providerId="LiveId" clId="{5B2C3894-F97E-4CAB-8812-5BB4D83AAC6A}" dt="2026-09-15T12:59:14.475" v="660" actId="20577"/>
          <ac:spMkLst>
            <pc:docMk/>
            <pc:sldMk cId="337819412" sldId="280"/>
            <ac:spMk id="48" creationId="{33A4047B-BDB2-CBF0-D2A3-BFF6F2354A94}"/>
          </ac:spMkLst>
        </pc:spChg>
        <pc:spChg chg="add mod">
          <ac:chgData name="musukie52@gmail.com" userId="017bd91f96aa8751" providerId="LiveId" clId="{5B2C3894-F97E-4CAB-8812-5BB4D83AAC6A}" dt="2026-09-15T12:59:31.323" v="675" actId="20577"/>
          <ac:spMkLst>
            <pc:docMk/>
            <pc:sldMk cId="337819412" sldId="280"/>
            <ac:spMk id="50" creationId="{E0676A50-940B-80AB-E9AC-AFFE4D3C5FC0}"/>
          </ac:spMkLst>
        </pc:spChg>
        <pc:spChg chg="add mod">
          <ac:chgData name="musukie52@gmail.com" userId="017bd91f96aa8751" providerId="LiveId" clId="{5B2C3894-F97E-4CAB-8812-5BB4D83AAC6A}" dt="2026-09-15T12:59:36.112" v="681" actId="20577"/>
          <ac:spMkLst>
            <pc:docMk/>
            <pc:sldMk cId="337819412" sldId="280"/>
            <ac:spMk id="52" creationId="{F4EEC157-D590-FAF0-6FBC-F560D937237F}"/>
          </ac:spMkLst>
        </pc:spChg>
        <pc:spChg chg="add mod">
          <ac:chgData name="musukie52@gmail.com" userId="017bd91f96aa8751" providerId="LiveId" clId="{5B2C3894-F97E-4CAB-8812-5BB4D83AAC6A}" dt="2026-09-15T12:59:47.466" v="734" actId="14100"/>
          <ac:spMkLst>
            <pc:docMk/>
            <pc:sldMk cId="337819412" sldId="280"/>
            <ac:spMk id="54" creationId="{41D535B8-0DE4-D438-92FC-38244BD9FEDB}"/>
          </ac:spMkLst>
        </pc:spChg>
        <pc:spChg chg="add mod">
          <ac:chgData name="musukie52@gmail.com" userId="017bd91f96aa8751" providerId="LiveId" clId="{5B2C3894-F97E-4CAB-8812-5BB4D83AAC6A}" dt="2026-09-15T12:59:56.730" v="751" actId="20577"/>
          <ac:spMkLst>
            <pc:docMk/>
            <pc:sldMk cId="337819412" sldId="280"/>
            <ac:spMk id="56" creationId="{F7E082DC-E754-E76A-15E2-7C2249A8CF04}"/>
          </ac:spMkLst>
        </pc:spChg>
        <pc:spChg chg="add mod">
          <ac:chgData name="musukie52@gmail.com" userId="017bd91f96aa8751" providerId="LiveId" clId="{5B2C3894-F97E-4CAB-8812-5BB4D83AAC6A}" dt="2026-09-15T12:59:59.354" v="766" actId="20577"/>
          <ac:spMkLst>
            <pc:docMk/>
            <pc:sldMk cId="337819412" sldId="280"/>
            <ac:spMk id="58" creationId="{F0C752FA-53A8-E222-29F9-9043BFF650C0}"/>
          </ac:spMkLst>
        </pc:spChg>
        <pc:spChg chg="add del mod">
          <ac:chgData name="musukie52@gmail.com" userId="017bd91f96aa8751" providerId="LiveId" clId="{5B2C3894-F97E-4CAB-8812-5BB4D83AAC6A}" dt="2026-09-15T13:26:44.900" v="850" actId="478"/>
          <ac:spMkLst>
            <pc:docMk/>
            <pc:sldMk cId="337819412" sldId="280"/>
            <ac:spMk id="60" creationId="{CA9CA194-9F5D-CF1C-97DB-AEABAF53EE39}"/>
          </ac:spMkLst>
        </pc:spChg>
      </pc:sldChg>
      <pc:sldChg chg="addSp delSp modSp new mod">
        <pc:chgData name="musukie52@gmail.com" userId="017bd91f96aa8751" providerId="LiveId" clId="{5B2C3894-F97E-4CAB-8812-5BB4D83AAC6A}" dt="2026-09-15T13:39:05.188" v="1315" actId="1076"/>
        <pc:sldMkLst>
          <pc:docMk/>
          <pc:sldMk cId="1778992689" sldId="281"/>
        </pc:sldMkLst>
        <pc:spChg chg="del">
          <ac:chgData name="musukie52@gmail.com" userId="017bd91f96aa8751" providerId="LiveId" clId="{5B2C3894-F97E-4CAB-8812-5BB4D83AAC6A}" dt="2026-09-15T13:00:17.069" v="773" actId="478"/>
          <ac:spMkLst>
            <pc:docMk/>
            <pc:sldMk cId="1778992689" sldId="281"/>
            <ac:spMk id="2" creationId="{15DED4D7-84F6-D86B-52F4-CEC79DE69217}"/>
          </ac:spMkLst>
        </pc:spChg>
        <pc:spChg chg="del">
          <ac:chgData name="musukie52@gmail.com" userId="017bd91f96aa8751" providerId="LiveId" clId="{5B2C3894-F97E-4CAB-8812-5BB4D83AAC6A}" dt="2026-09-15T13:00:17.069" v="773" actId="478"/>
          <ac:spMkLst>
            <pc:docMk/>
            <pc:sldMk cId="1778992689" sldId="281"/>
            <ac:spMk id="3" creationId="{4C13FF13-983C-298B-C7D5-7674760CDA5A}"/>
          </ac:spMkLst>
        </pc:spChg>
        <pc:spChg chg="add mod">
          <ac:chgData name="musukie52@gmail.com" userId="017bd91f96aa8751" providerId="LiveId" clId="{5B2C3894-F97E-4CAB-8812-5BB4D83AAC6A}" dt="2026-09-15T13:39:05.188" v="1315" actId="1076"/>
          <ac:spMkLst>
            <pc:docMk/>
            <pc:sldMk cId="1778992689" sldId="281"/>
            <ac:spMk id="4" creationId="{5D77313D-489B-1890-1176-A76504DB28F9}"/>
          </ac:spMkLst>
        </pc:spChg>
        <pc:spChg chg="add mod">
          <ac:chgData name="musukie52@gmail.com" userId="017bd91f96aa8751" providerId="LiveId" clId="{5B2C3894-F97E-4CAB-8812-5BB4D83AAC6A}" dt="2026-09-15T13:29:29.973" v="1159" actId="20577"/>
          <ac:spMkLst>
            <pc:docMk/>
            <pc:sldMk cId="1778992689" sldId="281"/>
            <ac:spMk id="6" creationId="{7A8A7B4C-2563-0212-73B0-6ADFF5189C85}"/>
          </ac:spMkLst>
        </pc:spChg>
        <pc:spChg chg="add mod">
          <ac:chgData name="musukie52@gmail.com" userId="017bd91f96aa8751" providerId="LiveId" clId="{5B2C3894-F97E-4CAB-8812-5BB4D83AAC6A}" dt="2026-09-15T13:38:38.546" v="1306" actId="14100"/>
          <ac:spMkLst>
            <pc:docMk/>
            <pc:sldMk cId="1778992689" sldId="281"/>
            <ac:spMk id="10" creationId="{4A96F7D1-1C8B-BF01-3CF6-97F5C88A1E8C}"/>
          </ac:spMkLst>
        </pc:spChg>
        <pc:cxnChg chg="add del mod">
          <ac:chgData name="musukie52@gmail.com" userId="017bd91f96aa8751" providerId="LiveId" clId="{5B2C3894-F97E-4CAB-8812-5BB4D83AAC6A}" dt="2026-09-15T13:38:20.373" v="1302" actId="478"/>
          <ac:cxnSpMkLst>
            <pc:docMk/>
            <pc:sldMk cId="1778992689" sldId="281"/>
            <ac:cxnSpMk id="8" creationId="{8738F871-ABFA-65EC-9BCC-A86EB6DC91FE}"/>
          </ac:cxnSpMkLst>
        </pc:cxnChg>
        <pc:cxnChg chg="add mod">
          <ac:chgData name="musukie52@gmail.com" userId="017bd91f96aa8751" providerId="LiveId" clId="{5B2C3894-F97E-4CAB-8812-5BB4D83AAC6A}" dt="2026-09-15T13:39:00.320" v="1313" actId="1076"/>
          <ac:cxnSpMkLst>
            <pc:docMk/>
            <pc:sldMk cId="1778992689" sldId="281"/>
            <ac:cxnSpMk id="12" creationId="{68238621-3351-5A32-9591-FACF3EBAD744}"/>
          </ac:cxnSpMkLst>
        </pc:cxnChg>
      </pc:sldChg>
      <pc:sldChg chg="addSp modSp add mod">
        <pc:chgData name="musukie52@gmail.com" userId="017bd91f96aa8751" providerId="LiveId" clId="{5B2C3894-F97E-4CAB-8812-5BB4D83AAC6A}" dt="2026-09-15T13:25:22.990" v="815" actId="20577"/>
        <pc:sldMkLst>
          <pc:docMk/>
          <pc:sldMk cId="1356477818" sldId="282"/>
        </pc:sldMkLst>
        <pc:spChg chg="add mod">
          <ac:chgData name="musukie52@gmail.com" userId="017bd91f96aa8751" providerId="LiveId" clId="{5B2C3894-F97E-4CAB-8812-5BB4D83AAC6A}" dt="2026-09-15T13:25:22.990" v="815" actId="20577"/>
          <ac:spMkLst>
            <pc:docMk/>
            <pc:sldMk cId="1356477818" sldId="282"/>
            <ac:spMk id="3" creationId="{A2FC0713-9B4C-CA99-102F-9D00882CB1C9}"/>
          </ac:spMkLst>
        </pc:spChg>
        <pc:spChg chg="mod">
          <ac:chgData name="musukie52@gmail.com" userId="017bd91f96aa8751" providerId="LiveId" clId="{5B2C3894-F97E-4CAB-8812-5BB4D83AAC6A}" dt="2026-09-15T13:25:09.527" v="807" actId="1076"/>
          <ac:spMkLst>
            <pc:docMk/>
            <pc:sldMk cId="1356477818" sldId="282"/>
            <ac:spMk id="4" creationId="{9356DAA6-7613-B823-ACA3-64C4C78BC472}"/>
          </ac:spMkLst>
        </pc:spChg>
      </pc:sldChg>
      <pc:sldChg chg="addSp modSp add mod">
        <pc:chgData name="musukie52@gmail.com" userId="017bd91f96aa8751" providerId="LiveId" clId="{5B2C3894-F97E-4CAB-8812-5BB4D83AAC6A}" dt="2026-09-15T13:50:03.389" v="1626" actId="14100"/>
        <pc:sldMkLst>
          <pc:docMk/>
          <pc:sldMk cId="524597194" sldId="286"/>
        </pc:sldMkLst>
        <pc:spChg chg="add mod">
          <ac:chgData name="musukie52@gmail.com" userId="017bd91f96aa8751" providerId="LiveId" clId="{5B2C3894-F97E-4CAB-8812-5BB4D83AAC6A}" dt="2026-09-15T13:50:03.389" v="1626" actId="14100"/>
          <ac:spMkLst>
            <pc:docMk/>
            <pc:sldMk cId="524597194" sldId="286"/>
            <ac:spMk id="4" creationId="{1B2117D1-EB79-DC65-5F23-DC895F63A210}"/>
          </ac:spMkLst>
        </pc:spChg>
      </pc:sldChg>
      <pc:sldChg chg="addSp modSp add mod">
        <pc:chgData name="musukie52@gmail.com" userId="017bd91f96aa8751" providerId="LiveId" clId="{5B2C3894-F97E-4CAB-8812-5BB4D83AAC6A}" dt="2026-09-15T13:47:14.757" v="1415" actId="20577"/>
        <pc:sldMkLst>
          <pc:docMk/>
          <pc:sldMk cId="106613785" sldId="288"/>
        </pc:sldMkLst>
        <pc:spChg chg="add mod">
          <ac:chgData name="musukie52@gmail.com" userId="017bd91f96aa8751" providerId="LiveId" clId="{5B2C3894-F97E-4CAB-8812-5BB4D83AAC6A}" dt="2026-09-15T13:47:14.757" v="1415" actId="20577"/>
          <ac:spMkLst>
            <pc:docMk/>
            <pc:sldMk cId="106613785" sldId="288"/>
            <ac:spMk id="4" creationId="{1EBB26C5-E880-F836-8152-DCDB2BC3F06A}"/>
          </ac:spMkLst>
        </pc:spChg>
      </pc:sldChg>
      <pc:sldChg chg="addSp modSp add mod">
        <pc:chgData name="musukie52@gmail.com" userId="017bd91f96aa8751" providerId="LiveId" clId="{5B2C3894-F97E-4CAB-8812-5BB4D83AAC6A}" dt="2026-09-15T13:48:45.461" v="1562" actId="14100"/>
        <pc:sldMkLst>
          <pc:docMk/>
          <pc:sldMk cId="4089816298" sldId="294"/>
        </pc:sldMkLst>
        <pc:spChg chg="add mod">
          <ac:chgData name="musukie52@gmail.com" userId="017bd91f96aa8751" providerId="LiveId" clId="{5B2C3894-F97E-4CAB-8812-5BB4D83AAC6A}" dt="2026-09-15T13:48:45.461" v="1562" actId="14100"/>
          <ac:spMkLst>
            <pc:docMk/>
            <pc:sldMk cId="4089816298" sldId="294"/>
            <ac:spMk id="7" creationId="{44C5F959-2983-91C9-C8CF-243003FD4697}"/>
          </ac:spMkLst>
        </pc:spChg>
      </pc:sldChg>
      <pc:sldChg chg="addSp modSp add mod">
        <pc:chgData name="musukie52@gmail.com" userId="017bd91f96aa8751" providerId="LiveId" clId="{5B2C3894-F97E-4CAB-8812-5BB4D83AAC6A}" dt="2026-09-15T13:48:57.877" v="1582" actId="14100"/>
        <pc:sldMkLst>
          <pc:docMk/>
          <pc:sldMk cId="1036416510" sldId="297"/>
        </pc:sldMkLst>
        <pc:spChg chg="add mod">
          <ac:chgData name="musukie52@gmail.com" userId="017bd91f96aa8751" providerId="LiveId" clId="{5B2C3894-F97E-4CAB-8812-5BB4D83AAC6A}" dt="2026-09-15T13:48:57.877" v="1582" actId="14100"/>
          <ac:spMkLst>
            <pc:docMk/>
            <pc:sldMk cId="1036416510" sldId="297"/>
            <ac:spMk id="30" creationId="{EDC20CBA-B6B5-B916-9E9D-6C44F1000FD8}"/>
          </ac:spMkLst>
        </pc:spChg>
      </pc:sldChg>
      <pc:sldChg chg="addSp modSp add mod">
        <pc:chgData name="musukie52@gmail.com" userId="017bd91f96aa8751" providerId="LiveId" clId="{5B2C3894-F97E-4CAB-8812-5BB4D83AAC6A}" dt="2026-09-15T13:48:17.319" v="1522" actId="20577"/>
        <pc:sldMkLst>
          <pc:docMk/>
          <pc:sldMk cId="4005025367" sldId="300"/>
        </pc:sldMkLst>
        <pc:spChg chg="add mod">
          <ac:chgData name="musukie52@gmail.com" userId="017bd91f96aa8751" providerId="LiveId" clId="{5B2C3894-F97E-4CAB-8812-5BB4D83AAC6A}" dt="2026-09-15T13:48:17.319" v="1522" actId="20577"/>
          <ac:spMkLst>
            <pc:docMk/>
            <pc:sldMk cId="4005025367" sldId="300"/>
            <ac:spMk id="7" creationId="{B02504D9-3BD7-BA0C-3E82-DA433A50B8EC}"/>
          </ac:spMkLst>
        </pc:spChg>
      </pc:sldChg>
      <pc:sldChg chg="addSp modSp add mod">
        <pc:chgData name="musukie52@gmail.com" userId="017bd91f96aa8751" providerId="LiveId" clId="{5B2C3894-F97E-4CAB-8812-5BB4D83AAC6A}" dt="2026-09-15T13:47:21.827" v="1435" actId="20577"/>
        <pc:sldMkLst>
          <pc:docMk/>
          <pc:sldMk cId="1251925794" sldId="301"/>
        </pc:sldMkLst>
        <pc:spChg chg="add mod">
          <ac:chgData name="musukie52@gmail.com" userId="017bd91f96aa8751" providerId="LiveId" clId="{5B2C3894-F97E-4CAB-8812-5BB4D83AAC6A}" dt="2026-09-15T13:47:21.827" v="1435" actId="20577"/>
          <ac:spMkLst>
            <pc:docMk/>
            <pc:sldMk cId="1251925794" sldId="301"/>
            <ac:spMk id="10" creationId="{6E99E35F-0D96-910B-2DFE-B40D08B92AAD}"/>
          </ac:spMkLst>
        </pc:spChg>
      </pc:sldChg>
      <pc:sldChg chg="addSp modSp add mod">
        <pc:chgData name="musukie52@gmail.com" userId="017bd91f96aa8751" providerId="LiveId" clId="{5B2C3894-F97E-4CAB-8812-5BB4D83AAC6A}" dt="2026-09-15T13:47:06.440" v="1392" actId="14100"/>
        <pc:sldMkLst>
          <pc:docMk/>
          <pc:sldMk cId="599141856" sldId="303"/>
        </pc:sldMkLst>
        <pc:spChg chg="add mod">
          <ac:chgData name="musukie52@gmail.com" userId="017bd91f96aa8751" providerId="LiveId" clId="{5B2C3894-F97E-4CAB-8812-5BB4D83AAC6A}" dt="2026-09-15T13:47:06.440" v="1392" actId="14100"/>
          <ac:spMkLst>
            <pc:docMk/>
            <pc:sldMk cId="599141856" sldId="303"/>
            <ac:spMk id="4" creationId="{BD273A3A-9D6E-0DD7-23F8-5CD6E30091B5}"/>
          </ac:spMkLst>
        </pc:spChg>
      </pc:sldChg>
      <pc:sldChg chg="addSp modSp add mod">
        <pc:chgData name="musukie52@gmail.com" userId="017bd91f96aa8751" providerId="LiveId" clId="{5B2C3894-F97E-4CAB-8812-5BB4D83AAC6A}" dt="2026-09-15T13:58:37.130" v="1685" actId="1076"/>
        <pc:sldMkLst>
          <pc:docMk/>
          <pc:sldMk cId="1970027489" sldId="304"/>
        </pc:sldMkLst>
        <pc:spChg chg="add mod">
          <ac:chgData name="musukie52@gmail.com" userId="017bd91f96aa8751" providerId="LiveId" clId="{5B2C3894-F97E-4CAB-8812-5BB4D83AAC6A}" dt="2026-09-15T13:50:22.651" v="1665" actId="20577"/>
          <ac:spMkLst>
            <pc:docMk/>
            <pc:sldMk cId="1970027489" sldId="304"/>
            <ac:spMk id="5" creationId="{D13718EB-03BA-F89C-30AD-E20892622842}"/>
          </ac:spMkLst>
        </pc:spChg>
        <pc:spChg chg="mod">
          <ac:chgData name="musukie52@gmail.com" userId="017bd91f96aa8751" providerId="LiveId" clId="{5B2C3894-F97E-4CAB-8812-5BB4D83AAC6A}" dt="2026-09-15T13:58:37.130" v="1685" actId="1076"/>
          <ac:spMkLst>
            <pc:docMk/>
            <pc:sldMk cId="1970027489" sldId="304"/>
            <ac:spMk id="18" creationId="{FD45D6CD-8B56-458E-8B00-74F7ADA361A4}"/>
          </ac:spMkLst>
        </pc:spChg>
        <pc:spChg chg="mod">
          <ac:chgData name="musukie52@gmail.com" userId="017bd91f96aa8751" providerId="LiveId" clId="{5B2C3894-F97E-4CAB-8812-5BB4D83AAC6A}" dt="2026-09-15T13:58:37.130" v="1685" actId="1076"/>
          <ac:spMkLst>
            <pc:docMk/>
            <pc:sldMk cId="1970027489" sldId="304"/>
            <ac:spMk id="20" creationId="{BBFB9D93-6252-4C78-9E43-1E70571520A5}"/>
          </ac:spMkLst>
        </pc:spChg>
      </pc:sldChg>
      <pc:sldChg chg="addSp delSp modSp new mod">
        <pc:chgData name="musukie52@gmail.com" userId="017bd91f96aa8751" providerId="LiveId" clId="{5B2C3894-F97E-4CAB-8812-5BB4D83AAC6A}" dt="2026-09-15T14:02:03.718" v="1855" actId="20577"/>
        <pc:sldMkLst>
          <pc:docMk/>
          <pc:sldMk cId="3767866311" sldId="305"/>
        </pc:sldMkLst>
        <pc:spChg chg="del mod">
          <ac:chgData name="musukie52@gmail.com" userId="017bd91f96aa8751" providerId="LiveId" clId="{5B2C3894-F97E-4CAB-8812-5BB4D83AAC6A}" dt="2026-09-15T13:58:14.369" v="1668" actId="478"/>
          <ac:spMkLst>
            <pc:docMk/>
            <pc:sldMk cId="3767866311" sldId="305"/>
            <ac:spMk id="2" creationId="{BB6E809D-693D-E9C1-06CC-CF282B215219}"/>
          </ac:spMkLst>
        </pc:spChg>
        <pc:spChg chg="del mod">
          <ac:chgData name="musukie52@gmail.com" userId="017bd91f96aa8751" providerId="LiveId" clId="{5B2C3894-F97E-4CAB-8812-5BB4D83AAC6A}" dt="2026-09-15T13:58:14.369" v="1668" actId="478"/>
          <ac:spMkLst>
            <pc:docMk/>
            <pc:sldMk cId="3767866311" sldId="305"/>
            <ac:spMk id="3" creationId="{4AA68D78-FE67-2FC7-A540-5A4E7667F3D5}"/>
          </ac:spMkLst>
        </pc:spChg>
        <pc:spChg chg="add mod">
          <ac:chgData name="musukie52@gmail.com" userId="017bd91f96aa8751" providerId="LiveId" clId="{5B2C3894-F97E-4CAB-8812-5BB4D83AAC6A}" dt="2026-09-15T13:58:41.319" v="1687" actId="1076"/>
          <ac:spMkLst>
            <pc:docMk/>
            <pc:sldMk cId="3767866311" sldId="305"/>
            <ac:spMk id="5" creationId="{5B310C38-7C1E-DFDD-BA44-23B7C3053ED1}"/>
          </ac:spMkLst>
        </pc:spChg>
        <pc:spChg chg="add mod">
          <ac:chgData name="musukie52@gmail.com" userId="017bd91f96aa8751" providerId="LiveId" clId="{5B2C3894-F97E-4CAB-8812-5BB4D83AAC6A}" dt="2026-09-15T14:00:43.300" v="1781" actId="2085"/>
          <ac:spMkLst>
            <pc:docMk/>
            <pc:sldMk cId="3767866311" sldId="305"/>
            <ac:spMk id="7" creationId="{E944539D-E53C-C610-A635-F71AB4D4C70A}"/>
          </ac:spMkLst>
        </pc:spChg>
        <pc:spChg chg="add mod">
          <ac:chgData name="musukie52@gmail.com" userId="017bd91f96aa8751" providerId="LiveId" clId="{5B2C3894-F97E-4CAB-8812-5BB4D83AAC6A}" dt="2026-09-15T14:00:43.300" v="1781" actId="2085"/>
          <ac:spMkLst>
            <pc:docMk/>
            <pc:sldMk cId="3767866311" sldId="305"/>
            <ac:spMk id="9" creationId="{F9B7A7BA-A865-CB9B-315E-821D94D75BC5}"/>
          </ac:spMkLst>
        </pc:spChg>
        <pc:spChg chg="add mod">
          <ac:chgData name="musukie52@gmail.com" userId="017bd91f96aa8751" providerId="LiveId" clId="{5B2C3894-F97E-4CAB-8812-5BB4D83AAC6A}" dt="2026-09-15T14:00:43.300" v="1781" actId="2085"/>
          <ac:spMkLst>
            <pc:docMk/>
            <pc:sldMk cId="3767866311" sldId="305"/>
            <ac:spMk id="11" creationId="{E9370E25-95F6-63F9-7052-8963EB1558FD}"/>
          </ac:spMkLst>
        </pc:spChg>
        <pc:spChg chg="add mod">
          <ac:chgData name="musukie52@gmail.com" userId="017bd91f96aa8751" providerId="LiveId" clId="{5B2C3894-F97E-4CAB-8812-5BB4D83AAC6A}" dt="2026-09-15T14:00:43.300" v="1781" actId="2085"/>
          <ac:spMkLst>
            <pc:docMk/>
            <pc:sldMk cId="3767866311" sldId="305"/>
            <ac:spMk id="13" creationId="{FCB81414-0360-1949-6421-6F349CF59E31}"/>
          </ac:spMkLst>
        </pc:spChg>
        <pc:spChg chg="add del mod">
          <ac:chgData name="musukie52@gmail.com" userId="017bd91f96aa8751" providerId="LiveId" clId="{5B2C3894-F97E-4CAB-8812-5BB4D83AAC6A}" dt="2026-09-15T14:01:27.232" v="1824" actId="478"/>
          <ac:spMkLst>
            <pc:docMk/>
            <pc:sldMk cId="3767866311" sldId="305"/>
            <ac:spMk id="15" creationId="{EA1C13FD-66E6-61E3-33B8-AA970BCE2A48}"/>
          </ac:spMkLst>
        </pc:spChg>
        <pc:spChg chg="add mod">
          <ac:chgData name="musukie52@gmail.com" userId="017bd91f96aa8751" providerId="LiveId" clId="{5B2C3894-F97E-4CAB-8812-5BB4D83AAC6A}" dt="2026-09-15T14:01:12.321" v="1804" actId="1076"/>
          <ac:spMkLst>
            <pc:docMk/>
            <pc:sldMk cId="3767866311" sldId="305"/>
            <ac:spMk id="17" creationId="{528A654F-2BF9-F426-8A8A-DD0AA2E634E0}"/>
          </ac:spMkLst>
        </pc:spChg>
        <pc:spChg chg="add mod">
          <ac:chgData name="musukie52@gmail.com" userId="017bd91f96aa8751" providerId="LiveId" clId="{5B2C3894-F97E-4CAB-8812-5BB4D83AAC6A}" dt="2026-09-15T14:00:43.300" v="1781" actId="2085"/>
          <ac:spMkLst>
            <pc:docMk/>
            <pc:sldMk cId="3767866311" sldId="305"/>
            <ac:spMk id="19" creationId="{C4264A33-51E4-A548-B8B8-BC84A4C1996C}"/>
          </ac:spMkLst>
        </pc:spChg>
        <pc:spChg chg="add mod">
          <ac:chgData name="musukie52@gmail.com" userId="017bd91f96aa8751" providerId="LiveId" clId="{5B2C3894-F97E-4CAB-8812-5BB4D83AAC6A}" dt="2026-09-15T14:01:55.832" v="1836" actId="1076"/>
          <ac:spMkLst>
            <pc:docMk/>
            <pc:sldMk cId="3767866311" sldId="305"/>
            <ac:spMk id="21" creationId="{85FCDD72-D4EE-F36B-A548-B332160B12F5}"/>
          </ac:spMkLst>
        </pc:spChg>
        <pc:spChg chg="add mod">
          <ac:chgData name="musukie52@gmail.com" userId="017bd91f96aa8751" providerId="LiveId" clId="{5B2C3894-F97E-4CAB-8812-5BB4D83AAC6A}" dt="2026-09-15T14:02:03.718" v="1855" actId="20577"/>
          <ac:spMkLst>
            <pc:docMk/>
            <pc:sldMk cId="3767866311" sldId="305"/>
            <ac:spMk id="23" creationId="{7B7419C5-9EF9-B877-CB45-8B7FBAA78625}"/>
          </ac:spMkLst>
        </pc:spChg>
      </pc:sldChg>
      <pc:sldMasterChg chg="delSldLayout">
        <pc:chgData name="musukie52@gmail.com" userId="017bd91f96aa8751" providerId="LiveId" clId="{5B2C3894-F97E-4CAB-8812-5BB4D83AAC6A}" dt="2026-09-15T13:00:27.007" v="774" actId="47"/>
        <pc:sldMasterMkLst>
          <pc:docMk/>
          <pc:sldMasterMk cId="3029039947" sldId="2147483648"/>
        </pc:sldMasterMkLst>
        <pc:sldLayoutChg chg="del">
          <pc:chgData name="musukie52@gmail.com" userId="017bd91f96aa8751" providerId="LiveId" clId="{5B2C3894-F97E-4CAB-8812-5BB4D83AAC6A}" dt="2026-09-15T13:00:27.007" v="774" actId="47"/>
          <pc:sldLayoutMkLst>
            <pc:docMk/>
            <pc:sldMasterMk cId="3029039947" sldId="2147483648"/>
            <pc:sldLayoutMk cId="4234620292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76B28-F12A-49C7-9006-7DB7FA202DDB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C19B0-1688-4BE4-AEF9-DB2CB7D17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89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314CC-DFDB-5803-26CA-573F60D1C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F5BF25-0CD3-4017-D10E-21BDE1384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7A8F4A-EEE1-6895-6304-9C837589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44157-9B7A-B1A4-53EB-66A351A3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612CE2-A9BC-16D7-A7E6-1C8F14B5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73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929AB-19F6-8598-1B6D-9C0DD143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9E4DC-DCDE-2CDE-57DD-B8C4A0C60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29869F-5C11-057B-6A05-D24B8890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D0854-F27A-8D42-0FE7-E692F5D0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FC10EA-D243-FE09-F26B-5B3E8839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9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9DFB5-1779-ECE9-1921-8E405918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E5DC1-AC5A-AA82-BAB8-0993CACBB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308BA-71A4-33AC-B60B-D10A4871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9C54C2-3298-F4D1-F2FD-6E4FFA51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7ECC36-C7C3-71A3-3C8A-CBCF5C8A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50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DB82D-6BD7-2E69-4A3B-59A68581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0A7B6-E8E6-2184-B058-761E3E7D9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C8B6BF-F102-A056-CB8C-F9B642946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B4BB76-FD5C-BB0C-8F78-B836B55D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DA1816-EBFA-1B39-0DDE-D88921E2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82ADF5-1B8D-0AF1-9D78-779DCB9B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514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F5B97-AC66-A5C5-103F-FF3DD018D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621D4A-CDE9-D663-4CB1-BD413915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EC4895-D50D-1674-2E32-3361B848A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0E9E07-973F-CDD4-49FE-D45761A64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6F2AB4-4DC6-6CC0-44A4-4DBE3959C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C61E25-10E3-ADDD-0BDE-249C0475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125E5B-CF26-6DFF-D47F-24AC9E37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5F4EF9-DD82-B70F-AE0F-00A3FC25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487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A86EF-8652-6DC1-482B-95219F3C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D40441-4FDD-0770-EF6E-F81E5B0F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8DDCE6-A307-73A8-30CF-758B093D6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323616-6420-92E3-A65A-FB776A9D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92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1C7FEE-BB89-7E93-EE8C-DCD2C5D0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122C65-E2E2-53DF-06E4-BBEE6D4C1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AAD853-1177-7B7C-E7D4-0AABB3EB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54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FFFDD-2A80-BFAA-A70D-929C0226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B7C8D9-80CC-1614-AF31-7674715B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D33E91-EF6D-F327-85BD-27B2177BE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9DECB0-779A-D0AA-B43F-91D74310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ED9486-4975-245C-DD78-B724DF32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FCB1DB-CEFB-F34E-E86B-6151892A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809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30D5F-542A-1C0E-D31F-F91E644B6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B65587-F395-2F17-1B7E-68E5917DA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44D356-19C1-63BE-74EE-F2E67D493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FF364E-2CA7-8FFF-5E20-E95E0D35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4DC70D-C6CB-BEA3-F5E0-E9B7DC7E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7BABB-2CC7-125A-5948-DE0178A3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913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F53F4-CA39-79B0-D52B-B36D0D28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D3A395-426D-9D53-61DF-8745305BA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D4E979-8D36-4786-DB7A-1DB92A5E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F4F94-7E1D-1F0A-C9D2-58B2F4CF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1263E-D682-08FD-72BC-FC791235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8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8F133-044B-1054-5871-BB3AC2985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4C53AA-C8CA-DDA5-CD4D-D258EACC1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A257B0-A484-D8F1-807E-C1E0504E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0EEBBE-92B9-111E-E34A-C96A9C3D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9FF9C-6C00-07A6-2BFB-5A05FB3E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643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80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203AB6-51ED-0A02-A6A6-77AFD8F8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34C862-C1E0-71D4-BEEA-CEBF7F60F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947B6E-3ABA-F337-E234-060AB4C06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D466A-D411-425B-9E16-EF725BFFC163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D78A6-3E1B-5798-2AFC-FF3307617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C4102-CC8A-C2E2-137E-FCD2B259D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C2D26-9573-43C3-A324-26E01F0C7A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3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04F194F-FADE-900C-F3FC-65020549BE3A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73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C0094B1-96A5-0D8E-B416-7B9B249525F8}"/>
              </a:ext>
            </a:extLst>
          </p:cNvPr>
          <p:cNvSpPr/>
          <p:nvPr/>
        </p:nvSpPr>
        <p:spPr>
          <a:xfrm>
            <a:off x="7196891" y="1611253"/>
            <a:ext cx="4000500" cy="392595"/>
          </a:xfrm>
          <a:prstGeom prst="roundRect">
            <a:avLst/>
          </a:prstGeom>
          <a:noFill/>
          <a:ln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작성자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1240DFF-194B-962F-D067-E6080A3EC0EA}"/>
              </a:ext>
            </a:extLst>
          </p:cNvPr>
          <p:cNvSpPr/>
          <p:nvPr/>
        </p:nvSpPr>
        <p:spPr>
          <a:xfrm>
            <a:off x="7196891" y="1097277"/>
            <a:ext cx="4000500" cy="392595"/>
          </a:xfrm>
          <a:prstGeom prst="roundRect">
            <a:avLst/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정보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5688C7-D112-CB1E-9022-A136E7C85F5F}"/>
              </a:ext>
            </a:extLst>
          </p:cNvPr>
          <p:cNvSpPr/>
          <p:nvPr/>
        </p:nvSpPr>
        <p:spPr>
          <a:xfrm>
            <a:off x="7196891" y="2125229"/>
            <a:ext cx="4000500" cy="392595"/>
          </a:xfrm>
          <a:prstGeom prst="roundRect">
            <a:avLst/>
          </a:prstGeom>
          <a:noFill/>
          <a:ln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유형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E6635F3-D294-F4DC-4D81-42045232FCB1}"/>
              </a:ext>
            </a:extLst>
          </p:cNvPr>
          <p:cNvSpPr/>
          <p:nvPr/>
        </p:nvSpPr>
        <p:spPr>
          <a:xfrm>
            <a:off x="7196891" y="2639205"/>
            <a:ext cx="4000500" cy="392595"/>
          </a:xfrm>
          <a:prstGeom prst="roundRect">
            <a:avLst/>
          </a:prstGeom>
          <a:noFill/>
          <a:ln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수정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D59C2E-0044-2130-5C0A-3561B1E10996}"/>
              </a:ext>
            </a:extLst>
          </p:cNvPr>
          <p:cNvSpPr txBox="1"/>
          <p:nvPr/>
        </p:nvSpPr>
        <p:spPr>
          <a:xfrm>
            <a:off x="8092142" y="1684439"/>
            <a:ext cx="1470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윤수진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DF223E-2E18-2061-5B86-9B6B5C098CED}"/>
              </a:ext>
            </a:extLst>
          </p:cNvPr>
          <p:cNvSpPr txBox="1"/>
          <p:nvPr/>
        </p:nvSpPr>
        <p:spPr>
          <a:xfrm>
            <a:off x="8092141" y="2198415"/>
            <a:ext cx="212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기획 포트폴리오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A4A464-AD26-B5DF-36AF-F2B827B49424}"/>
              </a:ext>
            </a:extLst>
          </p:cNvPr>
          <p:cNvSpPr txBox="1"/>
          <p:nvPr/>
        </p:nvSpPr>
        <p:spPr>
          <a:xfrm>
            <a:off x="8092141" y="2712391"/>
            <a:ext cx="1470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2026.09.15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538688-50C2-BA7E-BF1F-B0F33C1ECE70}"/>
              </a:ext>
            </a:extLst>
          </p:cNvPr>
          <p:cNvSpPr txBox="1"/>
          <p:nvPr/>
        </p:nvSpPr>
        <p:spPr>
          <a:xfrm>
            <a:off x="1721224" y="2600618"/>
            <a:ext cx="2653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제어 시스템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A3AE28C-A4A5-0ED7-455D-97D535B2FC64}"/>
              </a:ext>
            </a:extLst>
          </p:cNvPr>
          <p:cNvSpPr/>
          <p:nvPr/>
        </p:nvSpPr>
        <p:spPr>
          <a:xfrm>
            <a:off x="1047750" y="3686582"/>
            <a:ext cx="4000500" cy="599141"/>
          </a:xfrm>
          <a:prstGeom prst="roundRect">
            <a:avLst/>
          </a:prstGeom>
          <a:solidFill>
            <a:srgbClr val="DDEE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호흡의 양과 타이밍을 직접 제어하며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위험과 적의 탐지를 회피하는 시스템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81F211B-260C-31F9-9549-37E360912B9C}"/>
              </a:ext>
            </a:extLst>
          </p:cNvPr>
          <p:cNvSpPr/>
          <p:nvPr/>
        </p:nvSpPr>
        <p:spPr>
          <a:xfrm>
            <a:off x="7196891" y="4285723"/>
            <a:ext cx="4000500" cy="392595"/>
          </a:xfrm>
          <a:prstGeom prst="roundRect">
            <a:avLst/>
          </a:prstGeom>
          <a:noFill/>
          <a:ln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26.09.15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3A4047B-BDB2-CBF0-D2A3-BFF6F2354A94}"/>
              </a:ext>
            </a:extLst>
          </p:cNvPr>
          <p:cNvSpPr/>
          <p:nvPr/>
        </p:nvSpPr>
        <p:spPr>
          <a:xfrm>
            <a:off x="7196891" y="3771747"/>
            <a:ext cx="4000500" cy="392595"/>
          </a:xfrm>
          <a:prstGeom prst="roundRect">
            <a:avLst/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내역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0676A50-940B-80AB-E9AC-AFFE4D3C5FC0}"/>
              </a:ext>
            </a:extLst>
          </p:cNvPr>
          <p:cNvSpPr/>
          <p:nvPr/>
        </p:nvSpPr>
        <p:spPr>
          <a:xfrm>
            <a:off x="7196891" y="4799699"/>
            <a:ext cx="4000500" cy="392595"/>
          </a:xfrm>
          <a:prstGeom prst="roundRect">
            <a:avLst/>
          </a:prstGeom>
          <a:noFill/>
          <a:ln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26.09.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4EEC157-D590-FAF0-6FBC-F560D937237F}"/>
              </a:ext>
            </a:extLst>
          </p:cNvPr>
          <p:cNvSpPr/>
          <p:nvPr/>
        </p:nvSpPr>
        <p:spPr>
          <a:xfrm>
            <a:off x="7196891" y="5313675"/>
            <a:ext cx="4000500" cy="392595"/>
          </a:xfrm>
          <a:prstGeom prst="roundRect">
            <a:avLst/>
          </a:prstGeom>
          <a:noFill/>
          <a:ln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26.09.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D535B8-0DE4-D438-92FC-38244BD9FEDB}"/>
              </a:ext>
            </a:extLst>
          </p:cNvPr>
          <p:cNvSpPr txBox="1"/>
          <p:nvPr/>
        </p:nvSpPr>
        <p:spPr>
          <a:xfrm>
            <a:off x="8092142" y="4358909"/>
            <a:ext cx="248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시스템 리디자인 시작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E082DC-E754-E76A-15E2-7C2249A8CF04}"/>
              </a:ext>
            </a:extLst>
          </p:cNvPr>
          <p:cNvSpPr txBox="1"/>
          <p:nvPr/>
        </p:nvSpPr>
        <p:spPr>
          <a:xfrm>
            <a:off x="8092141" y="4872885"/>
            <a:ext cx="212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 내역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C752FA-53A8-E222-29F9-9043BFF650C0}"/>
              </a:ext>
            </a:extLst>
          </p:cNvPr>
          <p:cNvSpPr txBox="1"/>
          <p:nvPr/>
        </p:nvSpPr>
        <p:spPr>
          <a:xfrm>
            <a:off x="8092141" y="5386861"/>
            <a:ext cx="1470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 내역</a:t>
            </a:r>
          </a:p>
        </p:txBody>
      </p:sp>
    </p:spTree>
    <p:extLst>
      <p:ext uri="{BB962C8B-B14F-4D97-AF65-F5344CB8AC3E}">
        <p14:creationId xmlns:p14="http://schemas.microsoft.com/office/powerpoint/2010/main" val="33781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77313D-489B-1890-1176-A76504DB28F9}"/>
              </a:ext>
            </a:extLst>
          </p:cNvPr>
          <p:cNvSpPr txBox="1"/>
          <p:nvPr/>
        </p:nvSpPr>
        <p:spPr>
          <a:xfrm>
            <a:off x="450574" y="323249"/>
            <a:ext cx="3095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A7B4C-2563-0212-73B0-6ADFF5189C85}"/>
              </a:ext>
            </a:extLst>
          </p:cNvPr>
          <p:cNvSpPr txBox="1"/>
          <p:nvPr/>
        </p:nvSpPr>
        <p:spPr>
          <a:xfrm>
            <a:off x="304800" y="1455271"/>
            <a:ext cx="434525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게임 소개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정의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플레이 화면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(UI)</a:t>
            </a: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플로우 차트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예외 처리와 안전 장치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리소스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테이블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속성이 있다면 추가해보자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레퍼런스 게임 분석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레벨 디자인 활용 예시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96F7D1-1C8B-BF01-3CF6-97F5C88A1E8C}"/>
              </a:ext>
            </a:extLst>
          </p:cNvPr>
          <p:cNvSpPr/>
          <p:nvPr/>
        </p:nvSpPr>
        <p:spPr>
          <a:xfrm>
            <a:off x="0" y="0"/>
            <a:ext cx="104775" cy="6858000"/>
          </a:xfrm>
          <a:prstGeom prst="rect">
            <a:avLst/>
          </a:prstGeom>
          <a:solidFill>
            <a:srgbClr val="073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8238621-3351-5A32-9591-FACF3EBAD744}"/>
              </a:ext>
            </a:extLst>
          </p:cNvPr>
          <p:cNvCxnSpPr>
            <a:cxnSpLocks/>
          </p:cNvCxnSpPr>
          <p:nvPr/>
        </p:nvCxnSpPr>
        <p:spPr>
          <a:xfrm>
            <a:off x="450574" y="723359"/>
            <a:ext cx="11383617" cy="0"/>
          </a:xfrm>
          <a:prstGeom prst="line">
            <a:avLst/>
          </a:prstGeom>
          <a:ln w="25400">
            <a:solidFill>
              <a:srgbClr val="D8E3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99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16C0D-E485-A21C-0881-9566AC858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56DAA6-7613-B823-ACA3-64C4C78BC472}"/>
              </a:ext>
            </a:extLst>
          </p:cNvPr>
          <p:cNvSpPr txBox="1"/>
          <p:nvPr/>
        </p:nvSpPr>
        <p:spPr>
          <a:xfrm>
            <a:off x="286871" y="209177"/>
            <a:ext cx="3095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게임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C0713-9B4C-CA99-102F-9D00882CB1C9}"/>
              </a:ext>
            </a:extLst>
          </p:cNvPr>
          <p:cNvSpPr txBox="1"/>
          <p:nvPr/>
        </p:nvSpPr>
        <p:spPr>
          <a:xfrm>
            <a:off x="286870" y="1150471"/>
            <a:ext cx="3095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135647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30">
            <a:extLst>
              <a:ext uri="{FF2B5EF4-FFF2-40B4-BE49-F238E27FC236}">
                <a16:creationId xmlns:a16="http://schemas.microsoft.com/office/drawing/2014/main" id="{5B310C38-7C1E-DFDD-BA44-23B7C3053ED1}"/>
              </a:ext>
            </a:extLst>
          </p:cNvPr>
          <p:cNvSpPr>
            <a:spLocks noGrp="1"/>
          </p:cNvSpPr>
          <p:nvPr/>
        </p:nvSpPr>
        <p:spPr>
          <a:xfrm>
            <a:off x="5409340" y="2628774"/>
            <a:ext cx="1329359" cy="1329359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dirty="0">
                <a:latin typeface="맑은 고딕"/>
                <a:ea typeface="맑은 고딕"/>
                <a:cs typeface="맑은 고딕"/>
              </a:rPr>
              <a:t>호흡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Oval 34">
            <a:extLst>
              <a:ext uri="{FF2B5EF4-FFF2-40B4-BE49-F238E27FC236}">
                <a16:creationId xmlns:a16="http://schemas.microsoft.com/office/drawing/2014/main" id="{E944539D-E53C-C610-A635-F71AB4D4C70A}"/>
              </a:ext>
            </a:extLst>
          </p:cNvPr>
          <p:cNvSpPr>
            <a:spLocks noGrp="1"/>
          </p:cNvSpPr>
          <p:nvPr/>
        </p:nvSpPr>
        <p:spPr>
          <a:xfrm>
            <a:off x="5619682" y="1389164"/>
            <a:ext cx="908676" cy="908676"/>
          </a:xfrm>
          <a:prstGeom prst="ellipse">
            <a:avLst/>
          </a:prstGeom>
          <a:solidFill>
            <a:srgbClr val="EDE4FA"/>
          </a:solidFill>
          <a:ln w="1714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>
                <a:latin typeface="맑은 고딕"/>
                <a:ea typeface="맑은 고딕"/>
                <a:cs typeface="맑은 고딕"/>
              </a:rPr>
              <a:t>숨 </a:t>
            </a:r>
            <a:r>
              <a:rPr sz="1000" dirty="0" err="1">
                <a:latin typeface="맑은 고딕"/>
                <a:ea typeface="맑은 고딕"/>
                <a:cs typeface="맑은 고딕"/>
              </a:rPr>
              <a:t>참기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Oval 33">
            <a:extLst>
              <a:ext uri="{FF2B5EF4-FFF2-40B4-BE49-F238E27FC236}">
                <a16:creationId xmlns:a16="http://schemas.microsoft.com/office/drawing/2014/main" id="{F9B7A7BA-A865-CB9B-315E-821D94D75BC5}"/>
              </a:ext>
            </a:extLst>
          </p:cNvPr>
          <p:cNvSpPr>
            <a:spLocks noGrp="1"/>
          </p:cNvSpPr>
          <p:nvPr/>
        </p:nvSpPr>
        <p:spPr>
          <a:xfrm>
            <a:off x="4366041" y="1972030"/>
            <a:ext cx="908676" cy="908676"/>
          </a:xfrm>
          <a:prstGeom prst="ellipse">
            <a:avLst/>
          </a:prstGeom>
          <a:solidFill>
            <a:srgbClr val="D9F5F1"/>
          </a:solidFill>
          <a:ln w="1714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들이</a:t>
            </a:r>
            <a:endParaRPr lang="en-US" sz="10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마시기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Oval 35">
            <a:extLst>
              <a:ext uri="{FF2B5EF4-FFF2-40B4-BE49-F238E27FC236}">
                <a16:creationId xmlns:a16="http://schemas.microsoft.com/office/drawing/2014/main" id="{E9370E25-95F6-63F9-7052-8963EB1558FD}"/>
              </a:ext>
            </a:extLst>
          </p:cNvPr>
          <p:cNvSpPr>
            <a:spLocks noGrp="1"/>
          </p:cNvSpPr>
          <p:nvPr/>
        </p:nvSpPr>
        <p:spPr>
          <a:xfrm>
            <a:off x="6917286" y="2052665"/>
            <a:ext cx="908676" cy="908676"/>
          </a:xfrm>
          <a:prstGeom prst="ellipse">
            <a:avLst/>
          </a:prstGeom>
          <a:solidFill>
            <a:srgbClr val="DDEEFF"/>
          </a:solidFill>
          <a:ln w="1714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내쉬기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Oval 33">
            <a:extLst>
              <a:ext uri="{FF2B5EF4-FFF2-40B4-BE49-F238E27FC236}">
                <a16:creationId xmlns:a16="http://schemas.microsoft.com/office/drawing/2014/main" id="{FCB81414-0360-1949-6421-6F349CF59E31}"/>
              </a:ext>
            </a:extLst>
          </p:cNvPr>
          <p:cNvSpPr>
            <a:spLocks noGrp="1"/>
          </p:cNvSpPr>
          <p:nvPr/>
        </p:nvSpPr>
        <p:spPr>
          <a:xfrm>
            <a:off x="4153878" y="3049457"/>
            <a:ext cx="908676" cy="908676"/>
          </a:xfrm>
          <a:prstGeom prst="ellipse">
            <a:avLst/>
          </a:prstGeom>
          <a:solidFill>
            <a:srgbClr val="D9F5F1"/>
          </a:solidFill>
          <a:ln w="1714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평상 호흡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Oval 34">
            <a:extLst>
              <a:ext uri="{FF2B5EF4-FFF2-40B4-BE49-F238E27FC236}">
                <a16:creationId xmlns:a16="http://schemas.microsoft.com/office/drawing/2014/main" id="{528A654F-2BF9-F426-8A8A-DD0AA2E634E0}"/>
              </a:ext>
            </a:extLst>
          </p:cNvPr>
          <p:cNvSpPr>
            <a:spLocks noGrp="1"/>
          </p:cNvSpPr>
          <p:nvPr/>
        </p:nvSpPr>
        <p:spPr>
          <a:xfrm>
            <a:off x="6293436" y="787604"/>
            <a:ext cx="592213" cy="592213"/>
          </a:xfrm>
          <a:prstGeom prst="ellipse">
            <a:avLst/>
          </a:prstGeom>
          <a:solidFill>
            <a:srgbClr val="EDE4FA"/>
          </a:solidFill>
          <a:ln w="1714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은신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Oval 35">
            <a:extLst>
              <a:ext uri="{FF2B5EF4-FFF2-40B4-BE49-F238E27FC236}">
                <a16:creationId xmlns:a16="http://schemas.microsoft.com/office/drawing/2014/main" id="{C4264A33-51E4-A548-B8B8-BC84A4C1996C}"/>
              </a:ext>
            </a:extLst>
          </p:cNvPr>
          <p:cNvSpPr>
            <a:spLocks noGrp="1"/>
          </p:cNvSpPr>
          <p:nvPr/>
        </p:nvSpPr>
        <p:spPr>
          <a:xfrm>
            <a:off x="7371623" y="1379817"/>
            <a:ext cx="592213" cy="592213"/>
          </a:xfrm>
          <a:prstGeom prst="ellipse">
            <a:avLst/>
          </a:prstGeom>
          <a:solidFill>
            <a:srgbClr val="DDEEFF"/>
          </a:solidFill>
          <a:ln w="1714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>
                <a:latin typeface="맑은 고딕"/>
                <a:ea typeface="맑은 고딕"/>
                <a:cs typeface="맑은 고딕"/>
              </a:rPr>
              <a:t>소음 관리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Oval 34">
            <a:extLst>
              <a:ext uri="{FF2B5EF4-FFF2-40B4-BE49-F238E27FC236}">
                <a16:creationId xmlns:a16="http://schemas.microsoft.com/office/drawing/2014/main" id="{85FCDD72-D4EE-F36B-A548-B332160B12F5}"/>
              </a:ext>
            </a:extLst>
          </p:cNvPr>
          <p:cNvSpPr>
            <a:spLocks noGrp="1"/>
          </p:cNvSpPr>
          <p:nvPr/>
        </p:nvSpPr>
        <p:spPr>
          <a:xfrm>
            <a:off x="5278523" y="743860"/>
            <a:ext cx="592213" cy="592213"/>
          </a:xfrm>
          <a:prstGeom prst="ellipse">
            <a:avLst/>
          </a:prstGeom>
          <a:solidFill>
            <a:srgbClr val="EDE4FA"/>
          </a:solidFill>
          <a:ln w="1714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환경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7B7419C5-9EF9-B877-CB45-8B7FBAA78625}"/>
              </a:ext>
            </a:extLst>
          </p:cNvPr>
          <p:cNvSpPr>
            <a:spLocks noGrp="1"/>
          </p:cNvSpPr>
          <p:nvPr/>
        </p:nvSpPr>
        <p:spPr>
          <a:xfrm>
            <a:off x="5870736" y="168845"/>
            <a:ext cx="592213" cy="592213"/>
          </a:xfrm>
          <a:prstGeom prst="ellipse">
            <a:avLst/>
          </a:prstGeom>
          <a:solidFill>
            <a:srgbClr val="EDE4FA"/>
          </a:solidFill>
          <a:ln w="1714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fontScale="92500"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행동</a:t>
            </a:r>
            <a:endParaRPr lang="en-US" altLang="ko-KR" sz="10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제약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67866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636E394-60FF-4331-AFD9-8A742F984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9E4CB-E1C9-4A74-B04E-A88C5F89CEA2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정의 및 설명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F80CA9-BC4C-4B90-A8E0-DFB7742F4FC2}"/>
              </a:ext>
            </a:extLst>
          </p:cNvPr>
          <p:cNvSpPr>
            <a:spLocks noGrp="1"/>
          </p:cNvSpPr>
          <p:nvPr/>
        </p:nvSpPr>
        <p:spPr>
          <a:xfrm>
            <a:off x="543407" y="1492251"/>
            <a:ext cx="3791357" cy="1026360"/>
          </a:xfrm>
          <a:prstGeom prst="roundRect">
            <a:avLst>
              <a:gd name="adj" fmla="val 12121"/>
            </a:avLst>
          </a:prstGeom>
          <a:solidFill>
            <a:srgbClr val="FFE3D4"/>
          </a:solidFill>
          <a:ln w="12700">
            <a:noFill/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</a:rPr>
              <a:t>시스템 정의</a:t>
            </a:r>
            <a:endParaRPr lang="en-US" altLang="ko-KR" sz="1500" b="1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플레이어가 들이마시기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숨 참기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내쉬기를 직접 조절해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호흡량과 소음을 관리하는 핵심 행동 시스템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B5F371-7E76-4F9E-88ED-BBF39F8EFA7C}"/>
              </a:ext>
            </a:extLst>
          </p:cNvPr>
          <p:cNvSpPr>
            <a:spLocks noGrp="1"/>
          </p:cNvSpPr>
          <p:nvPr/>
        </p:nvSpPr>
        <p:spPr>
          <a:xfrm>
            <a:off x="543407" y="2606800"/>
            <a:ext cx="3791357" cy="1026360"/>
          </a:xfrm>
          <a:prstGeom prst="roundRect">
            <a:avLst>
              <a:gd name="adj" fmla="val 12121"/>
            </a:avLst>
          </a:prstGeom>
          <a:solidFill>
            <a:srgbClr val="DDEEFF"/>
          </a:solidFill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</a:rPr>
              <a:t>설계 의도</a:t>
            </a:r>
            <a:endParaRPr lang="en-US" altLang="ko-KR" sz="1500" b="1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호흡을 행동 선택의 비용이자 정보로 활용해 이동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은신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환경 대응을 하나의 반복 판단 </a:t>
            </a:r>
            <a:r>
              <a:rPr lang="ko-KR" altLang="en-US" sz="1000">
                <a:solidFill>
                  <a:srgbClr val="073B5C"/>
                </a:solidFill>
                <a:latin typeface="맑은 고딕" panose="020B0503020000020004" pitchFamily="50" charset="-127"/>
              </a:rPr>
              <a:t>구조로 연결</a:t>
            </a:r>
            <a:endParaRPr lang="ko-KR" altLang="en-US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4BB6A8E-8FF4-4CAB-B7D7-952833E2A5B3}"/>
              </a:ext>
            </a:extLst>
          </p:cNvPr>
          <p:cNvSpPr>
            <a:spLocks noGrp="1"/>
          </p:cNvSpPr>
          <p:nvPr/>
        </p:nvSpPr>
        <p:spPr>
          <a:xfrm>
            <a:off x="4680285" y="1492250"/>
            <a:ext cx="6807868" cy="4703467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2EFEB1-C840-43E9-B726-719DEAC497A9}"/>
              </a:ext>
            </a:extLst>
          </p:cNvPr>
          <p:cNvSpPr>
            <a:spLocks noGrp="1"/>
          </p:cNvSpPr>
          <p:nvPr/>
        </p:nvSpPr>
        <p:spPr>
          <a:xfrm>
            <a:off x="5013225" y="175869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시스템 볼륨 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8C770A-1734-460F-A5DF-8D136B82D697}"/>
              </a:ext>
            </a:extLst>
          </p:cNvPr>
          <p:cNvSpPr>
            <a:spLocks noGrp="1"/>
          </p:cNvSpPr>
          <p:nvPr/>
        </p:nvSpPr>
        <p:spPr>
          <a:xfrm>
            <a:off x="5013225" y="205397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호흡</a:t>
            </a:r>
            <a:r>
              <a:rPr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결과가</a:t>
            </a:r>
            <a:r>
              <a:rPr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다른 시스템으로 전달되고</a:t>
            </a:r>
            <a:r>
              <a:rPr lang="en-US" altLang="ko-KR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다시 호흡 조건을 변화시킴</a:t>
            </a:r>
            <a:endParaRPr sz="1000" b="0" dirty="0">
              <a:solidFill>
                <a:srgbClr val="667B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A47E3C3-D732-44BA-9774-EFEE1DDE5F29}"/>
              </a:ext>
            </a:extLst>
          </p:cNvPr>
          <p:cNvSpPr>
            <a:spLocks noGrp="1"/>
          </p:cNvSpPr>
          <p:nvPr/>
        </p:nvSpPr>
        <p:spPr>
          <a:xfrm>
            <a:off x="4988594" y="5608234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이동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환경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능력이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호흡의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소비량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안전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위치를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바꿈</a:t>
            </a:r>
            <a:endParaRPr sz="1000" b="1" dirty="0">
              <a:solidFill>
                <a:srgbClr val="073B5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Oval 30">
            <a:extLst>
              <a:ext uri="{FF2B5EF4-FFF2-40B4-BE49-F238E27FC236}">
                <a16:creationId xmlns:a16="http://schemas.microsoft.com/office/drawing/2014/main" id="{31F9865E-3D3D-4FB3-9ED7-F0BB6FF0EC9E}"/>
              </a:ext>
            </a:extLst>
          </p:cNvPr>
          <p:cNvSpPr>
            <a:spLocks noGrp="1"/>
          </p:cNvSpPr>
          <p:nvPr/>
        </p:nvSpPr>
        <p:spPr>
          <a:xfrm>
            <a:off x="7732685" y="3674656"/>
            <a:ext cx="1329359" cy="1329359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dirty="0">
                <a:latin typeface="맑은 고딕"/>
                <a:ea typeface="맑은 고딕"/>
                <a:cs typeface="맑은 고딕"/>
              </a:rPr>
              <a:t>호흡</a:t>
            </a:r>
            <a:endParaRPr lang="en-US" altLang="ko-KR"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dirty="0">
                <a:latin typeface="맑은 고딕"/>
                <a:ea typeface="맑은 고딕"/>
                <a:cs typeface="맑은 고딕"/>
              </a:rPr>
              <a:t>시스템</a:t>
            </a:r>
            <a:endParaRPr lang="en-US" altLang="ko-KR"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게이지 </a:t>
            </a:r>
            <a:r>
              <a:rPr lang="en-US" altLang="ko-KR" sz="1000" dirty="0">
                <a:latin typeface="맑은 고딕"/>
                <a:ea typeface="맑은 고딕"/>
                <a:cs typeface="맑은 고딕"/>
              </a:rPr>
              <a:t>· </a:t>
            </a: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상태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Oval 33">
            <a:extLst>
              <a:ext uri="{FF2B5EF4-FFF2-40B4-BE49-F238E27FC236}">
                <a16:creationId xmlns:a16="http://schemas.microsoft.com/office/drawing/2014/main" id="{FD45D6CD-8B56-458E-8B00-74F7ADA361A4}"/>
              </a:ext>
            </a:extLst>
          </p:cNvPr>
          <p:cNvSpPr>
            <a:spLocks noGrp="1"/>
          </p:cNvSpPr>
          <p:nvPr/>
        </p:nvSpPr>
        <p:spPr>
          <a:xfrm>
            <a:off x="6738699" y="4338712"/>
            <a:ext cx="908676" cy="908676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들이</a:t>
            </a:r>
            <a:endParaRPr lang="en-US" sz="10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마시기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Oval 34">
            <a:extLst>
              <a:ext uri="{FF2B5EF4-FFF2-40B4-BE49-F238E27FC236}">
                <a16:creationId xmlns:a16="http://schemas.microsoft.com/office/drawing/2014/main" id="{FD4DB3A5-E178-4A3B-82A8-6A1867EE0E31}"/>
              </a:ext>
            </a:extLst>
          </p:cNvPr>
          <p:cNvSpPr>
            <a:spLocks noGrp="1"/>
          </p:cNvSpPr>
          <p:nvPr/>
        </p:nvSpPr>
        <p:spPr>
          <a:xfrm>
            <a:off x="7069197" y="2960976"/>
            <a:ext cx="908676" cy="908676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20" name="Oval 35">
            <a:extLst>
              <a:ext uri="{FF2B5EF4-FFF2-40B4-BE49-F238E27FC236}">
                <a16:creationId xmlns:a16="http://schemas.microsoft.com/office/drawing/2014/main" id="{BBFB9D93-6252-4C78-9E43-1E70571520A5}"/>
              </a:ext>
            </a:extLst>
          </p:cNvPr>
          <p:cNvSpPr>
            <a:spLocks noGrp="1"/>
          </p:cNvSpPr>
          <p:nvPr/>
        </p:nvSpPr>
        <p:spPr>
          <a:xfrm>
            <a:off x="9080164" y="3427253"/>
            <a:ext cx="908676" cy="908676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내쉬기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Oval 36">
            <a:extLst>
              <a:ext uri="{FF2B5EF4-FFF2-40B4-BE49-F238E27FC236}">
                <a16:creationId xmlns:a16="http://schemas.microsoft.com/office/drawing/2014/main" id="{77D4F6E3-DAD7-45A6-A916-6505BE42C276}"/>
              </a:ext>
            </a:extLst>
          </p:cNvPr>
          <p:cNvSpPr>
            <a:spLocks noGrp="1"/>
          </p:cNvSpPr>
          <p:nvPr/>
        </p:nvSpPr>
        <p:spPr>
          <a:xfrm>
            <a:off x="8749898" y="2843737"/>
            <a:ext cx="624292" cy="624292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소음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Oval 37">
            <a:extLst>
              <a:ext uri="{FF2B5EF4-FFF2-40B4-BE49-F238E27FC236}">
                <a16:creationId xmlns:a16="http://schemas.microsoft.com/office/drawing/2014/main" id="{DEE82D8E-D9C5-4DE0-A7D5-55A858EDE101}"/>
              </a:ext>
            </a:extLst>
          </p:cNvPr>
          <p:cNvSpPr>
            <a:spLocks noGrp="1"/>
          </p:cNvSpPr>
          <p:nvPr/>
        </p:nvSpPr>
        <p:spPr>
          <a:xfrm>
            <a:off x="8012088" y="2680893"/>
            <a:ext cx="622611" cy="622611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>
                <a:latin typeface="맑은 고딕"/>
                <a:ea typeface="맑은 고딕"/>
                <a:cs typeface="맑은 고딕"/>
              </a:rPr>
              <a:t>적 AI</a:t>
            </a:r>
          </a:p>
        </p:txBody>
      </p:sp>
      <p:sp>
        <p:nvSpPr>
          <p:cNvPr id="23" name="Oval 38">
            <a:extLst>
              <a:ext uri="{FF2B5EF4-FFF2-40B4-BE49-F238E27FC236}">
                <a16:creationId xmlns:a16="http://schemas.microsoft.com/office/drawing/2014/main" id="{66B2C071-BE8A-45BD-9DDA-023057CF2C89}"/>
              </a:ext>
            </a:extLst>
          </p:cNvPr>
          <p:cNvSpPr>
            <a:spLocks noGrp="1"/>
          </p:cNvSpPr>
          <p:nvPr/>
        </p:nvSpPr>
        <p:spPr>
          <a:xfrm>
            <a:off x="6009872" y="4584476"/>
            <a:ext cx="622611" cy="622611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fontScale="99793"/>
          </a:bodyPr>
          <a:lstStyle/>
          <a:p>
            <a:pPr algn="ctr">
              <a:lnSpc>
                <a:spcPct val="150000"/>
              </a:lnSpc>
              <a:buNone/>
              <a:defRPr sz="86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능력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Oval 39">
            <a:extLst>
              <a:ext uri="{FF2B5EF4-FFF2-40B4-BE49-F238E27FC236}">
                <a16:creationId xmlns:a16="http://schemas.microsoft.com/office/drawing/2014/main" id="{2E763C88-0A67-4D51-A8D1-656F57735A9B}"/>
              </a:ext>
            </a:extLst>
          </p:cNvPr>
          <p:cNvSpPr>
            <a:spLocks noGrp="1"/>
          </p:cNvSpPr>
          <p:nvPr/>
        </p:nvSpPr>
        <p:spPr>
          <a:xfrm>
            <a:off x="6359974" y="3024952"/>
            <a:ext cx="622611" cy="622611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이동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4305B10-FB97-4022-BD1C-971081D77AA4}"/>
              </a:ext>
            </a:extLst>
          </p:cNvPr>
          <p:cNvSpPr>
            <a:spLocks noGrp="1"/>
          </p:cNvSpPr>
          <p:nvPr/>
        </p:nvSpPr>
        <p:spPr>
          <a:xfrm>
            <a:off x="556949" y="3721349"/>
            <a:ext cx="3777815" cy="742950"/>
          </a:xfrm>
          <a:prstGeom prst="roundRect">
            <a:avLst>
              <a:gd name="adj" fmla="val 10256"/>
            </a:avLst>
          </a:prstGeom>
          <a:solidFill>
            <a:srgbClr val="EDE4FA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sz="15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슬로건</a:t>
            </a:r>
            <a:endParaRPr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</a:pP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호흡을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조절해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위험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속에서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길을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만들어라</a:t>
            </a:r>
            <a:endParaRPr sz="100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C31C6BD-FCA0-4A11-90B4-A23182501C8F}"/>
              </a:ext>
            </a:extLst>
          </p:cNvPr>
          <p:cNvSpPr>
            <a:spLocks noGrp="1"/>
          </p:cNvSpPr>
          <p:nvPr/>
        </p:nvSpPr>
        <p:spPr>
          <a:xfrm>
            <a:off x="556949" y="4587058"/>
            <a:ext cx="3777815" cy="742950"/>
          </a:xfrm>
          <a:prstGeom prst="roundRect">
            <a:avLst>
              <a:gd name="adj" fmla="val 10256"/>
            </a:avLst>
          </a:prstGeom>
          <a:solidFill>
            <a:srgbClr val="D9F5F1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sz="1500" b="1" dirty="0" err="1">
                <a:latin typeface="맑은 고딕"/>
                <a:ea typeface="맑은 고딕"/>
                <a:cs typeface="맑은 고딕"/>
              </a:rPr>
              <a:t>효과</a:t>
            </a:r>
            <a:endParaRPr sz="1500" b="1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</a:pP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이동·은신·환경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대응</a:t>
            </a:r>
            <a:r>
              <a:rPr lang="ko-KR" altLang="en-US"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의 결과를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하나의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규칙으로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sz="1000" b="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DB2FA98-808F-4F43-BC4B-BFD642A1BA36}"/>
              </a:ext>
            </a:extLst>
          </p:cNvPr>
          <p:cNvSpPr>
            <a:spLocks noGrp="1"/>
          </p:cNvSpPr>
          <p:nvPr/>
        </p:nvSpPr>
        <p:spPr>
          <a:xfrm>
            <a:off x="556950" y="5452767"/>
            <a:ext cx="3777814" cy="742950"/>
          </a:xfrm>
          <a:prstGeom prst="roundRect">
            <a:avLst>
              <a:gd name="adj" fmla="val 10256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500" b="1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재미</a:t>
            </a:r>
          </a:p>
          <a:p>
            <a:pPr algn="ctr">
              <a:lnSpc>
                <a:spcPct val="150000"/>
              </a:lnSpc>
              <a:buNone/>
            </a:pPr>
            <a:r>
              <a:rPr lang="ko-KR" altLang="en-US"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언제</a:t>
            </a:r>
            <a:r>
              <a:rPr lang="en-US" altLang="ko-KR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얼마나</a:t>
            </a:r>
            <a:r>
              <a:rPr lang="en-US" altLang="ko-KR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어디서 숨 쉴지에 따라 같은 공간의 해법이 달라짐</a:t>
            </a:r>
            <a:endParaRPr lang="ko-KR" altLang="en-US" sz="1000" b="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5" name="Oval 39">
            <a:extLst>
              <a:ext uri="{FF2B5EF4-FFF2-40B4-BE49-F238E27FC236}">
                <a16:creationId xmlns:a16="http://schemas.microsoft.com/office/drawing/2014/main" id="{41DC59E7-7F39-8012-7C13-60929D15802B}"/>
              </a:ext>
            </a:extLst>
          </p:cNvPr>
          <p:cNvSpPr>
            <a:spLocks noGrp="1"/>
          </p:cNvSpPr>
          <p:nvPr/>
        </p:nvSpPr>
        <p:spPr>
          <a:xfrm>
            <a:off x="6215609" y="3781463"/>
            <a:ext cx="622611" cy="622611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lnSpcReduction="10000"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공기</a:t>
            </a:r>
            <a:endParaRPr lang="en-US" altLang="ko-KR" sz="10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000" dirty="0">
                <a:latin typeface="맑은 고딕"/>
                <a:ea typeface="맑은 고딕"/>
                <a:cs typeface="맑은 고딕"/>
              </a:rPr>
              <a:t>· </a:t>
            </a: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환경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9" name="Oval 36">
            <a:extLst>
              <a:ext uri="{FF2B5EF4-FFF2-40B4-BE49-F238E27FC236}">
                <a16:creationId xmlns:a16="http://schemas.microsoft.com/office/drawing/2014/main" id="{4736BF5D-83DC-7C18-7322-CB5E8E58D2D8}"/>
              </a:ext>
            </a:extLst>
          </p:cNvPr>
          <p:cNvSpPr>
            <a:spLocks noGrp="1"/>
          </p:cNvSpPr>
          <p:nvPr/>
        </p:nvSpPr>
        <p:spPr>
          <a:xfrm>
            <a:off x="9534502" y="4379723"/>
            <a:ext cx="624292" cy="624292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fontScale="92500"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환경 오브젝트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6" name="직선 연결선 95">
            <a:extLst>
              <a:ext uri="{FF2B5EF4-FFF2-40B4-BE49-F238E27FC236}">
                <a16:creationId xmlns:a16="http://schemas.microsoft.com/office/drawing/2014/main" id="{9B7602B4-FCB5-1B64-0A4E-E8CC2829C841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68354E9-6006-A850-7243-17481D02382A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3718EB-03BA-F89C-30AD-E20892622842}"/>
              </a:ext>
            </a:extLst>
          </p:cNvPr>
          <p:cNvSpPr>
            <a:spLocks noGrp="1"/>
          </p:cNvSpPr>
          <p:nvPr/>
        </p:nvSpPr>
        <p:spPr>
          <a:xfrm>
            <a:off x="457198" y="-790541"/>
            <a:ext cx="7616285" cy="704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여기부터는 꼭 살릴 페이지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</a:t>
            </a:r>
            <a:r>
              <a:rPr lang="ko-KR" altLang="en-US" sz="2000" b="1" dirty="0" err="1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볼륨맵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수정하기</a:t>
            </a:r>
            <a:endParaRPr sz="2000" b="1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70027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81C2-7FD6-C260-9E64-9DB69C6A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4D01020-953C-DEAA-34BE-623E1AF4EFEF}"/>
              </a:ext>
            </a:extLst>
          </p:cNvPr>
          <p:cNvSpPr/>
          <p:nvPr/>
        </p:nvSpPr>
        <p:spPr>
          <a:xfrm>
            <a:off x="1569452" y="1025359"/>
            <a:ext cx="9182533" cy="3055721"/>
          </a:xfrm>
          <a:prstGeom prst="roundRect">
            <a:avLst>
              <a:gd name="adj" fmla="val 2781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FA5634-5124-E45E-0AC8-3312A6669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61AE9725-3DC2-8DA6-C23C-05D9BD1DC448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422733E-660C-270F-694D-8B5586FCABBE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ECF2F3-7D2A-0247-C687-BD79D7EFB21F}"/>
              </a:ext>
            </a:extLst>
          </p:cNvPr>
          <p:cNvGraphicFramePr>
            <a:graphicFrameLocks noGrp="1"/>
          </p:cNvGraphicFramePr>
          <p:nvPr/>
        </p:nvGraphicFramePr>
        <p:xfrm>
          <a:off x="1571408" y="4316033"/>
          <a:ext cx="9182533" cy="164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09">
                  <a:extLst>
                    <a:ext uri="{9D8B030D-6E8A-4147-A177-3AD203B41FA5}">
                      <a16:colId xmlns:a16="http://schemas.microsoft.com/office/drawing/2014/main" val="266497128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11822341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057772909"/>
                    </a:ext>
                  </a:extLst>
                </a:gridCol>
                <a:gridCol w="2720474">
                  <a:extLst>
                    <a:ext uri="{9D8B030D-6E8A-4147-A177-3AD203B41FA5}">
                      <a16:colId xmlns:a16="http://schemas.microsoft.com/office/drawing/2014/main" val="626626223"/>
                    </a:ext>
                  </a:extLst>
                </a:gridCol>
              </a:tblGrid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들이마시기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4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495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시간만틈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호흡 게이지 충전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억제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느린 소모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빠른 소모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호흡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478481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능력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흡입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근거리의 가벼운 오브젝트를 끌어당김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 탐지 회피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 소음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강한 날숨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조작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77088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능력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흡음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큰 소음 흡입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공중 부유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점프 후 입력 위치에서 천천히 하강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방출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저장한 소음을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내보내 호흡 복구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770427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FE3F5B-A88A-0F60-CC3D-61088554322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 규칙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모서리가 둥근 직사각형 8">
            <a:extLst>
              <a:ext uri="{FF2B5EF4-FFF2-40B4-BE49-F238E27FC236}">
                <a16:creationId xmlns:a16="http://schemas.microsoft.com/office/drawing/2014/main" id="{72DB2BA7-D44E-ECBA-81DE-5C0C23C635CC}"/>
              </a:ext>
            </a:extLst>
          </p:cNvPr>
          <p:cNvSpPr/>
          <p:nvPr/>
        </p:nvSpPr>
        <p:spPr>
          <a:xfrm>
            <a:off x="1571406" y="6195630"/>
            <a:ext cx="9182536" cy="362857"/>
          </a:xfrm>
          <a:prstGeom prst="roundRect">
            <a:avLst/>
          </a:prstGeom>
          <a:solidFill>
            <a:srgbClr val="F7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금지 규칙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버튼을 계속 추가하거나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 시작한 호흡을 끝까지 강제하는 구조로 만들지 않음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63386F0-3550-A62C-1B96-DE94D56472ED}"/>
              </a:ext>
            </a:extLst>
          </p:cNvPr>
          <p:cNvSpPr/>
          <p:nvPr/>
        </p:nvSpPr>
        <p:spPr>
          <a:xfrm>
            <a:off x="5411602" y="1755705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4FCD1B9-C74D-8F36-653A-98B272C8E112}"/>
              </a:ext>
            </a:extLst>
          </p:cNvPr>
          <p:cNvSpPr/>
          <p:nvPr/>
        </p:nvSpPr>
        <p:spPr>
          <a:xfrm>
            <a:off x="3304992" y="1761676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4E6B1761-F29C-19D0-41F9-385F59306D60}"/>
              </a:ext>
            </a:extLst>
          </p:cNvPr>
          <p:cNvSpPr/>
          <p:nvPr/>
        </p:nvSpPr>
        <p:spPr>
          <a:xfrm>
            <a:off x="4962341" y="2356195"/>
            <a:ext cx="292100" cy="311150"/>
          </a:xfrm>
          <a:prstGeom prst="rightArrow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0000">
                <a:schemeClr val="accent1">
                  <a:tint val="44500"/>
                  <a:satMod val="160000"/>
                  <a:alpha val="50000"/>
                </a:schemeClr>
              </a:gs>
              <a:gs pos="100000">
                <a:schemeClr val="tx1">
                  <a:alpha val="5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1D6CE31-9D41-3F41-103B-E42F522BC476}"/>
              </a:ext>
            </a:extLst>
          </p:cNvPr>
          <p:cNvSpPr/>
          <p:nvPr/>
        </p:nvSpPr>
        <p:spPr>
          <a:xfrm>
            <a:off x="7068951" y="2350224"/>
            <a:ext cx="292100" cy="311150"/>
          </a:xfrm>
          <a:prstGeom prst="rightArrow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0000">
                <a:schemeClr val="accent1">
                  <a:tint val="44500"/>
                  <a:satMod val="160000"/>
                  <a:alpha val="50000"/>
                </a:schemeClr>
              </a:gs>
              <a:gs pos="100000">
                <a:schemeClr val="tx1">
                  <a:alpha val="5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7F43F95-664D-21A9-2EA5-F223702B7EEC}"/>
              </a:ext>
            </a:extLst>
          </p:cNvPr>
          <p:cNvSpPr/>
          <p:nvPr/>
        </p:nvSpPr>
        <p:spPr>
          <a:xfrm>
            <a:off x="7518212" y="1755705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5" name="그림 134">
            <a:extLst>
              <a:ext uri="{FF2B5EF4-FFF2-40B4-BE49-F238E27FC236}">
                <a16:creationId xmlns:a16="http://schemas.microsoft.com/office/drawing/2014/main" id="{7EC4B8B8-FEED-AA39-5DB2-B17BC4A47D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3950" r="48457" b="87160"/>
          <a:stretch/>
        </p:blipFill>
        <p:spPr>
          <a:xfrm>
            <a:off x="3107751" y="3695748"/>
            <a:ext cx="1146562" cy="273352"/>
          </a:xfrm>
          <a:prstGeom prst="rect">
            <a:avLst/>
          </a:prstGeom>
        </p:spPr>
      </p:pic>
      <p:pic>
        <p:nvPicPr>
          <p:cNvPr id="137" name="그림 136">
            <a:extLst>
              <a:ext uri="{FF2B5EF4-FFF2-40B4-BE49-F238E27FC236}">
                <a16:creationId xmlns:a16="http://schemas.microsoft.com/office/drawing/2014/main" id="{519585C1-3BB2-C4C1-EF9A-9287B8AD0C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12840" r="48457" b="78270"/>
          <a:stretch/>
        </p:blipFill>
        <p:spPr>
          <a:xfrm>
            <a:off x="1694057" y="3695748"/>
            <a:ext cx="1146562" cy="273352"/>
          </a:xfrm>
          <a:prstGeom prst="rect">
            <a:avLst/>
          </a:prstGeom>
        </p:spPr>
      </p:pic>
      <p:pic>
        <p:nvPicPr>
          <p:cNvPr id="139" name="그림 138">
            <a:extLst>
              <a:ext uri="{FF2B5EF4-FFF2-40B4-BE49-F238E27FC236}">
                <a16:creationId xmlns:a16="http://schemas.microsoft.com/office/drawing/2014/main" id="{53AAF621-8E98-C129-AD94-FE27C5A63A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21236" r="48457" b="69874"/>
          <a:stretch/>
        </p:blipFill>
        <p:spPr>
          <a:xfrm>
            <a:off x="4521445" y="3695748"/>
            <a:ext cx="1146562" cy="273352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B13F9197-959D-3708-9501-FEEBA5582F8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4" t="32549" r="52293" b="56585"/>
          <a:stretch/>
        </p:blipFill>
        <p:spPr>
          <a:xfrm>
            <a:off x="1694057" y="1160811"/>
            <a:ext cx="883462" cy="27569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C1DB01B9-B02C-6ED9-BE5C-C656E43844B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" t="48363" r="80466" b="41678"/>
          <a:stretch/>
        </p:blipFill>
        <p:spPr>
          <a:xfrm>
            <a:off x="9738491" y="3429324"/>
            <a:ext cx="311592" cy="267380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015F647E-B2EE-B114-F242-19E58586AD4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48363" r="65348" b="41567"/>
          <a:stretch/>
        </p:blipFill>
        <p:spPr>
          <a:xfrm>
            <a:off x="10035988" y="3429000"/>
            <a:ext cx="311592" cy="270364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B262C0F2-91EE-E402-A83E-98EA03AB669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6" t="48363" r="49613" b="41678"/>
          <a:stretch/>
        </p:blipFill>
        <p:spPr>
          <a:xfrm>
            <a:off x="10333485" y="3429324"/>
            <a:ext cx="311592" cy="267380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B072B0B7-DFBF-CF38-4AA5-4C2DF40F7F3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4" t="48363" r="34495" b="41678"/>
          <a:stretch/>
        </p:blipFill>
        <p:spPr>
          <a:xfrm>
            <a:off x="9738491" y="3709332"/>
            <a:ext cx="311592" cy="267380"/>
          </a:xfrm>
          <a:prstGeom prst="rect">
            <a:avLst/>
          </a:prstGeom>
        </p:spPr>
      </p:pic>
      <p:pic>
        <p:nvPicPr>
          <p:cNvPr id="151" name="그림 150">
            <a:extLst>
              <a:ext uri="{FF2B5EF4-FFF2-40B4-BE49-F238E27FC236}">
                <a16:creationId xmlns:a16="http://schemas.microsoft.com/office/drawing/2014/main" id="{78286E85-C888-DC80-3694-D65DCF0DE29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22" t="48363" r="19377" b="41678"/>
          <a:stretch/>
        </p:blipFill>
        <p:spPr>
          <a:xfrm>
            <a:off x="10035988" y="3711680"/>
            <a:ext cx="311592" cy="267380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0D399CB5-CAB2-665C-0BBC-21C9F78749A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32" t="48363" r="4567" b="41678"/>
          <a:stretch/>
        </p:blipFill>
        <p:spPr>
          <a:xfrm>
            <a:off x="10333485" y="3705522"/>
            <a:ext cx="311592" cy="267380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83560E96-FB24-DA2E-C12F-6DF39C6A8FF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6" t="5077" r="4103" b="65473"/>
          <a:stretch/>
        </p:blipFill>
        <p:spPr>
          <a:xfrm>
            <a:off x="9781853" y="1162444"/>
            <a:ext cx="863224" cy="831834"/>
          </a:xfrm>
          <a:prstGeom prst="rect">
            <a:avLst/>
          </a:prstGeom>
        </p:spPr>
      </p:pic>
      <p:pic>
        <p:nvPicPr>
          <p:cNvPr id="157" name="그림 156">
            <a:extLst>
              <a:ext uri="{FF2B5EF4-FFF2-40B4-BE49-F238E27FC236}">
                <a16:creationId xmlns:a16="http://schemas.microsoft.com/office/drawing/2014/main" id="{6046368C-BE36-20F0-3711-1E6A2EEEC1C8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43" t="86222" r="36523" b="4704"/>
          <a:stretch/>
        </p:blipFill>
        <p:spPr>
          <a:xfrm>
            <a:off x="1694057" y="1442379"/>
            <a:ext cx="171464" cy="167066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64B488B-03EC-73A5-9F4B-442ECD42AFD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31" y="2391967"/>
            <a:ext cx="710944" cy="473962"/>
          </a:xfrm>
          <a:prstGeom prst="rect">
            <a:avLst/>
          </a:prstGeom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1826FF19-E87F-905D-697C-91FA0305D389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477" y="2333673"/>
            <a:ext cx="590550" cy="590550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FFB617A0-8F52-DFB2-46B9-1FDB7D29D35A}"/>
              </a:ext>
            </a:extLst>
          </p:cNvPr>
          <p:cNvSpPr txBox="1"/>
          <p:nvPr/>
        </p:nvSpPr>
        <p:spPr>
          <a:xfrm>
            <a:off x="330499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들이마시기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공기를 들이마시면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 증가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DA6DF7E-6C4B-BC73-6247-8518B4A42746}"/>
              </a:ext>
            </a:extLst>
          </p:cNvPr>
          <p:cNvSpPr txBox="1"/>
          <p:nvPr/>
        </p:nvSpPr>
        <p:spPr>
          <a:xfrm>
            <a:off x="541160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숨 참기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공기를 들이마시면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 증가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6C2AD28-E4C7-6739-C041-D453778A73F9}"/>
              </a:ext>
            </a:extLst>
          </p:cNvPr>
          <p:cNvSpPr txBox="1"/>
          <p:nvPr/>
        </p:nvSpPr>
        <p:spPr>
          <a:xfrm>
            <a:off x="751821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내쉬기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 공기를 </a:t>
            </a:r>
            <a:r>
              <a:rPr lang="ko-KR" altLang="en-US" sz="10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내뱉어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감소</a:t>
            </a:r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F31AF16F-6EFE-1216-6CD1-4B6F6BC1F8F9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642" y="2338927"/>
            <a:ext cx="590550" cy="590550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842B920B-E1D2-82CE-B279-46F1134E9ED2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88"/>
          <a:stretch>
            <a:fillRect/>
          </a:stretch>
        </p:blipFill>
        <p:spPr>
          <a:xfrm>
            <a:off x="7967473" y="1895954"/>
            <a:ext cx="612993" cy="551804"/>
          </a:xfrm>
          <a:prstGeom prst="rect">
            <a:avLst/>
          </a:prstGeom>
        </p:spPr>
      </p:pic>
      <p:pic>
        <p:nvPicPr>
          <p:cNvPr id="179" name="그림 178">
            <a:extLst>
              <a:ext uri="{FF2B5EF4-FFF2-40B4-BE49-F238E27FC236}">
                <a16:creationId xmlns:a16="http://schemas.microsoft.com/office/drawing/2014/main" id="{56BCFE01-85B6-B50D-FE9F-D577D2773E9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88"/>
          <a:stretch>
            <a:fillRect/>
          </a:stretch>
        </p:blipFill>
        <p:spPr>
          <a:xfrm>
            <a:off x="3712245" y="1895954"/>
            <a:ext cx="612993" cy="551804"/>
          </a:xfrm>
          <a:prstGeom prst="rect">
            <a:avLst/>
          </a:prstGeom>
        </p:spPr>
      </p:pic>
      <p:pic>
        <p:nvPicPr>
          <p:cNvPr id="181" name="그림 180">
            <a:extLst>
              <a:ext uri="{FF2B5EF4-FFF2-40B4-BE49-F238E27FC236}">
                <a16:creationId xmlns:a16="http://schemas.microsoft.com/office/drawing/2014/main" id="{2B813614-A910-6E68-D176-2EBF13C010B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9987"/>
          <a:stretch>
            <a:fillRect/>
          </a:stretch>
        </p:blipFill>
        <p:spPr>
          <a:xfrm>
            <a:off x="5854222" y="1895954"/>
            <a:ext cx="612992" cy="55180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B2117D1-EB79-DC65-5F23-DC895F63A210}"/>
              </a:ext>
            </a:extLst>
          </p:cNvPr>
          <p:cNvSpPr>
            <a:spLocks noGrp="1"/>
          </p:cNvSpPr>
          <p:nvPr/>
        </p:nvSpPr>
        <p:spPr>
          <a:xfrm>
            <a:off x="457198" y="-790541"/>
            <a:ext cx="7616285" cy="704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여기부터는 꼭 살릴 페이지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튜토리얼처럼 표현하기</a:t>
            </a:r>
            <a:endParaRPr sz="2000" b="1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24597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734CDE-E591-D651-18D0-BD914DBC4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98" y="589146"/>
            <a:ext cx="9432174" cy="5555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6A5DAD-BC5B-BC5B-B435-E2CE7BDCF6AD}"/>
              </a:ext>
            </a:extLst>
          </p:cNvPr>
          <p:cNvSpPr txBox="1"/>
          <p:nvPr/>
        </p:nvSpPr>
        <p:spPr>
          <a:xfrm>
            <a:off x="2207743" y="1938955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먼지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41E70-8AB0-0148-95FB-1FDBF518C28A}"/>
              </a:ext>
            </a:extLst>
          </p:cNvPr>
          <p:cNvSpPr txBox="1"/>
          <p:nvPr/>
        </p:nvSpPr>
        <p:spPr>
          <a:xfrm>
            <a:off x="1843042" y="2309927"/>
            <a:ext cx="1242039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안전 한계 감소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기침 자극 누적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DE207-84D4-92EA-34FE-768A78CBE9F1}"/>
              </a:ext>
            </a:extLst>
          </p:cNvPr>
          <p:cNvSpPr txBox="1"/>
          <p:nvPr/>
        </p:nvSpPr>
        <p:spPr>
          <a:xfrm>
            <a:off x="1040530" y="4320812"/>
            <a:ext cx="15295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크기 제한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FFB4F-AE2D-2080-5D93-58C40C3CAE43}"/>
              </a:ext>
            </a:extLst>
          </p:cNvPr>
          <p:cNvSpPr txBox="1"/>
          <p:nvPr/>
        </p:nvSpPr>
        <p:spPr>
          <a:xfrm>
            <a:off x="9446451" y="2280981"/>
            <a:ext cx="1242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안전 한계 감소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재채기 자극 누적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643112-AC09-46E6-4378-D9E86E468E11}"/>
              </a:ext>
            </a:extLst>
          </p:cNvPr>
          <p:cNvSpPr txBox="1"/>
          <p:nvPr/>
        </p:nvSpPr>
        <p:spPr>
          <a:xfrm>
            <a:off x="9967721" y="4327688"/>
            <a:ext cx="17289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 거의 불가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상태 이상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8CF69-A219-F102-E20F-EB5B28C9E56B}"/>
              </a:ext>
            </a:extLst>
          </p:cNvPr>
          <p:cNvSpPr txBox="1"/>
          <p:nvPr/>
        </p:nvSpPr>
        <p:spPr>
          <a:xfrm>
            <a:off x="9901221" y="1910379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꽃가루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0FC113-6BDE-B054-E3CF-95D5CBDECB74}"/>
              </a:ext>
            </a:extLst>
          </p:cNvPr>
          <p:cNvSpPr txBox="1"/>
          <p:nvPr/>
        </p:nvSpPr>
        <p:spPr>
          <a:xfrm>
            <a:off x="10471322" y="3957086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독가스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8BFB4FE-BF2A-D708-9635-C2431AECCD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35" t="85187" r="75353" b="6733"/>
          <a:stretch/>
        </p:blipFill>
        <p:spPr>
          <a:xfrm>
            <a:off x="3466520" y="4995084"/>
            <a:ext cx="482138" cy="44888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7D6858-72B4-2083-56B7-1C1942014DEE}"/>
              </a:ext>
            </a:extLst>
          </p:cNvPr>
          <p:cNvSpPr/>
          <p:nvPr/>
        </p:nvSpPr>
        <p:spPr>
          <a:xfrm>
            <a:off x="2901196" y="5208262"/>
            <a:ext cx="498824" cy="674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23795F-052E-C2F3-8279-565A84704C97}"/>
              </a:ext>
            </a:extLst>
          </p:cNvPr>
          <p:cNvSpPr txBox="1"/>
          <p:nvPr/>
        </p:nvSpPr>
        <p:spPr>
          <a:xfrm>
            <a:off x="3472549" y="5410721"/>
            <a:ext cx="1242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 불가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보유 호흡만 사용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306648-B9E2-D205-27C0-FE86263C68FD}"/>
              </a:ext>
            </a:extLst>
          </p:cNvPr>
          <p:cNvSpPr txBox="1"/>
          <p:nvPr/>
        </p:nvSpPr>
        <p:spPr>
          <a:xfrm>
            <a:off x="3874882" y="5048248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수중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832A95-E2EF-359E-0C24-18D481C5ED58}"/>
              </a:ext>
            </a:extLst>
          </p:cNvPr>
          <p:cNvSpPr/>
          <p:nvPr/>
        </p:nvSpPr>
        <p:spPr>
          <a:xfrm>
            <a:off x="1436070" y="3761953"/>
            <a:ext cx="312834" cy="600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5F5C7F9-D3FC-BEA2-D77F-CC095E04CD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8" t="59395" r="93359" b="33061"/>
          <a:stretch/>
        </p:blipFill>
        <p:spPr>
          <a:xfrm>
            <a:off x="1065930" y="3897421"/>
            <a:ext cx="419100" cy="4191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CC52EF0-68E6-97F0-6DDE-F9502E1484F6}"/>
              </a:ext>
            </a:extLst>
          </p:cNvPr>
          <p:cNvSpPr txBox="1"/>
          <p:nvPr/>
        </p:nvSpPr>
        <p:spPr>
          <a:xfrm>
            <a:off x="1444186" y="3948732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연기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C40BE1C-007D-ECF5-2B31-2CCB2B7051CA}"/>
              </a:ext>
            </a:extLst>
          </p:cNvPr>
          <p:cNvSpPr/>
          <p:nvPr/>
        </p:nvSpPr>
        <p:spPr>
          <a:xfrm>
            <a:off x="3466520" y="2820986"/>
            <a:ext cx="281551" cy="1488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84CF66F-7539-62A2-89E8-8EEF25264C89}"/>
              </a:ext>
            </a:extLst>
          </p:cNvPr>
          <p:cNvSpPr/>
          <p:nvPr/>
        </p:nvSpPr>
        <p:spPr>
          <a:xfrm>
            <a:off x="5746725" y="1505749"/>
            <a:ext cx="1035496" cy="3156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B2E2A51-C607-6937-5E0F-1C754009F162}"/>
              </a:ext>
            </a:extLst>
          </p:cNvPr>
          <p:cNvSpPr/>
          <p:nvPr/>
        </p:nvSpPr>
        <p:spPr>
          <a:xfrm>
            <a:off x="8585185" y="2848377"/>
            <a:ext cx="281551" cy="1488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557E810-C3CD-62B7-F034-77B97A3D3535}"/>
              </a:ext>
            </a:extLst>
          </p:cNvPr>
          <p:cNvSpPr/>
          <p:nvPr/>
        </p:nvSpPr>
        <p:spPr>
          <a:xfrm rot="19390770">
            <a:off x="7824622" y="4858869"/>
            <a:ext cx="357894" cy="18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5A07D07-AD81-94C0-FC1A-D96DB441B5A4}"/>
              </a:ext>
            </a:extLst>
          </p:cNvPr>
          <p:cNvSpPr/>
          <p:nvPr/>
        </p:nvSpPr>
        <p:spPr>
          <a:xfrm rot="1083151">
            <a:off x="4248655" y="4814078"/>
            <a:ext cx="357782" cy="239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8">
            <a:extLst>
              <a:ext uri="{FF2B5EF4-FFF2-40B4-BE49-F238E27FC236}">
                <a16:creationId xmlns:a16="http://schemas.microsoft.com/office/drawing/2014/main" id="{755FFA07-064F-0EAF-B320-A8CD24473A71}"/>
              </a:ext>
            </a:extLst>
          </p:cNvPr>
          <p:cNvSpPr>
            <a:spLocks noGrp="1"/>
          </p:cNvSpPr>
          <p:nvPr/>
        </p:nvSpPr>
        <p:spPr>
          <a:xfrm>
            <a:off x="457199" y="6057302"/>
            <a:ext cx="11239501" cy="461470"/>
          </a:xfrm>
          <a:prstGeom prst="roundRect">
            <a:avLst>
              <a:gd name="adj" fmla="val 1025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000">
                <a:latin typeface="맑은 고딕"/>
                <a:ea typeface="맑은 고딕"/>
                <a:cs typeface="맑은 고딕"/>
              </a:rPr>
              <a:t>들이마시기 시 환경에 따라 캐릭터의 반응이 달라지며</a:t>
            </a:r>
            <a:r>
              <a:rPr lang="en-US" altLang="ko-KR" sz="1000"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000">
                <a:latin typeface="맑은 고딕"/>
                <a:ea typeface="맑은 고딕"/>
                <a:cs typeface="맑은 고딕"/>
              </a:rPr>
              <a:t>위험도는                                                                    순으로 낮아진다</a:t>
            </a:r>
            <a:r>
              <a:rPr lang="en-US" altLang="ko-KR" sz="1000">
                <a:latin typeface="맑은 고딕"/>
                <a:ea typeface="맑은 고딕"/>
                <a:cs typeface="맑은 고딕"/>
              </a:rPr>
              <a:t>.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80739C06-31AF-4FA8-6E52-C1DE9C3546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2" t="92408" r="68884" b="639"/>
          <a:stretch/>
        </p:blipFill>
        <p:spPr>
          <a:xfrm>
            <a:off x="5961969" y="6108295"/>
            <a:ext cx="385149" cy="362857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BA65614-6AE3-A5B4-40D9-CDB5CB8C9D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8" t="92408" r="63268" b="639"/>
          <a:stretch/>
        </p:blipFill>
        <p:spPr>
          <a:xfrm>
            <a:off x="6466199" y="6097170"/>
            <a:ext cx="385149" cy="362857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4021ADD-F867-A28D-59A3-6D7379B054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89" t="92408" r="46557" b="639"/>
          <a:stretch/>
        </p:blipFill>
        <p:spPr>
          <a:xfrm>
            <a:off x="7951442" y="6108295"/>
            <a:ext cx="385149" cy="36285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6CA956B6-7016-5870-945F-AB35208283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42" t="92408" r="40804" b="639"/>
          <a:stretch/>
        </p:blipFill>
        <p:spPr>
          <a:xfrm>
            <a:off x="8458727" y="6097218"/>
            <a:ext cx="385149" cy="36285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E627AF6-3A92-DB3E-E888-24461C3A3D04}"/>
              </a:ext>
            </a:extLst>
          </p:cNvPr>
          <p:cNvSpPr txBox="1"/>
          <p:nvPr/>
        </p:nvSpPr>
        <p:spPr>
          <a:xfrm>
            <a:off x="6301989" y="6128140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4544C8-AD1F-A5D3-E8EA-83A823386481}"/>
              </a:ext>
            </a:extLst>
          </p:cNvPr>
          <p:cNvSpPr txBox="1"/>
          <p:nvPr/>
        </p:nvSpPr>
        <p:spPr>
          <a:xfrm>
            <a:off x="6801473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16AB79-A5E4-88C6-1D79-29002D92DB59}"/>
              </a:ext>
            </a:extLst>
          </p:cNvPr>
          <p:cNvSpPr txBox="1"/>
          <p:nvPr/>
        </p:nvSpPr>
        <p:spPr>
          <a:xfrm>
            <a:off x="7308222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A17318-3B9D-BD14-78C8-B71EC6DC3F79}"/>
              </a:ext>
            </a:extLst>
          </p:cNvPr>
          <p:cNvSpPr txBox="1"/>
          <p:nvPr/>
        </p:nvSpPr>
        <p:spPr>
          <a:xfrm>
            <a:off x="7801099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86FE4D-C011-BE58-DE97-212743336D86}"/>
              </a:ext>
            </a:extLst>
          </p:cNvPr>
          <p:cNvSpPr txBox="1"/>
          <p:nvPr/>
        </p:nvSpPr>
        <p:spPr>
          <a:xfrm>
            <a:off x="8293976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24BCAE2F-FB4A-E5D5-1820-762E605189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0" t="92408" r="52036" b="639"/>
          <a:stretch/>
        </p:blipFill>
        <p:spPr>
          <a:xfrm>
            <a:off x="7438497" y="6097868"/>
            <a:ext cx="385149" cy="362857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5B71A90C-3C5B-7DD4-9B8E-4EB4EC3634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4" t="92408" r="57652" b="639"/>
          <a:stretch/>
        </p:blipFill>
        <p:spPr>
          <a:xfrm>
            <a:off x="6956683" y="6108295"/>
            <a:ext cx="385149" cy="362857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1A1EB232-5E57-2821-DC09-A9B4F7ADF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B199A3E-11C2-2EB5-C525-CCAD80638E43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환경별 반응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1" name="직선 연결선 70">
            <a:extLst>
              <a:ext uri="{FF2B5EF4-FFF2-40B4-BE49-F238E27FC236}">
                <a16:creationId xmlns:a16="http://schemas.microsoft.com/office/drawing/2014/main" id="{9A9EE809-1799-7AC8-58ED-A3356A89D5C5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37F5F82-FCD4-CC94-0976-83B71CE2A039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273A3A-9D6E-0DD7-23F8-5CD6E30091B5}"/>
              </a:ext>
            </a:extLst>
          </p:cNvPr>
          <p:cNvSpPr>
            <a:spLocks noGrp="1"/>
          </p:cNvSpPr>
          <p:nvPr/>
        </p:nvSpPr>
        <p:spPr>
          <a:xfrm>
            <a:off x="457198" y="-790541"/>
            <a:ext cx="6047405" cy="704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여기부터는 꼭 살릴 페이지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- </a:t>
            </a:r>
            <a:r>
              <a:rPr lang="ko-KR" altLang="en-US" sz="2000" b="1" dirty="0" err="1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인포그래픽</a:t>
            </a:r>
            <a:endParaRPr sz="2000" b="1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9914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8BF2-815A-0A44-0235-F6FDAD0F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2E0AD5-55A0-4914-4842-D6B6CB996A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6CA4FFE-E37C-7F34-482C-7B9A83BE359C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181915A-F9EF-497B-EA24-FE7AE5C76883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8C4B0F-4767-F52F-A35E-2ABB47FA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066" y="1247801"/>
            <a:ext cx="7962601" cy="5173599"/>
          </a:xfrm>
          <a:prstGeom prst="rect">
            <a:avLst/>
          </a:prstGeom>
        </p:spPr>
      </p:pic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25C2C4DB-29D7-143E-04B6-4B214764BB0F}"/>
              </a:ext>
            </a:extLst>
          </p:cNvPr>
          <p:cNvSpPr/>
          <p:nvPr/>
        </p:nvSpPr>
        <p:spPr>
          <a:xfrm>
            <a:off x="457199" y="2675067"/>
            <a:ext cx="2884246" cy="1507866"/>
          </a:xfrm>
          <a:prstGeom prst="roundRect">
            <a:avLst>
              <a:gd name="adj" fmla="val 7658"/>
            </a:avLst>
          </a:prstGeom>
          <a:noFill/>
          <a:ln w="38100">
            <a:solidFill>
              <a:srgbClr val="D9E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의도</a:t>
            </a:r>
            <a:endParaRPr lang="en-US" altLang="ko-KR" sz="15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호흡 행동을 지속적으로 사용하는 플레이를 제한하고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호흡의 순환과 사용 타이밍을 고려하도록 설계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A9F7E2CE-F768-AF9E-25BE-A5C16D480DBF}"/>
              </a:ext>
            </a:extLst>
          </p:cNvPr>
          <p:cNvSpPr>
            <a:spLocks noGrp="1"/>
          </p:cNvSpPr>
          <p:nvPr/>
        </p:nvSpPr>
        <p:spPr>
          <a:xfrm rot="5400000">
            <a:off x="49340" y="1827119"/>
            <a:ext cx="815719" cy="0"/>
          </a:xfrm>
          <a:prstGeom prst="line">
            <a:avLst/>
          </a:prstGeom>
          <a:noFill/>
          <a:ln w="76200">
            <a:solidFill>
              <a:srgbClr val="D8E3E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7E871-5479-07AC-3777-F2AE7B4204D2}"/>
              </a:ext>
            </a:extLst>
          </p:cNvPr>
          <p:cNvSpPr txBox="1"/>
          <p:nvPr/>
        </p:nvSpPr>
        <p:spPr>
          <a:xfrm>
            <a:off x="606138" y="1450149"/>
            <a:ext cx="29329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/>
              <a:t>강제 행동</a:t>
            </a:r>
            <a:endParaRPr lang="en-US" altLang="ko-KR" sz="1500"/>
          </a:p>
          <a:p>
            <a:pPr>
              <a:lnSpc>
                <a:spcPct val="150000"/>
              </a:lnSpc>
            </a:pPr>
            <a:r>
              <a:rPr lang="en-US" altLang="ko-KR" sz="1500" b="1"/>
              <a:t>“</a:t>
            </a:r>
            <a:r>
              <a:rPr lang="ko-KR" altLang="en-US" sz="1500" b="1"/>
              <a:t>계속 들이마시면 어떻게 될까</a:t>
            </a:r>
            <a:r>
              <a:rPr lang="en-US" altLang="ko-KR" sz="1500" b="1"/>
              <a:t>?”</a:t>
            </a:r>
            <a:endParaRPr lang="ko-KR" altLang="en-US" sz="1500" b="1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1BBD06-0CB3-2E95-C0EA-062275204597}"/>
              </a:ext>
            </a:extLst>
          </p:cNvPr>
          <p:cNvSpPr>
            <a:spLocks noGrp="1"/>
          </p:cNvSpPr>
          <p:nvPr/>
        </p:nvSpPr>
        <p:spPr>
          <a:xfrm>
            <a:off x="457199" y="303096"/>
            <a:ext cx="3564965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3-4)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활용 스토리보드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BB26C5-E880-F836-8152-DCDB2BC3F06A}"/>
              </a:ext>
            </a:extLst>
          </p:cNvPr>
          <p:cNvSpPr>
            <a:spLocks noGrp="1"/>
          </p:cNvSpPr>
          <p:nvPr/>
        </p:nvSpPr>
        <p:spPr>
          <a:xfrm>
            <a:off x="457198" y="-790541"/>
            <a:ext cx="6047405" cy="704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여기부터는 꼭 살릴 페이지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웹툰 표현법</a:t>
            </a:r>
            <a:endParaRPr sz="2000" b="1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6613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타원 151">
            <a:extLst>
              <a:ext uri="{FF2B5EF4-FFF2-40B4-BE49-F238E27FC236}">
                <a16:creationId xmlns:a16="http://schemas.microsoft.com/office/drawing/2014/main" id="{AEC6DB8D-3F0E-B021-AB22-B70D3648E17C}"/>
              </a:ext>
            </a:extLst>
          </p:cNvPr>
          <p:cNvSpPr/>
          <p:nvPr/>
        </p:nvSpPr>
        <p:spPr>
          <a:xfrm>
            <a:off x="5981953" y="4463636"/>
            <a:ext cx="1654036" cy="165402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09B3BCE1-319B-5A10-3A70-C360EF83F0D1}"/>
              </a:ext>
            </a:extLst>
          </p:cNvPr>
          <p:cNvSpPr/>
          <p:nvPr/>
        </p:nvSpPr>
        <p:spPr>
          <a:xfrm>
            <a:off x="6547375" y="5030731"/>
            <a:ext cx="519838" cy="51983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DEA64F58-3ECF-67F5-FC16-33FFFECCE84E}"/>
              </a:ext>
            </a:extLst>
          </p:cNvPr>
          <p:cNvSpPr/>
          <p:nvPr/>
        </p:nvSpPr>
        <p:spPr>
          <a:xfrm>
            <a:off x="6626482" y="5108161"/>
            <a:ext cx="364978" cy="36497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6B6E2B-4C4C-4D4D-864C-66247EE041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3CF5EF-CD57-44F5-8384-E3B3A80454C7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97764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3-6)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소리 감지 범위 산출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7415A035-B966-46F7-896D-7E0D632352B9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320549-F521-42D1-BCC4-3A435DFC93BD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5F457530-4771-48DD-B290-2701EC161BB7}"/>
              </a:ext>
            </a:extLst>
          </p:cNvPr>
          <p:cNvSpPr/>
          <p:nvPr/>
        </p:nvSpPr>
        <p:spPr>
          <a:xfrm>
            <a:off x="594360" y="1530969"/>
            <a:ext cx="6206490" cy="2176272"/>
          </a:xfrm>
          <a:prstGeom prst="roundRect">
            <a:avLst>
              <a:gd name="adj" fmla="val 5882"/>
            </a:avLst>
          </a:prstGeom>
          <a:noFill/>
          <a:ln w="13335">
            <a:solidFill>
              <a:srgbClr val="0C9EA5"/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25C14858-594D-4CFE-A960-E6C56AA4D412}"/>
              </a:ext>
            </a:extLst>
          </p:cNvPr>
          <p:cNvSpPr/>
          <p:nvPr/>
        </p:nvSpPr>
        <p:spPr>
          <a:xfrm>
            <a:off x="841247" y="1376749"/>
            <a:ext cx="690699" cy="317949"/>
          </a:xfrm>
          <a:prstGeom prst="roundRect">
            <a:avLst>
              <a:gd name="adj" fmla="val 28571"/>
            </a:avLst>
          </a:prstGeom>
          <a:solidFill>
            <a:srgbClr val="FFC715"/>
          </a:solidFill>
          <a:ln w="7620">
            <a:solidFill>
              <a:srgbClr val="F2A23A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공식</a:t>
            </a: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68F02EB-C87E-445E-BCFC-46F0210D82E3}"/>
              </a:ext>
            </a:extLst>
          </p:cNvPr>
          <p:cNvSpPr/>
          <p:nvPr/>
        </p:nvSpPr>
        <p:spPr>
          <a:xfrm>
            <a:off x="841248" y="1795502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소리 감지 범위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6B3B978-62DB-4C84-B2C9-5EFCC7D5E467}"/>
              </a:ext>
            </a:extLst>
          </p:cNvPr>
          <p:cNvSpPr/>
          <p:nvPr/>
        </p:nvSpPr>
        <p:spPr>
          <a:xfrm>
            <a:off x="845382" y="2427663"/>
            <a:ext cx="11932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=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감지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범위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+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EA0BFFAE-A81B-4A04-A8E4-7BDA7449C3D5}"/>
              </a:ext>
            </a:extLst>
          </p:cNvPr>
          <p:cNvSpPr/>
          <p:nvPr/>
        </p:nvSpPr>
        <p:spPr>
          <a:xfrm>
            <a:off x="2038674" y="2277829"/>
            <a:ext cx="2176272" cy="707617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CBD3D8"/>
            </a:solidFill>
            <a:prstDash val="solid"/>
          </a:ln>
        </p:spPr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D5104CCE-6BFD-4281-88C5-963AD032053A}"/>
              </a:ext>
            </a:extLst>
          </p:cNvPr>
          <p:cNvSpPr/>
          <p:nvPr/>
        </p:nvSpPr>
        <p:spPr>
          <a:xfrm>
            <a:off x="2038674" y="2356188"/>
            <a:ext cx="2176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현재까지 방출한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958C4A4-8BAF-4795-9B0D-882E991145E3}"/>
              </a:ext>
            </a:extLst>
          </p:cNvPr>
          <p:cNvSpPr/>
          <p:nvPr/>
        </p:nvSpPr>
        <p:spPr>
          <a:xfrm>
            <a:off x="2157546" y="2625301"/>
            <a:ext cx="1938528" cy="0"/>
          </a:xfrm>
          <a:prstGeom prst="line">
            <a:avLst/>
          </a:prstGeom>
          <a:noFill/>
          <a:ln w="10160">
            <a:solidFill>
              <a:srgbClr val="8B969E"/>
            </a:solidFill>
            <a:prstDash val="solid"/>
          </a:ln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042894F4-F0BF-4507-8199-CB9BFB4646EE}"/>
              </a:ext>
            </a:extLst>
          </p:cNvPr>
          <p:cNvSpPr/>
          <p:nvPr/>
        </p:nvSpPr>
        <p:spPr>
          <a:xfrm>
            <a:off x="2102682" y="2707597"/>
            <a:ext cx="20482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E78ECBC6-E9B7-4CD5-BA21-204847E61C50}"/>
              </a:ext>
            </a:extLst>
          </p:cNvPr>
          <p:cNvSpPr/>
          <p:nvPr/>
        </p:nvSpPr>
        <p:spPr>
          <a:xfrm>
            <a:off x="4311282" y="2433277"/>
            <a:ext cx="22737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altLang="ko-KR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×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( 최대 감지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범위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- 최소 감지 범위 )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848DDB48-2F2B-41FA-96FE-BD8413372828}"/>
              </a:ext>
            </a:extLst>
          </p:cNvPr>
          <p:cNvSpPr/>
          <p:nvPr/>
        </p:nvSpPr>
        <p:spPr>
          <a:xfrm>
            <a:off x="796906" y="3155873"/>
            <a:ext cx="5788152" cy="0"/>
          </a:xfrm>
          <a:prstGeom prst="line">
            <a:avLst/>
          </a:prstGeom>
          <a:noFill/>
          <a:ln w="6985">
            <a:solidFill>
              <a:srgbClr val="0C9EA5">
                <a:alpha val="65000"/>
              </a:srgbClr>
            </a:solidFill>
            <a:prstDash val="solid"/>
          </a:ln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F7309149-1574-4C6F-B8E9-5A2A9FAFB3AE}"/>
              </a:ext>
            </a:extLst>
          </p:cNvPr>
          <p:cNvSpPr/>
          <p:nvPr/>
        </p:nvSpPr>
        <p:spPr>
          <a:xfrm>
            <a:off x="969264" y="3319602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※ 내쉬기 중 0.1초마다 현재 감지 범위 갱신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157B1286-5280-4511-981F-544F1D5C53D6}"/>
              </a:ext>
            </a:extLst>
          </p:cNvPr>
          <p:cNvSpPr/>
          <p:nvPr/>
        </p:nvSpPr>
        <p:spPr>
          <a:xfrm>
            <a:off x="7003396" y="1530969"/>
            <a:ext cx="4575912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6C043BBA-3284-4F53-9395-D0A7C1B38F17}"/>
              </a:ext>
            </a:extLst>
          </p:cNvPr>
          <p:cNvSpPr/>
          <p:nvPr/>
        </p:nvSpPr>
        <p:spPr>
          <a:xfrm>
            <a:off x="7293000" y="1376749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0C9EA5"/>
          </a:solidFill>
          <a:ln w="762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 설명</a:t>
            </a: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B3F93B31-E01A-45FC-88B0-CEF42DC4AC7D}"/>
              </a:ext>
            </a:extLst>
          </p:cNvPr>
          <p:cNvSpPr/>
          <p:nvPr/>
        </p:nvSpPr>
        <p:spPr>
          <a:xfrm>
            <a:off x="7226287" y="2020002"/>
            <a:ext cx="146304" cy="146304"/>
          </a:xfrm>
          <a:prstGeom prst="ellipse">
            <a:avLst/>
          </a:prstGeom>
          <a:solidFill>
            <a:srgbClr val="19D3C5"/>
          </a:solidFill>
          <a:ln w="6350">
            <a:solidFill>
              <a:srgbClr val="0C9EA5"/>
            </a:solidFill>
            <a:prstDash val="solid"/>
          </a:ln>
        </p:spPr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A2679567-550C-4908-847A-DB840F6EE20E}"/>
              </a:ext>
            </a:extLst>
          </p:cNvPr>
          <p:cNvSpPr/>
          <p:nvPr/>
        </p:nvSpPr>
        <p:spPr>
          <a:xfrm>
            <a:off x="7445743" y="1983426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현재까지 방출한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E5536A72-88AD-40A0-B7C4-C701FA587626}"/>
              </a:ext>
            </a:extLst>
          </p:cNvPr>
          <p:cNvSpPr/>
          <p:nvPr/>
        </p:nvSpPr>
        <p:spPr>
          <a:xfrm>
            <a:off x="9004134" y="1983426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이번 내쉬기에서 지금까지 사용한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BAE8E5B1-9E3C-45D7-8BD7-FEB5076E393C}"/>
              </a:ext>
            </a:extLst>
          </p:cNvPr>
          <p:cNvSpPr/>
          <p:nvPr/>
        </p:nvSpPr>
        <p:spPr>
          <a:xfrm>
            <a:off x="7226287" y="2408964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79CDAD32-F25E-46C7-B115-BAF6B7E2D312}"/>
              </a:ext>
            </a:extLst>
          </p:cNvPr>
          <p:cNvSpPr/>
          <p:nvPr/>
        </p:nvSpPr>
        <p:spPr>
          <a:xfrm>
            <a:off x="7445743" y="2372388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234720B9-67B3-4BA4-8E0B-6784B03BB677}"/>
              </a:ext>
            </a:extLst>
          </p:cNvPr>
          <p:cNvSpPr/>
          <p:nvPr/>
        </p:nvSpPr>
        <p:spPr>
          <a:xfrm>
            <a:off x="9004134" y="2372388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게이지의 최대치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4CCFEF8F-5223-4FCE-84A0-F198F5601126}"/>
              </a:ext>
            </a:extLst>
          </p:cNvPr>
          <p:cNvSpPr/>
          <p:nvPr/>
        </p:nvSpPr>
        <p:spPr>
          <a:xfrm>
            <a:off x="7226287" y="2828725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81296AC0-F6EB-4C25-BA74-D888695D9DF6}"/>
              </a:ext>
            </a:extLst>
          </p:cNvPr>
          <p:cNvSpPr/>
          <p:nvPr/>
        </p:nvSpPr>
        <p:spPr>
          <a:xfrm>
            <a:off x="7445743" y="2792149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58B0426A-39AD-4D38-B414-645B0CF4A1DE}"/>
              </a:ext>
            </a:extLst>
          </p:cNvPr>
          <p:cNvSpPr/>
          <p:nvPr/>
        </p:nvSpPr>
        <p:spPr>
          <a:xfrm>
            <a:off x="9004134" y="2792149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내쉬기 시작 시 기본 감지 거리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399F3402-5F02-4EA5-B3D0-0B414C23B197}"/>
              </a:ext>
            </a:extLst>
          </p:cNvPr>
          <p:cNvSpPr/>
          <p:nvPr/>
        </p:nvSpPr>
        <p:spPr>
          <a:xfrm>
            <a:off x="7226287" y="3244777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3DC0876C-7BD9-49CA-8111-B48A46611EE4}"/>
              </a:ext>
            </a:extLst>
          </p:cNvPr>
          <p:cNvSpPr/>
          <p:nvPr/>
        </p:nvSpPr>
        <p:spPr>
          <a:xfrm>
            <a:off x="7445743" y="3208201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CD138FAF-F4D6-4F91-B8E2-DB3B7B6BD570}"/>
              </a:ext>
            </a:extLst>
          </p:cNvPr>
          <p:cNvSpPr/>
          <p:nvPr/>
        </p:nvSpPr>
        <p:spPr>
          <a:xfrm>
            <a:off x="9004134" y="3208201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방출 시 도달 가능한 감지 거리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10135AE0-9853-44B6-9299-84309D0AE92F}"/>
              </a:ext>
            </a:extLst>
          </p:cNvPr>
          <p:cNvSpPr/>
          <p:nvPr/>
        </p:nvSpPr>
        <p:spPr>
          <a:xfrm>
            <a:off x="594360" y="4137009"/>
            <a:ext cx="4983480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F89BF0DC-0C57-4C0A-A66C-B78E24A5FD8E}"/>
              </a:ext>
            </a:extLst>
          </p:cNvPr>
          <p:cNvSpPr/>
          <p:nvPr/>
        </p:nvSpPr>
        <p:spPr>
          <a:xfrm>
            <a:off x="841248" y="4001077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0C9EA5"/>
          </a:solidFill>
          <a:ln w="762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 예시</a:t>
            </a:r>
          </a:p>
        </p:txBody>
      </p:sp>
      <p:sp>
        <p:nvSpPr>
          <p:cNvPr id="42" name="Text 43">
            <a:extLst>
              <a:ext uri="{FF2B5EF4-FFF2-40B4-BE49-F238E27FC236}">
                <a16:creationId xmlns:a16="http://schemas.microsoft.com/office/drawing/2014/main" id="{B26A6BD6-A718-4268-981D-F82E450E1854}"/>
              </a:ext>
            </a:extLst>
          </p:cNvPr>
          <p:cNvSpPr/>
          <p:nvPr/>
        </p:nvSpPr>
        <p:spPr>
          <a:xfrm>
            <a:off x="841247" y="4489053"/>
            <a:ext cx="37109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조건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: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100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 방출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50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2m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10m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CE2D29AA-E250-4022-BD4C-777A262C51F3}"/>
              </a:ext>
            </a:extLst>
          </p:cNvPr>
          <p:cNvSpPr/>
          <p:nvPr/>
        </p:nvSpPr>
        <p:spPr>
          <a:xfrm>
            <a:off x="1201673" y="5141345"/>
            <a:ext cx="29900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2 + ( 50 ÷ 100 ) × ( 10 − 2 ) =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Shape 47">
            <a:extLst>
              <a:ext uri="{FF2B5EF4-FFF2-40B4-BE49-F238E27FC236}">
                <a16:creationId xmlns:a16="http://schemas.microsoft.com/office/drawing/2014/main" id="{B034A5FB-504C-4DD4-87E6-4A97F6AC4F7F}"/>
              </a:ext>
            </a:extLst>
          </p:cNvPr>
          <p:cNvSpPr/>
          <p:nvPr/>
        </p:nvSpPr>
        <p:spPr>
          <a:xfrm>
            <a:off x="4215121" y="5090999"/>
            <a:ext cx="689652" cy="422236"/>
          </a:xfrm>
          <a:prstGeom prst="roundRect">
            <a:avLst>
              <a:gd name="adj" fmla="val 15000"/>
            </a:avLst>
          </a:prstGeom>
          <a:solidFill>
            <a:srgbClr val="E9FBFA"/>
          </a:solidFill>
          <a:ln w="1397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5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6m</a:t>
            </a:r>
            <a:endParaRPr lang="ko-KR" altLang="en-US" sz="1500" b="1" dirty="0">
              <a:solidFill>
                <a:srgbClr val="0C9EA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 49">
            <a:extLst>
              <a:ext uri="{FF2B5EF4-FFF2-40B4-BE49-F238E27FC236}">
                <a16:creationId xmlns:a16="http://schemas.microsoft.com/office/drawing/2014/main" id="{9E6FC00E-1B1B-4ACD-A535-0165A990B651}"/>
              </a:ext>
            </a:extLst>
          </p:cNvPr>
          <p:cNvSpPr/>
          <p:nvPr/>
        </p:nvSpPr>
        <p:spPr>
          <a:xfrm>
            <a:off x="864108" y="5847642"/>
            <a:ext cx="44439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50만큼 내쉬면, 호흡 소리 감지 범위는 6m가 된다.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D46C8F4E-8708-4EEA-B8D9-2B323CAFA210}"/>
              </a:ext>
            </a:extLst>
          </p:cNvPr>
          <p:cNvSpPr/>
          <p:nvPr/>
        </p:nvSpPr>
        <p:spPr>
          <a:xfrm>
            <a:off x="5815584" y="4137009"/>
            <a:ext cx="5797296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50" name="Shape 51">
            <a:extLst>
              <a:ext uri="{FF2B5EF4-FFF2-40B4-BE49-F238E27FC236}">
                <a16:creationId xmlns:a16="http://schemas.microsoft.com/office/drawing/2014/main" id="{BC695CF2-F10C-4798-BAAC-B8BFAB94A3C7}"/>
              </a:ext>
            </a:extLst>
          </p:cNvPr>
          <p:cNvSpPr/>
          <p:nvPr/>
        </p:nvSpPr>
        <p:spPr>
          <a:xfrm>
            <a:off x="6062472" y="4001077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FFC715"/>
          </a:solidFill>
          <a:ln w="7620">
            <a:solidFill>
              <a:srgbClr val="F2A23A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탐지 판정</a:t>
            </a:r>
          </a:p>
        </p:txBody>
      </p:sp>
      <p:sp>
        <p:nvSpPr>
          <p:cNvPr id="61" name="Text 62">
            <a:extLst>
              <a:ext uri="{FF2B5EF4-FFF2-40B4-BE49-F238E27FC236}">
                <a16:creationId xmlns:a16="http://schemas.microsoft.com/office/drawing/2014/main" id="{65622DBF-56E1-42F3-A8BB-C0848538DA19}"/>
              </a:ext>
            </a:extLst>
          </p:cNvPr>
          <p:cNvSpPr/>
          <p:nvPr/>
        </p:nvSpPr>
        <p:spPr>
          <a:xfrm>
            <a:off x="8353854" y="4366512"/>
            <a:ext cx="3112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적과 호흡 발생 위치의 거리  ≤  </a:t>
            </a:r>
            <a:r>
              <a:rPr lang="ko-KR" alt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소리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 64">
            <a:extLst>
              <a:ext uri="{FF2B5EF4-FFF2-40B4-BE49-F238E27FC236}">
                <a16:creationId xmlns:a16="http://schemas.microsoft.com/office/drawing/2014/main" id="{29EFFFAB-49D7-4792-BC24-6315EA220F4C}"/>
              </a:ext>
            </a:extLst>
          </p:cNvPr>
          <p:cNvSpPr/>
          <p:nvPr/>
        </p:nvSpPr>
        <p:spPr>
          <a:xfrm>
            <a:off x="8964189" y="5347702"/>
            <a:ext cx="19019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소리 감지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 65">
            <a:extLst>
              <a:ext uri="{FF2B5EF4-FFF2-40B4-BE49-F238E27FC236}">
                <a16:creationId xmlns:a16="http://schemas.microsoft.com/office/drawing/2014/main" id="{F16D8756-0F71-4435-991B-FBAD05BF19C5}"/>
              </a:ext>
            </a:extLst>
          </p:cNvPr>
          <p:cNvSpPr/>
          <p:nvPr/>
        </p:nvSpPr>
        <p:spPr>
          <a:xfrm>
            <a:off x="8922660" y="5686335"/>
            <a:ext cx="198501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4m · 5.5m : 감지  /  8m : 미감지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 67">
            <a:extLst>
              <a:ext uri="{FF2B5EF4-FFF2-40B4-BE49-F238E27FC236}">
                <a16:creationId xmlns:a16="http://schemas.microsoft.com/office/drawing/2014/main" id="{C3FD1179-954F-4121-A65A-9E264483FA78}"/>
              </a:ext>
            </a:extLst>
          </p:cNvPr>
          <p:cNvSpPr/>
          <p:nvPr/>
        </p:nvSpPr>
        <p:spPr>
          <a:xfrm>
            <a:off x="594360" y="6517517"/>
            <a:ext cx="9875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B969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기계 적은 호흡 위치를 추적하며, 1차 판정은 “거리 안에 들어왔는가”만 확인함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화살표: 아래쪽 74">
            <a:extLst>
              <a:ext uri="{FF2B5EF4-FFF2-40B4-BE49-F238E27FC236}">
                <a16:creationId xmlns:a16="http://schemas.microsoft.com/office/drawing/2014/main" id="{453C6524-0A7F-455D-99DB-3644D4B10BB0}"/>
              </a:ext>
            </a:extLst>
          </p:cNvPr>
          <p:cNvSpPr/>
          <p:nvPr/>
        </p:nvSpPr>
        <p:spPr>
          <a:xfrm>
            <a:off x="9853253" y="5053214"/>
            <a:ext cx="123825" cy="210312"/>
          </a:xfrm>
          <a:prstGeom prst="downArrow">
            <a:avLst/>
          </a:prstGeom>
          <a:solidFill>
            <a:srgbClr val="DEF5F4"/>
          </a:solidFill>
          <a:ln>
            <a:solidFill>
              <a:srgbClr val="0C9E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 4"/>
          <p:cNvSpPr/>
          <p:nvPr/>
        </p:nvSpPr>
        <p:spPr>
          <a:xfrm>
            <a:off x="594360" y="1010368"/>
            <a:ext cx="7863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D5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내쉬기 중 방출량에 비례해 기계 적의 호흡 소리 감지 범위를 갱신함</a:t>
            </a:r>
            <a:endParaRPr lang="en-US" sz="1150" dirty="0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EC16AC77-E31B-7027-2FE7-805B027F948E}"/>
              </a:ext>
            </a:extLst>
          </p:cNvPr>
          <p:cNvSpPr/>
          <p:nvPr/>
        </p:nvSpPr>
        <p:spPr>
          <a:xfrm>
            <a:off x="7195286" y="2280454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2" name="Shape 28">
            <a:extLst>
              <a:ext uri="{FF2B5EF4-FFF2-40B4-BE49-F238E27FC236}">
                <a16:creationId xmlns:a16="http://schemas.microsoft.com/office/drawing/2014/main" id="{66EF7C7C-6AB4-F1AD-52CF-8C08211EB35A}"/>
              </a:ext>
            </a:extLst>
          </p:cNvPr>
          <p:cNvSpPr/>
          <p:nvPr/>
        </p:nvSpPr>
        <p:spPr>
          <a:xfrm>
            <a:off x="7194661" y="2692887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F6253348-E384-5CB7-76E8-4958E11F16F3}"/>
              </a:ext>
            </a:extLst>
          </p:cNvPr>
          <p:cNvSpPr/>
          <p:nvPr/>
        </p:nvSpPr>
        <p:spPr>
          <a:xfrm>
            <a:off x="7194660" y="3120321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1200B94B-B9F5-73C7-49B6-D9744512DA43}"/>
              </a:ext>
            </a:extLst>
          </p:cNvPr>
          <p:cNvSpPr/>
          <p:nvPr/>
        </p:nvSpPr>
        <p:spPr>
          <a:xfrm>
            <a:off x="7752908" y="4881734"/>
            <a:ext cx="816147" cy="817827"/>
          </a:xfrm>
          <a:prstGeom prst="roundRect">
            <a:avLst/>
          </a:prstGeom>
          <a:noFill/>
          <a:ln>
            <a:solidFill>
              <a:srgbClr val="0C9E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 범위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6m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858EA0E-D7C1-E38E-FBEE-E15E46F0E0FF}"/>
              </a:ext>
            </a:extLst>
          </p:cNvPr>
          <p:cNvCxnSpPr>
            <a:cxnSpLocks/>
            <a:stCxn id="152" idx="6"/>
            <a:endCxn id="88" idx="1"/>
          </p:cNvCxnSpPr>
          <p:nvPr/>
        </p:nvCxnSpPr>
        <p:spPr>
          <a:xfrm flipV="1">
            <a:off x="7635989" y="5290648"/>
            <a:ext cx="116919" cy="1"/>
          </a:xfrm>
          <a:prstGeom prst="straightConnector1">
            <a:avLst/>
          </a:prstGeom>
          <a:ln w="12700">
            <a:solidFill>
              <a:srgbClr val="0C9EA5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C4B475D-D6AE-BD4B-5A82-8A502DD1C4E4}"/>
              </a:ext>
            </a:extLst>
          </p:cNvPr>
          <p:cNvSpPr txBox="1"/>
          <p:nvPr/>
        </p:nvSpPr>
        <p:spPr>
          <a:xfrm>
            <a:off x="6117291" y="4948908"/>
            <a:ext cx="526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  <a:p>
            <a:pPr algn="ctr"/>
            <a:r>
              <a:rPr lang="en-US" altLang="ko-KR" sz="1000" b="1" dirty="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4m</a:t>
            </a:r>
            <a:endParaRPr lang="ko-KR" altLang="en-US" sz="1000" b="1" dirty="0">
              <a:solidFill>
                <a:srgbClr val="D430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00F76C-3DFA-CC9C-3722-7AD4BC51BECD}"/>
              </a:ext>
            </a:extLst>
          </p:cNvPr>
          <p:cNvSpPr txBox="1"/>
          <p:nvPr/>
        </p:nvSpPr>
        <p:spPr>
          <a:xfrm>
            <a:off x="7056545" y="5494557"/>
            <a:ext cx="613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  <a:p>
            <a:pPr algn="ctr"/>
            <a:r>
              <a:rPr lang="en-US" altLang="ko-KR" sz="1000" b="1" dirty="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5.5m</a:t>
            </a:r>
            <a:endParaRPr lang="ko-KR" altLang="en-US" sz="1000" b="1" dirty="0">
              <a:solidFill>
                <a:srgbClr val="D430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4" name="그림 133">
            <a:extLst>
              <a:ext uri="{FF2B5EF4-FFF2-40B4-BE49-F238E27FC236}">
                <a16:creationId xmlns:a16="http://schemas.microsoft.com/office/drawing/2014/main" id="{FD32AD37-A722-C2EC-70A2-794A660CD3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646" y="4669850"/>
            <a:ext cx="281814" cy="281814"/>
          </a:xfrm>
          <a:prstGeom prst="rect">
            <a:avLst/>
          </a:prstGeom>
        </p:spPr>
      </p:pic>
      <p:pic>
        <p:nvPicPr>
          <p:cNvPr id="136" name="그림 135">
            <a:extLst>
              <a:ext uri="{FF2B5EF4-FFF2-40B4-BE49-F238E27FC236}">
                <a16:creationId xmlns:a16="http://schemas.microsoft.com/office/drawing/2014/main" id="{F40E8A36-190A-F82D-B3CE-D3014420CF1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541" y="5212743"/>
            <a:ext cx="281814" cy="281814"/>
          </a:xfrm>
          <a:prstGeom prst="rect">
            <a:avLst/>
          </a:prstGeom>
        </p:spPr>
      </p:pic>
      <p:sp>
        <p:nvSpPr>
          <p:cNvPr id="144" name="타원 143">
            <a:extLst>
              <a:ext uri="{FF2B5EF4-FFF2-40B4-BE49-F238E27FC236}">
                <a16:creationId xmlns:a16="http://schemas.microsoft.com/office/drawing/2014/main" id="{CF9B17A5-771F-189C-6E4F-074FE047CB27}"/>
              </a:ext>
            </a:extLst>
          </p:cNvPr>
          <p:cNvSpPr/>
          <p:nvPr/>
        </p:nvSpPr>
        <p:spPr>
          <a:xfrm>
            <a:off x="6684250" y="5165930"/>
            <a:ext cx="249442" cy="249438"/>
          </a:xfrm>
          <a:prstGeom prst="ellipse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30E1A-236C-F6CE-0BE8-2B89E6CE7309}"/>
              </a:ext>
            </a:extLst>
          </p:cNvPr>
          <p:cNvSpPr txBox="1"/>
          <p:nvPr/>
        </p:nvSpPr>
        <p:spPr>
          <a:xfrm>
            <a:off x="6511427" y="5541098"/>
            <a:ext cx="594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발생지</a:t>
            </a:r>
            <a:endParaRPr lang="ko-KR" altLang="en-US"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352CFB6-A27F-B67E-B1C8-1C738F8E5554}"/>
              </a:ext>
            </a:extLst>
          </p:cNvPr>
          <p:cNvSpPr txBox="1"/>
          <p:nvPr/>
        </p:nvSpPr>
        <p:spPr>
          <a:xfrm>
            <a:off x="7940152" y="5721984"/>
            <a:ext cx="398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  <a:p>
            <a:pPr algn="ctr"/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8m</a:t>
            </a:r>
            <a:endParaRPr lang="ko-KR" altLang="en-US"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8" name="그림 167">
            <a:extLst>
              <a:ext uri="{FF2B5EF4-FFF2-40B4-BE49-F238E27FC236}">
                <a16:creationId xmlns:a16="http://schemas.microsoft.com/office/drawing/2014/main" id="{ECEE7009-EC2B-1361-DE9F-AFFEF07784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094" y="5750381"/>
            <a:ext cx="281814" cy="28181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E99E35F-0D96-910B-2DFE-B40D08B92AAD}"/>
              </a:ext>
            </a:extLst>
          </p:cNvPr>
          <p:cNvSpPr>
            <a:spLocks noGrp="1"/>
          </p:cNvSpPr>
          <p:nvPr/>
        </p:nvSpPr>
        <p:spPr>
          <a:xfrm>
            <a:off x="457198" y="-790541"/>
            <a:ext cx="6047405" cy="704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여기부터는 꼭 살릴 페이지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공식 활용</a:t>
            </a:r>
            <a:endParaRPr sz="2000" b="1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51925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73F9AE2-9719-208B-F9FF-6ECF1F49CF1A}"/>
              </a:ext>
            </a:extLst>
          </p:cNvPr>
          <p:cNvSpPr>
            <a:spLocks noGrp="1"/>
          </p:cNvSpPr>
          <p:nvPr/>
        </p:nvSpPr>
        <p:spPr>
          <a:xfrm>
            <a:off x="516189" y="1300626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변경 시 즉시 재판정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22FCCD-01DA-D426-1C8E-95B76EB6DEBA}"/>
              </a:ext>
            </a:extLst>
          </p:cNvPr>
          <p:cNvSpPr>
            <a:spLocks noGrp="1"/>
          </p:cNvSpPr>
          <p:nvPr/>
        </p:nvSpPr>
        <p:spPr>
          <a:xfrm>
            <a:off x="6492659" y="1300626"/>
            <a:ext cx="298542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기침 중 중복 발동 장치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E8F960CA-9DAE-D3A6-5D82-BB855D7CD2BF}"/>
              </a:ext>
            </a:extLst>
          </p:cNvPr>
          <p:cNvSpPr/>
          <p:nvPr/>
        </p:nvSpPr>
        <p:spPr>
          <a:xfrm>
            <a:off x="2325361" y="1832009"/>
            <a:ext cx="1560560" cy="658667"/>
          </a:xfrm>
          <a:prstGeom prst="flowChartDecision">
            <a:avLst/>
          </a:prstGeom>
          <a:solidFill>
            <a:srgbClr val="FFF2C7"/>
          </a:solidFill>
          <a:ln>
            <a:solidFill>
              <a:srgbClr val="FFD9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중 환경이 바꼈나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2DDD43-7375-C16A-C2A9-6F39C58EE256}"/>
              </a:ext>
            </a:extLst>
          </p:cNvPr>
          <p:cNvSpPr/>
          <p:nvPr/>
        </p:nvSpPr>
        <p:spPr>
          <a:xfrm>
            <a:off x="516189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4FC9ED4-FCC2-A304-E208-E0461FBFCC5E}"/>
              </a:ext>
            </a:extLst>
          </p:cNvPr>
          <p:cNvGraphicFramePr>
            <a:graphicFrameLocks noGrp="1"/>
          </p:cNvGraphicFramePr>
          <p:nvPr/>
        </p:nvGraphicFramePr>
        <p:xfrm>
          <a:off x="516189" y="4968334"/>
          <a:ext cx="11159623" cy="144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457">
                  <a:extLst>
                    <a:ext uri="{9D8B030D-6E8A-4147-A177-3AD203B41FA5}">
                      <a16:colId xmlns:a16="http://schemas.microsoft.com/office/drawing/2014/main" val="830709399"/>
                    </a:ext>
                  </a:extLst>
                </a:gridCol>
                <a:gridCol w="4801087">
                  <a:extLst>
                    <a:ext uri="{9D8B030D-6E8A-4147-A177-3AD203B41FA5}">
                      <a16:colId xmlns:a16="http://schemas.microsoft.com/office/drawing/2014/main" val="2374453036"/>
                    </a:ext>
                  </a:extLst>
                </a:gridCol>
                <a:gridCol w="3237079">
                  <a:extLst>
                    <a:ext uri="{9D8B030D-6E8A-4147-A177-3AD203B41FA5}">
                      <a16:colId xmlns:a16="http://schemas.microsoft.com/office/drawing/2014/main" val="1614851925"/>
                    </a:ext>
                  </a:extLst>
                </a:gridCol>
              </a:tblGrid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예외 상황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79067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환경 기준으로 즉시 재판정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 불일치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39812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기침 게이지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전환 시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누적값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경계선 악용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57014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게이지 최대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추가 충전 제한 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/ 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조건 충족 시 강제 기침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무한 충전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61517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강제 기침 처리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기존 처리 종료까지 중복 발동 제한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중복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207657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D4D4C2-426E-2FC0-7870-CB87543CE5D2}"/>
              </a:ext>
            </a:extLst>
          </p:cNvPr>
          <p:cNvSpPr/>
          <p:nvPr/>
        </p:nvSpPr>
        <p:spPr>
          <a:xfrm>
            <a:off x="4606153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프로세스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3E0FD02-2D3B-6504-6E7C-CAF11F6958E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885921" y="2161343"/>
            <a:ext cx="720232" cy="0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F82B741-B77C-287F-4B6E-0694A45A513A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3105641" y="2490676"/>
            <a:ext cx="1" cy="272610"/>
          </a:xfrm>
          <a:prstGeom prst="straightConnector1">
            <a:avLst/>
          </a:prstGeom>
          <a:ln>
            <a:solidFill>
              <a:srgbClr val="46A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6992329-F740-44D7-0D93-20736DAF3ABC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1606458" y="2161343"/>
            <a:ext cx="718903" cy="0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57F0540-FFC9-9CB9-A2A3-9F4803834FEE}"/>
              </a:ext>
            </a:extLst>
          </p:cNvPr>
          <p:cNvSpPr/>
          <p:nvPr/>
        </p:nvSpPr>
        <p:spPr>
          <a:xfrm>
            <a:off x="2560507" y="2763286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재판정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11D1CB4-8D9E-BA0A-9A50-99709B7A9ED3}"/>
              </a:ext>
            </a:extLst>
          </p:cNvPr>
          <p:cNvSpPr>
            <a:spLocks noGrp="1"/>
          </p:cNvSpPr>
          <p:nvPr/>
        </p:nvSpPr>
        <p:spPr>
          <a:xfrm>
            <a:off x="519107" y="3583033"/>
            <a:ext cx="5215524" cy="623854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중 환경이 바뀌면 기존 판정을 유지하지 않고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현제 위치의 환경 속성을 기준으로 다시 처리함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9CB95D-8F99-EAB6-7D8D-86DB32F6024F}"/>
              </a:ext>
            </a:extLst>
          </p:cNvPr>
          <p:cNvSpPr/>
          <p:nvPr/>
        </p:nvSpPr>
        <p:spPr>
          <a:xfrm>
            <a:off x="4606153" y="275866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 적용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450DECD-6B16-77B4-99FE-24C79C761403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3650776" y="3057323"/>
            <a:ext cx="955377" cy="4623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658D83-6A29-A873-176A-A5B9D695AA4B}"/>
              </a:ext>
            </a:extLst>
          </p:cNvPr>
          <p:cNvSpPr>
            <a:spLocks noGrp="1"/>
          </p:cNvSpPr>
          <p:nvPr/>
        </p:nvSpPr>
        <p:spPr>
          <a:xfrm>
            <a:off x="516189" y="4537473"/>
            <a:ext cx="298542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장치 요약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77141E20-4BBE-E6C6-721A-9CCB8C8BB4B1}"/>
              </a:ext>
            </a:extLst>
          </p:cNvPr>
          <p:cNvSpPr/>
          <p:nvPr/>
        </p:nvSpPr>
        <p:spPr>
          <a:xfrm>
            <a:off x="8301831" y="1832009"/>
            <a:ext cx="1560560" cy="658667"/>
          </a:xfrm>
          <a:prstGeom prst="flowChartDecision">
            <a:avLst/>
          </a:prstGeom>
          <a:solidFill>
            <a:srgbClr val="FFF2C7"/>
          </a:solidFill>
          <a:ln>
            <a:solidFill>
              <a:srgbClr val="FFD9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처리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중인가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8724754-55D1-E7B5-A9C8-254C41564883}"/>
              </a:ext>
            </a:extLst>
          </p:cNvPr>
          <p:cNvSpPr/>
          <p:nvPr/>
        </p:nvSpPr>
        <p:spPr>
          <a:xfrm>
            <a:off x="6492659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조건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D3ADFDE-6AF6-E9FC-0DEC-C1765A9FC9B5}"/>
              </a:ext>
            </a:extLst>
          </p:cNvPr>
          <p:cNvSpPr/>
          <p:nvPr/>
        </p:nvSpPr>
        <p:spPr>
          <a:xfrm>
            <a:off x="10582623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기침 실행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E797F0A-7B6D-33EA-E180-4F192F7BD566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9862391" y="2161343"/>
            <a:ext cx="720232" cy="0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759871B-9DAB-0203-0641-1380914CED47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9082111" y="2490676"/>
            <a:ext cx="1" cy="272610"/>
          </a:xfrm>
          <a:prstGeom prst="straightConnector1">
            <a:avLst/>
          </a:prstGeom>
          <a:ln>
            <a:solidFill>
              <a:srgbClr val="46A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9D1A9F6-2EFE-D815-0770-49BE0622D31C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>
            <a:off x="7582928" y="2161343"/>
            <a:ext cx="718903" cy="0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6043D18-D9AB-C3F0-009C-2ED515402D0E}"/>
              </a:ext>
            </a:extLst>
          </p:cNvPr>
          <p:cNvSpPr/>
          <p:nvPr/>
        </p:nvSpPr>
        <p:spPr>
          <a:xfrm>
            <a:off x="8536977" y="2763286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발동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B1F2E38-56E8-C7DC-3990-90AEB0EA4AB9}"/>
              </a:ext>
            </a:extLst>
          </p:cNvPr>
          <p:cNvSpPr>
            <a:spLocks noGrp="1"/>
          </p:cNvSpPr>
          <p:nvPr/>
        </p:nvSpPr>
        <p:spPr>
          <a:xfrm>
            <a:off x="6492659" y="3583032"/>
            <a:ext cx="5215524" cy="623854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이벤트가 이미 처리 중이면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조건으로 발생한 추가 기침과 소음 이벤트는 처리하지 않음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A1FAB7-5FC3-9B15-3BEB-376665A32BCC}"/>
              </a:ext>
            </a:extLst>
          </p:cNvPr>
          <p:cNvSpPr txBox="1"/>
          <p:nvPr/>
        </p:nvSpPr>
        <p:spPr>
          <a:xfrm>
            <a:off x="3105640" y="2502068"/>
            <a:ext cx="26172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rgbClr val="46AF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AA7C0E-F612-B0C5-7AA9-0D8E8CD9A405}"/>
              </a:ext>
            </a:extLst>
          </p:cNvPr>
          <p:cNvSpPr txBox="1"/>
          <p:nvPr/>
        </p:nvSpPr>
        <p:spPr>
          <a:xfrm>
            <a:off x="3940888" y="1913373"/>
            <a:ext cx="61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7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51BEB1-0184-1905-4FA1-F76D74B7F1E0}"/>
              </a:ext>
            </a:extLst>
          </p:cNvPr>
          <p:cNvSpPr txBox="1"/>
          <p:nvPr/>
        </p:nvSpPr>
        <p:spPr>
          <a:xfrm>
            <a:off x="9151059" y="2502068"/>
            <a:ext cx="26172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rgbClr val="46AF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1C6D76-7F50-7B36-BD0C-D871264197F3}"/>
              </a:ext>
            </a:extLst>
          </p:cNvPr>
          <p:cNvSpPr txBox="1"/>
          <p:nvPr/>
        </p:nvSpPr>
        <p:spPr>
          <a:xfrm>
            <a:off x="9910085" y="1914952"/>
            <a:ext cx="61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7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4DD6FF-A30C-F981-F529-96F5AD3C0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3CCE29-EBCF-C79D-0E53-1CD2FDC0A6F9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F97FA4-5541-5D5C-77CE-AFC17194066B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34367C6F-45BF-14FC-BB61-1ED089BF6B33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DC20CBA-B6B5-B916-9E9D-6C44F1000FD8}"/>
              </a:ext>
            </a:extLst>
          </p:cNvPr>
          <p:cNvSpPr>
            <a:spLocks noGrp="1"/>
          </p:cNvSpPr>
          <p:nvPr/>
        </p:nvSpPr>
        <p:spPr>
          <a:xfrm>
            <a:off x="457198" y="-790541"/>
            <a:ext cx="7504773" cy="704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여기부터는 꼭 살릴 페이지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/ </a:t>
            </a:r>
            <a:r>
              <a:rPr lang="ko-KR" altLang="en-US" sz="2000" b="1" dirty="0" err="1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플로우차트</a:t>
            </a:r>
            <a:endParaRPr sz="2000" b="1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36416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DE19-3637-38B0-D777-757C31BA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915BC9-5F18-127D-4923-FA7085F510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09EDA3-3557-D16D-942F-436DCCEE089D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 비교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2FB84BDC-AD96-7C2F-3716-869EA06917CB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A5A6D80-46D8-4F6E-45C7-71037EAF451D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모서리가 둥근 직사각형 24">
            <a:extLst>
              <a:ext uri="{FF2B5EF4-FFF2-40B4-BE49-F238E27FC236}">
                <a16:creationId xmlns:a16="http://schemas.microsoft.com/office/drawing/2014/main" id="{1A24AA8C-1D0E-C8DC-C2AF-7FDC86A8A70F}"/>
              </a:ext>
            </a:extLst>
          </p:cNvPr>
          <p:cNvSpPr/>
          <p:nvPr/>
        </p:nvSpPr>
        <p:spPr>
          <a:xfrm>
            <a:off x="742136" y="1896826"/>
            <a:ext cx="3297874" cy="2194046"/>
          </a:xfrm>
          <a:prstGeom prst="roundRect">
            <a:avLst>
              <a:gd name="adj" fmla="val 11328"/>
            </a:avLst>
          </a:pr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1000"/>
            </a:stretch>
          </a:blipFill>
          <a:ln w="38100"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A77DAA-1257-9A77-3768-690EF9061691}"/>
              </a:ext>
            </a:extLst>
          </p:cNvPr>
          <p:cNvSpPr>
            <a:spLocks noGrp="1"/>
          </p:cNvSpPr>
          <p:nvPr/>
        </p:nvSpPr>
        <p:spPr>
          <a:xfrm>
            <a:off x="457200" y="1262343"/>
            <a:ext cx="8471647" cy="275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&lt;DEATH STRANDING&gt;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 검증된 신체 자원 관리 구조를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‘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조작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’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중심으로 재해석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7C1A9-9F0E-FFBD-676F-92626A5285BD}"/>
              </a:ext>
            </a:extLst>
          </p:cNvPr>
          <p:cNvSpPr>
            <a:spLocks noGrp="1"/>
          </p:cNvSpPr>
          <p:nvPr/>
        </p:nvSpPr>
        <p:spPr>
          <a:xfrm>
            <a:off x="808802" y="4337194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① 신체 자원을 지속적으로 관리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0870-91F5-B57E-7BEE-5EE893EBC79D}"/>
              </a:ext>
            </a:extLst>
          </p:cNvPr>
          <p:cNvSpPr>
            <a:spLocks noGrp="1"/>
          </p:cNvSpPr>
          <p:nvPr/>
        </p:nvSpPr>
        <p:spPr>
          <a:xfrm>
            <a:off x="4494679" y="4337171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② 환경에 따라 자원 관리 방식 변화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2026E6-F032-2945-716D-237AD96DF0A6}"/>
              </a:ext>
            </a:extLst>
          </p:cNvPr>
          <p:cNvSpPr>
            <a:spLocks noGrp="1"/>
          </p:cNvSpPr>
          <p:nvPr/>
        </p:nvSpPr>
        <p:spPr>
          <a:xfrm>
            <a:off x="8180556" y="4337171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③ 자원과 은신 행동의 연결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2" name="사각형: 둥근 모서리 131">
            <a:extLst>
              <a:ext uri="{FF2B5EF4-FFF2-40B4-BE49-F238E27FC236}">
                <a16:creationId xmlns:a16="http://schemas.microsoft.com/office/drawing/2014/main" id="{846622AE-3F81-E150-EF75-3F0F343C8F4E}"/>
              </a:ext>
            </a:extLst>
          </p:cNvPr>
          <p:cNvSpPr/>
          <p:nvPr/>
        </p:nvSpPr>
        <p:spPr>
          <a:xfrm>
            <a:off x="4428012" y="5729157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자원 → </a:t>
            </a: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플레이</a:t>
            </a: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133">
            <a:extLst>
              <a:ext uri="{FF2B5EF4-FFF2-40B4-BE49-F238E27FC236}">
                <a16:creationId xmlns:a16="http://schemas.microsoft.com/office/drawing/2014/main" id="{FB810181-A8A2-560F-F7FB-6AE69C98F9CD}"/>
              </a:ext>
            </a:extLst>
          </p:cNvPr>
          <p:cNvSpPr/>
          <p:nvPr/>
        </p:nvSpPr>
        <p:spPr>
          <a:xfrm>
            <a:off x="742136" y="5729157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D9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행동 → 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순환 구조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확장</a:t>
            </a:r>
          </a:p>
        </p:txBody>
      </p:sp>
      <p:sp>
        <p:nvSpPr>
          <p:cNvPr id="27" name="사각형: 둥근 모서리 141">
            <a:extLst>
              <a:ext uri="{FF2B5EF4-FFF2-40B4-BE49-F238E27FC236}">
                <a16:creationId xmlns:a16="http://schemas.microsoft.com/office/drawing/2014/main" id="{E9F6B11E-54DC-7095-AC0C-75DF7613A839}"/>
              </a:ext>
            </a:extLst>
          </p:cNvPr>
          <p:cNvSpPr/>
          <p:nvPr/>
        </p:nvSpPr>
        <p:spPr>
          <a:xfrm>
            <a:off x="8113888" y="5732332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관리 → </a:t>
            </a: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전략적 활용</a:t>
            </a: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C914429-1ABA-A854-C547-557CE28E38B6}"/>
              </a:ext>
            </a:extLst>
          </p:cNvPr>
          <p:cNvSpPr>
            <a:spLocks noGrp="1"/>
          </p:cNvSpPr>
          <p:nvPr/>
        </p:nvSpPr>
        <p:spPr>
          <a:xfrm>
            <a:off x="808802" y="4687016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행동에 따라 자원이 변화하고</a:t>
            </a:r>
            <a:endParaRPr lang="en-US" altLang="ko-KR"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상태가 행동 성능에 영향을 미침</a:t>
            </a:r>
            <a:endParaRPr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5520DF-577E-97CF-181A-1C305E6B5544}"/>
              </a:ext>
            </a:extLst>
          </p:cNvPr>
          <p:cNvSpPr>
            <a:spLocks noGrp="1"/>
          </p:cNvSpPr>
          <p:nvPr/>
        </p:nvSpPr>
        <p:spPr>
          <a:xfrm>
            <a:off x="4494679" y="4689174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지형과 상황에 따라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소모와 위험도가 달라짐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3A3BC-85C1-BD3A-22CB-1D1791D33CB8}"/>
              </a:ext>
            </a:extLst>
          </p:cNvPr>
          <p:cNvSpPr>
            <a:spLocks noGrp="1"/>
          </p:cNvSpPr>
          <p:nvPr/>
        </p:nvSpPr>
        <p:spPr>
          <a:xfrm>
            <a:off x="8169832" y="4689174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참기를 통해 위험 지역에서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탐지 가능성을 낮춤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5" name="모서리가 둥근 직사각형 25">
            <a:extLst>
              <a:ext uri="{FF2B5EF4-FFF2-40B4-BE49-F238E27FC236}">
                <a16:creationId xmlns:a16="http://schemas.microsoft.com/office/drawing/2014/main" id="{BDFD50D9-AB4A-758A-44C6-0264CDFE3970}"/>
              </a:ext>
            </a:extLst>
          </p:cNvPr>
          <p:cNvSpPr/>
          <p:nvPr/>
        </p:nvSpPr>
        <p:spPr>
          <a:xfrm>
            <a:off x="4428012" y="1892301"/>
            <a:ext cx="3297874" cy="2194046"/>
          </a:xfrm>
          <a:prstGeom prst="roundRect">
            <a:avLst>
              <a:gd name="adj" fmla="val 11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967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26">
            <a:extLst>
              <a:ext uri="{FF2B5EF4-FFF2-40B4-BE49-F238E27FC236}">
                <a16:creationId xmlns:a16="http://schemas.microsoft.com/office/drawing/2014/main" id="{7FF09FB2-FA58-9877-77F2-133DD79D5FEA}"/>
              </a:ext>
            </a:extLst>
          </p:cNvPr>
          <p:cNvSpPr/>
          <p:nvPr/>
        </p:nvSpPr>
        <p:spPr>
          <a:xfrm>
            <a:off x="8113890" y="1895856"/>
            <a:ext cx="3297874" cy="2194046"/>
          </a:xfrm>
          <a:prstGeom prst="roundRect">
            <a:avLst>
              <a:gd name="adj" fmla="val 11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9C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3ED4DD2D-3C3B-78BD-3607-E6D21F30CBBA}"/>
              </a:ext>
            </a:extLst>
          </p:cNvPr>
          <p:cNvSpPr>
            <a:spLocks noGrp="1"/>
          </p:cNvSpPr>
          <p:nvPr/>
        </p:nvSpPr>
        <p:spPr>
          <a:xfrm>
            <a:off x="742136" y="5435600"/>
            <a:ext cx="3297874" cy="0"/>
          </a:xfrm>
          <a:prstGeom prst="line">
            <a:avLst/>
          </a:prstGeom>
          <a:noFill/>
          <a:ln w="25400">
            <a:solidFill>
              <a:srgbClr val="20A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D473250-40DD-3DD9-DE5A-802B6F462B35}"/>
              </a:ext>
            </a:extLst>
          </p:cNvPr>
          <p:cNvSpPr>
            <a:spLocks noGrp="1"/>
          </p:cNvSpPr>
          <p:nvPr/>
        </p:nvSpPr>
        <p:spPr>
          <a:xfrm>
            <a:off x="4428012" y="5435600"/>
            <a:ext cx="3297874" cy="0"/>
          </a:xfrm>
          <a:prstGeom prst="line">
            <a:avLst/>
          </a:prstGeom>
          <a:noFill/>
          <a:ln w="25400">
            <a:solidFill>
              <a:srgbClr val="967E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25E02E19-23DA-CE53-6C41-777AD783F250}"/>
              </a:ext>
            </a:extLst>
          </p:cNvPr>
          <p:cNvSpPr>
            <a:spLocks noGrp="1"/>
          </p:cNvSpPr>
          <p:nvPr/>
        </p:nvSpPr>
        <p:spPr>
          <a:xfrm>
            <a:off x="8113888" y="5435600"/>
            <a:ext cx="3297874" cy="0"/>
          </a:xfrm>
          <a:prstGeom prst="line">
            <a:avLst/>
          </a:prstGeom>
          <a:noFill/>
          <a:ln w="25400">
            <a:solidFill>
              <a:srgbClr val="F9C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C5F959-2983-91C9-C8CF-243003FD4697}"/>
              </a:ext>
            </a:extLst>
          </p:cNvPr>
          <p:cNvSpPr>
            <a:spLocks noGrp="1"/>
          </p:cNvSpPr>
          <p:nvPr/>
        </p:nvSpPr>
        <p:spPr>
          <a:xfrm>
            <a:off x="457198" y="-790541"/>
            <a:ext cx="7839309" cy="704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여기부터는 꼭 살릴 페이지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비교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2000" b="1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8981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169C-E813-5E62-DF0F-DCAC588A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583C0D-5588-9FAE-9967-926161C747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83ED57-62B5-5021-1B42-E12057C757FB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7AF8BCDF-EAD9-B8DF-0103-439E411B09CD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7ED979C-53B7-C46C-EEDE-456D7ABB2DCA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566C690-98E4-199C-92FC-C5E5C02E741E}"/>
              </a:ext>
            </a:extLst>
          </p:cNvPr>
          <p:cNvSpPr/>
          <p:nvPr/>
        </p:nvSpPr>
        <p:spPr>
          <a:xfrm>
            <a:off x="777184" y="2834902"/>
            <a:ext cx="119089" cy="119087"/>
          </a:xfrm>
          <a:prstGeom prst="ellipse">
            <a:avLst/>
          </a:prstGeom>
          <a:noFill/>
          <a:ln w="25400">
            <a:solidFill>
              <a:srgbClr val="20A6A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4C7C654-8383-6B48-D77E-CC566FD5C105}"/>
              </a:ext>
            </a:extLst>
          </p:cNvPr>
          <p:cNvSpPr/>
          <p:nvPr/>
        </p:nvSpPr>
        <p:spPr>
          <a:xfrm>
            <a:off x="777184" y="3246345"/>
            <a:ext cx="119089" cy="119087"/>
          </a:xfrm>
          <a:prstGeom prst="ellipse">
            <a:avLst/>
          </a:prstGeom>
          <a:noFill/>
          <a:ln w="25400">
            <a:solidFill>
              <a:srgbClr val="D4303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4448E03-9579-57B8-E9A6-4121E63A7C80}"/>
              </a:ext>
            </a:extLst>
          </p:cNvPr>
          <p:cNvSpPr/>
          <p:nvPr/>
        </p:nvSpPr>
        <p:spPr>
          <a:xfrm>
            <a:off x="777184" y="2006075"/>
            <a:ext cx="119089" cy="119087"/>
          </a:xfrm>
          <a:prstGeom prst="ellipse">
            <a:avLst/>
          </a:prstGeom>
          <a:noFill/>
          <a:ln w="25400">
            <a:solidFill>
              <a:srgbClr val="FFC71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81BD98-F79C-AC38-294F-4DDDB7DB2ADB}"/>
              </a:ext>
            </a:extLst>
          </p:cNvPr>
          <p:cNvSpPr txBox="1"/>
          <p:nvPr/>
        </p:nvSpPr>
        <p:spPr>
          <a:xfrm>
            <a:off x="896274" y="2771896"/>
            <a:ext cx="1219200" cy="246221"/>
          </a:xfrm>
          <a:prstGeom prst="rect">
            <a:avLst/>
          </a:prstGeom>
          <a:noFill/>
          <a:effectLst>
            <a:glow rad="101600">
              <a:srgbClr val="1464F4">
                <a:alpha val="60000"/>
              </a:srgbClr>
            </a:glo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 캐릭터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AA048E-558D-1CCF-0296-FE6F956F0F0B}"/>
              </a:ext>
            </a:extLst>
          </p:cNvPr>
          <p:cNvSpPr txBox="1"/>
          <p:nvPr/>
        </p:nvSpPr>
        <p:spPr>
          <a:xfrm>
            <a:off x="896274" y="3182779"/>
            <a:ext cx="12192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몬스터 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DF5361-B9A9-CB18-27EE-38C83DC7F9E4}"/>
              </a:ext>
            </a:extLst>
          </p:cNvPr>
          <p:cNvSpPr txBox="1"/>
          <p:nvPr/>
        </p:nvSpPr>
        <p:spPr>
          <a:xfrm>
            <a:off x="896273" y="1945410"/>
            <a:ext cx="18734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아이템 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상호작용 오브젝트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0354D5E-88A7-8B31-9794-38D5C16CF871}"/>
              </a:ext>
            </a:extLst>
          </p:cNvPr>
          <p:cNvSpPr/>
          <p:nvPr/>
        </p:nvSpPr>
        <p:spPr>
          <a:xfrm>
            <a:off x="777184" y="2420556"/>
            <a:ext cx="119089" cy="119087"/>
          </a:xfrm>
          <a:prstGeom prst="ellipse">
            <a:avLst/>
          </a:prstGeom>
          <a:noFill/>
          <a:ln w="25400">
            <a:solidFill>
              <a:srgbClr val="7633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3B9C67-3FD3-524E-0B73-07D36AC797E6}"/>
              </a:ext>
            </a:extLst>
          </p:cNvPr>
          <p:cNvSpPr txBox="1"/>
          <p:nvPr/>
        </p:nvSpPr>
        <p:spPr>
          <a:xfrm>
            <a:off x="896273" y="2359891"/>
            <a:ext cx="18734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활용 위치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B7A2D8-F7F5-A3E8-1B8D-3C4732554E1B}"/>
              </a:ext>
            </a:extLst>
          </p:cNvPr>
          <p:cNvSpPr txBox="1"/>
          <p:nvPr/>
        </p:nvSpPr>
        <p:spPr>
          <a:xfrm>
            <a:off x="704995" y="1474548"/>
            <a:ext cx="1873480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맵 요소 범례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0" b="7018"/>
          <a:stretch/>
        </p:blipFill>
        <p:spPr>
          <a:xfrm>
            <a:off x="2724634" y="1092536"/>
            <a:ext cx="9144000" cy="555859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02504D9-3BD7-BA0C-3E82-DA433A50B8EC}"/>
              </a:ext>
            </a:extLst>
          </p:cNvPr>
          <p:cNvSpPr>
            <a:spLocks noGrp="1"/>
          </p:cNvSpPr>
          <p:nvPr/>
        </p:nvSpPr>
        <p:spPr>
          <a:xfrm>
            <a:off x="457198" y="-790541"/>
            <a:ext cx="6047405" cy="704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여기부터는 꼭 살릴 페이지 </a:t>
            </a:r>
            <a:r>
              <a:rPr lang="en-US" altLang="ko-KR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레벨 디자인 활용 예시</a:t>
            </a:r>
            <a:endParaRPr sz="2000" b="1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05025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936</Words>
  <Application>Microsoft Office PowerPoint</Application>
  <PresentationFormat>와이드스크린</PresentationFormat>
  <Paragraphs>243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Noto Sans CJK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2026-09-15T12:48:52Z</dcterms:created>
  <dcterms:modified xsi:type="dcterms:W3CDTF">2026-09-15T14:02:09Z</dcterms:modified>
</cp:coreProperties>
</file>