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58" r:id="rId3"/>
    <p:sldId id="279" r:id="rId4"/>
    <p:sldId id="280" r:id="rId5"/>
    <p:sldId id="281" r:id="rId6"/>
    <p:sldId id="283" r:id="rId7"/>
    <p:sldId id="284" r:id="rId8"/>
    <p:sldId id="286" r:id="rId9"/>
    <p:sldId id="305" r:id="rId10"/>
    <p:sldId id="302" r:id="rId11"/>
    <p:sldId id="303" r:id="rId12"/>
    <p:sldId id="288" r:id="rId13"/>
    <p:sldId id="296" r:id="rId14"/>
    <p:sldId id="301" r:id="rId15"/>
    <p:sldId id="289" r:id="rId16"/>
    <p:sldId id="290" r:id="rId17"/>
    <p:sldId id="291" r:id="rId18"/>
    <p:sldId id="292" r:id="rId19"/>
    <p:sldId id="297" r:id="rId20"/>
    <p:sldId id="293" r:id="rId21"/>
    <p:sldId id="294" r:id="rId22"/>
    <p:sldId id="299" r:id="rId23"/>
    <p:sldId id="304" r:id="rId24"/>
    <p:sldId id="300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030"/>
    <a:srgbClr val="7633D9"/>
    <a:srgbClr val="20A6A0"/>
    <a:srgbClr val="FFC715"/>
    <a:srgbClr val="FFFFFF"/>
    <a:srgbClr val="073B5C"/>
    <a:srgbClr val="D9F5F1"/>
    <a:srgbClr val="DDF5F4"/>
    <a:srgbClr val="667B8B"/>
    <a:srgbClr val="FF73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4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redo custSel addSld delSld modSld">
      <pc:chgData name="musukie52@gmail.com" userId="017bd91f96aa8751" providerId="LiveId" clId="{5B2C3894-F97E-4CAB-8812-5BB4D83AAC6A}" dt="2026-09-22T14:46:38.117" v="6546" actId="732"/>
      <pc:docMkLst>
        <pc:docMk/>
      </pc:docMkLst>
      <pc:sldChg chg="addSp modSp add mod setBg">
        <pc:chgData name="musukie52@gmail.com" userId="017bd91f96aa8751" providerId="LiveId" clId="{5B2C3894-F97E-4CAB-8812-5BB4D83AAC6A}" dt="2026-09-15T01:23:35.573" v="6529"/>
        <pc:sldMkLst>
          <pc:docMk/>
          <pc:sldMk cId="1635155223" sldId="257"/>
        </pc:sldMkLst>
        <pc:spChg chg="mod">
          <ac:chgData name="musukie52@gmail.com" userId="017bd91f96aa8751" providerId="LiveId" clId="{5B2C3894-F97E-4CAB-8812-5BB4D83AAC6A}" dt="2026-09-15T01:23:35.573" v="6529"/>
          <ac:spMkLst>
            <pc:docMk/>
            <pc:sldMk cId="1635155223" sldId="257"/>
            <ac:spMk id="4" creationId="{01A777D3-6932-4F50-BBB5-842735D1C17E}"/>
          </ac:spMkLst>
        </pc:spChg>
        <pc:spChg chg="mod">
          <ac:chgData name="musukie52@gmail.com" userId="017bd91f96aa8751" providerId="LiveId" clId="{5B2C3894-F97E-4CAB-8812-5BB4D83AAC6A}" dt="2026-09-04T01:31:22.184" v="16" actId="2085"/>
          <ac:spMkLst>
            <pc:docMk/>
            <pc:sldMk cId="1635155223" sldId="257"/>
            <ac:spMk id="5" creationId="{143C8938-04FC-4CB8-8D97-E5DFA00EA410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6" creationId="{EC0FBAFE-EEB4-EC97-F9AD-130BF4AD5E17}"/>
          </ac:spMkLst>
        </pc:spChg>
        <pc:spChg chg="add">
          <ac:chgData name="musukie52@gmail.com" userId="017bd91f96aa8751" providerId="LiveId" clId="{5B2C3894-F97E-4CAB-8812-5BB4D83AAC6A}" dt="2026-09-08T02:04:46.245" v="5031" actId="22"/>
          <ac:spMkLst>
            <pc:docMk/>
            <pc:sldMk cId="1635155223" sldId="257"/>
            <ac:spMk id="8" creationId="{C42E4998-32BD-3F30-7E02-9587DBC262B1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10" creationId="{AE32F7F7-7D35-4512-841E-FB1683574C35}"/>
          </ac:spMkLst>
        </pc:spChg>
        <pc:spChg chg="mod">
          <ac:chgData name="musukie52@gmail.com" userId="017bd91f96aa8751" providerId="LiveId" clId="{5B2C3894-F97E-4CAB-8812-5BB4D83AAC6A}" dt="2026-09-04T01:35:32.588" v="190" actId="207"/>
          <ac:spMkLst>
            <pc:docMk/>
            <pc:sldMk cId="1635155223" sldId="257"/>
            <ac:spMk id="12" creationId="{697A96F3-F878-432B-8D5F-AD731093354A}"/>
          </ac:spMkLst>
        </pc:spChg>
        <pc:spChg chg="mod">
          <ac:chgData name="musukie52@gmail.com" userId="017bd91f96aa8751" providerId="LiveId" clId="{5B2C3894-F97E-4CAB-8812-5BB4D83AAC6A}" dt="2026-09-04T01:34:30.494" v="182" actId="14100"/>
          <ac:spMkLst>
            <pc:docMk/>
            <pc:sldMk cId="1635155223" sldId="257"/>
            <ac:spMk id="14" creationId="{B92D9DFD-4FBB-4DC9-9530-8FCB23675D0D}"/>
          </ac:spMkLst>
        </pc:spChg>
        <pc:spChg chg="mod">
          <ac:chgData name="musukie52@gmail.com" userId="017bd91f96aa8751" providerId="LiveId" clId="{5B2C3894-F97E-4CAB-8812-5BB4D83AAC6A}" dt="2026-09-04T01:37:03.604" v="334" actId="1076"/>
          <ac:spMkLst>
            <pc:docMk/>
            <pc:sldMk cId="1635155223" sldId="257"/>
            <ac:spMk id="15" creationId="{790BB670-ED79-5CE3-93E5-C5EFF87B995A}"/>
          </ac:spMkLst>
        </pc:spChg>
        <pc:spChg chg="mod">
          <ac:chgData name="musukie52@gmail.com" userId="017bd91f96aa8751" providerId="LiveId" clId="{5B2C3894-F97E-4CAB-8812-5BB4D83AAC6A}" dt="2026-09-04T01:35:32.588" v="190" actId="207"/>
          <ac:spMkLst>
            <pc:docMk/>
            <pc:sldMk cId="1635155223" sldId="257"/>
            <ac:spMk id="16" creationId="{A3DAB228-973F-4C3A-8518-09AEBB6947BE}"/>
          </ac:spMkLst>
        </pc:spChg>
        <pc:spChg chg="mod">
          <ac:chgData name="musukie52@gmail.com" userId="017bd91f96aa8751" providerId="LiveId" clId="{5B2C3894-F97E-4CAB-8812-5BB4D83AAC6A}" dt="2026-09-04T01:35:42.778" v="194" actId="1076"/>
          <ac:spMkLst>
            <pc:docMk/>
            <pc:sldMk cId="1635155223" sldId="257"/>
            <ac:spMk id="17" creationId="{740FDC81-25BB-4EF8-A268-A3D338ECB19F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18" creationId="{CEF95B12-99CD-43B8-9092-2ED1C70D6344}"/>
          </ac:spMkLst>
        </pc:spChg>
        <pc:spChg chg="mod">
          <ac:chgData name="musukie52@gmail.com" userId="017bd91f96aa8751" providerId="LiveId" clId="{5B2C3894-F97E-4CAB-8812-5BB4D83AAC6A}" dt="2026-09-04T01:35:32.588" v="190" actId="207"/>
          <ac:spMkLst>
            <pc:docMk/>
            <pc:sldMk cId="1635155223" sldId="257"/>
            <ac:spMk id="19" creationId="{3EAED878-32CD-4C6C-91F7-10989830DB62}"/>
          </ac:spMkLst>
        </pc:spChg>
        <pc:spChg chg="mod">
          <ac:chgData name="musukie52@gmail.com" userId="017bd91f96aa8751" providerId="LiveId" clId="{5B2C3894-F97E-4CAB-8812-5BB4D83AAC6A}" dt="2026-09-04T01:34:52.662" v="184" actId="1076"/>
          <ac:spMkLst>
            <pc:docMk/>
            <pc:sldMk cId="1635155223" sldId="257"/>
            <ac:spMk id="20" creationId="{E404C84D-8F7E-4CD9-B097-C6A65811C65B}"/>
          </ac:spMkLst>
        </pc:spChg>
        <pc:spChg chg="mod">
          <ac:chgData name="musukie52@gmail.com" userId="017bd91f96aa8751" providerId="LiveId" clId="{5B2C3894-F97E-4CAB-8812-5BB4D83AAC6A}" dt="2026-09-15T01:23:21.495" v="6522" actId="20577"/>
          <ac:spMkLst>
            <pc:docMk/>
            <pc:sldMk cId="1635155223" sldId="257"/>
            <ac:spMk id="21" creationId="{0DF22705-D450-43F2-A6E0-5167828672D3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24" creationId="{7E8B9F0A-9486-7D87-B1ED-57BAFE4B3E0C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26" creationId="{1292A8F3-AB5C-7863-3B7B-A7808C1B4367}"/>
          </ac:spMkLst>
        </pc:spChg>
        <pc:spChg chg="add">
          <ac:chgData name="musukie52@gmail.com" userId="017bd91f96aa8751" providerId="LiveId" clId="{5B2C3894-F97E-4CAB-8812-5BB4D83AAC6A}" dt="2026-09-08T02:04:46.245" v="5031" actId="22"/>
          <ac:spMkLst>
            <pc:docMk/>
            <pc:sldMk cId="1635155223" sldId="257"/>
            <ac:spMk id="27" creationId="{5AB644AD-70C1-0158-68D8-54AC8F0F991C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30" creationId="{EB0AF01D-DD3E-4EB9-BF09-F5254E2374AF}"/>
          </ac:spMkLst>
        </pc:spChg>
        <pc:spChg chg="mod">
          <ac:chgData name="musukie52@gmail.com" userId="017bd91f96aa8751" providerId="LiveId" clId="{5B2C3894-F97E-4CAB-8812-5BB4D83AAC6A}" dt="2026-09-04T01:37:03.604" v="334" actId="1076"/>
          <ac:spMkLst>
            <pc:docMk/>
            <pc:sldMk cId="1635155223" sldId="257"/>
            <ac:spMk id="32" creationId="{669C7472-35CC-014F-EA44-B3AAA5E11B57}"/>
          </ac:spMkLst>
        </pc:spChg>
        <pc:spChg chg="add">
          <ac:chgData name="musukie52@gmail.com" userId="017bd91f96aa8751" providerId="LiveId" clId="{5B2C3894-F97E-4CAB-8812-5BB4D83AAC6A}" dt="2026-09-08T02:04:46.245" v="5031" actId="22"/>
          <ac:spMkLst>
            <pc:docMk/>
            <pc:sldMk cId="1635155223" sldId="257"/>
            <ac:spMk id="33" creationId="{6DD87B84-048C-3D71-5122-AC266BC4CD60}"/>
          </ac:spMkLst>
        </pc:spChg>
        <pc:spChg chg="mod">
          <ac:chgData name="musukie52@gmail.com" userId="017bd91f96aa8751" providerId="LiveId" clId="{5B2C3894-F97E-4CAB-8812-5BB4D83AAC6A}" dt="2026-09-04T01:37:03.604" v="334" actId="1076"/>
          <ac:spMkLst>
            <pc:docMk/>
            <pc:sldMk cId="1635155223" sldId="257"/>
            <ac:spMk id="34" creationId="{C23F74EC-D85A-5587-3EA4-D02F1C2268D7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36" creationId="{75C7709F-C3C1-1EBE-CCD8-B28527ECE1E1}"/>
          </ac:spMkLst>
        </pc:spChg>
        <pc:spChg chg="mod">
          <ac:chgData name="musukie52@gmail.com" userId="017bd91f96aa8751" providerId="LiveId" clId="{5B2C3894-F97E-4CAB-8812-5BB4D83AAC6A}" dt="2026-09-04T01:36:35.360" v="269"/>
          <ac:spMkLst>
            <pc:docMk/>
            <pc:sldMk cId="1635155223" sldId="257"/>
            <ac:spMk id="38" creationId="{0CA14A03-9879-FF89-79F5-A52E095FB3CD}"/>
          </ac:spMkLst>
        </pc:spChg>
        <pc:spChg chg="add mod">
          <ac:chgData name="musukie52@gmail.com" userId="017bd91f96aa8751" providerId="LiveId" clId="{5B2C3894-F97E-4CAB-8812-5BB4D83AAC6A}" dt="2026-09-08T04:04:40.337" v="6520" actId="208"/>
          <ac:spMkLst>
            <pc:docMk/>
            <pc:sldMk cId="1635155223" sldId="257"/>
            <ac:spMk id="39" creationId="{4640A4E1-96F6-6E79-D3B8-F987D43D9C12}"/>
          </ac:spMkLst>
        </pc:spChg>
        <pc:spChg chg="mod">
          <ac:chgData name="musukie52@gmail.com" userId="017bd91f96aa8751" providerId="LiveId" clId="{5B2C3894-F97E-4CAB-8812-5BB4D83AAC6A}" dt="2026-09-04T01:37:18.934" v="335" actId="1076"/>
          <ac:spMkLst>
            <pc:docMk/>
            <pc:sldMk cId="1635155223" sldId="257"/>
            <ac:spMk id="40" creationId="{BF316233-627D-57E8-04DC-5F4A9B7C16E8}"/>
          </ac:spMkLst>
        </pc:spChg>
        <pc:spChg chg="add">
          <ac:chgData name="musukie52@gmail.com" userId="017bd91f96aa8751" providerId="LiveId" clId="{5B2C3894-F97E-4CAB-8812-5BB4D83AAC6A}" dt="2026-09-08T02:04:46.245" v="5031" actId="22"/>
          <ac:spMkLst>
            <pc:docMk/>
            <pc:sldMk cId="1635155223" sldId="257"/>
            <ac:spMk id="42" creationId="{6F6CF3F0-AE3C-442C-4EA2-3EBE6122D07E}"/>
          </ac:spMkLst>
        </pc:spChg>
        <pc:spChg chg="add mod">
          <ac:chgData name="musukie52@gmail.com" userId="017bd91f96aa8751" providerId="LiveId" clId="{5B2C3894-F97E-4CAB-8812-5BB4D83AAC6A}" dt="2026-09-08T04:04:25.649" v="6519" actId="208"/>
          <ac:spMkLst>
            <pc:docMk/>
            <pc:sldMk cId="1635155223" sldId="257"/>
            <ac:spMk id="44" creationId="{1CC9C878-0B92-AD86-A80C-7B89CA0A9071}"/>
          </ac:spMkLst>
        </pc:spChg>
        <pc:spChg chg="add">
          <ac:chgData name="musukie52@gmail.com" userId="017bd91f96aa8751" providerId="LiveId" clId="{5B2C3894-F97E-4CAB-8812-5BB4D83AAC6A}" dt="2026-09-08T02:04:46.245" v="5031" actId="22"/>
          <ac:spMkLst>
            <pc:docMk/>
            <pc:sldMk cId="1635155223" sldId="257"/>
            <ac:spMk id="46" creationId="{02E3B3B8-AC6D-BE95-F34A-5208C7EA554F}"/>
          </ac:spMkLst>
        </pc:spChg>
      </pc:sldChg>
      <pc:sldChg chg="addSp delSp modSp add mod setBg">
        <pc:chgData name="musukie52@gmail.com" userId="017bd91f96aa8751" providerId="LiveId" clId="{5B2C3894-F97E-4CAB-8812-5BB4D83AAC6A}" dt="2026-09-08T04:00:43.399" v="6514" actId="20577"/>
        <pc:sldMkLst>
          <pc:docMk/>
          <pc:sldMk cId="2068370415" sldId="258"/>
        </pc:sldMkLst>
        <pc:spChg chg="mod">
          <ac:chgData name="musukie52@gmail.com" userId="017bd91f96aa8751" providerId="LiveId" clId="{5B2C3894-F97E-4CAB-8812-5BB4D83AAC6A}" dt="2026-09-04T01:37:51.841" v="337" actId="1076"/>
          <ac:spMkLst>
            <pc:docMk/>
            <pc:sldMk cId="2068370415" sldId="258"/>
            <ac:spMk id="3" creationId="{740ABD68-21A3-4937-8D1B-BEE4E507701F}"/>
          </ac:spMkLst>
        </pc:spChg>
        <pc:spChg chg="mod">
          <ac:chgData name="musukie52@gmail.com" userId="017bd91f96aa8751" providerId="LiveId" clId="{5B2C3894-F97E-4CAB-8812-5BB4D83AAC6A}" dt="2026-09-04T02:15:14.436" v="1301" actId="692"/>
          <ac:spMkLst>
            <pc:docMk/>
            <pc:sldMk cId="2068370415" sldId="258"/>
            <ac:spMk id="4" creationId="{FF3A480F-EFF0-4A75-BE7A-417D165F0847}"/>
          </ac:spMkLst>
        </pc:spChg>
        <pc:spChg chg="add mod">
          <ac:chgData name="musukie52@gmail.com" userId="017bd91f96aa8751" providerId="LiveId" clId="{5B2C3894-F97E-4CAB-8812-5BB4D83AAC6A}" dt="2026-09-07T02:28:06.750" v="3877" actId="20577"/>
          <ac:spMkLst>
            <pc:docMk/>
            <pc:sldMk cId="2068370415" sldId="258"/>
            <ac:spMk id="8" creationId="{71E2F24D-21E0-ABAE-FD3E-B5D443C8908F}"/>
          </ac:spMkLst>
        </pc:spChg>
        <pc:spChg chg="add mod">
          <ac:chgData name="musukie52@gmail.com" userId="017bd91f96aa8751" providerId="LiveId" clId="{5B2C3894-F97E-4CAB-8812-5BB4D83AAC6A}" dt="2026-09-04T01:49:07.961" v="813" actId="1076"/>
          <ac:spMkLst>
            <pc:docMk/>
            <pc:sldMk cId="2068370415" sldId="258"/>
            <ac:spMk id="11" creationId="{B7DD9ACD-C6DA-7A48-A797-0D4DBAFBB442}"/>
          </ac:spMkLst>
        </pc:spChg>
        <pc:spChg chg="mod">
          <ac:chgData name="musukie52@gmail.com" userId="017bd91f96aa8751" providerId="LiveId" clId="{5B2C3894-F97E-4CAB-8812-5BB4D83AAC6A}" dt="2026-09-04T01:48:32.279" v="809" actId="1076"/>
          <ac:spMkLst>
            <pc:docMk/>
            <pc:sldMk cId="2068370415" sldId="258"/>
            <ac:spMk id="21" creationId="{1B564F5B-F309-4E9D-BDF7-3FFEA4860222}"/>
          </ac:spMkLst>
        </pc:spChg>
        <pc:spChg chg="mod">
          <ac:chgData name="musukie52@gmail.com" userId="017bd91f96aa8751" providerId="LiveId" clId="{5B2C3894-F97E-4CAB-8812-5BB4D83AAC6A}" dt="2026-09-04T01:49:07.961" v="813" actId="1076"/>
          <ac:spMkLst>
            <pc:docMk/>
            <pc:sldMk cId="2068370415" sldId="258"/>
            <ac:spMk id="22" creationId="{78B2674A-0914-4652-AB53-3B96ECADC228}"/>
          </ac:spMkLst>
        </pc:spChg>
        <pc:spChg chg="mod">
          <ac:chgData name="musukie52@gmail.com" userId="017bd91f96aa8751" providerId="LiveId" clId="{5B2C3894-F97E-4CAB-8812-5BB4D83AAC6A}" dt="2026-09-04T01:46:34.827" v="709" actId="14100"/>
          <ac:spMkLst>
            <pc:docMk/>
            <pc:sldMk cId="2068370415" sldId="258"/>
            <ac:spMk id="23" creationId="{92413D7A-564A-4B42-98C6-1BF39FA068D4}"/>
          </ac:spMkLst>
        </pc:spChg>
        <pc:spChg chg="mod">
          <ac:chgData name="musukie52@gmail.com" userId="017bd91f96aa8751" providerId="LiveId" clId="{5B2C3894-F97E-4CAB-8812-5BB4D83AAC6A}" dt="2026-09-04T01:38:45.727" v="355"/>
          <ac:spMkLst>
            <pc:docMk/>
            <pc:sldMk cId="2068370415" sldId="258"/>
            <ac:spMk id="25" creationId="{FB732F31-3411-55FB-D1F0-BD8170D8B019}"/>
          </ac:spMkLst>
        </pc:spChg>
        <pc:spChg chg="mod">
          <ac:chgData name="musukie52@gmail.com" userId="017bd91f96aa8751" providerId="LiveId" clId="{5B2C3894-F97E-4CAB-8812-5BB4D83AAC6A}" dt="2026-09-08T04:00:43.399" v="6514" actId="20577"/>
          <ac:spMkLst>
            <pc:docMk/>
            <pc:sldMk cId="2068370415" sldId="258"/>
            <ac:spMk id="27" creationId="{F34F1B24-073D-31D6-DA90-243E4CED12F5}"/>
          </ac:spMkLst>
        </pc:spChg>
        <pc:spChg chg="mod">
          <ac:chgData name="musukie52@gmail.com" userId="017bd91f96aa8751" providerId="LiveId" clId="{5B2C3894-F97E-4CAB-8812-5BB4D83AAC6A}" dt="2026-09-08T04:00:06.598" v="6507" actId="14100"/>
          <ac:spMkLst>
            <pc:docMk/>
            <pc:sldMk cId="2068370415" sldId="258"/>
            <ac:spMk id="29" creationId="{61420030-5E4A-C3E1-190D-D6DCC4CC5078}"/>
          </ac:spMkLst>
        </pc:spChg>
        <pc:spChg chg="add mod">
          <ac:chgData name="musukie52@gmail.com" userId="017bd91f96aa8751" providerId="LiveId" clId="{5B2C3894-F97E-4CAB-8812-5BB4D83AAC6A}" dt="2026-09-07T02:51:13.828" v="4820" actId="20577"/>
          <ac:spMkLst>
            <pc:docMk/>
            <pc:sldMk cId="2068370415" sldId="258"/>
            <ac:spMk id="30" creationId="{D4EE3487-76E7-7334-117F-7E9711DEE41F}"/>
          </ac:spMkLst>
        </pc:spChg>
        <pc:spChg chg="mod">
          <ac:chgData name="musukie52@gmail.com" userId="017bd91f96aa8751" providerId="LiveId" clId="{5B2C3894-F97E-4CAB-8812-5BB4D83AAC6A}" dt="2026-09-04T01:48:51.929" v="812" actId="1076"/>
          <ac:spMkLst>
            <pc:docMk/>
            <pc:sldMk cId="2068370415" sldId="258"/>
            <ac:spMk id="32" creationId="{14EB8204-6724-A0B5-67B2-3D7B932B9E19}"/>
          </ac:spMkLst>
        </pc:spChg>
        <pc:spChg chg="mod">
          <ac:chgData name="musukie52@gmail.com" userId="017bd91f96aa8751" providerId="LiveId" clId="{5B2C3894-F97E-4CAB-8812-5BB4D83AAC6A}" dt="2026-09-04T01:48:51.929" v="812" actId="1076"/>
          <ac:spMkLst>
            <pc:docMk/>
            <pc:sldMk cId="2068370415" sldId="258"/>
            <ac:spMk id="34" creationId="{5E2CBDB6-EC3E-8E7F-7CFB-3C519EF24A16}"/>
          </ac:spMkLst>
        </pc:spChg>
        <pc:spChg chg="mod">
          <ac:chgData name="musukie52@gmail.com" userId="017bd91f96aa8751" providerId="LiveId" clId="{5B2C3894-F97E-4CAB-8812-5BB4D83AAC6A}" dt="2026-09-04T01:49:07.961" v="813" actId="1076"/>
          <ac:spMkLst>
            <pc:docMk/>
            <pc:sldMk cId="2068370415" sldId="258"/>
            <ac:spMk id="41" creationId="{FD50A9B5-E26F-C913-C61C-69F1F9F09016}"/>
          </ac:spMkLst>
        </pc:spChg>
        <pc:spChg chg="mod">
          <ac:chgData name="musukie52@gmail.com" userId="017bd91f96aa8751" providerId="LiveId" clId="{5B2C3894-F97E-4CAB-8812-5BB4D83AAC6A}" dt="2026-09-04T01:49:07.961" v="813" actId="1076"/>
          <ac:spMkLst>
            <pc:docMk/>
            <pc:sldMk cId="2068370415" sldId="258"/>
            <ac:spMk id="43" creationId="{F4FF3A14-D9E6-D110-7A37-72BE54F2C4D2}"/>
          </ac:spMkLst>
        </pc:spChg>
        <pc:spChg chg="add del mod">
          <ac:chgData name="musukie52@gmail.com" userId="017bd91f96aa8751" providerId="LiveId" clId="{5B2C3894-F97E-4CAB-8812-5BB4D83AAC6A}" dt="2026-09-04T01:48:32.279" v="809" actId="1076"/>
          <ac:spMkLst>
            <pc:docMk/>
            <pc:sldMk cId="2068370415" sldId="258"/>
            <ac:spMk id="45" creationId="{44EF31B1-2EFA-4639-9E86-E163795435BF}"/>
          </ac:spMkLst>
        </pc:spChg>
        <pc:spChg chg="add del mod">
          <ac:chgData name="musukie52@gmail.com" userId="017bd91f96aa8751" providerId="LiveId" clId="{5B2C3894-F97E-4CAB-8812-5BB4D83AAC6A}" dt="2026-09-04T02:19:22.246" v="1361" actId="1076"/>
          <ac:spMkLst>
            <pc:docMk/>
            <pc:sldMk cId="2068370415" sldId="258"/>
            <ac:spMk id="46" creationId="{F3DCA54E-87F6-499D-B63D-EBB269C3EC57}"/>
          </ac:spMkLst>
        </pc:spChg>
        <pc:spChg chg="add del mod">
          <ac:chgData name="musukie52@gmail.com" userId="017bd91f96aa8751" providerId="LiveId" clId="{5B2C3894-F97E-4CAB-8812-5BB4D83AAC6A}" dt="2026-09-07T02:50:51.950" v="4801" actId="20577"/>
          <ac:spMkLst>
            <pc:docMk/>
            <pc:sldMk cId="2068370415" sldId="258"/>
            <ac:spMk id="47" creationId="{7994448B-8FB5-48A4-961D-E7C1DCFA5440}"/>
          </ac:spMkLst>
        </pc:spChg>
        <pc:spChg chg="mod">
          <ac:chgData name="musukie52@gmail.com" userId="017bd91f96aa8751" providerId="LiveId" clId="{5B2C3894-F97E-4CAB-8812-5BB4D83AAC6A}" dt="2026-09-04T01:38:24.883" v="347" actId="6549"/>
          <ac:spMkLst>
            <pc:docMk/>
            <pc:sldMk cId="2068370415" sldId="258"/>
            <ac:spMk id="53" creationId="{020743D7-D45D-4443-BA0E-7B9481D31A5A}"/>
          </ac:spMkLst>
        </pc:spChg>
        <pc:spChg chg="mod">
          <ac:chgData name="musukie52@gmail.com" userId="017bd91f96aa8751" providerId="LiveId" clId="{5B2C3894-F97E-4CAB-8812-5BB4D83AAC6A}" dt="2026-09-08T03:59:58.626" v="6495" actId="6549"/>
          <ac:spMkLst>
            <pc:docMk/>
            <pc:sldMk cId="2068370415" sldId="258"/>
            <ac:spMk id="59" creationId="{7BEB037B-A700-420C-B40D-6A113FB7BE8B}"/>
          </ac:spMkLst>
        </pc:spChg>
        <pc:spChg chg="mod">
          <ac:chgData name="musukie52@gmail.com" userId="017bd91f96aa8751" providerId="LiveId" clId="{5B2C3894-F97E-4CAB-8812-5BB4D83AAC6A}" dt="2026-09-04T01:48:51.929" v="812" actId="1076"/>
          <ac:spMkLst>
            <pc:docMk/>
            <pc:sldMk cId="2068370415" sldId="258"/>
            <ac:spMk id="60" creationId="{D580564B-9503-46AA-8D82-3FA093548A93}"/>
          </ac:spMkLst>
        </pc:spChg>
        <pc:spChg chg="mod">
          <ac:chgData name="musukie52@gmail.com" userId="017bd91f96aa8751" providerId="LiveId" clId="{5B2C3894-F97E-4CAB-8812-5BB4D83AAC6A}" dt="2026-09-04T01:48:51.929" v="812" actId="1076"/>
          <ac:spMkLst>
            <pc:docMk/>
            <pc:sldMk cId="2068370415" sldId="258"/>
            <ac:spMk id="61" creationId="{6B9F47D0-27C8-4348-BED1-45E60A772892}"/>
          </ac:spMkLst>
        </pc:spChg>
        <pc:spChg chg="mod">
          <ac:chgData name="musukie52@gmail.com" userId="017bd91f96aa8751" providerId="LiveId" clId="{5B2C3894-F97E-4CAB-8812-5BB4D83AAC6A}" dt="2026-09-04T01:48:51.929" v="812" actId="1076"/>
          <ac:spMkLst>
            <pc:docMk/>
            <pc:sldMk cId="2068370415" sldId="258"/>
            <ac:spMk id="62" creationId="{5F2C2395-CD94-4B9E-AAF6-247F6CB0344C}"/>
          </ac:spMkLst>
        </pc:spChg>
        <pc:spChg chg="mod">
          <ac:chgData name="musukie52@gmail.com" userId="017bd91f96aa8751" providerId="LiveId" clId="{5B2C3894-F97E-4CAB-8812-5BB4D83AAC6A}" dt="2026-09-07T02:47:30.376" v="4640" actId="6549"/>
          <ac:spMkLst>
            <pc:docMk/>
            <pc:sldMk cId="2068370415" sldId="258"/>
            <ac:spMk id="63" creationId="{4C2D5000-615A-5A40-6684-644B50C3F7EC}"/>
          </ac:spMkLst>
        </pc:spChg>
        <pc:spChg chg="mod">
          <ac:chgData name="musukie52@gmail.com" userId="017bd91f96aa8751" providerId="LiveId" clId="{5B2C3894-F97E-4CAB-8812-5BB4D83AAC6A}" dt="2026-09-07T02:47:35.465" v="4644" actId="20577"/>
          <ac:spMkLst>
            <pc:docMk/>
            <pc:sldMk cId="2068370415" sldId="258"/>
            <ac:spMk id="65" creationId="{4D2FD04E-D8CD-ECF3-880D-8AA5E0B8F6A9}"/>
          </ac:spMkLst>
        </pc:spChg>
        <pc:spChg chg="mod">
          <ac:chgData name="musukie52@gmail.com" userId="017bd91f96aa8751" providerId="LiveId" clId="{5B2C3894-F97E-4CAB-8812-5BB4D83AAC6A}" dt="2026-09-07T02:47:39.885" v="4648" actId="20577"/>
          <ac:spMkLst>
            <pc:docMk/>
            <pc:sldMk cId="2068370415" sldId="258"/>
            <ac:spMk id="67" creationId="{3C8842C0-98A1-F8AA-3CAA-D38B8263E7B3}"/>
          </ac:spMkLst>
        </pc:spChg>
        <pc:spChg chg="add del mod">
          <ac:chgData name="musukie52@gmail.com" userId="017bd91f96aa8751" providerId="LiveId" clId="{5B2C3894-F97E-4CAB-8812-5BB4D83AAC6A}" dt="2026-09-07T02:51:09.148" v="4818" actId="20577"/>
          <ac:spMkLst>
            <pc:docMk/>
            <pc:sldMk cId="2068370415" sldId="258"/>
            <ac:spMk id="71" creationId="{6826BE85-3F69-A204-369E-77CBCFD46867}"/>
          </ac:spMkLst>
        </pc:spChg>
        <pc:spChg chg="mod">
          <ac:chgData name="musukie52@gmail.com" userId="017bd91f96aa8751" providerId="LiveId" clId="{5B2C3894-F97E-4CAB-8812-5BB4D83AAC6A}" dt="2026-09-04T02:15:14.436" v="1301" actId="692"/>
          <ac:spMkLst>
            <pc:docMk/>
            <pc:sldMk cId="2068370415" sldId="258"/>
            <ac:spMk id="81" creationId="{63F040BE-7C2A-0C3A-F5AB-80C8E9F93E27}"/>
          </ac:spMkLst>
        </pc:spChg>
        <pc:spChg chg="mod">
          <ac:chgData name="musukie52@gmail.com" userId="017bd91f96aa8751" providerId="LiveId" clId="{5B2C3894-F97E-4CAB-8812-5BB4D83AAC6A}" dt="2026-09-04T01:40:46.338" v="486" actId="20577"/>
          <ac:spMkLst>
            <pc:docMk/>
            <pc:sldMk cId="2068370415" sldId="258"/>
            <ac:spMk id="87" creationId="{6E8978F0-565B-6072-335A-97B4D3F8CF70}"/>
          </ac:spMkLst>
        </pc:spChg>
        <pc:spChg chg="mod">
          <ac:chgData name="musukie52@gmail.com" userId="017bd91f96aa8751" providerId="LiveId" clId="{5B2C3894-F97E-4CAB-8812-5BB4D83AAC6A}" dt="2026-09-04T01:48:51.929" v="812" actId="1076"/>
          <ac:spMkLst>
            <pc:docMk/>
            <pc:sldMk cId="2068370415" sldId="258"/>
            <ac:spMk id="89" creationId="{16A33A9C-A1F8-B0DF-55B5-0FBAA3075441}"/>
          </ac:spMkLst>
        </pc:spChg>
        <pc:spChg chg="mod">
          <ac:chgData name="musukie52@gmail.com" userId="017bd91f96aa8751" providerId="LiveId" clId="{5B2C3894-F97E-4CAB-8812-5BB4D83AAC6A}" dt="2026-09-07T02:47:33.086" v="4642" actId="20577"/>
          <ac:spMkLst>
            <pc:docMk/>
            <pc:sldMk cId="2068370415" sldId="258"/>
            <ac:spMk id="91" creationId="{DBDD7264-2CCF-B49E-FC24-3790A3B689ED}"/>
          </ac:spMkLst>
        </pc:spChg>
        <pc:spChg chg="mod">
          <ac:chgData name="musukie52@gmail.com" userId="017bd91f96aa8751" providerId="LiveId" clId="{5B2C3894-F97E-4CAB-8812-5BB4D83AAC6A}" dt="2026-09-07T02:47:38.075" v="4646" actId="20577"/>
          <ac:spMkLst>
            <pc:docMk/>
            <pc:sldMk cId="2068370415" sldId="258"/>
            <ac:spMk id="93" creationId="{622655DC-1608-123F-E185-768322B89551}"/>
          </ac:spMkLst>
        </pc:spChg>
        <pc:spChg chg="add del mod">
          <ac:chgData name="musukie52@gmail.com" userId="017bd91f96aa8751" providerId="LiveId" clId="{5B2C3894-F97E-4CAB-8812-5BB4D83AAC6A}" dt="2026-09-07T02:50:40.050" v="4777" actId="20577"/>
          <ac:spMkLst>
            <pc:docMk/>
            <pc:sldMk cId="2068370415" sldId="258"/>
            <ac:spMk id="95" creationId="{C828F81D-1A8C-B70D-76F6-6FD2C1296420}"/>
          </ac:spMkLst>
        </pc:spChg>
        <pc:picChg chg="add mod ord modCrop">
          <ac:chgData name="musukie52@gmail.com" userId="017bd91f96aa8751" providerId="LiveId" clId="{5B2C3894-F97E-4CAB-8812-5BB4D83AAC6A}" dt="2026-09-07T00:37:05.027" v="1679" actId="1076"/>
          <ac:picMkLst>
            <pc:docMk/>
            <pc:sldMk cId="2068370415" sldId="258"/>
            <ac:picMk id="6" creationId="{24E06C32-97E9-D2D0-F47F-218289067540}"/>
          </ac:picMkLst>
        </pc:picChg>
        <pc:picChg chg="add mod modCrop">
          <ac:chgData name="musukie52@gmail.com" userId="017bd91f96aa8751" providerId="LiveId" clId="{5B2C3894-F97E-4CAB-8812-5BB4D83AAC6A}" dt="2026-09-07T00:40:41.264" v="1698" actId="14100"/>
          <ac:picMkLst>
            <pc:docMk/>
            <pc:sldMk cId="2068370415" sldId="258"/>
            <ac:picMk id="15" creationId="{9556C750-29EC-CC24-1725-3D5D07833420}"/>
          </ac:picMkLst>
        </pc:picChg>
        <pc:picChg chg="add mod">
          <ac:chgData name="musukie52@gmail.com" userId="017bd91f96aa8751" providerId="LiveId" clId="{5B2C3894-F97E-4CAB-8812-5BB4D83AAC6A}" dt="2026-09-07T01:58:19.184" v="2981" actId="29295"/>
          <ac:picMkLst>
            <pc:docMk/>
            <pc:sldMk cId="2068370415" sldId="258"/>
            <ac:picMk id="20" creationId="{9E2DBD31-044A-6CCA-5570-2E69122E6ACC}"/>
          </ac:picMkLst>
        </pc:picChg>
        <pc:picChg chg="add mod ord modCrop">
          <ac:chgData name="musukie52@gmail.com" userId="017bd91f96aa8751" providerId="LiveId" clId="{5B2C3894-F97E-4CAB-8812-5BB4D83AAC6A}" dt="2026-09-04T02:19:28.837" v="1363" actId="1076"/>
          <ac:picMkLst>
            <pc:docMk/>
            <pc:sldMk cId="2068370415" sldId="258"/>
            <ac:picMk id="28" creationId="{CBBE2DE2-06D4-B9C5-891B-CC8F632771D4}"/>
          </ac:picMkLst>
        </pc:picChg>
        <pc:picChg chg="add mod ord modCrop">
          <ac:chgData name="musukie52@gmail.com" userId="017bd91f96aa8751" providerId="LiveId" clId="{5B2C3894-F97E-4CAB-8812-5BB4D83AAC6A}" dt="2026-09-04T02:19:28.837" v="1363" actId="1076"/>
          <ac:picMkLst>
            <pc:docMk/>
            <pc:sldMk cId="2068370415" sldId="258"/>
            <ac:picMk id="42" creationId="{FC15F4EE-9F20-9EC3-21CD-B95BDB6FFA8B}"/>
          </ac:picMkLst>
        </pc:picChg>
      </pc:sldChg>
      <pc:sldChg chg="addSp delSp modSp add mod">
        <pc:chgData name="musukie52@gmail.com" userId="017bd91f96aa8751" providerId="LiveId" clId="{5B2C3894-F97E-4CAB-8812-5BB4D83AAC6A}" dt="2026-09-15T01:23:35.688" v="6532" actId="27636"/>
        <pc:sldMkLst>
          <pc:docMk/>
          <pc:sldMk cId="1542704694" sldId="279"/>
        </pc:sldMkLst>
        <pc:spChg chg="add del mod">
          <ac:chgData name="musukie52@gmail.com" userId="017bd91f96aa8751" providerId="LiveId" clId="{5B2C3894-F97E-4CAB-8812-5BB4D83AAC6A}" dt="2026-09-07T01:47:51.608" v="2736" actId="21"/>
          <ac:spMkLst>
            <pc:docMk/>
            <pc:sldMk cId="1542704694" sldId="279"/>
            <ac:spMk id="3" creationId="{111C4EBE-BC60-C52E-60D7-86834B8815BD}"/>
          </ac:spMkLst>
        </pc:spChg>
        <pc:spChg chg="add mod">
          <ac:chgData name="musukie52@gmail.com" userId="017bd91f96aa8751" providerId="LiveId" clId="{5B2C3894-F97E-4CAB-8812-5BB4D83AAC6A}" dt="2026-09-07T00:09:58.791" v="1392" actId="20577"/>
          <ac:spMkLst>
            <pc:docMk/>
            <pc:sldMk cId="1542704694" sldId="279"/>
            <ac:spMk id="6" creationId="{25B2E93E-EE9F-5ACE-407A-D5A1C5AB970C}"/>
          </ac:spMkLst>
        </pc:spChg>
        <pc:spChg chg="mod">
          <ac:chgData name="musukie52@gmail.com" userId="017bd91f96aa8751" providerId="LiveId" clId="{5B2C3894-F97E-4CAB-8812-5BB4D83AAC6A}" dt="2026-09-04T02:14:57.564" v="1299" actId="692"/>
          <ac:spMkLst>
            <pc:docMk/>
            <pc:sldMk cId="1542704694" sldId="279"/>
            <ac:spMk id="7" creationId="{778663A1-B0ED-4D6C-9123-5FD6EABA060A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8" creationId="{A48AB4CE-0B21-4791-BDD5-D777D611B0BE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9" creationId="{A6F7823E-07C9-46D4-B5B1-DA165BDEFCAC}"/>
          </ac:spMkLst>
        </pc:spChg>
        <pc:spChg chg="mod">
          <ac:chgData name="musukie52@gmail.com" userId="017bd91f96aa8751" providerId="LiveId" clId="{5B2C3894-F97E-4CAB-8812-5BB4D83AAC6A}" dt="2026-09-04T02:14:57.564" v="1299" actId="692"/>
          <ac:spMkLst>
            <pc:docMk/>
            <pc:sldMk cId="1542704694" sldId="279"/>
            <ac:spMk id="10" creationId="{7C1A25F8-3979-424E-8432-7B1431CD67AD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11" creationId="{8B8FE847-DF78-4C82-BCB1-65EB9C8B2808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12" creationId="{3A05D3FA-D8D1-4205-A3BC-CA5B692B2E58}"/>
          </ac:spMkLst>
        </pc:spChg>
        <pc:spChg chg="mod">
          <ac:chgData name="musukie52@gmail.com" userId="017bd91f96aa8751" providerId="LiveId" clId="{5B2C3894-F97E-4CAB-8812-5BB4D83AAC6A}" dt="2026-09-04T02:14:57.564" v="1299" actId="692"/>
          <ac:spMkLst>
            <pc:docMk/>
            <pc:sldMk cId="1542704694" sldId="279"/>
            <ac:spMk id="13" creationId="{0244A151-AEC8-43E0-A354-930CA725CF26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14" creationId="{569467DD-691B-4E35-B7ED-1201020777F7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15" creationId="{924F0599-B21E-4664-A964-A7635507D3BD}"/>
          </ac:spMkLst>
        </pc:spChg>
        <pc:spChg chg="mod">
          <ac:chgData name="musukie52@gmail.com" userId="017bd91f96aa8751" providerId="LiveId" clId="{5B2C3894-F97E-4CAB-8812-5BB4D83AAC6A}" dt="2026-09-04T02:14:57.564" v="1299" actId="692"/>
          <ac:spMkLst>
            <pc:docMk/>
            <pc:sldMk cId="1542704694" sldId="279"/>
            <ac:spMk id="16" creationId="{52BF6292-CAAB-487B-901F-FE07EA116275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17" creationId="{D9A3A36D-C585-4B72-A417-DE8D48167D49}"/>
          </ac:spMkLst>
        </pc:spChg>
        <pc:spChg chg="mod">
          <ac:chgData name="musukie52@gmail.com" userId="017bd91f96aa8751" providerId="LiveId" clId="{5B2C3894-F97E-4CAB-8812-5BB4D83AAC6A}" dt="2026-09-04T02:13:44.149" v="1287" actId="255"/>
          <ac:spMkLst>
            <pc:docMk/>
            <pc:sldMk cId="1542704694" sldId="279"/>
            <ac:spMk id="18" creationId="{18BDF646-39C2-48AB-9BC7-B68315DBFC78}"/>
          </ac:spMkLst>
        </pc:spChg>
        <pc:spChg chg="add mod">
          <ac:chgData name="musukie52@gmail.com" userId="017bd91f96aa8751" providerId="LiveId" clId="{5B2C3894-F97E-4CAB-8812-5BB4D83AAC6A}" dt="2026-09-07T02:00:47.346" v="3062" actId="207"/>
          <ac:spMkLst>
            <pc:docMk/>
            <pc:sldMk cId="1542704694" sldId="279"/>
            <ac:spMk id="21" creationId="{DB290165-4750-C237-819F-1B4E8392B633}"/>
          </ac:spMkLst>
        </pc:spChg>
        <pc:spChg chg="mod">
          <ac:chgData name="musukie52@gmail.com" userId="017bd91f96aa8751" providerId="LiveId" clId="{5B2C3894-F97E-4CAB-8812-5BB4D83AAC6A}" dt="2026-09-04T02:12:48.834" v="1245" actId="20577"/>
          <ac:spMkLst>
            <pc:docMk/>
            <pc:sldMk cId="1542704694" sldId="279"/>
            <ac:spMk id="33" creationId="{82EDA340-C77A-4A56-867A-CB3EB1902B4D}"/>
          </ac:spMkLst>
        </pc:spChg>
        <pc:spChg chg="mod">
          <ac:chgData name="musukie52@gmail.com" userId="017bd91f96aa8751" providerId="LiveId" clId="{5B2C3894-F97E-4CAB-8812-5BB4D83AAC6A}" dt="2026-09-04T02:12:22.089" v="1220" actId="1076"/>
          <ac:spMkLst>
            <pc:docMk/>
            <pc:sldMk cId="1542704694" sldId="279"/>
            <ac:spMk id="34" creationId="{007F9B50-9C49-47A8-BA0F-2E061B01B3F2}"/>
          </ac:spMkLst>
        </pc:spChg>
        <pc:spChg chg="mod">
          <ac:chgData name="musukie52@gmail.com" userId="017bd91f96aa8751" providerId="LiveId" clId="{5B2C3894-F97E-4CAB-8812-5BB4D83AAC6A}" dt="2026-09-15T01:23:35.686" v="6531" actId="27636"/>
          <ac:spMkLst>
            <pc:docMk/>
            <pc:sldMk cId="1542704694" sldId="279"/>
            <ac:spMk id="36" creationId="{3E32F716-B5C4-40E1-872F-39C0D7276E91}"/>
          </ac:spMkLst>
        </pc:spChg>
        <pc:spChg chg="mod">
          <ac:chgData name="musukie52@gmail.com" userId="017bd91f96aa8751" providerId="LiveId" clId="{5B2C3894-F97E-4CAB-8812-5BB4D83AAC6A}" dt="2026-09-04T02:11:50.283" v="1214" actId="1037"/>
          <ac:spMkLst>
            <pc:docMk/>
            <pc:sldMk cId="1542704694" sldId="279"/>
            <ac:spMk id="37" creationId="{5E42B5BD-962D-4B9F-A7DF-033E85843EC8}"/>
          </ac:spMkLst>
        </pc:spChg>
        <pc:spChg chg="mod">
          <ac:chgData name="musukie52@gmail.com" userId="017bd91f96aa8751" providerId="LiveId" clId="{5B2C3894-F97E-4CAB-8812-5BB4D83AAC6A}" dt="2026-09-15T01:23:35.680" v="6530" actId="27636"/>
          <ac:spMkLst>
            <pc:docMk/>
            <pc:sldMk cId="1542704694" sldId="279"/>
            <ac:spMk id="39" creationId="{4C8FA7E6-F2AD-49C6-B6F7-A7722E72EEA5}"/>
          </ac:spMkLst>
        </pc:spChg>
        <pc:spChg chg="mod">
          <ac:chgData name="musukie52@gmail.com" userId="017bd91f96aa8751" providerId="LiveId" clId="{5B2C3894-F97E-4CAB-8812-5BB4D83AAC6A}" dt="2026-09-04T02:11:50.283" v="1214" actId="1037"/>
          <ac:spMkLst>
            <pc:docMk/>
            <pc:sldMk cId="1542704694" sldId="279"/>
            <ac:spMk id="40" creationId="{146154FF-A5C1-44A2-B118-EDCDF8EF7C1B}"/>
          </ac:spMkLst>
        </pc:spChg>
        <pc:spChg chg="mod">
          <ac:chgData name="musukie52@gmail.com" userId="017bd91f96aa8751" providerId="LiveId" clId="{5B2C3894-F97E-4CAB-8812-5BB4D83AAC6A}" dt="2026-09-15T01:23:35.688" v="6532" actId="27636"/>
          <ac:spMkLst>
            <pc:docMk/>
            <pc:sldMk cId="1542704694" sldId="279"/>
            <ac:spMk id="42" creationId="{7E57072B-212D-4975-BF15-579D2BE4B4BF}"/>
          </ac:spMkLst>
        </pc:spChg>
        <pc:spChg chg="mod">
          <ac:chgData name="musukie52@gmail.com" userId="017bd91f96aa8751" providerId="LiveId" clId="{5B2C3894-F97E-4CAB-8812-5BB4D83AAC6A}" dt="2026-09-04T02:12:22.089" v="1220" actId="1076"/>
          <ac:spMkLst>
            <pc:docMk/>
            <pc:sldMk cId="1542704694" sldId="279"/>
            <ac:spMk id="43" creationId="{E6EF354D-CE1F-4D6C-A6F0-C9CF58EFA22E}"/>
          </ac:spMkLst>
        </pc:spChg>
        <pc:spChg chg="add del mod">
          <ac:chgData name="musukie52@gmail.com" userId="017bd91f96aa8751" providerId="LiveId" clId="{5B2C3894-F97E-4CAB-8812-5BB4D83AAC6A}" dt="2026-09-04T02:14:57.564" v="1299" actId="692"/>
          <ac:spMkLst>
            <pc:docMk/>
            <pc:sldMk cId="1542704694" sldId="279"/>
            <ac:spMk id="54" creationId="{9988EE61-6B2B-4B8E-B551-6683A2F16300}"/>
          </ac:spMkLst>
        </pc:spChg>
        <pc:spChg chg="add mod">
          <ac:chgData name="musukie52@gmail.com" userId="017bd91f96aa8751" providerId="LiveId" clId="{5B2C3894-F97E-4CAB-8812-5BB4D83AAC6A}" dt="2026-09-08T01:40:28.480" v="4821" actId="207"/>
          <ac:spMkLst>
            <pc:docMk/>
            <pc:sldMk cId="1542704694" sldId="279"/>
            <ac:spMk id="71" creationId="{C4255000-2593-2C6F-193A-AC9DF4619252}"/>
          </ac:spMkLst>
        </pc:spChg>
        <pc:spChg chg="add mod">
          <ac:chgData name="musukie52@gmail.com" userId="017bd91f96aa8751" providerId="LiveId" clId="{5B2C3894-F97E-4CAB-8812-5BB4D83AAC6A}" dt="2026-09-04T02:13:17.972" v="1283" actId="20577"/>
          <ac:spMkLst>
            <pc:docMk/>
            <pc:sldMk cId="1542704694" sldId="279"/>
            <ac:spMk id="74" creationId="{BFA19945-7BBE-F6A3-9368-26AD081CC98D}"/>
          </ac:spMkLst>
        </pc:spChg>
        <pc:spChg chg="add mod">
          <ac:chgData name="musukie52@gmail.com" userId="017bd91f96aa8751" providerId="LiveId" clId="{5B2C3894-F97E-4CAB-8812-5BB4D83AAC6A}" dt="2026-09-04T02:13:12.293" v="1262" actId="1076"/>
          <ac:spMkLst>
            <pc:docMk/>
            <pc:sldMk cId="1542704694" sldId="279"/>
            <ac:spMk id="76" creationId="{F6F2999F-5EC1-6889-BC43-EB3937CE0B8B}"/>
          </ac:spMkLst>
        </pc:spChg>
      </pc:sldChg>
      <pc:sldChg chg="addSp delSp modSp mod">
        <pc:chgData name="musukie52@gmail.com" userId="017bd91f96aa8751" providerId="LiveId" clId="{5B2C3894-F97E-4CAB-8812-5BB4D83AAC6A}" dt="2026-09-15T01:23:35.699" v="6533" actId="27636"/>
        <pc:sldMkLst>
          <pc:docMk/>
          <pc:sldMk cId="1970027489" sldId="280"/>
        </pc:sldMkLst>
        <pc:spChg chg="mod">
          <ac:chgData name="musukie52@gmail.com" userId="017bd91f96aa8751" providerId="LiveId" clId="{5B2C3894-F97E-4CAB-8812-5BB4D83AAC6A}" dt="2026-09-07T00:10:06.243" v="1399" actId="20577"/>
          <ac:spMkLst>
            <pc:docMk/>
            <pc:sldMk cId="1970027489" sldId="280"/>
            <ac:spMk id="4" creationId="{51D9E4CB-E1C9-4A74-B04E-A88C5F89CEA2}"/>
          </ac:spMkLst>
        </pc:spChg>
        <pc:spChg chg="mod">
          <ac:chgData name="musukie52@gmail.com" userId="017bd91f96aa8751" providerId="LiveId" clId="{5B2C3894-F97E-4CAB-8812-5BB4D83AAC6A}" dt="2026-09-07T01:11:39.618" v="2265" actId="207"/>
          <ac:spMkLst>
            <pc:docMk/>
            <pc:sldMk cId="1970027489" sldId="280"/>
            <ac:spMk id="6" creationId="{3AF80CA9-BC4C-4B90-A8E0-DFB7742F4FC2}"/>
          </ac:spMkLst>
        </pc:spChg>
        <pc:spChg chg="mod">
          <ac:chgData name="musukie52@gmail.com" userId="017bd91f96aa8751" providerId="LiveId" clId="{5B2C3894-F97E-4CAB-8812-5BB4D83AAC6A}" dt="2026-09-07T01:11:05.195" v="2262" actId="207"/>
          <ac:spMkLst>
            <pc:docMk/>
            <pc:sldMk cId="1970027489" sldId="280"/>
            <ac:spMk id="12" creationId="{F5B5F371-7E76-4F9E-88ED-BBF39F8EFA7C}"/>
          </ac:spMkLst>
        </pc:spChg>
        <pc:spChg chg="mod">
          <ac:chgData name="musukie52@gmail.com" userId="017bd91f96aa8751" providerId="LiveId" clId="{5B2C3894-F97E-4CAB-8812-5BB4D83AAC6A}" dt="2026-09-07T00:52:19.111" v="1834" actId="1076"/>
          <ac:spMkLst>
            <pc:docMk/>
            <pc:sldMk cId="1970027489" sldId="280"/>
            <ac:spMk id="13" creationId="{F4BB6A8E-8FF4-4CAB-B7D7-952833E2A5B3}"/>
          </ac:spMkLst>
        </pc:spChg>
        <pc:spChg chg="mod">
          <ac:chgData name="musukie52@gmail.com" userId="017bd91f96aa8751" providerId="LiveId" clId="{5B2C3894-F97E-4CAB-8812-5BB4D83AAC6A}" dt="2026-09-07T01:08:21.102" v="2233" actId="1076"/>
          <ac:spMkLst>
            <pc:docMk/>
            <pc:sldMk cId="1970027489" sldId="280"/>
            <ac:spMk id="16" creationId="{FA47E3C3-D732-44BA-9774-EFEE1DDE5F29}"/>
          </ac:spMkLst>
        </pc:spChg>
        <pc:spChg chg="mod">
          <ac:chgData name="musukie52@gmail.com" userId="017bd91f96aa8751" providerId="LiveId" clId="{5B2C3894-F97E-4CAB-8812-5BB4D83AAC6A}" dt="2026-09-07T01:08:28.041" v="2234" actId="1076"/>
          <ac:spMkLst>
            <pc:docMk/>
            <pc:sldMk cId="1970027489" sldId="280"/>
            <ac:spMk id="17" creationId="{31F9865E-3D3D-4FB3-9ED7-F0BB6FF0EC9E}"/>
          </ac:spMkLst>
        </pc:spChg>
        <pc:spChg chg="mod">
          <ac:chgData name="musukie52@gmail.com" userId="017bd91f96aa8751" providerId="LiveId" clId="{5B2C3894-F97E-4CAB-8812-5BB4D83AAC6A}" dt="2026-09-07T02:00:30.855" v="3059" actId="208"/>
          <ac:spMkLst>
            <pc:docMk/>
            <pc:sldMk cId="1970027489" sldId="280"/>
            <ac:spMk id="18" creationId="{FD45D6CD-8B56-458E-8B00-74F7ADA361A4}"/>
          </ac:spMkLst>
        </pc:spChg>
        <pc:spChg chg="mod">
          <ac:chgData name="musukie52@gmail.com" userId="017bd91f96aa8751" providerId="LiveId" clId="{5B2C3894-F97E-4CAB-8812-5BB4D83AAC6A}" dt="2026-09-07T01:08:28.041" v="2234" actId="1076"/>
          <ac:spMkLst>
            <pc:docMk/>
            <pc:sldMk cId="1970027489" sldId="280"/>
            <ac:spMk id="19" creationId="{FD4DB3A5-E178-4A3B-82A8-6A1867EE0E31}"/>
          </ac:spMkLst>
        </pc:spChg>
        <pc:spChg chg="mod">
          <ac:chgData name="musukie52@gmail.com" userId="017bd91f96aa8751" providerId="LiveId" clId="{5B2C3894-F97E-4CAB-8812-5BB4D83AAC6A}" dt="2026-09-07T01:36:11.054" v="2275" actId="208"/>
          <ac:spMkLst>
            <pc:docMk/>
            <pc:sldMk cId="1970027489" sldId="280"/>
            <ac:spMk id="20" creationId="{BBFB9D93-6252-4C78-9E43-1E70571520A5}"/>
          </ac:spMkLst>
        </pc:spChg>
        <pc:spChg chg="mod">
          <ac:chgData name="musukie52@gmail.com" userId="017bd91f96aa8751" providerId="LiveId" clId="{5B2C3894-F97E-4CAB-8812-5BB4D83AAC6A}" dt="2026-09-07T01:36:11.054" v="2275" actId="208"/>
          <ac:spMkLst>
            <pc:docMk/>
            <pc:sldMk cId="1970027489" sldId="280"/>
            <ac:spMk id="21" creationId="{77D4F6E3-DAD7-45A6-A916-6505BE42C276}"/>
          </ac:spMkLst>
        </pc:spChg>
        <pc:spChg chg="mod">
          <ac:chgData name="musukie52@gmail.com" userId="017bd91f96aa8751" providerId="LiveId" clId="{5B2C3894-F97E-4CAB-8812-5BB4D83AAC6A}" dt="2026-09-07T01:08:28.041" v="2234" actId="1076"/>
          <ac:spMkLst>
            <pc:docMk/>
            <pc:sldMk cId="1970027489" sldId="280"/>
            <ac:spMk id="22" creationId="{DEE82D8E-D9C5-4DE0-A7D5-55A858EDE101}"/>
          </ac:spMkLst>
        </pc:spChg>
        <pc:spChg chg="mod">
          <ac:chgData name="musukie52@gmail.com" userId="017bd91f96aa8751" providerId="LiveId" clId="{5B2C3894-F97E-4CAB-8812-5BB4D83AAC6A}" dt="2026-09-07T02:00:30.855" v="3059" actId="208"/>
          <ac:spMkLst>
            <pc:docMk/>
            <pc:sldMk cId="1970027489" sldId="280"/>
            <ac:spMk id="23" creationId="{66B2C071-BE8A-45BD-9DDA-023057CF2C89}"/>
          </ac:spMkLst>
        </pc:spChg>
        <pc:spChg chg="mod">
          <ac:chgData name="musukie52@gmail.com" userId="017bd91f96aa8751" providerId="LiveId" clId="{5B2C3894-F97E-4CAB-8812-5BB4D83AAC6A}" dt="2026-09-07T01:08:28.041" v="2234" actId="1076"/>
          <ac:spMkLst>
            <pc:docMk/>
            <pc:sldMk cId="1970027489" sldId="280"/>
            <ac:spMk id="24" creationId="{2E763C88-0A67-4D51-A8D1-656F57735A9B}"/>
          </ac:spMkLst>
        </pc:spChg>
        <pc:spChg chg="mod">
          <ac:chgData name="musukie52@gmail.com" userId="017bd91f96aa8751" providerId="LiveId" clId="{5B2C3894-F97E-4CAB-8812-5BB4D83AAC6A}" dt="2026-09-07T01:11:12.039" v="2263" actId="207"/>
          <ac:spMkLst>
            <pc:docMk/>
            <pc:sldMk cId="1970027489" sldId="280"/>
            <ac:spMk id="26" creationId="{F4305B10-FB97-4022-BD1C-971081D77AA4}"/>
          </ac:spMkLst>
        </pc:spChg>
        <pc:spChg chg="mod">
          <ac:chgData name="musukie52@gmail.com" userId="017bd91f96aa8751" providerId="LiveId" clId="{5B2C3894-F97E-4CAB-8812-5BB4D83AAC6A}" dt="2026-09-07T01:11:17.655" v="2264" actId="207"/>
          <ac:spMkLst>
            <pc:docMk/>
            <pc:sldMk cId="1970027489" sldId="280"/>
            <ac:spMk id="27" creationId="{CC31C6BD-FCA0-4A11-90B4-A23182501C8F}"/>
          </ac:spMkLst>
        </pc:spChg>
        <pc:spChg chg="add mod">
          <ac:chgData name="musukie52@gmail.com" userId="017bd91f96aa8751" providerId="LiveId" clId="{5B2C3894-F97E-4CAB-8812-5BB4D83AAC6A}" dt="2026-09-15T01:23:35.699" v="6533" actId="27636"/>
          <ac:spMkLst>
            <pc:docMk/>
            <pc:sldMk cId="1970027489" sldId="280"/>
            <ac:spMk id="85" creationId="{41DC59E7-7F39-8012-7C13-60929D15802B}"/>
          </ac:spMkLst>
        </pc:spChg>
        <pc:spChg chg="add mod">
          <ac:chgData name="musukie52@gmail.com" userId="017bd91f96aa8751" providerId="LiveId" clId="{5B2C3894-F97E-4CAB-8812-5BB4D83AAC6A}" dt="2026-09-07T01:36:11.054" v="2275" actId="208"/>
          <ac:spMkLst>
            <pc:docMk/>
            <pc:sldMk cId="1970027489" sldId="280"/>
            <ac:spMk id="89" creationId="{4736BF5D-83DC-7C18-7322-CB5E8E58D2D8}"/>
          </ac:spMkLst>
        </pc:spChg>
        <pc:spChg chg="add">
          <ac:chgData name="musukie52@gmail.com" userId="017bd91f96aa8751" providerId="LiveId" clId="{5B2C3894-F97E-4CAB-8812-5BB4D83AAC6A}" dt="2026-09-07T01:47:55.218" v="2738" actId="22"/>
          <ac:spMkLst>
            <pc:docMk/>
            <pc:sldMk cId="1970027489" sldId="280"/>
            <ac:spMk id="96" creationId="{9B7602B4-FCB5-1B64-0A4E-E8CC2829C841}"/>
          </ac:spMkLst>
        </pc:spChg>
        <pc:spChg chg="add">
          <ac:chgData name="musukie52@gmail.com" userId="017bd91f96aa8751" providerId="LiveId" clId="{5B2C3894-F97E-4CAB-8812-5BB4D83AAC6A}" dt="2026-09-07T02:00:54.898" v="3063" actId="22"/>
          <ac:spMkLst>
            <pc:docMk/>
            <pc:sldMk cId="1970027489" sldId="280"/>
            <ac:spMk id="98" creationId="{468354E9-6006-A850-7243-17481D02382A}"/>
          </ac:spMkLst>
        </pc:spChg>
      </pc:sldChg>
      <pc:sldChg chg="addSp delSp modSp add mod">
        <pc:chgData name="musukie52@gmail.com" userId="017bd91f96aa8751" providerId="LiveId" clId="{5B2C3894-F97E-4CAB-8812-5BB4D83AAC6A}" dt="2026-09-07T02:00:56.299" v="3064" actId="22"/>
        <pc:sldMkLst>
          <pc:docMk/>
          <pc:sldMk cId="2948006712" sldId="281"/>
        </pc:sldMkLst>
        <pc:spChg chg="mod">
          <ac:chgData name="musukie52@gmail.com" userId="017bd91f96aa8751" providerId="LiveId" clId="{5B2C3894-F97E-4CAB-8812-5BB4D83AAC6A}" dt="2026-09-07T00:10:29.842" v="1432" actId="20577"/>
          <ac:spMkLst>
            <pc:docMk/>
            <pc:sldMk cId="2948006712" sldId="281"/>
            <ac:spMk id="4" creationId="{75A455DB-E9F0-482A-6F66-0DB7BFE35A64}"/>
          </ac:spMkLst>
        </pc:spChg>
        <pc:spChg chg="mod">
          <ac:chgData name="musukie52@gmail.com" userId="017bd91f96aa8751" providerId="LiveId" clId="{5B2C3894-F97E-4CAB-8812-5BB4D83AAC6A}" dt="2026-09-07T01:45:19.730" v="2714" actId="1076"/>
          <ac:spMkLst>
            <pc:docMk/>
            <pc:sldMk cId="2948006712" sldId="281"/>
            <ac:spMk id="7" creationId="{059A9049-F816-6F7D-1EBF-7119DAD5DB01}"/>
          </ac:spMkLst>
        </pc:spChg>
        <pc:spChg chg="add mod">
          <ac:chgData name="musukie52@gmail.com" userId="017bd91f96aa8751" providerId="LiveId" clId="{5B2C3894-F97E-4CAB-8812-5BB4D83AAC6A}" dt="2026-09-07T01:44:47.561" v="2570" actId="20577"/>
          <ac:spMkLst>
            <pc:docMk/>
            <pc:sldMk cId="2948006712" sldId="281"/>
            <ac:spMk id="8" creationId="{E586D0F1-4A59-8E13-E37E-58EA544A9BB4}"/>
          </ac:spMkLst>
        </pc:spChg>
        <pc:spChg chg="mod">
          <ac:chgData name="musukie52@gmail.com" userId="017bd91f96aa8751" providerId="LiveId" clId="{5B2C3894-F97E-4CAB-8812-5BB4D83AAC6A}" dt="2026-09-07T01:43:40.439" v="2375" actId="21"/>
          <ac:spMkLst>
            <pc:docMk/>
            <pc:sldMk cId="2948006712" sldId="281"/>
            <ac:spMk id="9" creationId="{13A5FED6-5C86-D7A6-7DFE-AEA43498D9F0}"/>
          </ac:spMkLst>
        </pc:spChg>
        <pc:spChg chg="add mod ord">
          <ac:chgData name="musukie52@gmail.com" userId="017bd91f96aa8751" providerId="LiveId" clId="{5B2C3894-F97E-4CAB-8812-5BB4D83AAC6A}" dt="2026-09-07T01:53:02.034" v="2830" actId="167"/>
          <ac:spMkLst>
            <pc:docMk/>
            <pc:sldMk cId="2948006712" sldId="281"/>
            <ac:spMk id="30" creationId="{CBAD03F2-414E-3F69-19E9-8F5BD73120B4}"/>
          </ac:spMkLst>
        </pc:spChg>
        <pc:spChg chg="add mod">
          <ac:chgData name="musukie52@gmail.com" userId="017bd91f96aa8751" providerId="LiveId" clId="{5B2C3894-F97E-4CAB-8812-5BB4D83AAC6A}" dt="2026-09-07T01:36:18.436" v="2277" actId="208"/>
          <ac:spMkLst>
            <pc:docMk/>
            <pc:sldMk cId="2948006712" sldId="281"/>
            <ac:spMk id="31" creationId="{AA18EA37-EE0D-D22C-B62B-134685C39B4D}"/>
          </ac:spMkLst>
        </pc:spChg>
        <pc:spChg chg="mod">
          <ac:chgData name="musukie52@gmail.com" userId="017bd91f96aa8751" providerId="LiveId" clId="{5B2C3894-F97E-4CAB-8812-5BB4D83AAC6A}" dt="2026-09-07T00:59:18.918" v="1915" actId="1076"/>
          <ac:spMkLst>
            <pc:docMk/>
            <pc:sldMk cId="2948006712" sldId="281"/>
            <ac:spMk id="32" creationId="{06F75DCC-723D-7328-85C3-0F43AB4D78D6}"/>
          </ac:spMkLst>
        </pc:spChg>
        <pc:spChg chg="add mod ord">
          <ac:chgData name="musukie52@gmail.com" userId="017bd91f96aa8751" providerId="LiveId" clId="{5B2C3894-F97E-4CAB-8812-5BB4D83AAC6A}" dt="2026-09-07T02:00:36.206" v="3060" actId="208"/>
          <ac:spMkLst>
            <pc:docMk/>
            <pc:sldMk cId="2948006712" sldId="281"/>
            <ac:spMk id="33" creationId="{B80F5481-DDA0-D8C8-AD87-395C68BD0B33}"/>
          </ac:spMkLst>
        </pc:spChg>
        <pc:spChg chg="mod ord">
          <ac:chgData name="musukie52@gmail.com" userId="017bd91f96aa8751" providerId="LiveId" clId="{5B2C3894-F97E-4CAB-8812-5BB4D83AAC6A}" dt="2026-09-07T01:53:02.034" v="2830" actId="167"/>
          <ac:spMkLst>
            <pc:docMk/>
            <pc:sldMk cId="2948006712" sldId="281"/>
            <ac:spMk id="34" creationId="{DF08E3A7-8120-F4CD-E45D-C911269CC908}"/>
          </ac:spMkLst>
        </pc:spChg>
        <pc:spChg chg="add mod">
          <ac:chgData name="musukie52@gmail.com" userId="017bd91f96aa8751" providerId="LiveId" clId="{5B2C3894-F97E-4CAB-8812-5BB4D83AAC6A}" dt="2026-09-07T01:36:27.977" v="2279" actId="208"/>
          <ac:spMkLst>
            <pc:docMk/>
            <pc:sldMk cId="2948006712" sldId="281"/>
            <ac:spMk id="35" creationId="{4617BFC6-7F5D-9790-B426-E1714D1BC347}"/>
          </ac:spMkLst>
        </pc:spChg>
        <pc:spChg chg="add mod">
          <ac:chgData name="musukie52@gmail.com" userId="017bd91f96aa8751" providerId="LiveId" clId="{5B2C3894-F97E-4CAB-8812-5BB4D83AAC6A}" dt="2026-09-07T00:59:18.918" v="1915" actId="1076"/>
          <ac:spMkLst>
            <pc:docMk/>
            <pc:sldMk cId="2948006712" sldId="281"/>
            <ac:spMk id="38" creationId="{B4EC7E0F-A28A-9AAF-9A8A-1D2751521042}"/>
          </ac:spMkLst>
        </pc:spChg>
        <pc:spChg chg="add mod">
          <ac:chgData name="musukie52@gmail.com" userId="017bd91f96aa8751" providerId="LiveId" clId="{5B2C3894-F97E-4CAB-8812-5BB4D83AAC6A}" dt="2026-09-07T01:00:48.785" v="2016" actId="1076"/>
          <ac:spMkLst>
            <pc:docMk/>
            <pc:sldMk cId="2948006712" sldId="281"/>
            <ac:spMk id="39" creationId="{BA4E69B3-4093-6FB8-624B-3F1AA96AA813}"/>
          </ac:spMkLst>
        </pc:spChg>
        <pc:spChg chg="add mod">
          <ac:chgData name="musukie52@gmail.com" userId="017bd91f96aa8751" providerId="LiveId" clId="{5B2C3894-F97E-4CAB-8812-5BB4D83AAC6A}" dt="2026-09-07T00:57:07.334" v="1882" actId="1076"/>
          <ac:spMkLst>
            <pc:docMk/>
            <pc:sldMk cId="2948006712" sldId="281"/>
            <ac:spMk id="41" creationId="{2FB9C6B6-C842-C47F-59B0-D271203CC55A}"/>
          </ac:spMkLst>
        </pc:spChg>
        <pc:spChg chg="add mod">
          <ac:chgData name="musukie52@gmail.com" userId="017bd91f96aa8751" providerId="LiveId" clId="{5B2C3894-F97E-4CAB-8812-5BB4D83AAC6A}" dt="2026-09-07T00:10:51.880" v="1437"/>
          <ac:spMkLst>
            <pc:docMk/>
            <pc:sldMk cId="2948006712" sldId="281"/>
            <ac:spMk id="54" creationId="{C3482B3D-6B0A-923B-6040-7DB5484BC398}"/>
          </ac:spMkLst>
        </pc:spChg>
        <pc:spChg chg="add">
          <ac:chgData name="musukie52@gmail.com" userId="017bd91f96aa8751" providerId="LiveId" clId="{5B2C3894-F97E-4CAB-8812-5BB4D83AAC6A}" dt="2026-09-07T01:47:58.764" v="2740" actId="22"/>
          <ac:spMkLst>
            <pc:docMk/>
            <pc:sldMk cId="2948006712" sldId="281"/>
            <ac:spMk id="158" creationId="{423B0975-8499-0020-FD9B-509143AE10B9}"/>
          </ac:spMkLst>
        </pc:spChg>
        <pc:spChg chg="add">
          <ac:chgData name="musukie52@gmail.com" userId="017bd91f96aa8751" providerId="LiveId" clId="{5B2C3894-F97E-4CAB-8812-5BB4D83AAC6A}" dt="2026-09-07T02:00:56.299" v="3064" actId="22"/>
          <ac:spMkLst>
            <pc:docMk/>
            <pc:sldMk cId="2948006712" sldId="281"/>
            <ac:spMk id="180" creationId="{0B321679-623C-3D9B-F359-288EF86FFB32}"/>
          </ac:spMkLst>
        </pc:spChg>
        <pc:picChg chg="add">
          <ac:chgData name="musukie52@gmail.com" userId="017bd91f96aa8751" providerId="LiveId" clId="{5B2C3894-F97E-4CAB-8812-5BB4D83AAC6A}" dt="2026-09-07T01:38:09.440" v="2322" actId="22"/>
          <ac:picMkLst>
            <pc:docMk/>
            <pc:sldMk cId="2948006712" sldId="281"/>
            <ac:picMk id="146" creationId="{98AE3656-B4D3-E3C5-80BA-5CB5EA3D4193}"/>
          </ac:picMkLst>
        </pc:picChg>
        <pc:picChg chg="add">
          <ac:chgData name="musukie52@gmail.com" userId="017bd91f96aa8751" providerId="LiveId" clId="{5B2C3894-F97E-4CAB-8812-5BB4D83AAC6A}" dt="2026-09-07T01:38:16.552" v="2326" actId="22"/>
          <ac:picMkLst>
            <pc:docMk/>
            <pc:sldMk cId="2948006712" sldId="281"/>
            <ac:picMk id="148" creationId="{DBBBB500-671B-B8FD-DFCE-A582F23B6C88}"/>
          </ac:picMkLst>
        </pc:picChg>
        <pc:picChg chg="add">
          <ac:chgData name="musukie52@gmail.com" userId="017bd91f96aa8751" providerId="LiveId" clId="{5B2C3894-F97E-4CAB-8812-5BB4D83AAC6A}" dt="2026-09-07T01:38:23.721" v="2330" actId="22"/>
          <ac:picMkLst>
            <pc:docMk/>
            <pc:sldMk cId="2948006712" sldId="281"/>
            <ac:picMk id="150" creationId="{02B54A7D-2DFB-AD37-9C2A-00B3D58BB8C8}"/>
          </ac:picMkLst>
        </pc:picChg>
        <pc:picChg chg="add">
          <ac:chgData name="musukie52@gmail.com" userId="017bd91f96aa8751" providerId="LiveId" clId="{5B2C3894-F97E-4CAB-8812-5BB4D83AAC6A}" dt="2026-09-07T01:38:31.522" v="2334" actId="22"/>
          <ac:picMkLst>
            <pc:docMk/>
            <pc:sldMk cId="2948006712" sldId="281"/>
            <ac:picMk id="152" creationId="{56CC8D5F-FDC3-3289-57D2-5E5D27BB3F6C}"/>
          </ac:picMkLst>
        </pc:picChg>
        <pc:picChg chg="add">
          <ac:chgData name="musukie52@gmail.com" userId="017bd91f96aa8751" providerId="LiveId" clId="{5B2C3894-F97E-4CAB-8812-5BB4D83AAC6A}" dt="2026-09-07T01:38:37.281" v="2338" actId="22"/>
          <ac:picMkLst>
            <pc:docMk/>
            <pc:sldMk cId="2948006712" sldId="281"/>
            <ac:picMk id="154" creationId="{8ADD5DE1-7C59-1409-6A7B-CFD772709C56}"/>
          </ac:picMkLst>
        </pc:picChg>
        <pc:picChg chg="add mod ord modCrop">
          <ac:chgData name="musukie52@gmail.com" userId="017bd91f96aa8751" providerId="LiveId" clId="{5B2C3894-F97E-4CAB-8812-5BB4D83AAC6A}" dt="2026-09-07T01:56:35.116" v="2945" actId="167"/>
          <ac:picMkLst>
            <pc:docMk/>
            <pc:sldMk cId="2948006712" sldId="281"/>
            <ac:picMk id="170" creationId="{92C27270-9A3D-DDED-3FC7-E231BFAD9476}"/>
          </ac:picMkLst>
        </pc:picChg>
        <pc:picChg chg="add mod ord modCrop">
          <ac:chgData name="musukie52@gmail.com" userId="017bd91f96aa8751" providerId="LiveId" clId="{5B2C3894-F97E-4CAB-8812-5BB4D83AAC6A}" dt="2026-09-07T01:56:35.116" v="2945" actId="167"/>
          <ac:picMkLst>
            <pc:docMk/>
            <pc:sldMk cId="2948006712" sldId="281"/>
            <ac:picMk id="172" creationId="{D15E4B36-508D-A4C6-777F-05226E649668}"/>
          </ac:picMkLst>
        </pc:picChg>
        <pc:picChg chg="add mod ord modCrop">
          <ac:chgData name="musukie52@gmail.com" userId="017bd91f96aa8751" providerId="LiveId" clId="{5B2C3894-F97E-4CAB-8812-5BB4D83AAC6A}" dt="2026-09-07T01:57:06.443" v="2958" actId="1036"/>
          <ac:picMkLst>
            <pc:docMk/>
            <pc:sldMk cId="2948006712" sldId="281"/>
            <ac:picMk id="174" creationId="{3641BE55-6A8E-871E-ED7C-E41E6C05D2FB}"/>
          </ac:picMkLst>
        </pc:picChg>
        <pc:picChg chg="add mod ord modCrop">
          <ac:chgData name="musukie52@gmail.com" userId="017bd91f96aa8751" providerId="LiveId" clId="{5B2C3894-F97E-4CAB-8812-5BB4D83AAC6A}" dt="2026-09-07T01:57:06.443" v="2958" actId="1036"/>
          <ac:picMkLst>
            <pc:docMk/>
            <pc:sldMk cId="2948006712" sldId="281"/>
            <ac:picMk id="176" creationId="{0F47E215-32CC-4042-C2F6-F05266FB20FC}"/>
          </ac:picMkLst>
        </pc:picChg>
        <pc:picChg chg="add mod ord modCrop">
          <ac:chgData name="musukie52@gmail.com" userId="017bd91f96aa8751" providerId="LiveId" clId="{5B2C3894-F97E-4CAB-8812-5BB4D83AAC6A}" dt="2026-09-07T01:56:35.116" v="2945" actId="167"/>
          <ac:picMkLst>
            <pc:docMk/>
            <pc:sldMk cId="2948006712" sldId="281"/>
            <ac:picMk id="178" creationId="{34FD889E-E218-E9A3-0446-26B2A64E1790}"/>
          </ac:picMkLst>
        </pc:picChg>
        <pc:cxnChg chg="mod">
          <ac:chgData name="musukie52@gmail.com" userId="017bd91f96aa8751" providerId="LiveId" clId="{5B2C3894-F97E-4CAB-8812-5BB4D83AAC6A}" dt="2026-09-07T00:59:05.207" v="1914" actId="14100"/>
          <ac:cxnSpMkLst>
            <pc:docMk/>
            <pc:sldMk cId="2948006712" sldId="281"/>
            <ac:cxnSpMk id="58" creationId="{E8FB5CC6-E159-E295-B1A5-B42905B1776B}"/>
          </ac:cxnSpMkLst>
        </pc:cxnChg>
        <pc:cxnChg chg="mod">
          <ac:chgData name="musukie52@gmail.com" userId="017bd91f96aa8751" providerId="LiveId" clId="{5B2C3894-F97E-4CAB-8812-5BB4D83AAC6A}" dt="2026-09-07T00:58:57.958" v="1912" actId="14100"/>
          <ac:cxnSpMkLst>
            <pc:docMk/>
            <pc:sldMk cId="2948006712" sldId="281"/>
            <ac:cxnSpMk id="60" creationId="{CC5F0FE3-75E2-7EE8-9934-6F33CA2F6188}"/>
          </ac:cxnSpMkLst>
        </pc:cxnChg>
        <pc:cxnChg chg="add mod">
          <ac:chgData name="musukie52@gmail.com" userId="017bd91f96aa8751" providerId="LiveId" clId="{5B2C3894-F97E-4CAB-8812-5BB4D83AAC6A}" dt="2026-09-07T00:59:18.918" v="1915" actId="1076"/>
          <ac:cxnSpMkLst>
            <pc:docMk/>
            <pc:sldMk cId="2948006712" sldId="281"/>
            <ac:cxnSpMk id="106" creationId="{B68B58C3-6E40-A32F-C92E-513852E951D9}"/>
          </ac:cxnSpMkLst>
        </pc:cxnChg>
        <pc:cxnChg chg="add mod">
          <ac:chgData name="musukie52@gmail.com" userId="017bd91f96aa8751" providerId="LiveId" clId="{5B2C3894-F97E-4CAB-8812-5BB4D83AAC6A}" dt="2026-09-07T00:59:18.918" v="1915" actId="1076"/>
          <ac:cxnSpMkLst>
            <pc:docMk/>
            <pc:sldMk cId="2948006712" sldId="281"/>
            <ac:cxnSpMk id="108" creationId="{D1872D63-B638-634E-7F73-2FE40C91347D}"/>
          </ac:cxnSpMkLst>
        </pc:cxnChg>
      </pc:sldChg>
      <pc:sldChg chg="addSp delSp modSp add mod">
        <pc:chgData name="musukie52@gmail.com" userId="017bd91f96aa8751" providerId="LiveId" clId="{5B2C3894-F97E-4CAB-8812-5BB4D83AAC6A}" dt="2026-09-15T01:23:35.714" v="6536" actId="27636"/>
        <pc:sldMkLst>
          <pc:docMk/>
          <pc:sldMk cId="907403103" sldId="283"/>
        </pc:sldMkLst>
        <pc:spChg chg="mod">
          <ac:chgData name="musukie52@gmail.com" userId="017bd91f96aa8751" providerId="LiveId" clId="{5B2C3894-F97E-4CAB-8812-5BB4D83AAC6A}" dt="2026-09-07T01:59:17.484" v="3024" actId="20577"/>
          <ac:spMkLst>
            <pc:docMk/>
            <pc:sldMk cId="907403103" sldId="283"/>
            <ac:spMk id="4" creationId="{A599B2B6-7FF3-985C-ACAF-D5A9D086C452}"/>
          </ac:spMkLst>
        </pc:spChg>
        <pc:spChg chg="add mod">
          <ac:chgData name="musukie52@gmail.com" userId="017bd91f96aa8751" providerId="LiveId" clId="{5B2C3894-F97E-4CAB-8812-5BB4D83AAC6A}" dt="2026-09-07T02:16:29.983" v="3363" actId="208"/>
          <ac:spMkLst>
            <pc:docMk/>
            <pc:sldMk cId="907403103" sldId="283"/>
            <ac:spMk id="6" creationId="{C0F2E0CB-0A82-4BA6-5549-D7DDACB3E944}"/>
          </ac:spMkLst>
        </pc:spChg>
        <pc:spChg chg="mod">
          <ac:chgData name="musukie52@gmail.com" userId="017bd91f96aa8751" providerId="LiveId" clId="{5B2C3894-F97E-4CAB-8812-5BB4D83AAC6A}" dt="2026-09-07T02:16:23.463" v="3362" actId="1076"/>
          <ac:spMkLst>
            <pc:docMk/>
            <pc:sldMk cId="907403103" sldId="283"/>
            <ac:spMk id="28" creationId="{E954BBFC-1345-11BD-2F02-79E11DECD4C0}"/>
          </ac:spMkLst>
        </pc:spChg>
        <pc:spChg chg="mod">
          <ac:chgData name="musukie52@gmail.com" userId="017bd91f96aa8751" providerId="LiveId" clId="{5B2C3894-F97E-4CAB-8812-5BB4D83AAC6A}" dt="2026-09-07T02:08:53.717" v="3252" actId="1076"/>
          <ac:spMkLst>
            <pc:docMk/>
            <pc:sldMk cId="907403103" sldId="283"/>
            <ac:spMk id="40" creationId="{85413EC1-2E9D-7A38-B355-3347DD13313E}"/>
          </ac:spMkLst>
        </pc:spChg>
        <pc:spChg chg="mod">
          <ac:chgData name="musukie52@gmail.com" userId="017bd91f96aa8751" providerId="LiveId" clId="{5B2C3894-F97E-4CAB-8812-5BB4D83AAC6A}" dt="2026-09-07T02:08:38.215" v="3249" actId="1076"/>
          <ac:spMkLst>
            <pc:docMk/>
            <pc:sldMk cId="907403103" sldId="283"/>
            <ac:spMk id="43" creationId="{4DD6DE3C-2BE6-507D-284C-C83F6FA654C9}"/>
          </ac:spMkLst>
        </pc:spChg>
        <pc:spChg chg="mod">
          <ac:chgData name="musukie52@gmail.com" userId="017bd91f96aa8751" providerId="LiveId" clId="{5B2C3894-F97E-4CAB-8812-5BB4D83AAC6A}" dt="2026-09-07T02:16:23.463" v="3362" actId="1076"/>
          <ac:spMkLst>
            <pc:docMk/>
            <pc:sldMk cId="907403103" sldId="283"/>
            <ac:spMk id="45" creationId="{224970D0-45BD-62FD-3892-5C03F201479A}"/>
          </ac:spMkLst>
        </pc:spChg>
        <pc:spChg chg="mod">
          <ac:chgData name="musukie52@gmail.com" userId="017bd91f96aa8751" providerId="LiveId" clId="{5B2C3894-F97E-4CAB-8812-5BB4D83AAC6A}" dt="2026-09-07T02:08:53.717" v="3252" actId="1076"/>
          <ac:spMkLst>
            <pc:docMk/>
            <pc:sldMk cId="907403103" sldId="283"/>
            <ac:spMk id="47" creationId="{92F80011-2614-B1E7-67A6-EF826037FE94}"/>
          </ac:spMkLst>
        </pc:spChg>
        <pc:spChg chg="mod">
          <ac:chgData name="musukie52@gmail.com" userId="017bd91f96aa8751" providerId="LiveId" clId="{5B2C3894-F97E-4CAB-8812-5BB4D83AAC6A}" dt="2026-09-07T02:08:38.215" v="3249" actId="1076"/>
          <ac:spMkLst>
            <pc:docMk/>
            <pc:sldMk cId="907403103" sldId="283"/>
            <ac:spMk id="52" creationId="{21AD1D7A-C90D-C9F5-BD9C-0BC26D843E92}"/>
          </ac:spMkLst>
        </pc:spChg>
        <pc:spChg chg="mod">
          <ac:chgData name="musukie52@gmail.com" userId="017bd91f96aa8751" providerId="LiveId" clId="{5B2C3894-F97E-4CAB-8812-5BB4D83AAC6A}" dt="2026-09-07T02:16:29.983" v="3363" actId="208"/>
          <ac:spMkLst>
            <pc:docMk/>
            <pc:sldMk cId="907403103" sldId="283"/>
            <ac:spMk id="56" creationId="{BE902746-669F-798A-BFFB-F25D6843AAB8}"/>
          </ac:spMkLst>
        </pc:spChg>
        <pc:spChg chg="mod">
          <ac:chgData name="musukie52@gmail.com" userId="017bd91f96aa8751" providerId="LiveId" clId="{5B2C3894-F97E-4CAB-8812-5BB4D83AAC6A}" dt="2026-09-07T02:08:53.717" v="3252" actId="1076"/>
          <ac:spMkLst>
            <pc:docMk/>
            <pc:sldMk cId="907403103" sldId="283"/>
            <ac:spMk id="59" creationId="{5339F120-957E-7AED-8BAB-4EF1CC1C74F5}"/>
          </ac:spMkLst>
        </pc:spChg>
        <pc:spChg chg="mod">
          <ac:chgData name="musukie52@gmail.com" userId="017bd91f96aa8751" providerId="LiveId" clId="{5B2C3894-F97E-4CAB-8812-5BB4D83AAC6A}" dt="2026-09-07T02:08:38.215" v="3249" actId="1076"/>
          <ac:spMkLst>
            <pc:docMk/>
            <pc:sldMk cId="907403103" sldId="283"/>
            <ac:spMk id="63" creationId="{DE826FA5-5AC5-5290-6377-8B021A1320EC}"/>
          </ac:spMkLst>
        </pc:spChg>
        <pc:spChg chg="mod">
          <ac:chgData name="musukie52@gmail.com" userId="017bd91f96aa8751" providerId="LiveId" clId="{5B2C3894-F97E-4CAB-8812-5BB4D83AAC6A}" dt="2026-09-07T02:16:29.983" v="3363" actId="208"/>
          <ac:spMkLst>
            <pc:docMk/>
            <pc:sldMk cId="907403103" sldId="283"/>
            <ac:spMk id="67" creationId="{9D818DE8-BC50-91AE-776A-02D36BAD8787}"/>
          </ac:spMkLst>
        </pc:spChg>
        <pc:spChg chg="mod">
          <ac:chgData name="musukie52@gmail.com" userId="017bd91f96aa8751" providerId="LiveId" clId="{5B2C3894-F97E-4CAB-8812-5BB4D83AAC6A}" dt="2026-09-07T02:08:53.717" v="3252" actId="1076"/>
          <ac:spMkLst>
            <pc:docMk/>
            <pc:sldMk cId="907403103" sldId="283"/>
            <ac:spMk id="71" creationId="{2829139A-85E6-72EB-E76D-D80B01D81620}"/>
          </ac:spMkLst>
        </pc:spChg>
        <pc:spChg chg="mod">
          <ac:chgData name="musukie52@gmail.com" userId="017bd91f96aa8751" providerId="LiveId" clId="{5B2C3894-F97E-4CAB-8812-5BB4D83AAC6A}" dt="2026-09-07T02:08:38.215" v="3249" actId="1076"/>
          <ac:spMkLst>
            <pc:docMk/>
            <pc:sldMk cId="907403103" sldId="283"/>
            <ac:spMk id="75" creationId="{62B99377-6751-8340-44E2-C210C3DB38DA}"/>
          </ac:spMkLst>
        </pc:spChg>
        <pc:spChg chg="mod">
          <ac:chgData name="musukie52@gmail.com" userId="017bd91f96aa8751" providerId="LiveId" clId="{5B2C3894-F97E-4CAB-8812-5BB4D83AAC6A}" dt="2026-09-07T02:04:59.400" v="3148" actId="1076"/>
          <ac:spMkLst>
            <pc:docMk/>
            <pc:sldMk cId="907403103" sldId="283"/>
            <ac:spMk id="77" creationId="{F0E6ECD6-E160-E2AC-682C-8ADDC024C0E8}"/>
          </ac:spMkLst>
        </pc:spChg>
        <pc:spChg chg="add mod">
          <ac:chgData name="musukie52@gmail.com" userId="017bd91f96aa8751" providerId="LiveId" clId="{5B2C3894-F97E-4CAB-8812-5BB4D83AAC6A}" dt="2026-09-07T02:05:31.605" v="3153" actId="1076"/>
          <ac:spMkLst>
            <pc:docMk/>
            <pc:sldMk cId="907403103" sldId="283"/>
            <ac:spMk id="79" creationId="{E20CA1D7-35D6-1508-B6F5-D77DC4773623}"/>
          </ac:spMkLst>
        </pc:spChg>
        <pc:spChg chg="mod">
          <ac:chgData name="musukie52@gmail.com" userId="017bd91f96aa8751" providerId="LiveId" clId="{5B2C3894-F97E-4CAB-8812-5BB4D83AAC6A}" dt="2026-09-07T02:05:31.605" v="3153" actId="1076"/>
          <ac:spMkLst>
            <pc:docMk/>
            <pc:sldMk cId="907403103" sldId="283"/>
            <ac:spMk id="81" creationId="{06FAD72F-6ACB-E3C5-FB55-0DC81D1D6B7D}"/>
          </ac:spMkLst>
        </pc:spChg>
        <pc:spChg chg="mod">
          <ac:chgData name="musukie52@gmail.com" userId="017bd91f96aa8751" providerId="LiveId" clId="{5B2C3894-F97E-4CAB-8812-5BB4D83AAC6A}" dt="2026-09-07T02:06:49.096" v="3239" actId="1037"/>
          <ac:spMkLst>
            <pc:docMk/>
            <pc:sldMk cId="907403103" sldId="283"/>
            <ac:spMk id="83" creationId="{CFC223DD-EFE6-06A5-9BEC-971D1878569E}"/>
          </ac:spMkLst>
        </pc:spChg>
        <pc:spChg chg="mod">
          <ac:chgData name="musukie52@gmail.com" userId="017bd91f96aa8751" providerId="LiveId" clId="{5B2C3894-F97E-4CAB-8812-5BB4D83AAC6A}" dt="2026-09-07T02:05:31.605" v="3153" actId="1076"/>
          <ac:spMkLst>
            <pc:docMk/>
            <pc:sldMk cId="907403103" sldId="283"/>
            <ac:spMk id="85" creationId="{D3C4CCBB-7B9E-6DFE-7B8D-4B2509A6F07D}"/>
          </ac:spMkLst>
        </pc:spChg>
        <pc:spChg chg="add mod">
          <ac:chgData name="musukie52@gmail.com" userId="017bd91f96aa8751" providerId="LiveId" clId="{5B2C3894-F97E-4CAB-8812-5BB4D83AAC6A}" dt="2026-09-07T02:05:31.605" v="3153" actId="1076"/>
          <ac:spMkLst>
            <pc:docMk/>
            <pc:sldMk cId="907403103" sldId="283"/>
            <ac:spMk id="87" creationId="{111DF556-35D0-499A-0955-ACEDA654EC9A}"/>
          </ac:spMkLst>
        </pc:spChg>
        <pc:spChg chg="mod">
          <ac:chgData name="musukie52@gmail.com" userId="017bd91f96aa8751" providerId="LiveId" clId="{5B2C3894-F97E-4CAB-8812-5BB4D83AAC6A}" dt="2026-09-07T02:05:31.605" v="3153" actId="1076"/>
          <ac:spMkLst>
            <pc:docMk/>
            <pc:sldMk cId="907403103" sldId="283"/>
            <ac:spMk id="89" creationId="{8A040E4B-F6D3-7BD0-E5D9-9089E0F6DF69}"/>
          </ac:spMkLst>
        </pc:spChg>
        <pc:spChg chg="mod">
          <ac:chgData name="musukie52@gmail.com" userId="017bd91f96aa8751" providerId="LiveId" clId="{5B2C3894-F97E-4CAB-8812-5BB4D83AAC6A}" dt="2026-09-07T02:06:49.096" v="3239" actId="1037"/>
          <ac:spMkLst>
            <pc:docMk/>
            <pc:sldMk cId="907403103" sldId="283"/>
            <ac:spMk id="91" creationId="{DE8AF9D9-E0C2-5397-8995-77B726BEA039}"/>
          </ac:spMkLst>
        </pc:spChg>
        <pc:spChg chg="mod">
          <ac:chgData name="musukie52@gmail.com" userId="017bd91f96aa8751" providerId="LiveId" clId="{5B2C3894-F97E-4CAB-8812-5BB4D83AAC6A}" dt="2026-09-07T02:05:31.605" v="3153" actId="1076"/>
          <ac:spMkLst>
            <pc:docMk/>
            <pc:sldMk cId="907403103" sldId="283"/>
            <ac:spMk id="94" creationId="{6EB279E0-7241-7C4F-86D0-13FA21058242}"/>
          </ac:spMkLst>
        </pc:spChg>
        <pc:spChg chg="mod">
          <ac:chgData name="musukie52@gmail.com" userId="017bd91f96aa8751" providerId="LiveId" clId="{5B2C3894-F97E-4CAB-8812-5BB4D83AAC6A}" dt="2026-09-07T02:05:15.158" v="3150" actId="1076"/>
          <ac:spMkLst>
            <pc:docMk/>
            <pc:sldMk cId="907403103" sldId="283"/>
            <ac:spMk id="96" creationId="{F5DCA165-1C29-B275-6858-FFB16C90F301}"/>
          </ac:spMkLst>
        </pc:spChg>
        <pc:spChg chg="add mod">
          <ac:chgData name="musukie52@gmail.com" userId="017bd91f96aa8751" providerId="LiveId" clId="{5B2C3894-F97E-4CAB-8812-5BB4D83AAC6A}" dt="2026-09-07T02:05:25.200" v="3152" actId="1076"/>
          <ac:spMkLst>
            <pc:docMk/>
            <pc:sldMk cId="907403103" sldId="283"/>
            <ac:spMk id="98" creationId="{DE6FDD2D-BA43-2CDF-4849-A780D0A6ED0F}"/>
          </ac:spMkLst>
        </pc:spChg>
        <pc:spChg chg="add mod">
          <ac:chgData name="musukie52@gmail.com" userId="017bd91f96aa8751" providerId="LiveId" clId="{5B2C3894-F97E-4CAB-8812-5BB4D83AAC6A}" dt="2026-09-07T02:06:49.096" v="3239" actId="1037"/>
          <ac:spMkLst>
            <pc:docMk/>
            <pc:sldMk cId="907403103" sldId="283"/>
            <ac:spMk id="100" creationId="{62421ECF-45B3-9F00-9C7F-0F39213ECD22}"/>
          </ac:spMkLst>
        </pc:spChg>
        <pc:spChg chg="mod">
          <ac:chgData name="musukie52@gmail.com" userId="017bd91f96aa8751" providerId="LiveId" clId="{5B2C3894-F97E-4CAB-8812-5BB4D83AAC6A}" dt="2026-09-07T02:05:25.200" v="3152" actId="1076"/>
          <ac:spMkLst>
            <pc:docMk/>
            <pc:sldMk cId="907403103" sldId="283"/>
            <ac:spMk id="102" creationId="{D7F4B301-7BEB-44F3-3CEC-9496D26962C4}"/>
          </ac:spMkLst>
        </pc:spChg>
        <pc:spChg chg="mod">
          <ac:chgData name="musukie52@gmail.com" userId="017bd91f96aa8751" providerId="LiveId" clId="{5B2C3894-F97E-4CAB-8812-5BB4D83AAC6A}" dt="2026-09-07T02:05:31.605" v="3153" actId="1076"/>
          <ac:spMkLst>
            <pc:docMk/>
            <pc:sldMk cId="907403103" sldId="283"/>
            <ac:spMk id="104" creationId="{8AC8F0A0-B061-4FCE-6062-19317708F41B}"/>
          </ac:spMkLst>
        </pc:spChg>
        <pc:spChg chg="mod">
          <ac:chgData name="musukie52@gmail.com" userId="017bd91f96aa8751" providerId="LiveId" clId="{5B2C3894-F97E-4CAB-8812-5BB4D83AAC6A}" dt="2026-09-15T01:23:35.710" v="6534" actId="27636"/>
          <ac:spMkLst>
            <pc:docMk/>
            <pc:sldMk cId="907403103" sldId="283"/>
            <ac:spMk id="114" creationId="{F519AE9F-AA14-9A33-2383-3BB520EB6B5C}"/>
          </ac:spMkLst>
        </pc:spChg>
        <pc:spChg chg="add">
          <ac:chgData name="musukie52@gmail.com" userId="017bd91f96aa8751" providerId="LiveId" clId="{5B2C3894-F97E-4CAB-8812-5BB4D83AAC6A}" dt="2026-09-07T01:58:57.796" v="2983" actId="22"/>
          <ac:spMkLst>
            <pc:docMk/>
            <pc:sldMk cId="907403103" sldId="283"/>
            <ac:spMk id="116" creationId="{AECB8942-29D5-83FF-9A7E-C235F094DBF2}"/>
          </ac:spMkLst>
        </pc:spChg>
        <pc:spChg chg="mod">
          <ac:chgData name="musukie52@gmail.com" userId="017bd91f96aa8751" providerId="LiveId" clId="{5B2C3894-F97E-4CAB-8812-5BB4D83AAC6A}" dt="2026-09-15T01:23:35.714" v="6536" actId="27636"/>
          <ac:spMkLst>
            <pc:docMk/>
            <pc:sldMk cId="907403103" sldId="283"/>
            <ac:spMk id="120" creationId="{454FABF6-C86C-FDC6-E99B-08178F0B7597}"/>
          </ac:spMkLst>
        </pc:spChg>
        <pc:spChg chg="add">
          <ac:chgData name="musukie52@gmail.com" userId="017bd91f96aa8751" providerId="LiveId" clId="{5B2C3894-F97E-4CAB-8812-5BB4D83AAC6A}" dt="2026-09-07T01:58:57.796" v="2983" actId="22"/>
          <ac:spMkLst>
            <pc:docMk/>
            <pc:sldMk cId="907403103" sldId="283"/>
            <ac:spMk id="122" creationId="{2E0F0C38-A408-0F7D-F443-9089B9F4CF52}"/>
          </ac:spMkLst>
        </pc:spChg>
        <pc:spChg chg="add">
          <ac:chgData name="musukie52@gmail.com" userId="017bd91f96aa8751" providerId="LiveId" clId="{5B2C3894-F97E-4CAB-8812-5BB4D83AAC6A}" dt="2026-09-07T01:58:57.796" v="2983" actId="22"/>
          <ac:spMkLst>
            <pc:docMk/>
            <pc:sldMk cId="907403103" sldId="283"/>
            <ac:spMk id="125" creationId="{B9049D7C-3832-840F-79A9-7E6A35EC72B7}"/>
          </ac:spMkLst>
        </pc:spChg>
        <pc:spChg chg="mod">
          <ac:chgData name="musukie52@gmail.com" userId="017bd91f96aa8751" providerId="LiveId" clId="{5B2C3894-F97E-4CAB-8812-5BB4D83AAC6A}" dt="2026-09-15T01:23:35.711" v="6535" actId="27636"/>
          <ac:spMkLst>
            <pc:docMk/>
            <pc:sldMk cId="907403103" sldId="283"/>
            <ac:spMk id="127" creationId="{E62EA71A-B52B-8E6D-BF6A-98640BDB8107}"/>
          </ac:spMkLst>
        </pc:spChg>
        <pc:spChg chg="mod">
          <ac:chgData name="musukie52@gmail.com" userId="017bd91f96aa8751" providerId="LiveId" clId="{5B2C3894-F97E-4CAB-8812-5BB4D83AAC6A}" dt="2026-09-07T02:05:04.187" v="3149" actId="1076"/>
          <ac:spMkLst>
            <pc:docMk/>
            <pc:sldMk cId="907403103" sldId="283"/>
            <ac:spMk id="133" creationId="{EE1C71E1-D21B-3210-C1DA-3C3A0D8BA391}"/>
          </ac:spMkLst>
        </pc:spChg>
        <pc:spChg chg="add mod">
          <ac:chgData name="musukie52@gmail.com" userId="017bd91f96aa8751" providerId="LiveId" clId="{5B2C3894-F97E-4CAB-8812-5BB4D83AAC6A}" dt="2026-09-07T02:05:15.158" v="3150" actId="1076"/>
          <ac:spMkLst>
            <pc:docMk/>
            <pc:sldMk cId="907403103" sldId="283"/>
            <ac:spMk id="135" creationId="{295261D4-1126-2A2B-5E81-982B4C4C35D6}"/>
          </ac:spMkLst>
        </pc:spChg>
        <pc:spChg chg="mod">
          <ac:chgData name="musukie52@gmail.com" userId="017bd91f96aa8751" providerId="LiveId" clId="{5B2C3894-F97E-4CAB-8812-5BB4D83AAC6A}" dt="2026-09-07T02:05:25.200" v="3152" actId="1076"/>
          <ac:spMkLst>
            <pc:docMk/>
            <pc:sldMk cId="907403103" sldId="283"/>
            <ac:spMk id="137" creationId="{C7317BA3-D26E-4E33-82AD-0873303E534C}"/>
          </ac:spMkLst>
        </pc:spChg>
        <pc:spChg chg="mod">
          <ac:chgData name="musukie52@gmail.com" userId="017bd91f96aa8751" providerId="LiveId" clId="{5B2C3894-F97E-4CAB-8812-5BB4D83AAC6A}" dt="2026-09-07T02:05:31.605" v="3153" actId="1076"/>
          <ac:spMkLst>
            <pc:docMk/>
            <pc:sldMk cId="907403103" sldId="283"/>
            <ac:spMk id="139" creationId="{33377BA2-B5D1-2EF1-66E3-C9829878FCDA}"/>
          </ac:spMkLst>
        </pc:spChg>
        <pc:spChg chg="add mod">
          <ac:chgData name="musukie52@gmail.com" userId="017bd91f96aa8751" providerId="LiveId" clId="{5B2C3894-F97E-4CAB-8812-5BB4D83AAC6A}" dt="2026-09-07T02:05:21.216" v="3151" actId="1076"/>
          <ac:spMkLst>
            <pc:docMk/>
            <pc:sldMk cId="907403103" sldId="283"/>
            <ac:spMk id="141" creationId="{C1EEE193-95DC-AEBB-A1A2-88649C73DCE4}"/>
          </ac:spMkLst>
        </pc:spChg>
        <pc:spChg chg="add mod">
          <ac:chgData name="musukie52@gmail.com" userId="017bd91f96aa8751" providerId="LiveId" clId="{5B2C3894-F97E-4CAB-8812-5BB4D83AAC6A}" dt="2026-09-07T02:05:04.187" v="3149" actId="1076"/>
          <ac:spMkLst>
            <pc:docMk/>
            <pc:sldMk cId="907403103" sldId="283"/>
            <ac:spMk id="143" creationId="{1CFFC929-F772-42B7-26CD-52B8DAD1B640}"/>
          </ac:spMkLst>
        </pc:spChg>
        <pc:spChg chg="add mod">
          <ac:chgData name="musukie52@gmail.com" userId="017bd91f96aa8751" providerId="LiveId" clId="{5B2C3894-F97E-4CAB-8812-5BB4D83AAC6A}" dt="2026-09-07T02:01:14.473" v="3097" actId="20577"/>
          <ac:spMkLst>
            <pc:docMk/>
            <pc:sldMk cId="907403103" sldId="283"/>
            <ac:spMk id="159" creationId="{6B6556FA-C0A2-197C-A5B2-4DF489156F31}"/>
          </ac:spMkLst>
        </pc:spChg>
        <pc:spChg chg="add mod">
          <ac:chgData name="musukie52@gmail.com" userId="017bd91f96aa8751" providerId="LiveId" clId="{5B2C3894-F97E-4CAB-8812-5BB4D83AAC6A}" dt="2026-09-07T02:16:29.983" v="3363" actId="208"/>
          <ac:spMkLst>
            <pc:docMk/>
            <pc:sldMk cId="907403103" sldId="283"/>
            <ac:spMk id="183" creationId="{A74F544C-4701-F399-5695-8CEF62B0A387}"/>
          </ac:spMkLst>
        </pc:spChg>
        <pc:spChg chg="add mod">
          <ac:chgData name="musukie52@gmail.com" userId="017bd91f96aa8751" providerId="LiveId" clId="{5B2C3894-F97E-4CAB-8812-5BB4D83AAC6A}" dt="2026-09-07T02:08:53.717" v="3252" actId="1076"/>
          <ac:spMkLst>
            <pc:docMk/>
            <pc:sldMk cId="907403103" sldId="283"/>
            <ac:spMk id="185" creationId="{17C59F54-E4B7-97F6-46B8-B81F25D96DB7}"/>
          </ac:spMkLst>
        </pc:spChg>
        <pc:spChg chg="add mod">
          <ac:chgData name="musukie52@gmail.com" userId="017bd91f96aa8751" providerId="LiveId" clId="{5B2C3894-F97E-4CAB-8812-5BB4D83AAC6A}" dt="2026-09-07T02:08:38.215" v="3249" actId="1076"/>
          <ac:spMkLst>
            <pc:docMk/>
            <pc:sldMk cId="907403103" sldId="283"/>
            <ac:spMk id="187" creationId="{34E6F20F-D8B1-58E0-8E69-70E9A935679F}"/>
          </ac:spMkLst>
        </pc:spChg>
        <pc:spChg chg="add mod">
          <ac:chgData name="musukie52@gmail.com" userId="017bd91f96aa8751" providerId="LiveId" clId="{5B2C3894-F97E-4CAB-8812-5BB4D83AAC6A}" dt="2026-09-07T02:16:29.983" v="3363" actId="208"/>
          <ac:spMkLst>
            <pc:docMk/>
            <pc:sldMk cId="907403103" sldId="283"/>
            <ac:spMk id="215" creationId="{A7924D85-D65B-F4D0-94D0-F23662561E7B}"/>
          </ac:spMkLst>
        </pc:spChg>
        <pc:spChg chg="add mod">
          <ac:chgData name="musukie52@gmail.com" userId="017bd91f96aa8751" providerId="LiveId" clId="{5B2C3894-F97E-4CAB-8812-5BB4D83AAC6A}" dt="2026-09-07T02:16:23.463" v="3362" actId="1076"/>
          <ac:spMkLst>
            <pc:docMk/>
            <pc:sldMk cId="907403103" sldId="283"/>
            <ac:spMk id="217" creationId="{2F287C1F-13F5-7AED-FA8B-318EEFD8599D}"/>
          </ac:spMkLst>
        </pc:spChg>
        <pc:spChg chg="add mod">
          <ac:chgData name="musukie52@gmail.com" userId="017bd91f96aa8751" providerId="LiveId" clId="{5B2C3894-F97E-4CAB-8812-5BB4D83AAC6A}" dt="2026-09-07T02:16:23.463" v="3362" actId="1076"/>
          <ac:spMkLst>
            <pc:docMk/>
            <pc:sldMk cId="907403103" sldId="283"/>
            <ac:spMk id="219" creationId="{BBBA34B3-AA44-6A6D-9C13-8589D31E5290}"/>
          </ac:spMkLst>
        </pc:spChg>
        <pc:spChg chg="add mod">
          <ac:chgData name="musukie52@gmail.com" userId="017bd91f96aa8751" providerId="LiveId" clId="{5B2C3894-F97E-4CAB-8812-5BB4D83AAC6A}" dt="2026-09-07T02:16:29.983" v="3363" actId="208"/>
          <ac:spMkLst>
            <pc:docMk/>
            <pc:sldMk cId="907403103" sldId="283"/>
            <ac:spMk id="221" creationId="{5F0FC975-EC98-B93D-3431-2DD98464CF57}"/>
          </ac:spMkLst>
        </pc:spChg>
        <pc:spChg chg="add mod">
          <ac:chgData name="musukie52@gmail.com" userId="017bd91f96aa8751" providerId="LiveId" clId="{5B2C3894-F97E-4CAB-8812-5BB4D83AAC6A}" dt="2026-09-07T02:16:29.983" v="3363" actId="208"/>
          <ac:spMkLst>
            <pc:docMk/>
            <pc:sldMk cId="907403103" sldId="283"/>
            <ac:spMk id="223" creationId="{0D077E86-5DCA-8DEA-4A64-EACBE36721DD}"/>
          </ac:spMkLst>
        </pc:spChg>
        <pc:spChg chg="add mod">
          <ac:chgData name="musukie52@gmail.com" userId="017bd91f96aa8751" providerId="LiveId" clId="{5B2C3894-F97E-4CAB-8812-5BB4D83AAC6A}" dt="2026-09-07T02:15:45.644" v="3358" actId="1076"/>
          <ac:spMkLst>
            <pc:docMk/>
            <pc:sldMk cId="907403103" sldId="283"/>
            <ac:spMk id="227" creationId="{BFAC9B2F-9187-A35B-2818-4423B00EE29E}"/>
          </ac:spMkLst>
        </pc:spChg>
        <pc:spChg chg="add mod">
          <ac:chgData name="musukie52@gmail.com" userId="017bd91f96aa8751" providerId="LiveId" clId="{5B2C3894-F97E-4CAB-8812-5BB4D83AAC6A}" dt="2026-09-07T02:16:29.983" v="3363" actId="208"/>
          <ac:spMkLst>
            <pc:docMk/>
            <pc:sldMk cId="907403103" sldId="283"/>
            <ac:spMk id="229" creationId="{68B21E52-0F4A-D4D5-2045-A791617118C4}"/>
          </ac:spMkLst>
        </pc:spChg>
        <pc:spChg chg="add mod">
          <ac:chgData name="musukie52@gmail.com" userId="017bd91f96aa8751" providerId="LiveId" clId="{5B2C3894-F97E-4CAB-8812-5BB4D83AAC6A}" dt="2026-09-07T02:15:45.644" v="3358" actId="1076"/>
          <ac:spMkLst>
            <pc:docMk/>
            <pc:sldMk cId="907403103" sldId="283"/>
            <ac:spMk id="231" creationId="{4167588E-6D36-3602-E9BE-8FE6F7CE7BDC}"/>
          </ac:spMkLst>
        </pc:spChg>
        <pc:spChg chg="add mod">
          <ac:chgData name="musukie52@gmail.com" userId="017bd91f96aa8751" providerId="LiveId" clId="{5B2C3894-F97E-4CAB-8812-5BB4D83AAC6A}" dt="2026-09-07T02:16:29.983" v="3363" actId="208"/>
          <ac:spMkLst>
            <pc:docMk/>
            <pc:sldMk cId="907403103" sldId="283"/>
            <ac:spMk id="233" creationId="{2138FA60-256D-657F-E6AD-77417CDEC231}"/>
          </ac:spMkLst>
        </pc:spChg>
        <pc:spChg chg="add mod">
          <ac:chgData name="musukie52@gmail.com" userId="017bd91f96aa8751" providerId="LiveId" clId="{5B2C3894-F97E-4CAB-8812-5BB4D83AAC6A}" dt="2026-09-07T02:16:29.983" v="3363" actId="208"/>
          <ac:spMkLst>
            <pc:docMk/>
            <pc:sldMk cId="907403103" sldId="283"/>
            <ac:spMk id="235" creationId="{2E0C9017-367D-9D08-6398-124155568CA8}"/>
          </ac:spMkLst>
        </pc:spChg>
        <pc:picChg chg="add mod modCrop">
          <ac:chgData name="musukie52@gmail.com" userId="017bd91f96aa8751" providerId="LiveId" clId="{5B2C3894-F97E-4CAB-8812-5BB4D83AAC6A}" dt="2026-09-07T02:09:23.806" v="3258" actId="1076"/>
          <ac:picMkLst>
            <pc:docMk/>
            <pc:sldMk cId="907403103" sldId="283"/>
            <ac:picMk id="191" creationId="{49F1BE36-84BA-565B-7E41-BFBB71EB78F6}"/>
          </ac:picMkLst>
        </pc:picChg>
        <pc:picChg chg="add mod modCrop">
          <ac:chgData name="musukie52@gmail.com" userId="017bd91f96aa8751" providerId="LiveId" clId="{5B2C3894-F97E-4CAB-8812-5BB4D83AAC6A}" dt="2026-09-07T02:09:59.757" v="3263" actId="18131"/>
          <ac:picMkLst>
            <pc:docMk/>
            <pc:sldMk cId="907403103" sldId="283"/>
            <ac:picMk id="203" creationId="{0D81F5FA-5FFB-0A58-8FA8-2C00EFD5B5D7}"/>
          </ac:picMkLst>
        </pc:picChg>
        <pc:picChg chg="add mod modCrop">
          <ac:chgData name="musukie52@gmail.com" userId="017bd91f96aa8751" providerId="LiveId" clId="{5B2C3894-F97E-4CAB-8812-5BB4D83AAC6A}" dt="2026-09-07T02:10:37.375" v="3272" actId="1076"/>
          <ac:picMkLst>
            <pc:docMk/>
            <pc:sldMk cId="907403103" sldId="283"/>
            <ac:picMk id="205" creationId="{3B3C8804-9733-F9FB-1B43-E67B728C0FD8}"/>
          </ac:picMkLst>
        </pc:picChg>
        <pc:picChg chg="add mod modCrop">
          <ac:chgData name="musukie52@gmail.com" userId="017bd91f96aa8751" providerId="LiveId" clId="{5B2C3894-F97E-4CAB-8812-5BB4D83AAC6A}" dt="2026-09-07T02:13:39.072" v="3319" actId="18131"/>
          <ac:picMkLst>
            <pc:docMk/>
            <pc:sldMk cId="907403103" sldId="283"/>
            <ac:picMk id="207" creationId="{D2892370-4F3E-8E58-13CC-33B3249E45F8}"/>
          </ac:picMkLst>
        </pc:picChg>
        <pc:picChg chg="add mod modCrop">
          <ac:chgData name="musukie52@gmail.com" userId="017bd91f96aa8751" providerId="LiveId" clId="{5B2C3894-F97E-4CAB-8812-5BB4D83AAC6A}" dt="2026-09-07T02:13:11.415" v="3315" actId="1076"/>
          <ac:picMkLst>
            <pc:docMk/>
            <pc:sldMk cId="907403103" sldId="283"/>
            <ac:picMk id="211" creationId="{B8442CC9-9C23-665F-015C-49FE9AD5007A}"/>
          </ac:picMkLst>
        </pc:picChg>
        <pc:picChg chg="add mod modCrop">
          <ac:chgData name="musukie52@gmail.com" userId="017bd91f96aa8751" providerId="LiveId" clId="{5B2C3894-F97E-4CAB-8812-5BB4D83AAC6A}" dt="2026-09-07T02:14:25.410" v="3327" actId="14100"/>
          <ac:picMkLst>
            <pc:docMk/>
            <pc:sldMk cId="907403103" sldId="283"/>
            <ac:picMk id="213" creationId="{DBCAC39E-449B-F0AB-D65B-F23B2E3885D7}"/>
          </ac:picMkLst>
        </pc:picChg>
      </pc:sldChg>
      <pc:sldChg chg="addSp delSp modSp add mod">
        <pc:chgData name="musukie52@gmail.com" userId="017bd91f96aa8751" providerId="LiveId" clId="{5B2C3894-F97E-4CAB-8812-5BB4D83AAC6A}" dt="2026-09-08T02:35:11.746" v="5465" actId="21"/>
        <pc:sldMkLst>
          <pc:docMk/>
          <pc:sldMk cId="1002586131" sldId="284"/>
        </pc:sldMkLst>
        <pc:spChg chg="mod">
          <ac:chgData name="musukie52@gmail.com" userId="017bd91f96aa8751" providerId="LiveId" clId="{5B2C3894-F97E-4CAB-8812-5BB4D83AAC6A}" dt="2026-09-07T02:17:01.143" v="3381" actId="20577"/>
          <ac:spMkLst>
            <pc:docMk/>
            <pc:sldMk cId="1002586131" sldId="284"/>
            <ac:spMk id="4" creationId="{627E224A-A934-A028-71FF-A99C631142BC}"/>
          </ac:spMkLst>
        </pc:spChg>
        <pc:spChg chg="add">
          <ac:chgData name="musukie52@gmail.com" userId="017bd91f96aa8751" providerId="LiveId" clId="{5B2C3894-F97E-4CAB-8812-5BB4D83AAC6A}" dt="2026-09-07T02:17:13.129" v="3383" actId="22"/>
          <ac:spMkLst>
            <pc:docMk/>
            <pc:sldMk cId="1002586131" sldId="284"/>
            <ac:spMk id="35" creationId="{FDF505FC-85CF-70ED-560A-80AF38C6E079}"/>
          </ac:spMkLst>
        </pc:spChg>
        <pc:spChg chg="add">
          <ac:chgData name="musukie52@gmail.com" userId="017bd91f96aa8751" providerId="LiveId" clId="{5B2C3894-F97E-4CAB-8812-5BB4D83AAC6A}" dt="2026-09-07T02:17:13.129" v="3383" actId="22"/>
          <ac:spMkLst>
            <pc:docMk/>
            <pc:sldMk cId="1002586131" sldId="284"/>
            <ac:spMk id="37" creationId="{A29F9F78-8FF1-B136-6A37-BDB909E74E22}"/>
          </ac:spMkLst>
        </pc:spChg>
        <pc:spChg chg="add">
          <ac:chgData name="musukie52@gmail.com" userId="017bd91f96aa8751" providerId="LiveId" clId="{5B2C3894-F97E-4CAB-8812-5BB4D83AAC6A}" dt="2026-09-07T02:17:13.129" v="3383" actId="22"/>
          <ac:spMkLst>
            <pc:docMk/>
            <pc:sldMk cId="1002586131" sldId="284"/>
            <ac:spMk id="39" creationId="{04E8ADAD-6827-0D51-DBF4-56CFEB90AB9E}"/>
          </ac:spMkLst>
        </pc:spChg>
        <pc:spChg chg="add">
          <ac:chgData name="musukie52@gmail.com" userId="017bd91f96aa8751" providerId="LiveId" clId="{5B2C3894-F97E-4CAB-8812-5BB4D83AAC6A}" dt="2026-09-07T02:17:13.129" v="3383" actId="22"/>
          <ac:spMkLst>
            <pc:docMk/>
            <pc:sldMk cId="1002586131" sldId="284"/>
            <ac:spMk id="49" creationId="{F2FBEBFD-8FF0-CDCC-565A-A27AE63A8C9A}"/>
          </ac:spMkLst>
        </pc:spChg>
        <pc:graphicFrameChg chg="modGraphic">
          <ac:chgData name="musukie52@gmail.com" userId="017bd91f96aa8751" providerId="LiveId" clId="{5B2C3894-F97E-4CAB-8812-5BB4D83AAC6A}" dt="2026-09-07T02:17:27.420" v="3385" actId="207"/>
          <ac:graphicFrameMkLst>
            <pc:docMk/>
            <pc:sldMk cId="1002586131" sldId="284"/>
            <ac:graphicFrameMk id="5" creationId="{ADCC3E9A-0BCF-1893-4D44-74C0AFCDD8F4}"/>
          </ac:graphicFrameMkLst>
        </pc:graphicFrameChg>
        <pc:graphicFrameChg chg="modGraphic">
          <ac:chgData name="musukie52@gmail.com" userId="017bd91f96aa8751" providerId="LiveId" clId="{5B2C3894-F97E-4CAB-8812-5BB4D83AAC6A}" dt="2026-09-07T02:17:32.893" v="3387" actId="207"/>
          <ac:graphicFrameMkLst>
            <pc:docMk/>
            <pc:sldMk cId="1002586131" sldId="284"/>
            <ac:graphicFrameMk id="46" creationId="{0CC1A612-5006-2573-DF20-FC65ABE70E74}"/>
          </ac:graphicFrameMkLst>
        </pc:graphicFrameChg>
        <pc:picChg chg="add">
          <ac:chgData name="musukie52@gmail.com" userId="017bd91f96aa8751" providerId="LiveId" clId="{5B2C3894-F97E-4CAB-8812-5BB4D83AAC6A}" dt="2026-09-07T02:17:13.129" v="3383" actId="22"/>
          <ac:picMkLst>
            <pc:docMk/>
            <pc:sldMk cId="1002586131" sldId="284"/>
            <ac:picMk id="8" creationId="{60580329-4F4C-5CB0-5374-E8C9237AB5D8}"/>
          </ac:picMkLst>
        </pc:picChg>
        <pc:picChg chg="add">
          <ac:chgData name="musukie52@gmail.com" userId="017bd91f96aa8751" providerId="LiveId" clId="{5B2C3894-F97E-4CAB-8812-5BB4D83AAC6A}" dt="2026-09-07T02:17:13.129" v="3383" actId="22"/>
          <ac:picMkLst>
            <pc:docMk/>
            <pc:sldMk cId="1002586131" sldId="284"/>
            <ac:picMk id="10" creationId="{924302FA-A088-726A-D34F-40B2D886C0B4}"/>
          </ac:picMkLst>
        </pc:picChg>
        <pc:picChg chg="add">
          <ac:chgData name="musukie52@gmail.com" userId="017bd91f96aa8751" providerId="LiveId" clId="{5B2C3894-F97E-4CAB-8812-5BB4D83AAC6A}" dt="2026-09-07T02:17:13.129" v="3383" actId="22"/>
          <ac:picMkLst>
            <pc:docMk/>
            <pc:sldMk cId="1002586131" sldId="284"/>
            <ac:picMk id="14" creationId="{5023DA1A-F235-FBA5-DA29-6A31A33D6AAF}"/>
          </ac:picMkLst>
        </pc:picChg>
        <pc:picChg chg="add">
          <ac:chgData name="musukie52@gmail.com" userId="017bd91f96aa8751" providerId="LiveId" clId="{5B2C3894-F97E-4CAB-8812-5BB4D83AAC6A}" dt="2026-09-07T02:17:13.129" v="3383" actId="22"/>
          <ac:picMkLst>
            <pc:docMk/>
            <pc:sldMk cId="1002586131" sldId="284"/>
            <ac:picMk id="18" creationId="{20DE49DF-8D6C-EA72-85DD-69F37A3ACD7A}"/>
          </ac:picMkLst>
        </pc:picChg>
        <pc:picChg chg="add">
          <ac:chgData name="musukie52@gmail.com" userId="017bd91f96aa8751" providerId="LiveId" clId="{5B2C3894-F97E-4CAB-8812-5BB4D83AAC6A}" dt="2026-09-07T02:17:13.129" v="3383" actId="22"/>
          <ac:picMkLst>
            <pc:docMk/>
            <pc:sldMk cId="1002586131" sldId="284"/>
            <ac:picMk id="31" creationId="{EA4F6F6F-BE37-7288-4A41-2755B1F4218B}"/>
          </ac:picMkLst>
        </pc:picChg>
        <pc:picChg chg="add">
          <ac:chgData name="musukie52@gmail.com" userId="017bd91f96aa8751" providerId="LiveId" clId="{5B2C3894-F97E-4CAB-8812-5BB4D83AAC6A}" dt="2026-09-07T02:17:13.129" v="3383" actId="22"/>
          <ac:picMkLst>
            <pc:docMk/>
            <pc:sldMk cId="1002586131" sldId="284"/>
            <ac:picMk id="51" creationId="{84A40EFB-35C3-7D7C-B6B6-4C13BFA36FB6}"/>
          </ac:picMkLst>
        </pc:picChg>
      </pc:sldChg>
      <pc:sldChg chg="addSp delSp modSp add mod">
        <pc:chgData name="musukie52@gmail.com" userId="017bd91f96aa8751" providerId="LiveId" clId="{5B2C3894-F97E-4CAB-8812-5BB4D83AAC6A}" dt="2026-09-22T13:03:22.286" v="6538" actId="478"/>
        <pc:sldMkLst>
          <pc:docMk/>
          <pc:sldMk cId="524597194" sldId="286"/>
        </pc:sldMkLst>
        <pc:spChg chg="add del">
          <ac:chgData name="musukie52@gmail.com" userId="017bd91f96aa8751" providerId="LiveId" clId="{5B2C3894-F97E-4CAB-8812-5BB4D83AAC6A}" dt="2026-09-22T13:03:22.286" v="6538" actId="478"/>
          <ac:spMkLst>
            <pc:docMk/>
            <pc:sldMk cId="524597194" sldId="286"/>
            <ac:spMk id="4" creationId="{58F7FF1C-8D4B-3AEB-69C2-A8ACBBEC5CBF}"/>
          </ac:spMkLst>
        </pc:spChg>
        <pc:spChg chg="add">
          <ac:chgData name="musukie52@gmail.com" userId="017bd91f96aa8751" providerId="LiveId" clId="{5B2C3894-F97E-4CAB-8812-5BB4D83AAC6A}" dt="2026-09-08T03:35:07.327" v="5900" actId="22"/>
          <ac:spMkLst>
            <pc:docMk/>
            <pc:sldMk cId="524597194" sldId="286"/>
            <ac:spMk id="14" creationId="{AAFE3F5B-A88A-0F60-CC3D-610885543224}"/>
          </ac:spMkLst>
        </pc:spChg>
        <pc:spChg chg="add mod">
          <ac:chgData name="musukie52@gmail.com" userId="017bd91f96aa8751" providerId="LiveId" clId="{5B2C3894-F97E-4CAB-8812-5BB4D83AAC6A}" dt="2026-09-08T03:36:30.014" v="5923" actId="14100"/>
          <ac:spMkLst>
            <pc:docMk/>
            <pc:sldMk cId="524597194" sldId="286"/>
            <ac:spMk id="18" creationId="{72DB2BA7-D44E-ECBA-81DE-5C0C23C635CC}"/>
          </ac:spMkLst>
        </pc:spChg>
        <pc:spChg chg="add mod">
          <ac:chgData name="musukie52@gmail.com" userId="017bd91f96aa8751" providerId="LiveId" clId="{5B2C3894-F97E-4CAB-8812-5BB4D83AAC6A}" dt="2026-09-08T03:44:58.391" v="6012" actId="1076"/>
          <ac:spMkLst>
            <pc:docMk/>
            <pc:sldMk cId="524597194" sldId="286"/>
            <ac:spMk id="30" creationId="{563386F0-3550-A62C-1B96-DE94D56472ED}"/>
          </ac:spMkLst>
        </pc:spChg>
        <pc:spChg chg="add mod">
          <ac:chgData name="musukie52@gmail.com" userId="017bd91f96aa8751" providerId="LiveId" clId="{5B2C3894-F97E-4CAB-8812-5BB4D83AAC6A}" dt="2026-09-08T03:44:54.355" v="6011" actId="1038"/>
          <ac:spMkLst>
            <pc:docMk/>
            <pc:sldMk cId="524597194" sldId="286"/>
            <ac:spMk id="38" creationId="{54FCD1B9-C74D-8F36-653A-98B272C8E112}"/>
          </ac:spMkLst>
        </pc:spChg>
        <pc:spChg chg="add mod">
          <ac:chgData name="musukie52@gmail.com" userId="017bd91f96aa8751" providerId="LiveId" clId="{5B2C3894-F97E-4CAB-8812-5BB4D83AAC6A}" dt="2026-09-08T03:44:54.355" v="6011" actId="1038"/>
          <ac:spMkLst>
            <pc:docMk/>
            <pc:sldMk cId="524597194" sldId="286"/>
            <ac:spMk id="40" creationId="{4E6B1761-F29C-19D0-41F9-385F59306D60}"/>
          </ac:spMkLst>
        </pc:spChg>
        <pc:spChg chg="add mod">
          <ac:chgData name="musukie52@gmail.com" userId="017bd91f96aa8751" providerId="LiveId" clId="{5B2C3894-F97E-4CAB-8812-5BB4D83AAC6A}" dt="2026-09-08T03:44:54.355" v="6011" actId="1038"/>
          <ac:spMkLst>
            <pc:docMk/>
            <pc:sldMk cId="524597194" sldId="286"/>
            <ac:spMk id="42" creationId="{E1D6CE31-9D41-3F41-103B-E42F522BC476}"/>
          </ac:spMkLst>
        </pc:spChg>
        <pc:spChg chg="add mod">
          <ac:chgData name="musukie52@gmail.com" userId="017bd91f96aa8751" providerId="LiveId" clId="{5B2C3894-F97E-4CAB-8812-5BB4D83AAC6A}" dt="2026-09-08T03:44:54.355" v="6011" actId="1038"/>
          <ac:spMkLst>
            <pc:docMk/>
            <pc:sldMk cId="524597194" sldId="286"/>
            <ac:spMk id="44" creationId="{F7F43F95-664D-21A9-2EA5-F223702B7EEC}"/>
          </ac:spMkLst>
        </pc:spChg>
        <pc:spChg chg="add mod ord">
          <ac:chgData name="musukie52@gmail.com" userId="017bd91f96aa8751" providerId="LiveId" clId="{5B2C3894-F97E-4CAB-8812-5BB4D83AAC6A}" dt="2026-09-08T03:46:07.551" v="6019" actId="207"/>
          <ac:spMkLst>
            <pc:docMk/>
            <pc:sldMk cId="524597194" sldId="286"/>
            <ac:spMk id="45" creationId="{64D01020-953C-DEAA-34BE-623E1AF4EFEF}"/>
          </ac:spMkLst>
        </pc:spChg>
        <pc:spChg chg="add mod">
          <ac:chgData name="musukie52@gmail.com" userId="017bd91f96aa8751" providerId="LiveId" clId="{5B2C3894-F97E-4CAB-8812-5BB4D83AAC6A}" dt="2026-09-08T03:54:50.210" v="6402" actId="20577"/>
          <ac:spMkLst>
            <pc:docMk/>
            <pc:sldMk cId="524597194" sldId="286"/>
            <ac:spMk id="169" creationId="{FFB617A0-8F52-DFB2-46B9-1FDB7D29D35A}"/>
          </ac:spMkLst>
        </pc:spChg>
        <pc:spChg chg="add mod">
          <ac:chgData name="musukie52@gmail.com" userId="017bd91f96aa8751" providerId="LiveId" clId="{5B2C3894-F97E-4CAB-8812-5BB4D83AAC6A}" dt="2026-09-08T03:54:29.619" v="6385" actId="20577"/>
          <ac:spMkLst>
            <pc:docMk/>
            <pc:sldMk cId="524597194" sldId="286"/>
            <ac:spMk id="171" creationId="{2DA6DF7E-6C4B-BC73-6247-8518B4A42746}"/>
          </ac:spMkLst>
        </pc:spChg>
        <pc:spChg chg="add mod">
          <ac:chgData name="musukie52@gmail.com" userId="017bd91f96aa8751" providerId="LiveId" clId="{5B2C3894-F97E-4CAB-8812-5BB4D83AAC6A}" dt="2026-09-08T03:55:03.624" v="6409" actId="20577"/>
          <ac:spMkLst>
            <pc:docMk/>
            <pc:sldMk cId="524597194" sldId="286"/>
            <ac:spMk id="173" creationId="{76C2AD28-E4C7-6739-C041-D453778A73F9}"/>
          </ac:spMkLst>
        </pc:spChg>
        <pc:graphicFrameChg chg="add mod modGraphic">
          <ac:chgData name="musukie52@gmail.com" userId="017bd91f96aa8751" providerId="LiveId" clId="{5B2C3894-F97E-4CAB-8812-5BB4D83AAC6A}" dt="2026-09-08T03:36:19.545" v="5919" actId="1076"/>
          <ac:graphicFrameMkLst>
            <pc:docMk/>
            <pc:sldMk cId="524597194" sldId="286"/>
            <ac:graphicFrameMk id="7" creationId="{35ECF2F3-7D2A-0247-C687-BD79D7EFB21F}"/>
          </ac:graphicFrameMkLst>
        </pc:graphicFrameChg>
        <pc:picChg chg="add mod">
          <ac:chgData name="musukie52@gmail.com" userId="017bd91f96aa8751" providerId="LiveId" clId="{5B2C3894-F97E-4CAB-8812-5BB4D83AAC6A}" dt="2026-09-08T03:47:35.011" v="6035" actId="1076"/>
          <ac:picMkLst>
            <pc:docMk/>
            <pc:sldMk cId="524597194" sldId="286"/>
            <ac:picMk id="135" creationId="{7EC4B8B8-FEED-AA39-5DB2-B17BC4A47D29}"/>
          </ac:picMkLst>
        </pc:picChg>
        <pc:picChg chg="add mod">
          <ac:chgData name="musukie52@gmail.com" userId="017bd91f96aa8751" providerId="LiveId" clId="{5B2C3894-F97E-4CAB-8812-5BB4D83AAC6A}" dt="2026-09-08T03:47:28.676" v="6033" actId="1076"/>
          <ac:picMkLst>
            <pc:docMk/>
            <pc:sldMk cId="524597194" sldId="286"/>
            <ac:picMk id="137" creationId="{519585C1-3BB2-C4C1-EF9A-9287B8AD0CFE}"/>
          </ac:picMkLst>
        </pc:picChg>
        <pc:picChg chg="mod">
          <ac:chgData name="musukie52@gmail.com" userId="017bd91f96aa8751" providerId="LiveId" clId="{5B2C3894-F97E-4CAB-8812-5BB4D83AAC6A}" dt="2026-09-08T03:47:45" v="6037" actId="1076"/>
          <ac:picMkLst>
            <pc:docMk/>
            <pc:sldMk cId="524597194" sldId="286"/>
            <ac:picMk id="139" creationId="{53AAF621-8E98-C129-AD94-FE27C5A63A18}"/>
          </ac:picMkLst>
        </pc:picChg>
        <pc:picChg chg="add mod">
          <ac:chgData name="musukie52@gmail.com" userId="017bd91f96aa8751" providerId="LiveId" clId="{5B2C3894-F97E-4CAB-8812-5BB4D83AAC6A}" dt="2026-09-08T03:47:09.225" v="6028" actId="1076"/>
          <ac:picMkLst>
            <pc:docMk/>
            <pc:sldMk cId="524597194" sldId="286"/>
            <ac:picMk id="141" creationId="{B13F9197-959D-3708-9501-FEEBA5582F87}"/>
          </ac:picMkLst>
        </pc:picChg>
        <pc:picChg chg="add mod">
          <ac:chgData name="musukie52@gmail.com" userId="017bd91f96aa8751" providerId="LiveId" clId="{5B2C3894-F97E-4CAB-8812-5BB4D83AAC6A}" dt="2026-09-08T03:48:28.969" v="6047" actId="1076"/>
          <ac:picMkLst>
            <pc:docMk/>
            <pc:sldMk cId="524597194" sldId="286"/>
            <ac:picMk id="143" creationId="{C1DB01B9-B02C-6ED9-BE5C-C656E43844BA}"/>
          </ac:picMkLst>
        </pc:picChg>
        <pc:picChg chg="add mod">
          <ac:chgData name="musukie52@gmail.com" userId="017bd91f96aa8751" providerId="LiveId" clId="{5B2C3894-F97E-4CAB-8812-5BB4D83AAC6A}" dt="2026-09-08T03:48:25.856" v="6046" actId="1076"/>
          <ac:picMkLst>
            <pc:docMk/>
            <pc:sldMk cId="524597194" sldId="286"/>
            <ac:picMk id="145" creationId="{015F647E-B2EE-B114-F242-19E58586AD48}"/>
          </ac:picMkLst>
        </pc:picChg>
        <pc:picChg chg="add mod">
          <ac:chgData name="musukie52@gmail.com" userId="017bd91f96aa8751" providerId="LiveId" clId="{5B2C3894-F97E-4CAB-8812-5BB4D83AAC6A}" dt="2026-09-08T03:48:17.435" v="6043" actId="1076"/>
          <ac:picMkLst>
            <pc:docMk/>
            <pc:sldMk cId="524597194" sldId="286"/>
            <ac:picMk id="147" creationId="{B262C0F2-91EE-E402-A83E-98EA03AB669D}"/>
          </ac:picMkLst>
        </pc:picChg>
        <pc:picChg chg="add mod">
          <ac:chgData name="musukie52@gmail.com" userId="017bd91f96aa8751" providerId="LiveId" clId="{5B2C3894-F97E-4CAB-8812-5BB4D83AAC6A}" dt="2026-09-08T03:48:42.151" v="6050" actId="1036"/>
          <ac:picMkLst>
            <pc:docMk/>
            <pc:sldMk cId="524597194" sldId="286"/>
            <ac:picMk id="149" creationId="{B072B0B7-DFBF-CF38-4AA5-4C2DF40F7F3D}"/>
          </ac:picMkLst>
        </pc:picChg>
        <pc:picChg chg="add mod">
          <ac:chgData name="musukie52@gmail.com" userId="017bd91f96aa8751" providerId="LiveId" clId="{5B2C3894-F97E-4CAB-8812-5BB4D83AAC6A}" dt="2026-09-08T03:48:40.620" v="6049" actId="1076"/>
          <ac:picMkLst>
            <pc:docMk/>
            <pc:sldMk cId="524597194" sldId="286"/>
            <ac:picMk id="151" creationId="{78286E85-C888-DC80-3694-D65DCF0DE29F}"/>
          </ac:picMkLst>
        </pc:picChg>
        <pc:picChg chg="add mod">
          <ac:chgData name="musukie52@gmail.com" userId="017bd91f96aa8751" providerId="LiveId" clId="{5B2C3894-F97E-4CAB-8812-5BB4D83AAC6A}" dt="2026-09-08T03:48:13.782" v="6042" actId="1076"/>
          <ac:picMkLst>
            <pc:docMk/>
            <pc:sldMk cId="524597194" sldId="286"/>
            <ac:picMk id="153" creationId="{0D399CB5-CAB2-665C-0BBC-21C9F78749A0}"/>
          </ac:picMkLst>
        </pc:picChg>
        <pc:picChg chg="mod">
          <ac:chgData name="musukie52@gmail.com" userId="017bd91f96aa8751" providerId="LiveId" clId="{5B2C3894-F97E-4CAB-8812-5BB4D83AAC6A}" dt="2026-09-08T03:47:03.325" v="6026" actId="1076"/>
          <ac:picMkLst>
            <pc:docMk/>
            <pc:sldMk cId="524597194" sldId="286"/>
            <ac:picMk id="155" creationId="{83560E96-FB24-DA2E-C12F-6DF39C6A8FF1}"/>
          </ac:picMkLst>
        </pc:picChg>
        <pc:picChg chg="add mod">
          <ac:chgData name="musukie52@gmail.com" userId="017bd91f96aa8751" providerId="LiveId" clId="{5B2C3894-F97E-4CAB-8812-5BB4D83AAC6A}" dt="2026-09-08T03:47:14.463" v="6030" actId="1076"/>
          <ac:picMkLst>
            <pc:docMk/>
            <pc:sldMk cId="524597194" sldId="286"/>
            <ac:picMk id="157" creationId="{6046368C-BE36-20F0-3711-1E6A2EEEC1C8}"/>
          </ac:picMkLst>
        </pc:picChg>
        <pc:picChg chg="add mod">
          <ac:chgData name="musukie52@gmail.com" userId="017bd91f96aa8751" providerId="LiveId" clId="{5B2C3894-F97E-4CAB-8812-5BB4D83AAC6A}" dt="2026-09-08T03:54:25.049" v="6382" actId="1038"/>
          <ac:picMkLst>
            <pc:docMk/>
            <pc:sldMk cId="524597194" sldId="286"/>
            <ac:picMk id="160" creationId="{464B488B-03EC-73A5-9F4B-442ECD42AFDC}"/>
          </ac:picMkLst>
        </pc:picChg>
        <pc:picChg chg="add mod">
          <ac:chgData name="musukie52@gmail.com" userId="017bd91f96aa8751" providerId="LiveId" clId="{5B2C3894-F97E-4CAB-8812-5BB4D83AAC6A}" dt="2026-09-08T03:54:42.993" v="6400" actId="1038"/>
          <ac:picMkLst>
            <pc:docMk/>
            <pc:sldMk cId="524597194" sldId="286"/>
            <ac:picMk id="162" creationId="{1826FF19-E87F-905D-697C-91FA0305D389}"/>
          </ac:picMkLst>
        </pc:picChg>
        <pc:picChg chg="add mod">
          <ac:chgData name="musukie52@gmail.com" userId="017bd91f96aa8751" providerId="LiveId" clId="{5B2C3894-F97E-4CAB-8812-5BB4D83AAC6A}" dt="2026-09-08T03:55:07.799" v="6411" actId="1037"/>
          <ac:picMkLst>
            <pc:docMk/>
            <pc:sldMk cId="524597194" sldId="286"/>
            <ac:picMk id="175" creationId="{F31AF16F-6EFE-1216-6CD1-4B6F6BC1F8F9}"/>
          </ac:picMkLst>
        </pc:picChg>
        <pc:picChg chg="add mod">
          <ac:chgData name="musukie52@gmail.com" userId="017bd91f96aa8751" providerId="LiveId" clId="{5B2C3894-F97E-4CAB-8812-5BB4D83AAC6A}" dt="2026-09-08T03:56:55.038" v="6453" actId="1035"/>
          <ac:picMkLst>
            <pc:docMk/>
            <pc:sldMk cId="524597194" sldId="286"/>
            <ac:picMk id="177" creationId="{842B920B-E1D2-82CE-B279-46F1134E9ED2}"/>
          </ac:picMkLst>
        </pc:picChg>
        <pc:picChg chg="add mod">
          <ac:chgData name="musukie52@gmail.com" userId="017bd91f96aa8751" providerId="LiveId" clId="{5B2C3894-F97E-4CAB-8812-5BB4D83AAC6A}" dt="2026-09-08T03:56:55.038" v="6453" actId="1035"/>
          <ac:picMkLst>
            <pc:docMk/>
            <pc:sldMk cId="524597194" sldId="286"/>
            <ac:picMk id="179" creationId="{56BCFE01-85B6-B50D-FE9F-D577D2773E96}"/>
          </ac:picMkLst>
        </pc:picChg>
        <pc:picChg chg="add mod">
          <ac:chgData name="musukie52@gmail.com" userId="017bd91f96aa8751" providerId="LiveId" clId="{5B2C3894-F97E-4CAB-8812-5BB4D83AAC6A}" dt="2026-09-08T03:56:55.038" v="6453" actId="1035"/>
          <ac:picMkLst>
            <pc:docMk/>
            <pc:sldMk cId="524597194" sldId="286"/>
            <ac:picMk id="181" creationId="{2B813614-A910-6E68-D176-2EBF13C010B6}"/>
          </ac:picMkLst>
        </pc:picChg>
      </pc:sldChg>
      <pc:sldChg chg="addSp delSp modSp add mod">
        <pc:chgData name="musukie52@gmail.com" userId="017bd91f96aa8751" providerId="LiveId" clId="{5B2C3894-F97E-4CAB-8812-5BB4D83AAC6A}" dt="2026-09-08T03:59:09.380" v="6485" actId="20577"/>
        <pc:sldMkLst>
          <pc:docMk/>
          <pc:sldMk cId="106613785" sldId="288"/>
        </pc:sldMkLst>
        <pc:spChg chg="add">
          <ac:chgData name="musukie52@gmail.com" userId="017bd91f96aa8751" providerId="LiveId" clId="{5B2C3894-F97E-4CAB-8812-5BB4D83AAC6A}" dt="2026-09-07T02:25:33.943" v="3847" actId="22"/>
          <ac:spMkLst>
            <pc:docMk/>
            <pc:sldMk cId="106613785" sldId="288"/>
            <ac:spMk id="8" creationId="{25C2C4DB-29D7-143E-04B6-4B214764BB0F}"/>
          </ac:spMkLst>
        </pc:spChg>
        <pc:spChg chg="add">
          <ac:chgData name="musukie52@gmail.com" userId="017bd91f96aa8751" providerId="LiveId" clId="{5B2C3894-F97E-4CAB-8812-5BB4D83AAC6A}" dt="2026-09-07T02:25:33.943" v="3847" actId="22"/>
          <ac:spMkLst>
            <pc:docMk/>
            <pc:sldMk cId="106613785" sldId="288"/>
            <ac:spMk id="10" creationId="{A9F7E2CE-F768-AF9E-25BE-A5C16D480DBF}"/>
          </ac:spMkLst>
        </pc:spChg>
        <pc:spChg chg="add">
          <ac:chgData name="musukie52@gmail.com" userId="017bd91f96aa8751" providerId="LiveId" clId="{5B2C3894-F97E-4CAB-8812-5BB4D83AAC6A}" dt="2026-09-07T02:25:33.943" v="3847" actId="22"/>
          <ac:spMkLst>
            <pc:docMk/>
            <pc:sldMk cId="106613785" sldId="288"/>
            <ac:spMk id="14" creationId="{1C97E871-5479-07AC-3777-F2AE7B4204D2}"/>
          </ac:spMkLst>
        </pc:spChg>
        <pc:spChg chg="add mod">
          <ac:chgData name="musukie52@gmail.com" userId="017bd91f96aa8751" providerId="LiveId" clId="{5B2C3894-F97E-4CAB-8812-5BB4D83AAC6A}" dt="2026-09-08T03:59:09.380" v="6485" actId="20577"/>
          <ac:spMkLst>
            <pc:docMk/>
            <pc:sldMk cId="106613785" sldId="288"/>
            <ac:spMk id="18" creationId="{BE1BBD06-0CB3-2E95-C0EA-062275204597}"/>
          </ac:spMkLst>
        </pc:spChg>
        <pc:picChg chg="add">
          <ac:chgData name="musukie52@gmail.com" userId="017bd91f96aa8751" providerId="LiveId" clId="{5B2C3894-F97E-4CAB-8812-5BB4D83AAC6A}" dt="2026-09-07T02:25:33.943" v="3847" actId="22"/>
          <ac:picMkLst>
            <pc:docMk/>
            <pc:sldMk cId="106613785" sldId="288"/>
            <ac:picMk id="5" creationId="{D68C4B0F-4767-F52F-A35E-2ABB47FA258A}"/>
          </ac:picMkLst>
        </pc:picChg>
      </pc:sldChg>
      <pc:sldChg chg="addSp delSp modSp add mod">
        <pc:chgData name="musukie52@gmail.com" userId="017bd91f96aa8751" providerId="LiveId" clId="{5B2C3894-F97E-4CAB-8812-5BB4D83AAC6A}" dt="2026-09-08T02:04:17.058" v="5022" actId="478"/>
        <pc:sldMkLst>
          <pc:docMk/>
          <pc:sldMk cId="3466117121" sldId="289"/>
        </pc:sldMkLst>
        <pc:spChg chg="mod">
          <ac:chgData name="musukie52@gmail.com" userId="017bd91f96aa8751" providerId="LiveId" clId="{5B2C3894-F97E-4CAB-8812-5BB4D83AAC6A}" dt="2026-09-07T02:20:14.882" v="3565" actId="20577"/>
          <ac:spMkLst>
            <pc:docMk/>
            <pc:sldMk cId="3466117121" sldId="289"/>
            <ac:spMk id="4" creationId="{81E1F070-6799-7898-FFDE-8A8F90CD835A}"/>
          </ac:spMkLst>
        </pc:spChg>
        <pc:spChg chg="mod">
          <ac:chgData name="musukie52@gmail.com" userId="017bd91f96aa8751" providerId="LiveId" clId="{5B2C3894-F97E-4CAB-8812-5BB4D83AAC6A}" dt="2026-09-07T02:20:20.701" v="3578" actId="20577"/>
          <ac:spMkLst>
            <pc:docMk/>
            <pc:sldMk cId="3466117121" sldId="289"/>
            <ac:spMk id="159" creationId="{AD4C0C27-DD99-4A20-1863-08374EF2025A}"/>
          </ac:spMkLst>
        </pc:spChg>
        <pc:spChg chg="add mod">
          <ac:chgData name="musukie52@gmail.com" userId="017bd91f96aa8751" providerId="LiveId" clId="{5B2C3894-F97E-4CAB-8812-5BB4D83AAC6A}" dt="2026-09-07T02:46:03.154" v="4620" actId="1076"/>
          <ac:spMkLst>
            <pc:docMk/>
            <pc:sldMk cId="3466117121" sldId="289"/>
            <ac:spMk id="177" creationId="{69D0C3DC-9D8A-22AE-07B0-3DA00E847FD5}"/>
          </ac:spMkLst>
        </pc:spChg>
        <pc:spChg chg="add mod">
          <ac:chgData name="musukie52@gmail.com" userId="017bd91f96aa8751" providerId="LiveId" clId="{5B2C3894-F97E-4CAB-8812-5BB4D83AAC6A}" dt="2026-09-07T02:46:03.154" v="4620" actId="1076"/>
          <ac:spMkLst>
            <pc:docMk/>
            <pc:sldMk cId="3466117121" sldId="289"/>
            <ac:spMk id="180" creationId="{F972E5C8-1726-FAD5-0C4A-13CB95C0B8EE}"/>
          </ac:spMkLst>
        </pc:spChg>
        <pc:spChg chg="add mod">
          <ac:chgData name="musukie52@gmail.com" userId="017bd91f96aa8751" providerId="LiveId" clId="{5B2C3894-F97E-4CAB-8812-5BB4D83AAC6A}" dt="2026-09-07T02:44:49.866" v="4602" actId="1076"/>
          <ac:spMkLst>
            <pc:docMk/>
            <pc:sldMk cId="3466117121" sldId="289"/>
            <ac:spMk id="182" creationId="{6CA0004D-6D99-3118-8A49-4042F1DEEDA8}"/>
          </ac:spMkLst>
        </pc:spChg>
        <pc:spChg chg="add mod">
          <ac:chgData name="musukie52@gmail.com" userId="017bd91f96aa8751" providerId="LiveId" clId="{5B2C3894-F97E-4CAB-8812-5BB4D83AAC6A}" dt="2026-09-07T02:46:03.154" v="4620" actId="1076"/>
          <ac:spMkLst>
            <pc:docMk/>
            <pc:sldMk cId="3466117121" sldId="289"/>
            <ac:spMk id="186" creationId="{4A207C25-0691-815D-C7A4-845915B83428}"/>
          </ac:spMkLst>
        </pc:spChg>
        <pc:spChg chg="mod">
          <ac:chgData name="musukie52@gmail.com" userId="017bd91f96aa8751" providerId="LiveId" clId="{5B2C3894-F97E-4CAB-8812-5BB4D83AAC6A}" dt="2026-09-07T02:45:35.178" v="4616" actId="1076"/>
          <ac:spMkLst>
            <pc:docMk/>
            <pc:sldMk cId="3466117121" sldId="289"/>
            <ac:spMk id="188" creationId="{A308E105-008C-0507-6170-3A7183AD56C8}"/>
          </ac:spMkLst>
        </pc:spChg>
        <pc:spChg chg="mod">
          <ac:chgData name="musukie52@gmail.com" userId="017bd91f96aa8751" providerId="LiveId" clId="{5B2C3894-F97E-4CAB-8812-5BB4D83AAC6A}" dt="2026-09-07T02:45:30.830" v="4615" actId="1076"/>
          <ac:spMkLst>
            <pc:docMk/>
            <pc:sldMk cId="3466117121" sldId="289"/>
            <ac:spMk id="192" creationId="{87A4EF80-5194-CFB9-12EA-E6F016262C3F}"/>
          </ac:spMkLst>
        </pc:spChg>
        <pc:spChg chg="mod">
          <ac:chgData name="musukie52@gmail.com" userId="017bd91f96aa8751" providerId="LiveId" clId="{5B2C3894-F97E-4CAB-8812-5BB4D83AAC6A}" dt="2026-09-07T02:45:30.830" v="4615" actId="1076"/>
          <ac:spMkLst>
            <pc:docMk/>
            <pc:sldMk cId="3466117121" sldId="289"/>
            <ac:spMk id="194" creationId="{8F52FB8A-0E8F-4FA0-43BF-EDDC77089ABB}"/>
          </ac:spMkLst>
        </pc:spChg>
        <pc:spChg chg="add mod">
          <ac:chgData name="musukie52@gmail.com" userId="017bd91f96aa8751" providerId="LiveId" clId="{5B2C3894-F97E-4CAB-8812-5BB4D83AAC6A}" dt="2026-09-07T02:46:03.154" v="4620" actId="1076"/>
          <ac:spMkLst>
            <pc:docMk/>
            <pc:sldMk cId="3466117121" sldId="289"/>
            <ac:spMk id="196" creationId="{0EA1B935-EC0A-820D-C5F4-BE7222AD72AA}"/>
          </ac:spMkLst>
        </pc:spChg>
        <pc:spChg chg="add mod">
          <ac:chgData name="musukie52@gmail.com" userId="017bd91f96aa8751" providerId="LiveId" clId="{5B2C3894-F97E-4CAB-8812-5BB4D83AAC6A}" dt="2026-09-07T02:46:03.154" v="4620" actId="1076"/>
          <ac:spMkLst>
            <pc:docMk/>
            <pc:sldMk cId="3466117121" sldId="289"/>
            <ac:spMk id="200" creationId="{56B064A3-16EB-B4D1-886B-050FC50C6341}"/>
          </ac:spMkLst>
        </pc:spChg>
        <pc:spChg chg="add mod">
          <ac:chgData name="musukie52@gmail.com" userId="017bd91f96aa8751" providerId="LiveId" clId="{5B2C3894-F97E-4CAB-8812-5BB4D83AAC6A}" dt="2026-09-07T02:44:49.866" v="4602" actId="1076"/>
          <ac:spMkLst>
            <pc:docMk/>
            <pc:sldMk cId="3466117121" sldId="289"/>
            <ac:spMk id="202" creationId="{8377EB6F-DCA8-A234-2722-1C9D3B88315A}"/>
          </ac:spMkLst>
        </pc:spChg>
        <pc:spChg chg="mod">
          <ac:chgData name="musukie52@gmail.com" userId="017bd91f96aa8751" providerId="LiveId" clId="{5B2C3894-F97E-4CAB-8812-5BB4D83AAC6A}" dt="2026-09-07T02:46:03.154" v="4620" actId="1076"/>
          <ac:spMkLst>
            <pc:docMk/>
            <pc:sldMk cId="3466117121" sldId="289"/>
            <ac:spMk id="204" creationId="{1A3FB963-83C1-DF6C-6851-21FA77C6E837}"/>
          </ac:spMkLst>
        </pc:spChg>
        <pc:spChg chg="add mod">
          <ac:chgData name="musukie52@gmail.com" userId="017bd91f96aa8751" providerId="LiveId" clId="{5B2C3894-F97E-4CAB-8812-5BB4D83AAC6A}" dt="2026-09-07T02:45:30.830" v="4615" actId="1076"/>
          <ac:spMkLst>
            <pc:docMk/>
            <pc:sldMk cId="3466117121" sldId="289"/>
            <ac:spMk id="206" creationId="{18F99F29-FB36-9803-807C-CE7AC585ACED}"/>
          </ac:spMkLst>
        </pc:spChg>
        <pc:spChg chg="mod">
          <ac:chgData name="musukie52@gmail.com" userId="017bd91f96aa8751" providerId="LiveId" clId="{5B2C3894-F97E-4CAB-8812-5BB4D83AAC6A}" dt="2026-09-07T02:45:35.178" v="4616" actId="1076"/>
          <ac:spMkLst>
            <pc:docMk/>
            <pc:sldMk cId="3466117121" sldId="289"/>
            <ac:spMk id="208" creationId="{5CBACDDA-CDAA-908F-F67B-159BF8CC2DD0}"/>
          </ac:spMkLst>
        </pc:spChg>
        <pc:spChg chg="add mod">
          <ac:chgData name="musukie52@gmail.com" userId="017bd91f96aa8751" providerId="LiveId" clId="{5B2C3894-F97E-4CAB-8812-5BB4D83AAC6A}" dt="2026-09-07T02:46:03.154" v="4620" actId="1076"/>
          <ac:spMkLst>
            <pc:docMk/>
            <pc:sldMk cId="3466117121" sldId="289"/>
            <ac:spMk id="210" creationId="{F7C33969-0AE6-8B14-8383-71C9623529A4}"/>
          </ac:spMkLst>
        </pc:spChg>
        <pc:spChg chg="mod">
          <ac:chgData name="musukie52@gmail.com" userId="017bd91f96aa8751" providerId="LiveId" clId="{5B2C3894-F97E-4CAB-8812-5BB4D83AAC6A}" dt="2026-09-07T02:45:30.830" v="4615" actId="1076"/>
          <ac:spMkLst>
            <pc:docMk/>
            <pc:sldMk cId="3466117121" sldId="289"/>
            <ac:spMk id="212" creationId="{B1B7E234-944D-8353-077F-1213180347E1}"/>
          </ac:spMkLst>
        </pc:spChg>
        <pc:spChg chg="add mod">
          <ac:chgData name="musukie52@gmail.com" userId="017bd91f96aa8751" providerId="LiveId" clId="{5B2C3894-F97E-4CAB-8812-5BB4D83AAC6A}" dt="2026-09-07T02:46:03.154" v="4620" actId="1076"/>
          <ac:spMkLst>
            <pc:docMk/>
            <pc:sldMk cId="3466117121" sldId="289"/>
            <ac:spMk id="214" creationId="{9E05F248-0D61-53AF-B469-8E73E6974633}"/>
          </ac:spMkLst>
        </pc:spChg>
        <pc:spChg chg="add mod">
          <ac:chgData name="musukie52@gmail.com" userId="017bd91f96aa8751" providerId="LiveId" clId="{5B2C3894-F97E-4CAB-8812-5BB4D83AAC6A}" dt="2026-09-07T02:46:03.154" v="4620" actId="1076"/>
          <ac:spMkLst>
            <pc:docMk/>
            <pc:sldMk cId="3466117121" sldId="289"/>
            <ac:spMk id="216" creationId="{18591EE6-BFE7-ADAD-93BD-2D7A7DA31B22}"/>
          </ac:spMkLst>
        </pc:spChg>
        <pc:spChg chg="add mod">
          <ac:chgData name="musukie52@gmail.com" userId="017bd91f96aa8751" providerId="LiveId" clId="{5B2C3894-F97E-4CAB-8812-5BB4D83AAC6A}" dt="2026-09-07T02:46:06.107" v="4621" actId="1076"/>
          <ac:spMkLst>
            <pc:docMk/>
            <pc:sldMk cId="3466117121" sldId="289"/>
            <ac:spMk id="218" creationId="{6938FAA2-BC83-F683-3DCF-0A0179C239F5}"/>
          </ac:spMkLst>
        </pc:spChg>
      </pc:sldChg>
      <pc:sldChg chg="addSp delSp modSp add mod">
        <pc:chgData name="musukie52@gmail.com" userId="017bd91f96aa8751" providerId="LiveId" clId="{5B2C3894-F97E-4CAB-8812-5BB4D83AAC6A}" dt="2026-09-08T02:04:19.330" v="5023" actId="478"/>
        <pc:sldMkLst>
          <pc:docMk/>
          <pc:sldMk cId="3204798978" sldId="290"/>
        </pc:sldMkLst>
        <pc:spChg chg="mod">
          <ac:chgData name="musukie52@gmail.com" userId="017bd91f96aa8751" providerId="LiveId" clId="{5B2C3894-F97E-4CAB-8812-5BB4D83AAC6A}" dt="2026-09-07T02:20:39.917" v="3593" actId="20577"/>
          <ac:spMkLst>
            <pc:docMk/>
            <pc:sldMk cId="3204798978" sldId="290"/>
            <ac:spMk id="4" creationId="{58FBFE28-1131-E4F9-0EEF-05ADDCA833E4}"/>
          </ac:spMkLst>
        </pc:spChg>
        <pc:spChg chg="add del mod">
          <ac:chgData name="musukie52@gmail.com" userId="017bd91f96aa8751" providerId="LiveId" clId="{5B2C3894-F97E-4CAB-8812-5BB4D83AAC6A}" dt="2026-09-07T02:44:14.139" v="4599" actId="21"/>
          <ac:spMkLst>
            <pc:docMk/>
            <pc:sldMk cId="3204798978" sldId="290"/>
            <ac:spMk id="59" creationId="{955251EC-887A-640D-702C-A31CA32519C1}"/>
          </ac:spMkLst>
        </pc:spChg>
        <pc:spChg chg="mod">
          <ac:chgData name="musukie52@gmail.com" userId="017bd91f96aa8751" providerId="LiveId" clId="{5B2C3894-F97E-4CAB-8812-5BB4D83AAC6A}" dt="2026-09-07T02:40:11.871" v="4527" actId="1037"/>
          <ac:spMkLst>
            <pc:docMk/>
            <pc:sldMk cId="3204798978" sldId="290"/>
            <ac:spMk id="61" creationId="{EE99514F-922E-7DAB-24D6-EC94F74F7F33}"/>
          </ac:spMkLst>
        </pc:spChg>
        <pc:spChg chg="add del mod">
          <ac:chgData name="musukie52@gmail.com" userId="017bd91f96aa8751" providerId="LiveId" clId="{5B2C3894-F97E-4CAB-8812-5BB4D83AAC6A}" dt="2026-09-07T02:44:14.139" v="4599" actId="21"/>
          <ac:spMkLst>
            <pc:docMk/>
            <pc:sldMk cId="3204798978" sldId="290"/>
            <ac:spMk id="63" creationId="{4FD495AD-C80B-2ABC-AE92-F11FB2729021}"/>
          </ac:spMkLst>
        </pc:spChg>
        <pc:spChg chg="add del mod">
          <ac:chgData name="musukie52@gmail.com" userId="017bd91f96aa8751" providerId="LiveId" clId="{5B2C3894-F97E-4CAB-8812-5BB4D83AAC6A}" dt="2026-09-07T02:44:14.139" v="4599" actId="21"/>
          <ac:spMkLst>
            <pc:docMk/>
            <pc:sldMk cId="3204798978" sldId="290"/>
            <ac:spMk id="133" creationId="{9E6E9349-CD81-7C61-DA57-A9E425D4321A}"/>
          </ac:spMkLst>
        </pc:spChg>
        <pc:spChg chg="add del mod">
          <ac:chgData name="musukie52@gmail.com" userId="017bd91f96aa8751" providerId="LiveId" clId="{5B2C3894-F97E-4CAB-8812-5BB4D83AAC6A}" dt="2026-09-07T02:44:14.139" v="4599" actId="21"/>
          <ac:spMkLst>
            <pc:docMk/>
            <pc:sldMk cId="3204798978" sldId="290"/>
            <ac:spMk id="135" creationId="{CA3B3FE5-24C6-E864-01DD-AA3A956DC5B1}"/>
          </ac:spMkLst>
        </pc:spChg>
        <pc:spChg chg="mod">
          <ac:chgData name="musukie52@gmail.com" userId="017bd91f96aa8751" providerId="LiveId" clId="{5B2C3894-F97E-4CAB-8812-5BB4D83AAC6A}" dt="2026-09-07T02:41:50.835" v="4545" actId="1076"/>
          <ac:spMkLst>
            <pc:docMk/>
            <pc:sldMk cId="3204798978" sldId="290"/>
            <ac:spMk id="137" creationId="{C0CB171C-D055-285D-27AB-639F58EF082E}"/>
          </ac:spMkLst>
        </pc:spChg>
        <pc:spChg chg="mod">
          <ac:chgData name="musukie52@gmail.com" userId="017bd91f96aa8751" providerId="LiveId" clId="{5B2C3894-F97E-4CAB-8812-5BB4D83AAC6A}" dt="2026-09-07T02:41:57.270" v="4546" actId="1076"/>
          <ac:spMkLst>
            <pc:docMk/>
            <pc:sldMk cId="3204798978" sldId="290"/>
            <ac:spMk id="141" creationId="{9445DC09-8E4C-B18D-BE24-942EA1370E71}"/>
          </ac:spMkLst>
        </pc:spChg>
        <pc:spChg chg="add del mod">
          <ac:chgData name="musukie52@gmail.com" userId="017bd91f96aa8751" providerId="LiveId" clId="{5B2C3894-F97E-4CAB-8812-5BB4D83AAC6A}" dt="2026-09-07T02:44:14.139" v="4599" actId="21"/>
          <ac:spMkLst>
            <pc:docMk/>
            <pc:sldMk cId="3204798978" sldId="290"/>
            <ac:spMk id="143" creationId="{B089DFDC-23C7-A805-33FC-26B970182333}"/>
          </ac:spMkLst>
        </pc:spChg>
        <pc:spChg chg="add del mod">
          <ac:chgData name="musukie52@gmail.com" userId="017bd91f96aa8751" providerId="LiveId" clId="{5B2C3894-F97E-4CAB-8812-5BB4D83AAC6A}" dt="2026-09-07T02:44:14.139" v="4599" actId="21"/>
          <ac:spMkLst>
            <pc:docMk/>
            <pc:sldMk cId="3204798978" sldId="290"/>
            <ac:spMk id="145" creationId="{F7FFE599-AE59-EC75-8F6E-A0A806C50FD0}"/>
          </ac:spMkLst>
        </pc:spChg>
        <pc:spChg chg="mod">
          <ac:chgData name="musukie52@gmail.com" userId="017bd91f96aa8751" providerId="LiveId" clId="{5B2C3894-F97E-4CAB-8812-5BB4D83AAC6A}" dt="2026-09-07T02:40:11.871" v="4527" actId="1037"/>
          <ac:spMkLst>
            <pc:docMk/>
            <pc:sldMk cId="3204798978" sldId="290"/>
            <ac:spMk id="147" creationId="{39D05085-84B9-3174-2783-A727091C763A}"/>
          </ac:spMkLst>
        </pc:spChg>
        <pc:spChg chg="add del mod">
          <ac:chgData name="musukie52@gmail.com" userId="017bd91f96aa8751" providerId="LiveId" clId="{5B2C3894-F97E-4CAB-8812-5BB4D83AAC6A}" dt="2026-09-07T02:44:14.139" v="4599" actId="21"/>
          <ac:spMkLst>
            <pc:docMk/>
            <pc:sldMk cId="3204798978" sldId="290"/>
            <ac:spMk id="149" creationId="{BEB047C4-A9E6-DADB-D2CA-4105D012AFB6}"/>
          </ac:spMkLst>
        </pc:spChg>
        <pc:spChg chg="add del mod">
          <ac:chgData name="musukie52@gmail.com" userId="017bd91f96aa8751" providerId="LiveId" clId="{5B2C3894-F97E-4CAB-8812-5BB4D83AAC6A}" dt="2026-09-07T02:44:14.139" v="4599" actId="21"/>
          <ac:spMkLst>
            <pc:docMk/>
            <pc:sldMk cId="3204798978" sldId="290"/>
            <ac:spMk id="151" creationId="{C1BC2AC5-5EE0-2B9E-CA98-2ECF69F0B870}"/>
          </ac:spMkLst>
        </pc:spChg>
        <pc:spChg chg="mod">
          <ac:chgData name="musukie52@gmail.com" userId="017bd91f96aa8751" providerId="LiveId" clId="{5B2C3894-F97E-4CAB-8812-5BB4D83AAC6A}" dt="2026-09-07T02:40:20.695" v="4528" actId="1076"/>
          <ac:spMkLst>
            <pc:docMk/>
            <pc:sldMk cId="3204798978" sldId="290"/>
            <ac:spMk id="153" creationId="{73F39664-E813-93FF-0C63-C0593C98AF76}"/>
          </ac:spMkLst>
        </pc:spChg>
        <pc:spChg chg="mod">
          <ac:chgData name="musukie52@gmail.com" userId="017bd91f96aa8751" providerId="LiveId" clId="{5B2C3894-F97E-4CAB-8812-5BB4D83AAC6A}" dt="2026-09-07T02:41:50.835" v="4545" actId="1076"/>
          <ac:spMkLst>
            <pc:docMk/>
            <pc:sldMk cId="3204798978" sldId="290"/>
            <ac:spMk id="155" creationId="{BD443350-9E0E-9CD8-E41A-228B29D31081}"/>
          </ac:spMkLst>
        </pc:spChg>
        <pc:spChg chg="add del mod">
          <ac:chgData name="musukie52@gmail.com" userId="017bd91f96aa8751" providerId="LiveId" clId="{5B2C3894-F97E-4CAB-8812-5BB4D83AAC6A}" dt="2026-09-07T02:44:14.139" v="4599" actId="21"/>
          <ac:spMkLst>
            <pc:docMk/>
            <pc:sldMk cId="3204798978" sldId="290"/>
            <ac:spMk id="157" creationId="{72A167E4-70CC-9D90-6570-6C0F5D060514}"/>
          </ac:spMkLst>
        </pc:spChg>
        <pc:spChg chg="mod">
          <ac:chgData name="musukie52@gmail.com" userId="017bd91f96aa8751" providerId="LiveId" clId="{5B2C3894-F97E-4CAB-8812-5BB4D83AAC6A}" dt="2026-09-07T02:41:57.270" v="4546" actId="1076"/>
          <ac:spMkLst>
            <pc:docMk/>
            <pc:sldMk cId="3204798978" sldId="290"/>
            <ac:spMk id="160" creationId="{FC3BD0B9-AA32-8234-4CA8-E2F06840D6FA}"/>
          </ac:spMkLst>
        </pc:spChg>
        <pc:spChg chg="mod">
          <ac:chgData name="musukie52@gmail.com" userId="017bd91f96aa8751" providerId="LiveId" clId="{5B2C3894-F97E-4CAB-8812-5BB4D83AAC6A}" dt="2026-09-07T02:41:57.270" v="4546" actId="1076"/>
          <ac:spMkLst>
            <pc:docMk/>
            <pc:sldMk cId="3204798978" sldId="290"/>
            <ac:spMk id="162" creationId="{F8B298AE-1B74-39D1-2C7A-50903991CD60}"/>
          </ac:spMkLst>
        </pc:spChg>
        <pc:spChg chg="mod">
          <ac:chgData name="musukie52@gmail.com" userId="017bd91f96aa8751" providerId="LiveId" clId="{5B2C3894-F97E-4CAB-8812-5BB4D83AAC6A}" dt="2026-09-07T02:41:57.270" v="4546" actId="1076"/>
          <ac:spMkLst>
            <pc:docMk/>
            <pc:sldMk cId="3204798978" sldId="290"/>
            <ac:spMk id="164" creationId="{2E333146-3F99-384F-459E-FEBDE90D4725}"/>
          </ac:spMkLst>
        </pc:spChg>
        <pc:spChg chg="mod">
          <ac:chgData name="musukie52@gmail.com" userId="017bd91f96aa8751" providerId="LiveId" clId="{5B2C3894-F97E-4CAB-8812-5BB4D83AAC6A}" dt="2026-09-07T02:41:57.270" v="4546" actId="1076"/>
          <ac:spMkLst>
            <pc:docMk/>
            <pc:sldMk cId="3204798978" sldId="290"/>
            <ac:spMk id="166" creationId="{87D2B4E3-95F8-D0C4-63BD-05D4FEEC2C2E}"/>
          </ac:spMkLst>
        </pc:spChg>
        <pc:spChg chg="mod">
          <ac:chgData name="musukie52@gmail.com" userId="017bd91f96aa8751" providerId="LiveId" clId="{5B2C3894-F97E-4CAB-8812-5BB4D83AAC6A}" dt="2026-09-07T02:41:57.270" v="4546" actId="1076"/>
          <ac:spMkLst>
            <pc:docMk/>
            <pc:sldMk cId="3204798978" sldId="290"/>
            <ac:spMk id="170" creationId="{CA7336F1-83E5-1A88-462B-640A624137EA}"/>
          </ac:spMkLst>
        </pc:spChg>
        <pc:spChg chg="add mod">
          <ac:chgData name="musukie52@gmail.com" userId="017bd91f96aa8751" providerId="LiveId" clId="{5B2C3894-F97E-4CAB-8812-5BB4D83AAC6A}" dt="2026-09-07T02:40:11.871" v="4527" actId="1037"/>
          <ac:spMkLst>
            <pc:docMk/>
            <pc:sldMk cId="3204798978" sldId="290"/>
            <ac:spMk id="172" creationId="{D76CD1D3-0C85-1A55-2452-51D48BA0D669}"/>
          </ac:spMkLst>
        </pc:spChg>
        <pc:spChg chg="add del mod">
          <ac:chgData name="musukie52@gmail.com" userId="017bd91f96aa8751" providerId="LiveId" clId="{5B2C3894-F97E-4CAB-8812-5BB4D83AAC6A}" dt="2026-09-07T02:44:14.139" v="4599" actId="21"/>
          <ac:spMkLst>
            <pc:docMk/>
            <pc:sldMk cId="3204798978" sldId="290"/>
            <ac:spMk id="174" creationId="{2A97B96C-06B5-ABB6-47F0-738721755C8B}"/>
          </ac:spMkLst>
        </pc:spChg>
        <pc:spChg chg="add mod">
          <ac:chgData name="musukie52@gmail.com" userId="017bd91f96aa8751" providerId="LiveId" clId="{5B2C3894-F97E-4CAB-8812-5BB4D83AAC6A}" dt="2026-09-07T02:41:46.876" v="4544" actId="1076"/>
          <ac:spMkLst>
            <pc:docMk/>
            <pc:sldMk cId="3204798978" sldId="290"/>
            <ac:spMk id="178" creationId="{21280164-DA55-EE47-EE06-F4B9AC9A7180}"/>
          </ac:spMkLst>
        </pc:spChg>
        <pc:cxnChg chg="add mod">
          <ac:chgData name="musukie52@gmail.com" userId="017bd91f96aa8751" providerId="LiveId" clId="{5B2C3894-F97E-4CAB-8812-5BB4D83AAC6A}" dt="2026-09-07T02:42:00.710" v="4547" actId="14100"/>
          <ac:cxnSpMkLst>
            <pc:docMk/>
            <pc:sldMk cId="3204798978" sldId="290"/>
            <ac:cxnSpMk id="176" creationId="{EFFDE16E-A4FE-E08A-3724-354AA4FADF35}"/>
          </ac:cxnSpMkLst>
        </pc:cxnChg>
      </pc:sldChg>
      <pc:sldChg chg="addSp delSp modSp add mod">
        <pc:chgData name="musukie52@gmail.com" userId="017bd91f96aa8751" providerId="LiveId" clId="{5B2C3894-F97E-4CAB-8812-5BB4D83AAC6A}" dt="2026-09-08T02:04:22.021" v="5024" actId="478"/>
        <pc:sldMkLst>
          <pc:docMk/>
          <pc:sldMk cId="1826326227" sldId="291"/>
        </pc:sldMkLst>
        <pc:spChg chg="mod">
          <ac:chgData name="musukie52@gmail.com" userId="017bd91f96aa8751" providerId="LiveId" clId="{5B2C3894-F97E-4CAB-8812-5BB4D83AAC6A}" dt="2026-09-07T02:20:54.312" v="3608" actId="20577"/>
          <ac:spMkLst>
            <pc:docMk/>
            <pc:sldMk cId="1826326227" sldId="291"/>
            <ac:spMk id="4" creationId="{B7DAB6F9-710B-5FB4-7B8B-DC43F1C6CE74}"/>
          </ac:spMkLst>
        </pc:spChg>
        <pc:spChg chg="add mod">
          <ac:chgData name="musukie52@gmail.com" userId="017bd91f96aa8751" providerId="LiveId" clId="{5B2C3894-F97E-4CAB-8812-5BB4D83AAC6A}" dt="2026-09-07T02:43:09.447" v="4582" actId="1076"/>
          <ac:spMkLst>
            <pc:docMk/>
            <pc:sldMk cId="1826326227" sldId="291"/>
            <ac:spMk id="5" creationId="{0ADDD7EA-51C1-9E0F-6B19-93D8BBDC8129}"/>
          </ac:spMkLst>
        </pc:spChg>
        <pc:spChg chg="add mod">
          <ac:chgData name="musukie52@gmail.com" userId="017bd91f96aa8751" providerId="LiveId" clId="{5B2C3894-F97E-4CAB-8812-5BB4D83AAC6A}" dt="2026-09-07T02:43:36.856" v="4588" actId="1076"/>
          <ac:spMkLst>
            <pc:docMk/>
            <pc:sldMk cId="1826326227" sldId="291"/>
            <ac:spMk id="8" creationId="{A413088F-8F20-4B3C-A6B3-EDD5F303FF26}"/>
          </ac:spMkLst>
        </pc:spChg>
        <pc:spChg chg="mod">
          <ac:chgData name="musukie52@gmail.com" userId="017bd91f96aa8751" providerId="LiveId" clId="{5B2C3894-F97E-4CAB-8812-5BB4D83AAC6A}" dt="2026-09-07T02:43:25.106" v="4585" actId="1076"/>
          <ac:spMkLst>
            <pc:docMk/>
            <pc:sldMk cId="1826326227" sldId="291"/>
            <ac:spMk id="14" creationId="{5BF3D990-12F5-D66E-8D0D-0D28CD7683ED}"/>
          </ac:spMkLst>
        </pc:spChg>
        <pc:spChg chg="mod">
          <ac:chgData name="musukie52@gmail.com" userId="017bd91f96aa8751" providerId="LiveId" clId="{5B2C3894-F97E-4CAB-8812-5BB4D83AAC6A}" dt="2026-09-07T02:43:36.856" v="4588" actId="1076"/>
          <ac:spMkLst>
            <pc:docMk/>
            <pc:sldMk cId="1826326227" sldId="291"/>
            <ac:spMk id="22" creationId="{A47A5F2F-0CDD-504D-0EC5-02A2E94161C5}"/>
          </ac:spMkLst>
        </pc:spChg>
        <pc:spChg chg="mod">
          <ac:chgData name="musukie52@gmail.com" userId="017bd91f96aa8751" providerId="LiveId" clId="{5B2C3894-F97E-4CAB-8812-5BB4D83AAC6A}" dt="2026-09-07T02:43:36.856" v="4588" actId="1076"/>
          <ac:spMkLst>
            <pc:docMk/>
            <pc:sldMk cId="1826326227" sldId="291"/>
            <ac:spMk id="27" creationId="{349E4469-25EC-9C63-A043-22503C26662C}"/>
          </ac:spMkLst>
        </pc:spChg>
        <pc:spChg chg="mod">
          <ac:chgData name="musukie52@gmail.com" userId="017bd91f96aa8751" providerId="LiveId" clId="{5B2C3894-F97E-4CAB-8812-5BB4D83AAC6A}" dt="2026-09-07T02:43:39.685" v="4590" actId="1076"/>
          <ac:spMkLst>
            <pc:docMk/>
            <pc:sldMk cId="1826326227" sldId="291"/>
            <ac:spMk id="31" creationId="{0511D107-6FE3-2D3B-63D8-F7AB32AA054D}"/>
          </ac:spMkLst>
        </pc:spChg>
        <pc:spChg chg="mod">
          <ac:chgData name="musukie52@gmail.com" userId="017bd91f96aa8751" providerId="LiveId" clId="{5B2C3894-F97E-4CAB-8812-5BB4D83AAC6A}" dt="2026-09-07T02:43:09.447" v="4582" actId="1076"/>
          <ac:spMkLst>
            <pc:docMk/>
            <pc:sldMk cId="1826326227" sldId="291"/>
            <ac:spMk id="33" creationId="{DF1EE2E6-1F04-EF95-DB0B-7C083D43E074}"/>
          </ac:spMkLst>
        </pc:spChg>
        <pc:spChg chg="add mod">
          <ac:chgData name="musukie52@gmail.com" userId="017bd91f96aa8751" providerId="LiveId" clId="{5B2C3894-F97E-4CAB-8812-5BB4D83AAC6A}" dt="2026-09-07T02:43:36.856" v="4588" actId="1076"/>
          <ac:spMkLst>
            <pc:docMk/>
            <pc:sldMk cId="1826326227" sldId="291"/>
            <ac:spMk id="35" creationId="{51223306-C016-8A9F-A2DB-04982F918E26}"/>
          </ac:spMkLst>
        </pc:spChg>
        <pc:spChg chg="add mod">
          <ac:chgData name="musukie52@gmail.com" userId="017bd91f96aa8751" providerId="LiveId" clId="{5B2C3894-F97E-4CAB-8812-5BB4D83AAC6A}" dt="2026-09-07T02:43:13.689" v="4583" actId="1076"/>
          <ac:spMkLst>
            <pc:docMk/>
            <pc:sldMk cId="1826326227" sldId="291"/>
            <ac:spMk id="37" creationId="{8036FCC9-C5DA-603F-EE76-A2BD10A222D6}"/>
          </ac:spMkLst>
        </pc:spChg>
        <pc:spChg chg="mod">
          <ac:chgData name="musukie52@gmail.com" userId="017bd91f96aa8751" providerId="LiveId" clId="{5B2C3894-F97E-4CAB-8812-5BB4D83AAC6A}" dt="2026-09-07T02:43:36.856" v="4588" actId="1076"/>
          <ac:spMkLst>
            <pc:docMk/>
            <pc:sldMk cId="1826326227" sldId="291"/>
            <ac:spMk id="41" creationId="{9F8F0250-0B73-7E08-E203-E475715A55D8}"/>
          </ac:spMkLst>
        </pc:spChg>
        <pc:spChg chg="add mod">
          <ac:chgData name="musukie52@gmail.com" userId="017bd91f96aa8751" providerId="LiveId" clId="{5B2C3894-F97E-4CAB-8812-5BB4D83AAC6A}" dt="2026-09-07T02:43:36.856" v="4588" actId="1076"/>
          <ac:spMkLst>
            <pc:docMk/>
            <pc:sldMk cId="1826326227" sldId="291"/>
            <ac:spMk id="43" creationId="{B0F33214-6B69-2948-A544-0C22AE60037A}"/>
          </ac:spMkLst>
        </pc:spChg>
        <pc:spChg chg="mod">
          <ac:chgData name="musukie52@gmail.com" userId="017bd91f96aa8751" providerId="LiveId" clId="{5B2C3894-F97E-4CAB-8812-5BB4D83AAC6A}" dt="2026-09-07T02:43:36.856" v="4588" actId="1076"/>
          <ac:spMkLst>
            <pc:docMk/>
            <pc:sldMk cId="1826326227" sldId="291"/>
            <ac:spMk id="45" creationId="{27AC30F4-1D2A-EBD5-8782-3C46BE55C653}"/>
          </ac:spMkLst>
        </pc:spChg>
        <pc:spChg chg="add mod">
          <ac:chgData name="musukie52@gmail.com" userId="017bd91f96aa8751" providerId="LiveId" clId="{5B2C3894-F97E-4CAB-8812-5BB4D83AAC6A}" dt="2026-09-07T02:43:18.649" v="4584" actId="1076"/>
          <ac:spMkLst>
            <pc:docMk/>
            <pc:sldMk cId="1826326227" sldId="291"/>
            <ac:spMk id="47" creationId="{F54B7BE1-D138-BC62-755F-C1F02693B308}"/>
          </ac:spMkLst>
        </pc:spChg>
        <pc:spChg chg="mod">
          <ac:chgData name="musukie52@gmail.com" userId="017bd91f96aa8751" providerId="LiveId" clId="{5B2C3894-F97E-4CAB-8812-5BB4D83AAC6A}" dt="2026-09-07T02:43:39.685" v="4590" actId="1076"/>
          <ac:spMkLst>
            <pc:docMk/>
            <pc:sldMk cId="1826326227" sldId="291"/>
            <ac:spMk id="49" creationId="{4F173F09-9B97-8BCA-AEF2-9DF6EEAEDCD5}"/>
          </ac:spMkLst>
        </pc:spChg>
        <pc:spChg chg="add mod">
          <ac:chgData name="musukie52@gmail.com" userId="017bd91f96aa8751" providerId="LiveId" clId="{5B2C3894-F97E-4CAB-8812-5BB4D83AAC6A}" dt="2026-09-07T02:43:49.377" v="4594" actId="122"/>
          <ac:spMkLst>
            <pc:docMk/>
            <pc:sldMk cId="1826326227" sldId="291"/>
            <ac:spMk id="51" creationId="{EE520289-C41F-F3B1-2E7B-53D6C290CBB4}"/>
          </ac:spMkLst>
        </pc:spChg>
        <pc:spChg chg="mod">
          <ac:chgData name="musukie52@gmail.com" userId="017bd91f96aa8751" providerId="LiveId" clId="{5B2C3894-F97E-4CAB-8812-5BB4D83AAC6A}" dt="2026-09-07T02:43:49.377" v="4594" actId="122"/>
          <ac:spMkLst>
            <pc:docMk/>
            <pc:sldMk cId="1826326227" sldId="291"/>
            <ac:spMk id="53" creationId="{30DDE494-09B2-FFAC-C60C-89F34DA4A28E}"/>
          </ac:spMkLst>
        </pc:spChg>
        <pc:spChg chg="add mod">
          <ac:chgData name="musukie52@gmail.com" userId="017bd91f96aa8751" providerId="LiveId" clId="{5B2C3894-F97E-4CAB-8812-5BB4D83AAC6A}" dt="2026-09-07T02:42:18.982" v="4556" actId="1076"/>
          <ac:spMkLst>
            <pc:docMk/>
            <pc:sldMk cId="1826326227" sldId="291"/>
            <ac:spMk id="57" creationId="{CA130937-6F43-5026-1864-D2E17763A573}"/>
          </ac:spMkLst>
        </pc:spChg>
        <pc:spChg chg="add mod">
          <ac:chgData name="musukie52@gmail.com" userId="017bd91f96aa8751" providerId="LiveId" clId="{5B2C3894-F97E-4CAB-8812-5BB4D83AAC6A}" dt="2026-09-07T02:43:36.856" v="4588" actId="1076"/>
          <ac:spMkLst>
            <pc:docMk/>
            <pc:sldMk cId="1826326227" sldId="291"/>
            <ac:spMk id="59" creationId="{54A2F789-C015-02A6-A67E-2D9D9D167679}"/>
          </ac:spMkLst>
        </pc:spChg>
        <pc:spChg chg="add mod">
          <ac:chgData name="musukie52@gmail.com" userId="017bd91f96aa8751" providerId="LiveId" clId="{5B2C3894-F97E-4CAB-8812-5BB4D83AAC6A}" dt="2026-09-07T02:43:36.856" v="4588" actId="1076"/>
          <ac:spMkLst>
            <pc:docMk/>
            <pc:sldMk cId="1826326227" sldId="291"/>
            <ac:spMk id="61" creationId="{2DEFC7E4-5D7F-7483-531C-6FED445AE3A1}"/>
          </ac:spMkLst>
        </pc:spChg>
        <pc:spChg chg="add mod">
          <ac:chgData name="musukie52@gmail.com" userId="017bd91f96aa8751" providerId="LiveId" clId="{5B2C3894-F97E-4CAB-8812-5BB4D83AAC6A}" dt="2026-09-07T02:43:18.649" v="4584" actId="1076"/>
          <ac:spMkLst>
            <pc:docMk/>
            <pc:sldMk cId="1826326227" sldId="291"/>
            <ac:spMk id="63" creationId="{337CAC81-FD3B-B12B-FC4B-0D0CC1BCA525}"/>
          </ac:spMkLst>
        </pc:spChg>
      </pc:sldChg>
      <pc:sldChg chg="addSp delSp modSp add mod">
        <pc:chgData name="musukie52@gmail.com" userId="017bd91f96aa8751" providerId="LiveId" clId="{5B2C3894-F97E-4CAB-8812-5BB4D83AAC6A}" dt="2026-09-08T02:04:25.929" v="5025" actId="478"/>
        <pc:sldMkLst>
          <pc:docMk/>
          <pc:sldMk cId="4075863217" sldId="292"/>
        </pc:sldMkLst>
        <pc:spChg chg="mod">
          <ac:chgData name="musukie52@gmail.com" userId="017bd91f96aa8751" providerId="LiveId" clId="{5B2C3894-F97E-4CAB-8812-5BB4D83AAC6A}" dt="2026-09-07T02:21:05.145" v="3627" actId="20577"/>
          <ac:spMkLst>
            <pc:docMk/>
            <pc:sldMk cId="4075863217" sldId="292"/>
            <ac:spMk id="4" creationId="{CBC7936B-CBEB-0447-B537-238369A2A5C0}"/>
          </ac:spMkLst>
        </pc:spChg>
        <pc:spChg chg="add">
          <ac:chgData name="musukie52@gmail.com" userId="017bd91f96aa8751" providerId="LiveId" clId="{5B2C3894-F97E-4CAB-8812-5BB4D83AAC6A}" dt="2026-09-07T02:46:21.999" v="4623" actId="22"/>
          <ac:spMkLst>
            <pc:docMk/>
            <pc:sldMk cId="4075863217" sldId="292"/>
            <ac:spMk id="9" creationId="{954A27E1-781F-576C-3B65-34C6CD869B73}"/>
          </ac:spMkLst>
        </pc:spChg>
        <pc:spChg chg="add">
          <ac:chgData name="musukie52@gmail.com" userId="017bd91f96aa8751" providerId="LiveId" clId="{5B2C3894-F97E-4CAB-8812-5BB4D83AAC6A}" dt="2026-09-07T02:46:21.999" v="4623" actId="22"/>
          <ac:spMkLst>
            <pc:docMk/>
            <pc:sldMk cId="4075863217" sldId="292"/>
            <ac:spMk id="24" creationId="{B239F9D7-BF78-FE7E-9F87-9267D41BFB35}"/>
          </ac:spMkLst>
        </pc:spChg>
        <pc:spChg chg="add">
          <ac:chgData name="musukie52@gmail.com" userId="017bd91f96aa8751" providerId="LiveId" clId="{5B2C3894-F97E-4CAB-8812-5BB4D83AAC6A}" dt="2026-09-07T02:46:21.999" v="4623" actId="22"/>
          <ac:spMkLst>
            <pc:docMk/>
            <pc:sldMk cId="4075863217" sldId="292"/>
            <ac:spMk id="26" creationId="{6B37B759-D639-437F-E111-50BD75926279}"/>
          </ac:spMkLst>
        </pc:spChg>
        <pc:spChg chg="add">
          <ac:chgData name="musukie52@gmail.com" userId="017bd91f96aa8751" providerId="LiveId" clId="{5B2C3894-F97E-4CAB-8812-5BB4D83AAC6A}" dt="2026-09-07T02:46:21.999" v="4623" actId="22"/>
          <ac:spMkLst>
            <pc:docMk/>
            <pc:sldMk cId="4075863217" sldId="292"/>
            <ac:spMk id="32" creationId="{1E511D61-550A-4FDC-1A6A-E67E0229E368}"/>
          </ac:spMkLst>
        </pc:spChg>
        <pc:spChg chg="add">
          <ac:chgData name="musukie52@gmail.com" userId="017bd91f96aa8751" providerId="LiveId" clId="{5B2C3894-F97E-4CAB-8812-5BB4D83AAC6A}" dt="2026-09-07T02:46:21.999" v="4623" actId="22"/>
          <ac:spMkLst>
            <pc:docMk/>
            <pc:sldMk cId="4075863217" sldId="292"/>
            <ac:spMk id="54" creationId="{409CDCFE-56F6-B031-B9F2-88E4960BEE93}"/>
          </ac:spMkLst>
        </pc:spChg>
        <pc:spChg chg="add">
          <ac:chgData name="musukie52@gmail.com" userId="017bd91f96aa8751" providerId="LiveId" clId="{5B2C3894-F97E-4CAB-8812-5BB4D83AAC6A}" dt="2026-09-07T02:46:21.999" v="4623" actId="22"/>
          <ac:spMkLst>
            <pc:docMk/>
            <pc:sldMk cId="4075863217" sldId="292"/>
            <ac:spMk id="60" creationId="{9E580877-1F40-64CC-D0B1-9C37604AB3C9}"/>
          </ac:spMkLst>
        </pc:spChg>
        <pc:spChg chg="add">
          <ac:chgData name="musukie52@gmail.com" userId="017bd91f96aa8751" providerId="LiveId" clId="{5B2C3894-F97E-4CAB-8812-5BB4D83AAC6A}" dt="2026-09-07T02:46:21.999" v="4623" actId="22"/>
          <ac:spMkLst>
            <pc:docMk/>
            <pc:sldMk cId="4075863217" sldId="292"/>
            <ac:spMk id="130" creationId="{0C9D3373-AB29-BF4F-5111-7A91E4DF055A}"/>
          </ac:spMkLst>
        </pc:spChg>
        <pc:spChg chg="add">
          <ac:chgData name="musukie52@gmail.com" userId="017bd91f96aa8751" providerId="LiveId" clId="{5B2C3894-F97E-4CAB-8812-5BB4D83AAC6A}" dt="2026-09-07T02:46:21.999" v="4623" actId="22"/>
          <ac:spMkLst>
            <pc:docMk/>
            <pc:sldMk cId="4075863217" sldId="292"/>
            <ac:spMk id="136" creationId="{AD616439-1817-5603-CCEE-5D4FDAE5AE53}"/>
          </ac:spMkLst>
        </pc:spChg>
        <pc:spChg chg="add">
          <ac:chgData name="musukie52@gmail.com" userId="017bd91f96aa8751" providerId="LiveId" clId="{5B2C3894-F97E-4CAB-8812-5BB4D83AAC6A}" dt="2026-09-07T02:46:21.999" v="4623" actId="22"/>
          <ac:spMkLst>
            <pc:docMk/>
            <pc:sldMk cId="4075863217" sldId="292"/>
            <ac:spMk id="150" creationId="{F8C64AC5-401D-9197-B619-75CE5CCCD300}"/>
          </ac:spMkLst>
        </pc:spChg>
        <pc:spChg chg="add">
          <ac:chgData name="musukie52@gmail.com" userId="017bd91f96aa8751" providerId="LiveId" clId="{5B2C3894-F97E-4CAB-8812-5BB4D83AAC6A}" dt="2026-09-07T02:46:21.999" v="4623" actId="22"/>
          <ac:spMkLst>
            <pc:docMk/>
            <pc:sldMk cId="4075863217" sldId="292"/>
            <ac:spMk id="152" creationId="{A4A3462F-A7EC-0BA8-AB22-EFCE1A50D9D4}"/>
          </ac:spMkLst>
        </pc:spChg>
        <pc:spChg chg="mod">
          <ac:chgData name="musukie52@gmail.com" userId="017bd91f96aa8751" providerId="LiveId" clId="{5B2C3894-F97E-4CAB-8812-5BB4D83AAC6A}" dt="2026-09-07T02:21:11.353" v="3644" actId="20577"/>
          <ac:spMkLst>
            <pc:docMk/>
            <pc:sldMk cId="4075863217" sldId="292"/>
            <ac:spMk id="159" creationId="{DD3107D2-EBB3-A2D9-E507-D36A3C292414}"/>
          </ac:spMkLst>
        </pc:spChg>
      </pc:sldChg>
      <pc:sldChg chg="addSp delSp modSp add mod">
        <pc:chgData name="musukie52@gmail.com" userId="017bd91f96aa8751" providerId="LiveId" clId="{5B2C3894-F97E-4CAB-8812-5BB4D83AAC6A}" dt="2026-09-08T02:04:29.999" v="5026" actId="478"/>
        <pc:sldMkLst>
          <pc:docMk/>
          <pc:sldMk cId="681568399" sldId="293"/>
        </pc:sldMkLst>
        <pc:spChg chg="mod">
          <ac:chgData name="musukie52@gmail.com" userId="017bd91f96aa8751" providerId="LiveId" clId="{5B2C3894-F97E-4CAB-8812-5BB4D83AAC6A}" dt="2026-09-07T02:21:20.445" v="3657" actId="20577"/>
          <ac:spMkLst>
            <pc:docMk/>
            <pc:sldMk cId="681568399" sldId="293"/>
            <ac:spMk id="4" creationId="{366F52E8-29F7-85DD-CA31-64AA3B99BA33}"/>
          </ac:spMkLst>
        </pc:spChg>
        <pc:spChg chg="add">
          <ac:chgData name="musukie52@gmail.com" userId="017bd91f96aa8751" providerId="LiveId" clId="{5B2C3894-F97E-4CAB-8812-5BB4D83AAC6A}" dt="2026-09-07T02:46:29.637" v="4626" actId="22"/>
          <ac:spMkLst>
            <pc:docMk/>
            <pc:sldMk cId="681568399" sldId="293"/>
            <ac:spMk id="5" creationId="{E66708DB-C523-BA5D-0E6F-31742DB3CD85}"/>
          </ac:spMkLst>
        </pc:spChg>
        <pc:spChg chg="add">
          <ac:chgData name="musukie52@gmail.com" userId="017bd91f96aa8751" providerId="LiveId" clId="{5B2C3894-F97E-4CAB-8812-5BB4D83AAC6A}" dt="2026-09-07T02:46:29.637" v="4626" actId="22"/>
          <ac:spMkLst>
            <pc:docMk/>
            <pc:sldMk cId="681568399" sldId="293"/>
            <ac:spMk id="10" creationId="{96DBF4BC-F4C8-4BF6-BC05-B2865DD087A7}"/>
          </ac:spMkLst>
        </pc:spChg>
        <pc:spChg chg="add">
          <ac:chgData name="musukie52@gmail.com" userId="017bd91f96aa8751" providerId="LiveId" clId="{5B2C3894-F97E-4CAB-8812-5BB4D83AAC6A}" dt="2026-09-07T02:46:29.637" v="4626" actId="22"/>
          <ac:spMkLst>
            <pc:docMk/>
            <pc:sldMk cId="681568399" sldId="293"/>
            <ac:spMk id="14" creationId="{EC848730-CDBA-DE2F-B5A6-6BE9A59EF9FC}"/>
          </ac:spMkLst>
        </pc:spChg>
        <pc:spChg chg="add">
          <ac:chgData name="musukie52@gmail.com" userId="017bd91f96aa8751" providerId="LiveId" clId="{5B2C3894-F97E-4CAB-8812-5BB4D83AAC6A}" dt="2026-09-07T02:46:29.637" v="4626" actId="22"/>
          <ac:spMkLst>
            <pc:docMk/>
            <pc:sldMk cId="681568399" sldId="293"/>
            <ac:spMk id="25" creationId="{1EE5A328-69E8-1AB1-E7FE-BF912878E09E}"/>
          </ac:spMkLst>
        </pc:spChg>
        <pc:spChg chg="add">
          <ac:chgData name="musukie52@gmail.com" userId="017bd91f96aa8751" providerId="LiveId" clId="{5B2C3894-F97E-4CAB-8812-5BB4D83AAC6A}" dt="2026-09-07T02:46:29.637" v="4626" actId="22"/>
          <ac:spMkLst>
            <pc:docMk/>
            <pc:sldMk cId="681568399" sldId="293"/>
            <ac:spMk id="43" creationId="{DC3725DB-51D0-E624-BE96-771141FDC944}"/>
          </ac:spMkLst>
        </pc:spChg>
        <pc:spChg chg="add">
          <ac:chgData name="musukie52@gmail.com" userId="017bd91f96aa8751" providerId="LiveId" clId="{5B2C3894-F97E-4CAB-8812-5BB4D83AAC6A}" dt="2026-09-07T02:46:29.637" v="4626" actId="22"/>
          <ac:spMkLst>
            <pc:docMk/>
            <pc:sldMk cId="681568399" sldId="293"/>
            <ac:spMk id="51" creationId="{99B39689-D4A1-C8BB-A8D6-A5E826B8021B}"/>
          </ac:spMkLst>
        </pc:spChg>
        <pc:spChg chg="add">
          <ac:chgData name="musukie52@gmail.com" userId="017bd91f96aa8751" providerId="LiveId" clId="{5B2C3894-F97E-4CAB-8812-5BB4D83AAC6A}" dt="2026-09-07T02:46:29.637" v="4626" actId="22"/>
          <ac:spMkLst>
            <pc:docMk/>
            <pc:sldMk cId="681568399" sldId="293"/>
            <ac:spMk id="61" creationId="{088A452D-DFA7-951E-AFAB-649F1E9711EF}"/>
          </ac:spMkLst>
        </pc:spChg>
        <pc:spChg chg="add">
          <ac:chgData name="musukie52@gmail.com" userId="017bd91f96aa8751" providerId="LiveId" clId="{5B2C3894-F97E-4CAB-8812-5BB4D83AAC6A}" dt="2026-09-07T02:46:29.637" v="4626" actId="22"/>
          <ac:spMkLst>
            <pc:docMk/>
            <pc:sldMk cId="681568399" sldId="293"/>
            <ac:spMk id="129" creationId="{50B79624-31C9-55A2-F2BD-C4367D4A64B6}"/>
          </ac:spMkLst>
        </pc:spChg>
        <pc:spChg chg="add">
          <ac:chgData name="musukie52@gmail.com" userId="017bd91f96aa8751" providerId="LiveId" clId="{5B2C3894-F97E-4CAB-8812-5BB4D83AAC6A}" dt="2026-09-07T02:46:29.637" v="4626" actId="22"/>
          <ac:spMkLst>
            <pc:docMk/>
            <pc:sldMk cId="681568399" sldId="293"/>
            <ac:spMk id="133" creationId="{C9C07D2B-2C97-38B6-B845-FEDF1600365B}"/>
          </ac:spMkLst>
        </pc:spChg>
        <pc:spChg chg="add">
          <ac:chgData name="musukie52@gmail.com" userId="017bd91f96aa8751" providerId="LiveId" clId="{5B2C3894-F97E-4CAB-8812-5BB4D83AAC6A}" dt="2026-09-07T02:46:29.637" v="4626" actId="22"/>
          <ac:spMkLst>
            <pc:docMk/>
            <pc:sldMk cId="681568399" sldId="293"/>
            <ac:spMk id="162" creationId="{986791EB-7077-7FDC-6F2D-8EB2456DDA06}"/>
          </ac:spMkLst>
        </pc:spChg>
      </pc:sldChg>
      <pc:sldChg chg="addSp delSp modSp add mod">
        <pc:chgData name="musukie52@gmail.com" userId="017bd91f96aa8751" providerId="LiveId" clId="{5B2C3894-F97E-4CAB-8812-5BB4D83AAC6A}" dt="2026-09-08T02:04:32.680" v="5027" actId="478"/>
        <pc:sldMkLst>
          <pc:docMk/>
          <pc:sldMk cId="4089816298" sldId="294"/>
        </pc:sldMkLst>
        <pc:spChg chg="mod">
          <ac:chgData name="musukie52@gmail.com" userId="017bd91f96aa8751" providerId="LiveId" clId="{5B2C3894-F97E-4CAB-8812-5BB4D83AAC6A}" dt="2026-09-07T02:22:17.456" v="3729" actId="14100"/>
          <ac:spMkLst>
            <pc:docMk/>
            <pc:sldMk cId="4089816298" sldId="294"/>
            <ac:spMk id="4" creationId="{FB09EDA3-3557-D16D-942F-436DCCEE089D}"/>
          </ac:spMkLst>
        </pc:spChg>
        <pc:spChg chg="add">
          <ac:chgData name="musukie52@gmail.com" userId="017bd91f96aa8751" providerId="LiveId" clId="{5B2C3894-F97E-4CAB-8812-5BB4D83AAC6A}" dt="2026-09-07T02:46:39.368" v="4627" actId="22"/>
          <ac:spMkLst>
            <pc:docMk/>
            <pc:sldMk cId="4089816298" sldId="294"/>
            <ac:spMk id="8" creationId="{34A77DAA-1257-9A77-3768-690EF9061691}"/>
          </ac:spMkLst>
        </pc:spChg>
        <pc:spChg chg="add">
          <ac:chgData name="musukie52@gmail.com" userId="017bd91f96aa8751" providerId="LiveId" clId="{5B2C3894-F97E-4CAB-8812-5BB4D83AAC6A}" dt="2026-09-07T02:46:39.368" v="4627" actId="22"/>
          <ac:spMkLst>
            <pc:docMk/>
            <pc:sldMk cId="4089816298" sldId="294"/>
            <ac:spMk id="14" creationId="{B73E0870-91F5-B57E-7BEE-5EE893EBC79D}"/>
          </ac:spMkLst>
        </pc:spChg>
        <pc:spChg chg="add">
          <ac:chgData name="musukie52@gmail.com" userId="017bd91f96aa8751" providerId="LiveId" clId="{5B2C3894-F97E-4CAB-8812-5BB4D83AAC6A}" dt="2026-09-07T02:46:39.368" v="4627" actId="22"/>
          <ac:spMkLst>
            <pc:docMk/>
            <pc:sldMk cId="4089816298" sldId="294"/>
            <ac:spMk id="22" creationId="{846622AE-3F81-E150-EF75-3F0F343C8F4E}"/>
          </ac:spMkLst>
        </pc:spChg>
        <pc:spChg chg="add">
          <ac:chgData name="musukie52@gmail.com" userId="017bd91f96aa8751" providerId="LiveId" clId="{5B2C3894-F97E-4CAB-8812-5BB4D83AAC6A}" dt="2026-09-07T02:46:39.368" v="4627" actId="22"/>
          <ac:spMkLst>
            <pc:docMk/>
            <pc:sldMk cId="4089816298" sldId="294"/>
            <ac:spMk id="25" creationId="{FB810181-A8A2-560F-F7FB-6AE69C98F9CD}"/>
          </ac:spMkLst>
        </pc:spChg>
        <pc:spChg chg="add">
          <ac:chgData name="musukie52@gmail.com" userId="017bd91f96aa8751" providerId="LiveId" clId="{5B2C3894-F97E-4CAB-8812-5BB4D83AAC6A}" dt="2026-09-07T02:46:39.368" v="4627" actId="22"/>
          <ac:spMkLst>
            <pc:docMk/>
            <pc:sldMk cId="4089816298" sldId="294"/>
            <ac:spMk id="27" creationId="{E9F6B11E-54DC-7095-AC0C-75DF7613A839}"/>
          </ac:spMkLst>
        </pc:spChg>
        <pc:spChg chg="add">
          <ac:chgData name="musukie52@gmail.com" userId="017bd91f96aa8751" providerId="LiveId" clId="{5B2C3894-F97E-4CAB-8812-5BB4D83AAC6A}" dt="2026-09-07T02:46:39.368" v="4627" actId="22"/>
          <ac:spMkLst>
            <pc:docMk/>
            <pc:sldMk cId="4089816298" sldId="294"/>
            <ac:spMk id="31" creationId="{CB5520DF-577E-97CF-181A-1C305E6B5544}"/>
          </ac:spMkLst>
        </pc:spChg>
        <pc:spChg chg="add">
          <ac:chgData name="musukie52@gmail.com" userId="017bd91f96aa8751" providerId="LiveId" clId="{5B2C3894-F97E-4CAB-8812-5BB4D83AAC6A}" dt="2026-09-07T02:46:39.368" v="4627" actId="22"/>
          <ac:spMkLst>
            <pc:docMk/>
            <pc:sldMk cId="4089816298" sldId="294"/>
            <ac:spMk id="33" creationId="{8513A3BC-85C1-BD3A-22CB-1D1791D33CB8}"/>
          </ac:spMkLst>
        </pc:spChg>
        <pc:spChg chg="add">
          <ac:chgData name="musukie52@gmail.com" userId="017bd91f96aa8751" providerId="LiveId" clId="{5B2C3894-F97E-4CAB-8812-5BB4D83AAC6A}" dt="2026-09-07T02:46:39.368" v="4627" actId="22"/>
          <ac:spMkLst>
            <pc:docMk/>
            <pc:sldMk cId="4089816298" sldId="294"/>
            <ac:spMk id="35" creationId="{BDFD50D9-AB4A-758A-44C6-0264CDFE3970}"/>
          </ac:spMkLst>
        </pc:spChg>
        <pc:spChg chg="add">
          <ac:chgData name="musukie52@gmail.com" userId="017bd91f96aa8751" providerId="LiveId" clId="{5B2C3894-F97E-4CAB-8812-5BB4D83AAC6A}" dt="2026-09-07T02:46:39.368" v="4627" actId="22"/>
          <ac:spMkLst>
            <pc:docMk/>
            <pc:sldMk cId="4089816298" sldId="294"/>
            <ac:spMk id="39" creationId="{3ED4DD2D-3C3B-78BD-3607-E6D21F30CBBA}"/>
          </ac:spMkLst>
        </pc:spChg>
        <pc:spChg chg="add">
          <ac:chgData name="musukie52@gmail.com" userId="017bd91f96aa8751" providerId="LiveId" clId="{5B2C3894-F97E-4CAB-8812-5BB4D83AAC6A}" dt="2026-09-07T02:46:39.368" v="4627" actId="22"/>
          <ac:spMkLst>
            <pc:docMk/>
            <pc:sldMk cId="4089816298" sldId="294"/>
            <ac:spMk id="43" creationId="{25E02E19-23DA-CE53-6C41-777AD783F250}"/>
          </ac:spMkLst>
        </pc:spChg>
        <pc:spChg chg="mod">
          <ac:chgData name="musukie52@gmail.com" userId="017bd91f96aa8751" providerId="LiveId" clId="{5B2C3894-F97E-4CAB-8812-5BB4D83AAC6A}" dt="2026-09-07T02:22:25.091" v="3753" actId="20577"/>
          <ac:spMkLst>
            <pc:docMk/>
            <pc:sldMk cId="4089816298" sldId="294"/>
            <ac:spMk id="159" creationId="{BA5A6D80-46D8-4F6E-45C7-71037EAF451D}"/>
          </ac:spMkLst>
        </pc:spChg>
      </pc:sldChg>
      <pc:sldChg chg="addSp delSp modSp add mod">
        <pc:chgData name="musukie52@gmail.com" userId="017bd91f96aa8751" providerId="LiveId" clId="{5B2C3894-F97E-4CAB-8812-5BB4D83AAC6A}" dt="2026-09-08T03:59:33.554" v="6487" actId="20577"/>
        <pc:sldMkLst>
          <pc:docMk/>
          <pc:sldMk cId="412697328" sldId="296"/>
        </pc:sldMkLst>
        <pc:spChg chg="mod">
          <ac:chgData name="musukie52@gmail.com" userId="017bd91f96aa8751" providerId="LiveId" clId="{5B2C3894-F97E-4CAB-8812-5BB4D83AAC6A}" dt="2026-09-08T03:59:33.554" v="6487" actId="20577"/>
          <ac:spMkLst>
            <pc:docMk/>
            <pc:sldMk cId="412697328" sldId="296"/>
            <ac:spMk id="4" creationId="{19CCEC93-ECF2-59DE-D532-34D7224669C7}"/>
          </ac:spMkLst>
        </pc:spChg>
        <pc:spChg chg="add">
          <ac:chgData name="musukie52@gmail.com" userId="017bd91f96aa8751" providerId="LiveId" clId="{5B2C3894-F97E-4CAB-8812-5BB4D83AAC6A}" dt="2026-09-07T02:26:01.073" v="3850" actId="22"/>
          <ac:spMkLst>
            <pc:docMk/>
            <pc:sldMk cId="412697328" sldId="296"/>
            <ac:spMk id="25" creationId="{5492DFB9-FCFF-9337-27C0-1AD10FD96A7D}"/>
          </ac:spMkLst>
        </pc:spChg>
        <pc:spChg chg="add">
          <ac:chgData name="musukie52@gmail.com" userId="017bd91f96aa8751" providerId="LiveId" clId="{5B2C3894-F97E-4CAB-8812-5BB4D83AAC6A}" dt="2026-09-07T02:26:01.073" v="3850" actId="22"/>
          <ac:spMkLst>
            <pc:docMk/>
            <pc:sldMk cId="412697328" sldId="296"/>
            <ac:spMk id="29" creationId="{7D786CFD-011A-4D28-A382-5032E621E5D5}"/>
          </ac:spMkLst>
        </pc:spChg>
        <pc:spChg chg="add">
          <ac:chgData name="musukie52@gmail.com" userId="017bd91f96aa8751" providerId="LiveId" clId="{5B2C3894-F97E-4CAB-8812-5BB4D83AAC6A}" dt="2026-09-07T02:26:01.073" v="3850" actId="22"/>
          <ac:spMkLst>
            <pc:docMk/>
            <pc:sldMk cId="412697328" sldId="296"/>
            <ac:spMk id="37" creationId="{6775C123-7B21-2729-9975-B3D6C11EB496}"/>
          </ac:spMkLst>
        </pc:spChg>
        <pc:spChg chg="add">
          <ac:chgData name="musukie52@gmail.com" userId="017bd91f96aa8751" providerId="LiveId" clId="{5B2C3894-F97E-4CAB-8812-5BB4D83AAC6A}" dt="2026-09-07T02:26:01.073" v="3850" actId="22"/>
          <ac:spMkLst>
            <pc:docMk/>
            <pc:sldMk cId="412697328" sldId="296"/>
            <ac:spMk id="39" creationId="{E8839C27-8EBF-E142-FDFF-5D604A42FBA0}"/>
          </ac:spMkLst>
        </pc:spChg>
        <pc:spChg chg="add">
          <ac:chgData name="musukie52@gmail.com" userId="017bd91f96aa8751" providerId="LiveId" clId="{5B2C3894-F97E-4CAB-8812-5BB4D83AAC6A}" dt="2026-09-07T02:26:01.073" v="3850" actId="22"/>
          <ac:spMkLst>
            <pc:docMk/>
            <pc:sldMk cId="412697328" sldId="296"/>
            <ac:spMk id="41" creationId="{759165B6-43A4-41B7-AF9A-3C6F2182C582}"/>
          </ac:spMkLst>
        </pc:spChg>
        <pc:spChg chg="add">
          <ac:chgData name="musukie52@gmail.com" userId="017bd91f96aa8751" providerId="LiveId" clId="{5B2C3894-F97E-4CAB-8812-5BB4D83AAC6A}" dt="2026-09-07T02:26:01.073" v="3850" actId="22"/>
          <ac:spMkLst>
            <pc:docMk/>
            <pc:sldMk cId="412697328" sldId="296"/>
            <ac:spMk id="63" creationId="{43E4D1EB-C856-1C12-B357-080AD1F818DE}"/>
          </ac:spMkLst>
        </pc:spChg>
        <pc:spChg chg="add">
          <ac:chgData name="musukie52@gmail.com" userId="017bd91f96aa8751" providerId="LiveId" clId="{5B2C3894-F97E-4CAB-8812-5BB4D83AAC6A}" dt="2026-09-07T02:26:01.073" v="3850" actId="22"/>
          <ac:spMkLst>
            <pc:docMk/>
            <pc:sldMk cId="412697328" sldId="296"/>
            <ac:spMk id="135" creationId="{B2C8299C-EB59-5D52-C8B7-43C50BCAD733}"/>
          </ac:spMkLst>
        </pc:spChg>
        <pc:spChg chg="add">
          <ac:chgData name="musukie52@gmail.com" userId="017bd91f96aa8751" providerId="LiveId" clId="{5B2C3894-F97E-4CAB-8812-5BB4D83AAC6A}" dt="2026-09-07T02:26:01.073" v="3850" actId="22"/>
          <ac:spMkLst>
            <pc:docMk/>
            <pc:sldMk cId="412697328" sldId="296"/>
            <ac:spMk id="141" creationId="{EDC8C59E-AAD4-AD50-1A15-C8054B1C9B3A}"/>
          </ac:spMkLst>
        </pc:spChg>
        <pc:spChg chg="add">
          <ac:chgData name="musukie52@gmail.com" userId="017bd91f96aa8751" providerId="LiveId" clId="{5B2C3894-F97E-4CAB-8812-5BB4D83AAC6A}" dt="2026-09-07T02:26:01.073" v="3850" actId="22"/>
          <ac:spMkLst>
            <pc:docMk/>
            <pc:sldMk cId="412697328" sldId="296"/>
            <ac:spMk id="147" creationId="{DB58947C-F3B4-CBF8-EFCD-8E675D158D76}"/>
          </ac:spMkLst>
        </pc:spChg>
        <pc:spChg chg="add">
          <ac:chgData name="musukie52@gmail.com" userId="017bd91f96aa8751" providerId="LiveId" clId="{5B2C3894-F97E-4CAB-8812-5BB4D83AAC6A}" dt="2026-09-07T02:26:01.073" v="3850" actId="22"/>
          <ac:spMkLst>
            <pc:docMk/>
            <pc:sldMk cId="412697328" sldId="296"/>
            <ac:spMk id="157" creationId="{A75ED7D7-DEA5-1C40-BAE4-9F6C8F4CE224}"/>
          </ac:spMkLst>
        </pc:spChg>
      </pc:sldChg>
      <pc:sldChg chg="addSp modSp new mod">
        <pc:chgData name="musukie52@gmail.com" userId="017bd91f96aa8751" providerId="LiveId" clId="{5B2C3894-F97E-4CAB-8812-5BB4D83AAC6A}" dt="2026-09-07T02:47:06.430" v="4631" actId="22"/>
        <pc:sldMkLst>
          <pc:docMk/>
          <pc:sldMk cId="1036416510" sldId="297"/>
        </pc:sldMkLst>
        <pc:spChg chg="add mod">
          <ac:chgData name="musukie52@gmail.com" userId="017bd91f96aa8751" providerId="LiveId" clId="{5B2C3894-F97E-4CAB-8812-5BB4D83AAC6A}" dt="2026-09-07T02:46:52.788" v="4629"/>
          <ac:spMkLst>
            <pc:docMk/>
            <pc:sldMk cId="1036416510" sldId="297"/>
            <ac:spMk id="3" creationId="{B122FCCD-01DA-D426-1C8E-95B76EB6DEBA}"/>
          </ac:spMkLst>
        </pc:spChg>
        <pc:spChg chg="add mod">
          <ac:chgData name="musukie52@gmail.com" userId="017bd91f96aa8751" providerId="LiveId" clId="{5B2C3894-F97E-4CAB-8812-5BB4D83AAC6A}" dt="2026-09-07T02:46:52.788" v="4629"/>
          <ac:spMkLst>
            <pc:docMk/>
            <pc:sldMk cId="1036416510" sldId="297"/>
            <ac:spMk id="4" creationId="{E8F960CA-9DAE-D3A6-5D82-BB855D7CD2BF}"/>
          </ac:spMkLst>
        </pc:spChg>
        <pc:spChg chg="add mod">
          <ac:chgData name="musukie52@gmail.com" userId="017bd91f96aa8751" providerId="LiveId" clId="{5B2C3894-F97E-4CAB-8812-5BB4D83AAC6A}" dt="2026-09-07T02:46:52.788" v="4629"/>
          <ac:spMkLst>
            <pc:docMk/>
            <pc:sldMk cId="1036416510" sldId="297"/>
            <ac:spMk id="5" creationId="{182DDD43-7375-C16A-C2A9-6F39C58EE256}"/>
          </ac:spMkLst>
        </pc:spChg>
        <pc:spChg chg="add mod">
          <ac:chgData name="musukie52@gmail.com" userId="017bd91f96aa8751" providerId="LiveId" clId="{5B2C3894-F97E-4CAB-8812-5BB4D83AAC6A}" dt="2026-09-07T02:46:52.788" v="4629"/>
          <ac:spMkLst>
            <pc:docMk/>
            <pc:sldMk cId="1036416510" sldId="297"/>
            <ac:spMk id="11" creationId="{A57F0540-FFC9-9CB9-A2A3-9F4803834FEE}"/>
          </ac:spMkLst>
        </pc:spChg>
        <pc:spChg chg="add mod">
          <ac:chgData name="musukie52@gmail.com" userId="017bd91f96aa8751" providerId="LiveId" clId="{5B2C3894-F97E-4CAB-8812-5BB4D83AAC6A}" dt="2026-09-07T02:46:52.788" v="4629"/>
          <ac:spMkLst>
            <pc:docMk/>
            <pc:sldMk cId="1036416510" sldId="297"/>
            <ac:spMk id="12" creationId="{011D1CB4-8D9E-BA0A-9A50-99709B7A9ED3}"/>
          </ac:spMkLst>
        </pc:spChg>
        <pc:spChg chg="add mod">
          <ac:chgData name="musukie52@gmail.com" userId="017bd91f96aa8751" providerId="LiveId" clId="{5B2C3894-F97E-4CAB-8812-5BB4D83AAC6A}" dt="2026-09-07T02:46:52.788" v="4629"/>
          <ac:spMkLst>
            <pc:docMk/>
            <pc:sldMk cId="1036416510" sldId="297"/>
            <ac:spMk id="13" creationId="{1D9CB95D-8F99-EAB6-7D8D-86DB32F6024F}"/>
          </ac:spMkLst>
        </pc:spChg>
        <pc:spChg chg="add mod">
          <ac:chgData name="musukie52@gmail.com" userId="017bd91f96aa8751" providerId="LiveId" clId="{5B2C3894-F97E-4CAB-8812-5BB4D83AAC6A}" dt="2026-09-07T02:46:52.788" v="4629"/>
          <ac:spMkLst>
            <pc:docMk/>
            <pc:sldMk cId="1036416510" sldId="297"/>
            <ac:spMk id="16" creationId="{77141E20-4BBE-E6C6-721A-9CCB8C8BB4B1}"/>
          </ac:spMkLst>
        </pc:spChg>
        <pc:spChg chg="add mod">
          <ac:chgData name="musukie52@gmail.com" userId="017bd91f96aa8751" providerId="LiveId" clId="{5B2C3894-F97E-4CAB-8812-5BB4D83AAC6A}" dt="2026-09-07T02:46:52.788" v="4629"/>
          <ac:spMkLst>
            <pc:docMk/>
            <pc:sldMk cId="1036416510" sldId="297"/>
            <ac:spMk id="17" creationId="{18724754-55D1-E7B5-A9C8-254C41564883}"/>
          </ac:spMkLst>
        </pc:spChg>
        <pc:spChg chg="add mod">
          <ac:chgData name="musukie52@gmail.com" userId="017bd91f96aa8751" providerId="LiveId" clId="{5B2C3894-F97E-4CAB-8812-5BB4D83AAC6A}" dt="2026-09-07T02:46:52.788" v="4629"/>
          <ac:spMkLst>
            <pc:docMk/>
            <pc:sldMk cId="1036416510" sldId="297"/>
            <ac:spMk id="18" creationId="{1D3ADFDE-6AF6-E9FC-0DEC-C1765A9FC9B5}"/>
          </ac:spMkLst>
        </pc:spChg>
        <pc:spChg chg="add mod">
          <ac:chgData name="musukie52@gmail.com" userId="017bd91f96aa8751" providerId="LiveId" clId="{5B2C3894-F97E-4CAB-8812-5BB4D83AAC6A}" dt="2026-09-07T02:46:52.788" v="4629"/>
          <ac:spMkLst>
            <pc:docMk/>
            <pc:sldMk cId="1036416510" sldId="297"/>
            <ac:spMk id="23" creationId="{5B1F2E38-56E8-C7DC-3990-90AEB0EA4AB9}"/>
          </ac:spMkLst>
        </pc:spChg>
        <pc:spChg chg="add">
          <ac:chgData name="musukie52@gmail.com" userId="017bd91f96aa8751" providerId="LiveId" clId="{5B2C3894-F97E-4CAB-8812-5BB4D83AAC6A}" dt="2026-09-07T02:46:59.659" v="4630" actId="22"/>
          <ac:spMkLst>
            <pc:docMk/>
            <pc:sldMk cId="1036416510" sldId="297"/>
            <ac:spMk id="29" creationId="{DE4DD6FF-A30C-F981-F529-96F5AD3C0E43}"/>
          </ac:spMkLst>
        </pc:spChg>
        <pc:spChg chg="add">
          <ac:chgData name="musukie52@gmail.com" userId="017bd91f96aa8751" providerId="LiveId" clId="{5B2C3894-F97E-4CAB-8812-5BB4D83AAC6A}" dt="2026-09-07T02:46:59.659" v="4630" actId="22"/>
          <ac:spMkLst>
            <pc:docMk/>
            <pc:sldMk cId="1036416510" sldId="297"/>
            <ac:spMk id="31" creationId="{E63CCE29-EBCF-C79D-0E53-1CD2FDC0A6F9}"/>
          </ac:spMkLst>
        </pc:spChg>
        <pc:spChg chg="add">
          <ac:chgData name="musukie52@gmail.com" userId="017bd91f96aa8751" providerId="LiveId" clId="{5B2C3894-F97E-4CAB-8812-5BB4D83AAC6A}" dt="2026-09-07T02:46:59.659" v="4630" actId="22"/>
          <ac:spMkLst>
            <pc:docMk/>
            <pc:sldMk cId="1036416510" sldId="297"/>
            <ac:spMk id="33" creationId="{C2F97FA4-5541-5D5C-77CE-AFC17194066B}"/>
          </ac:spMkLst>
        </pc:spChg>
        <pc:spChg chg="add">
          <ac:chgData name="musukie52@gmail.com" userId="017bd91f96aa8751" providerId="LiveId" clId="{5B2C3894-F97E-4CAB-8812-5BB4D83AAC6A}" dt="2026-09-07T02:47:06.430" v="4631" actId="22"/>
          <ac:spMkLst>
            <pc:docMk/>
            <pc:sldMk cId="1036416510" sldId="297"/>
            <ac:spMk id="35" creationId="{34367C6F-45BF-14FC-BB61-1ED089BF6B33}"/>
          </ac:spMkLst>
        </pc:spChg>
      </pc:sldChg>
      <pc:sldChg chg="delSp modSp add mod">
        <pc:chgData name="musukie52@gmail.com" userId="017bd91f96aa8751" providerId="LiveId" clId="{5B2C3894-F97E-4CAB-8812-5BB4D83AAC6A}" dt="2026-09-08T02:04:35.402" v="5028" actId="478"/>
        <pc:sldMkLst>
          <pc:docMk/>
          <pc:sldMk cId="3712099371" sldId="299"/>
        </pc:sldMkLst>
        <pc:spChg chg="mod">
          <ac:chgData name="musukie52@gmail.com" userId="017bd91f96aa8751" providerId="LiveId" clId="{5B2C3894-F97E-4CAB-8812-5BB4D83AAC6A}" dt="2026-09-07T02:49:47.212" v="4747" actId="20577"/>
          <ac:spMkLst>
            <pc:docMk/>
            <pc:sldMk cId="3712099371" sldId="299"/>
            <ac:spMk id="4" creationId="{6D00FC3F-EFC2-64D8-66DB-CE13135D6089}"/>
          </ac:spMkLst>
        </pc:spChg>
      </pc:sldChg>
      <pc:sldChg chg="addSp delSp modSp add mod">
        <pc:chgData name="musukie52@gmail.com" userId="017bd91f96aa8751" providerId="LiveId" clId="{5B2C3894-F97E-4CAB-8812-5BB4D83AAC6A}" dt="2026-09-08T02:04:41.901" v="5030" actId="478"/>
        <pc:sldMkLst>
          <pc:docMk/>
          <pc:sldMk cId="4005025367" sldId="300"/>
        </pc:sldMkLst>
        <pc:spChg chg="mod">
          <ac:chgData name="musukie52@gmail.com" userId="017bd91f96aa8751" providerId="LiveId" clId="{5B2C3894-F97E-4CAB-8812-5BB4D83AAC6A}" dt="2026-09-07T02:50:22.837" v="4773" actId="20577"/>
          <ac:spMkLst>
            <pc:docMk/>
            <pc:sldMk cId="4005025367" sldId="300"/>
            <ac:spMk id="4" creationId="{DF83ED57-62B5-5021-1B42-E12057C757FB}"/>
          </ac:spMkLst>
        </pc:spChg>
        <pc:spChg chg="add">
          <ac:chgData name="musukie52@gmail.com" userId="017bd91f96aa8751" providerId="LiveId" clId="{5B2C3894-F97E-4CAB-8812-5BB4D83AAC6A}" dt="2026-09-07T02:50:33.274" v="4775" actId="22"/>
          <ac:spMkLst>
            <pc:docMk/>
            <pc:sldMk cId="4005025367" sldId="300"/>
            <ac:spMk id="33" creationId="{0566C690-98E4-199C-92FC-C5E5C02E741E}"/>
          </ac:spMkLst>
        </pc:spChg>
        <pc:spChg chg="add">
          <ac:chgData name="musukie52@gmail.com" userId="017bd91f96aa8751" providerId="LiveId" clId="{5B2C3894-F97E-4CAB-8812-5BB4D83AAC6A}" dt="2026-09-07T02:50:33.274" v="4775" actId="22"/>
          <ac:spMkLst>
            <pc:docMk/>
            <pc:sldMk cId="4005025367" sldId="300"/>
            <ac:spMk id="35" creationId="{A4C7C654-8383-6B48-D77E-CC566FD5C105}"/>
          </ac:spMkLst>
        </pc:spChg>
        <pc:spChg chg="add">
          <ac:chgData name="musukie52@gmail.com" userId="017bd91f96aa8751" providerId="LiveId" clId="{5B2C3894-F97E-4CAB-8812-5BB4D83AAC6A}" dt="2026-09-07T02:50:33.274" v="4775" actId="22"/>
          <ac:spMkLst>
            <pc:docMk/>
            <pc:sldMk cId="4005025367" sldId="300"/>
            <ac:spMk id="37" creationId="{44448E03-9579-57B8-E9A6-4121E63A7C80}"/>
          </ac:spMkLst>
        </pc:spChg>
        <pc:spChg chg="add">
          <ac:chgData name="musukie52@gmail.com" userId="017bd91f96aa8751" providerId="LiveId" clId="{5B2C3894-F97E-4CAB-8812-5BB4D83AAC6A}" dt="2026-09-07T02:50:33.274" v="4775" actId="22"/>
          <ac:spMkLst>
            <pc:docMk/>
            <pc:sldMk cId="4005025367" sldId="300"/>
            <ac:spMk id="39" creationId="{BB81BD98-F79C-AC38-294F-4DDDB7DB2ADB}"/>
          </ac:spMkLst>
        </pc:spChg>
        <pc:spChg chg="add">
          <ac:chgData name="musukie52@gmail.com" userId="017bd91f96aa8751" providerId="LiveId" clId="{5B2C3894-F97E-4CAB-8812-5BB4D83AAC6A}" dt="2026-09-07T02:50:33.274" v="4775" actId="22"/>
          <ac:spMkLst>
            <pc:docMk/>
            <pc:sldMk cId="4005025367" sldId="300"/>
            <ac:spMk id="41" creationId="{4AAA048E-558D-1CCF-0296-FE6F956F0F0B}"/>
          </ac:spMkLst>
        </pc:spChg>
        <pc:spChg chg="add">
          <ac:chgData name="musukie52@gmail.com" userId="017bd91f96aa8751" providerId="LiveId" clId="{5B2C3894-F97E-4CAB-8812-5BB4D83AAC6A}" dt="2026-09-07T02:50:33.274" v="4775" actId="22"/>
          <ac:spMkLst>
            <pc:docMk/>
            <pc:sldMk cId="4005025367" sldId="300"/>
            <ac:spMk id="45" creationId="{38DF5361-B9A9-CB18-27EE-38C83DC7F9E4}"/>
          </ac:spMkLst>
        </pc:spChg>
        <pc:spChg chg="add">
          <ac:chgData name="musukie52@gmail.com" userId="017bd91f96aa8751" providerId="LiveId" clId="{5B2C3894-F97E-4CAB-8812-5BB4D83AAC6A}" dt="2026-09-07T02:50:33.274" v="4775" actId="22"/>
          <ac:spMkLst>
            <pc:docMk/>
            <pc:sldMk cId="4005025367" sldId="300"/>
            <ac:spMk id="47" creationId="{C0354D5E-88A7-8B31-9794-38D5C16CF871}"/>
          </ac:spMkLst>
        </pc:spChg>
        <pc:spChg chg="add">
          <ac:chgData name="musukie52@gmail.com" userId="017bd91f96aa8751" providerId="LiveId" clId="{5B2C3894-F97E-4CAB-8812-5BB4D83AAC6A}" dt="2026-09-07T02:50:33.274" v="4775" actId="22"/>
          <ac:spMkLst>
            <pc:docMk/>
            <pc:sldMk cId="4005025367" sldId="300"/>
            <ac:spMk id="49" creationId="{773B9C67-3FD3-524E-0B73-07D36AC797E6}"/>
          </ac:spMkLst>
        </pc:spChg>
        <pc:spChg chg="add">
          <ac:chgData name="musukie52@gmail.com" userId="017bd91f96aa8751" providerId="LiveId" clId="{5B2C3894-F97E-4CAB-8812-5BB4D83AAC6A}" dt="2026-09-07T02:50:33.274" v="4775" actId="22"/>
          <ac:spMkLst>
            <pc:docMk/>
            <pc:sldMk cId="4005025367" sldId="300"/>
            <ac:spMk id="51" creationId="{E6B7A2D8-F7F5-A3E8-1B8D-3C4732554E1B}"/>
          </ac:spMkLst>
        </pc:spChg>
      </pc:sldChg>
      <pc:sldChg chg="addSp delSp modSp mod">
        <pc:chgData name="musukie52@gmail.com" userId="017bd91f96aa8751" providerId="LiveId" clId="{5B2C3894-F97E-4CAB-8812-5BB4D83AAC6A}" dt="2026-09-08T03:59:36.593" v="6489" actId="20577"/>
        <pc:sldMkLst>
          <pc:docMk/>
          <pc:sldMk cId="1251925794" sldId="301"/>
        </pc:sldMkLst>
        <pc:spChg chg="mod">
          <ac:chgData name="musukie52@gmail.com" userId="017bd91f96aa8751" providerId="LiveId" clId="{5B2C3894-F97E-4CAB-8812-5BB4D83AAC6A}" dt="2026-09-08T03:59:36.593" v="6489" actId="20577"/>
          <ac:spMkLst>
            <pc:docMk/>
            <pc:sldMk cId="1251925794" sldId="301"/>
            <ac:spMk id="3" creationId="{663CF5EF-CD57-44F5-8384-E3B3A80454C7}"/>
          </ac:spMkLst>
        </pc:spChg>
        <pc:spChg chg="mod">
          <ac:chgData name="musukie52@gmail.com" userId="017bd91f96aa8751" providerId="LiveId" clId="{5B2C3894-F97E-4CAB-8812-5BB4D83AAC6A}" dt="2026-09-08T02:11:54.442" v="5184" actId="207"/>
          <ac:spMkLst>
            <pc:docMk/>
            <pc:sldMk cId="1251925794" sldId="301"/>
            <ac:spMk id="6" creationId="{5F457530-4771-48DD-B290-2701EC161BB7}"/>
          </ac:spMkLst>
        </pc:spChg>
        <pc:spChg chg="mod">
          <ac:chgData name="musukie52@gmail.com" userId="017bd91f96aa8751" providerId="LiveId" clId="{5B2C3894-F97E-4CAB-8812-5BB4D83AAC6A}" dt="2026-09-08T02:05:16.444" v="5033" actId="207"/>
          <ac:spMkLst>
            <pc:docMk/>
            <pc:sldMk cId="1251925794" sldId="301"/>
            <ac:spMk id="7" creationId="{25C14858-594D-4CFE-A960-E6C56AA4D412}"/>
          </ac:spMkLst>
        </pc:spChg>
        <pc:spChg chg="mod">
          <ac:chgData name="musukie52@gmail.com" userId="017bd91f96aa8751" providerId="LiveId" clId="{5B2C3894-F97E-4CAB-8812-5BB4D83AAC6A}" dt="2026-09-08T01:58:29.634" v="4967" actId="1076"/>
          <ac:spMkLst>
            <pc:docMk/>
            <pc:sldMk cId="1251925794" sldId="301"/>
            <ac:spMk id="9" creationId="{268F02EB-C87E-445E-BCFC-46F0210D82E3}"/>
          </ac:spMkLst>
        </pc:spChg>
        <pc:spChg chg="mod">
          <ac:chgData name="musukie52@gmail.com" userId="017bd91f96aa8751" providerId="LiveId" clId="{5B2C3894-F97E-4CAB-8812-5BB4D83AAC6A}" dt="2026-09-08T02:06:37.560" v="5036" actId="1076"/>
          <ac:spMkLst>
            <pc:docMk/>
            <pc:sldMk cId="1251925794" sldId="301"/>
            <ac:spMk id="11" creationId="{B6B3B978-62DB-4C84-B2C9-5EFCC7D5E467}"/>
          </ac:spMkLst>
        </pc:spChg>
        <pc:spChg chg="mod">
          <ac:chgData name="musukie52@gmail.com" userId="017bd91f96aa8751" providerId="LiveId" clId="{5B2C3894-F97E-4CAB-8812-5BB4D83AAC6A}" dt="2026-09-08T01:59:23.579" v="4972" actId="1076"/>
          <ac:spMkLst>
            <pc:docMk/>
            <pc:sldMk cId="1251925794" sldId="301"/>
            <ac:spMk id="13" creationId="{EA0BFFAE-A81B-4A04-A8E4-7BDA7449C3D5}"/>
          </ac:spMkLst>
        </pc:spChg>
        <pc:spChg chg="mod">
          <ac:chgData name="musukie52@gmail.com" userId="017bd91f96aa8751" providerId="LiveId" clId="{5B2C3894-F97E-4CAB-8812-5BB4D83AAC6A}" dt="2026-09-08T01:59:23.579" v="4972" actId="1076"/>
          <ac:spMkLst>
            <pc:docMk/>
            <pc:sldMk cId="1251925794" sldId="301"/>
            <ac:spMk id="14" creationId="{D5104CCE-6BFD-4281-88C5-963AD032053A}"/>
          </ac:spMkLst>
        </pc:spChg>
        <pc:spChg chg="mod">
          <ac:chgData name="musukie52@gmail.com" userId="017bd91f96aa8751" providerId="LiveId" clId="{5B2C3894-F97E-4CAB-8812-5BB4D83AAC6A}" dt="2026-09-08T01:59:23.579" v="4972" actId="1076"/>
          <ac:spMkLst>
            <pc:docMk/>
            <pc:sldMk cId="1251925794" sldId="301"/>
            <ac:spMk id="15" creationId="{C958C4A4-8BAF-4795-9B0D-882E991145E3}"/>
          </ac:spMkLst>
        </pc:spChg>
        <pc:spChg chg="mod">
          <ac:chgData name="musukie52@gmail.com" userId="017bd91f96aa8751" providerId="LiveId" clId="{5B2C3894-F97E-4CAB-8812-5BB4D83AAC6A}" dt="2026-09-08T01:59:23.579" v="4972" actId="1076"/>
          <ac:spMkLst>
            <pc:docMk/>
            <pc:sldMk cId="1251925794" sldId="301"/>
            <ac:spMk id="16" creationId="{042894F4-F0BF-4507-8199-CB9BFB4646EE}"/>
          </ac:spMkLst>
        </pc:spChg>
        <pc:spChg chg="mod">
          <ac:chgData name="musukie52@gmail.com" userId="017bd91f96aa8751" providerId="LiveId" clId="{5B2C3894-F97E-4CAB-8812-5BB4D83AAC6A}" dt="2026-09-08T02:10:51.432" v="5174" actId="20577"/>
          <ac:spMkLst>
            <pc:docMk/>
            <pc:sldMk cId="1251925794" sldId="301"/>
            <ac:spMk id="18" creationId="{E78ECBC6-E9B7-4CD5-BA21-204847E61C50}"/>
          </ac:spMkLst>
        </pc:spChg>
        <pc:spChg chg="mod">
          <ac:chgData name="musukie52@gmail.com" userId="017bd91f96aa8751" providerId="LiveId" clId="{5B2C3894-F97E-4CAB-8812-5BB4D83AAC6A}" dt="2026-09-08T01:59:51.222" v="4975" actId="1076"/>
          <ac:spMkLst>
            <pc:docMk/>
            <pc:sldMk cId="1251925794" sldId="301"/>
            <ac:spMk id="19" creationId="{848DDB48-2F2B-41FA-96FE-BD8413372828}"/>
          </ac:spMkLst>
        </pc:spChg>
        <pc:spChg chg="mod">
          <ac:chgData name="musukie52@gmail.com" userId="017bd91f96aa8751" providerId="LiveId" clId="{5B2C3894-F97E-4CAB-8812-5BB4D83AAC6A}" dt="2026-09-08T01:59:08.761" v="4969" actId="1076"/>
          <ac:spMkLst>
            <pc:docMk/>
            <pc:sldMk cId="1251925794" sldId="301"/>
            <ac:spMk id="20" creationId="{F7309149-1574-4C6F-B8E9-5A2A9FAFB3AE}"/>
          </ac:spMkLst>
        </pc:spChg>
        <pc:spChg chg="mod">
          <ac:chgData name="musukie52@gmail.com" userId="017bd91f96aa8751" providerId="LiveId" clId="{5B2C3894-F97E-4CAB-8812-5BB4D83AAC6A}" dt="2026-09-08T02:11:54.442" v="5184" actId="207"/>
          <ac:spMkLst>
            <pc:docMk/>
            <pc:sldMk cId="1251925794" sldId="301"/>
            <ac:spMk id="21" creationId="{157B1286-5280-4511-981F-544F1D5C53D6}"/>
          </ac:spMkLst>
        </pc:spChg>
        <pc:spChg chg="mod">
          <ac:chgData name="musukie52@gmail.com" userId="017bd91f96aa8751" providerId="LiveId" clId="{5B2C3894-F97E-4CAB-8812-5BB4D83AAC6A}" dt="2026-09-08T02:00:07.129" v="4976" actId="1076"/>
          <ac:spMkLst>
            <pc:docMk/>
            <pc:sldMk cId="1251925794" sldId="301"/>
            <ac:spMk id="22" creationId="{6C043BBA-3284-4F53-9395-D0A7C1B38F17}"/>
          </ac:spMkLst>
        </pc:spChg>
        <pc:spChg chg="mod">
          <ac:chgData name="musukie52@gmail.com" userId="017bd91f96aa8751" providerId="LiveId" clId="{5B2C3894-F97E-4CAB-8812-5BB4D83AAC6A}" dt="2026-09-08T02:03:37.258" v="5014" actId="1038"/>
          <ac:spMkLst>
            <pc:docMk/>
            <pc:sldMk cId="1251925794" sldId="301"/>
            <ac:spMk id="24" creationId="{B3F93B31-E01A-45FC-88B0-CEF42DC4AC7D}"/>
          </ac:spMkLst>
        </pc:spChg>
        <pc:spChg chg="mod">
          <ac:chgData name="musukie52@gmail.com" userId="017bd91f96aa8751" providerId="LiveId" clId="{5B2C3894-F97E-4CAB-8812-5BB4D83AAC6A}" dt="2026-09-08T02:03:37.258" v="5014" actId="1038"/>
          <ac:spMkLst>
            <pc:docMk/>
            <pc:sldMk cId="1251925794" sldId="301"/>
            <ac:spMk id="25" creationId="{A2679567-550C-4908-847A-DB840F6EE20E}"/>
          </ac:spMkLst>
        </pc:spChg>
        <pc:spChg chg="mod">
          <ac:chgData name="musukie52@gmail.com" userId="017bd91f96aa8751" providerId="LiveId" clId="{5B2C3894-F97E-4CAB-8812-5BB4D83AAC6A}" dt="2026-09-08T02:06:37.560" v="5036" actId="1076"/>
          <ac:spMkLst>
            <pc:docMk/>
            <pc:sldMk cId="1251925794" sldId="301"/>
            <ac:spMk id="26" creationId="{E5536A72-88AD-40A0-B7C4-C701FA587626}"/>
          </ac:spMkLst>
        </pc:spChg>
        <pc:spChg chg="add del mod">
          <ac:chgData name="musukie52@gmail.com" userId="017bd91f96aa8751" providerId="LiveId" clId="{5B2C3894-F97E-4CAB-8812-5BB4D83AAC6A}" dt="2026-09-08T02:03:37.258" v="5014" actId="1038"/>
          <ac:spMkLst>
            <pc:docMk/>
            <pc:sldMk cId="1251925794" sldId="301"/>
            <ac:spMk id="28" creationId="{BAE8E5B1-9E3C-45D7-8BD7-FEB5076E393C}"/>
          </ac:spMkLst>
        </pc:spChg>
        <pc:spChg chg="add del mod">
          <ac:chgData name="musukie52@gmail.com" userId="017bd91f96aa8751" providerId="LiveId" clId="{5B2C3894-F97E-4CAB-8812-5BB4D83AAC6A}" dt="2026-09-08T02:03:10.468" v="5008" actId="21"/>
          <ac:spMkLst>
            <pc:docMk/>
            <pc:sldMk cId="1251925794" sldId="301"/>
            <ac:spMk id="29" creationId="{79CDAD32-F25E-46C7-B115-BAF6B7E2D312}"/>
          </ac:spMkLst>
        </pc:spChg>
        <pc:spChg chg="add del mod">
          <ac:chgData name="musukie52@gmail.com" userId="017bd91f96aa8751" providerId="LiveId" clId="{5B2C3894-F97E-4CAB-8812-5BB4D83AAC6A}" dt="2026-09-08T02:06:37.560" v="5036" actId="1076"/>
          <ac:spMkLst>
            <pc:docMk/>
            <pc:sldMk cId="1251925794" sldId="301"/>
            <ac:spMk id="30" creationId="{234720B9-67B3-4BA4-8E0B-6784B03BB677}"/>
          </ac:spMkLst>
        </pc:spChg>
        <pc:spChg chg="add del mod">
          <ac:chgData name="musukie52@gmail.com" userId="017bd91f96aa8751" providerId="LiveId" clId="{5B2C3894-F97E-4CAB-8812-5BB4D83AAC6A}" dt="2026-09-08T02:06:37.560" v="5036" actId="1076"/>
          <ac:spMkLst>
            <pc:docMk/>
            <pc:sldMk cId="1251925794" sldId="301"/>
            <ac:spMk id="32" creationId="{4CCFEF8F-5223-4FCE-84A0-F198F5601126}"/>
          </ac:spMkLst>
        </pc:spChg>
        <pc:spChg chg="add del mod">
          <ac:chgData name="musukie52@gmail.com" userId="017bd91f96aa8751" providerId="LiveId" clId="{5B2C3894-F97E-4CAB-8812-5BB4D83AAC6A}" dt="2026-09-08T02:03:37.258" v="5014" actId="1038"/>
          <ac:spMkLst>
            <pc:docMk/>
            <pc:sldMk cId="1251925794" sldId="301"/>
            <ac:spMk id="33" creationId="{81296AC0-F6EB-4C25-BA74-D888695D9DF6}"/>
          </ac:spMkLst>
        </pc:spChg>
        <pc:spChg chg="add del mod">
          <ac:chgData name="musukie52@gmail.com" userId="017bd91f96aa8751" providerId="LiveId" clId="{5B2C3894-F97E-4CAB-8812-5BB4D83AAC6A}" dt="2026-09-08T02:06:37.560" v="5036" actId="1076"/>
          <ac:spMkLst>
            <pc:docMk/>
            <pc:sldMk cId="1251925794" sldId="301"/>
            <ac:spMk id="34" creationId="{58B0426A-39AD-4D38-B414-645B0CF4A1DE}"/>
          </ac:spMkLst>
        </pc:spChg>
        <pc:spChg chg="add del mod">
          <ac:chgData name="musukie52@gmail.com" userId="017bd91f96aa8751" providerId="LiveId" clId="{5B2C3894-F97E-4CAB-8812-5BB4D83AAC6A}" dt="2026-09-08T02:03:37.258" v="5014" actId="1038"/>
          <ac:spMkLst>
            <pc:docMk/>
            <pc:sldMk cId="1251925794" sldId="301"/>
            <ac:spMk id="36" creationId="{399F3402-5F02-4EA5-B3D0-0B414C23B197}"/>
          </ac:spMkLst>
        </pc:spChg>
        <pc:spChg chg="add del mod">
          <ac:chgData name="musukie52@gmail.com" userId="017bd91f96aa8751" providerId="LiveId" clId="{5B2C3894-F97E-4CAB-8812-5BB4D83AAC6A}" dt="2026-09-08T02:06:37.560" v="5036" actId="1076"/>
          <ac:spMkLst>
            <pc:docMk/>
            <pc:sldMk cId="1251925794" sldId="301"/>
            <ac:spMk id="37" creationId="{3DC0876C-7BD9-49CA-8111-B48A46611EE4}"/>
          </ac:spMkLst>
        </pc:spChg>
        <pc:spChg chg="add del mod">
          <ac:chgData name="musukie52@gmail.com" userId="017bd91f96aa8751" providerId="LiveId" clId="{5B2C3894-F97E-4CAB-8812-5BB4D83AAC6A}" dt="2026-09-08T02:03:37.258" v="5014" actId="1038"/>
          <ac:spMkLst>
            <pc:docMk/>
            <pc:sldMk cId="1251925794" sldId="301"/>
            <ac:spMk id="38" creationId="{CD138FAF-F4D6-4F91-B8E2-DB3B7B6BD570}"/>
          </ac:spMkLst>
        </pc:spChg>
        <pc:spChg chg="mod">
          <ac:chgData name="musukie52@gmail.com" userId="017bd91f96aa8751" providerId="LiveId" clId="{5B2C3894-F97E-4CAB-8812-5BB4D83AAC6A}" dt="2026-09-08T02:11:54.442" v="5184" actId="207"/>
          <ac:spMkLst>
            <pc:docMk/>
            <pc:sldMk cId="1251925794" sldId="301"/>
            <ac:spMk id="39" creationId="{10135AE0-9853-44B6-9299-84309D0AE92F}"/>
          </ac:spMkLst>
        </pc:spChg>
        <pc:spChg chg="mod">
          <ac:chgData name="musukie52@gmail.com" userId="017bd91f96aa8751" providerId="LiveId" clId="{5B2C3894-F97E-4CAB-8812-5BB4D83AAC6A}" dt="2026-09-08T01:58:03.573" v="4963" actId="1076"/>
          <ac:spMkLst>
            <pc:docMk/>
            <pc:sldMk cId="1251925794" sldId="301"/>
            <ac:spMk id="40" creationId="{F89BF0DC-0C57-4C0A-A66C-B78E24A5FD8E}"/>
          </ac:spMkLst>
        </pc:spChg>
        <pc:spChg chg="mod">
          <ac:chgData name="musukie52@gmail.com" userId="017bd91f96aa8751" providerId="LiveId" clId="{5B2C3894-F97E-4CAB-8812-5BB4D83AAC6A}" dt="2026-09-08T02:08:21.150" v="5140" actId="1076"/>
          <ac:spMkLst>
            <pc:docMk/>
            <pc:sldMk cId="1251925794" sldId="301"/>
            <ac:spMk id="42" creationId="{B26A6BD6-A718-4268-981D-F82E450E1854}"/>
          </ac:spMkLst>
        </pc:spChg>
        <pc:spChg chg="mod">
          <ac:chgData name="musukie52@gmail.com" userId="017bd91f96aa8751" providerId="LiveId" clId="{5B2C3894-F97E-4CAB-8812-5BB4D83AAC6A}" dt="2026-09-08T02:10:04.449" v="5166" actId="1076"/>
          <ac:spMkLst>
            <pc:docMk/>
            <pc:sldMk cId="1251925794" sldId="301"/>
            <ac:spMk id="44" creationId="{CE2D29AA-E250-4022-BD4C-777A262C51F3}"/>
          </ac:spMkLst>
        </pc:spChg>
        <pc:spChg chg="mod">
          <ac:chgData name="musukie52@gmail.com" userId="017bd91f96aa8751" providerId="LiveId" clId="{5B2C3894-F97E-4CAB-8812-5BB4D83AAC6A}" dt="2026-09-08T02:10:04.449" v="5166" actId="1076"/>
          <ac:spMkLst>
            <pc:docMk/>
            <pc:sldMk cId="1251925794" sldId="301"/>
            <ac:spMk id="46" creationId="{B034A5FB-504C-4DD4-87E6-4A97F6AC4F7F}"/>
          </ac:spMkLst>
        </pc:spChg>
        <pc:spChg chg="mod">
          <ac:chgData name="musukie52@gmail.com" userId="017bd91f96aa8751" providerId="LiveId" clId="{5B2C3894-F97E-4CAB-8812-5BB4D83AAC6A}" dt="2026-09-08T02:10:25.976" v="5172" actId="20577"/>
          <ac:spMkLst>
            <pc:docMk/>
            <pc:sldMk cId="1251925794" sldId="301"/>
            <ac:spMk id="48" creationId="{9E6FC00E-1B1B-4ACD-A535-0165A990B651}"/>
          </ac:spMkLst>
        </pc:spChg>
        <pc:spChg chg="mod">
          <ac:chgData name="musukie52@gmail.com" userId="017bd91f96aa8751" providerId="LiveId" clId="{5B2C3894-F97E-4CAB-8812-5BB4D83AAC6A}" dt="2026-09-08T02:11:54.442" v="5184" actId="207"/>
          <ac:spMkLst>
            <pc:docMk/>
            <pc:sldMk cId="1251925794" sldId="301"/>
            <ac:spMk id="49" creationId="{D46C8F4E-8708-4EEA-B8D9-2B323CAFA210}"/>
          </ac:spMkLst>
        </pc:spChg>
        <pc:spChg chg="mod">
          <ac:chgData name="musukie52@gmail.com" userId="017bd91f96aa8751" providerId="LiveId" clId="{5B2C3894-F97E-4CAB-8812-5BB4D83AAC6A}" dt="2026-09-08T02:06:37.560" v="5036" actId="1076"/>
          <ac:spMkLst>
            <pc:docMk/>
            <pc:sldMk cId="1251925794" sldId="301"/>
            <ac:spMk id="50" creationId="{BC695CF2-F10C-4798-BAAC-B8BFAB94A3C7}"/>
          </ac:spMkLst>
        </pc:spChg>
        <pc:spChg chg="add del mod">
          <ac:chgData name="musukie52@gmail.com" userId="017bd91f96aa8751" providerId="LiveId" clId="{5B2C3894-F97E-4CAB-8812-5BB4D83AAC6A}" dt="2026-09-08T02:11:06.186" v="5176" actId="208"/>
          <ac:spMkLst>
            <pc:docMk/>
            <pc:sldMk cId="1251925794" sldId="301"/>
            <ac:spMk id="53" creationId="{EC16AC77-E31B-7027-2FE7-805B027F948E}"/>
          </ac:spMkLst>
        </pc:spChg>
        <pc:spChg chg="mod">
          <ac:chgData name="musukie52@gmail.com" userId="017bd91f96aa8751" providerId="LiveId" clId="{5B2C3894-F97E-4CAB-8812-5BB4D83AAC6A}" dt="2026-09-08T02:06:54.719" v="5040" actId="1076"/>
          <ac:spMkLst>
            <pc:docMk/>
            <pc:sldMk cId="1251925794" sldId="301"/>
            <ac:spMk id="60" creationId="{00000000-0000-0000-0000-000000000000}"/>
          </ac:spMkLst>
        </pc:spChg>
        <pc:spChg chg="mod">
          <ac:chgData name="musukie52@gmail.com" userId="017bd91f96aa8751" providerId="LiveId" clId="{5B2C3894-F97E-4CAB-8812-5BB4D83AAC6A}" dt="2026-09-08T02:44:56.789" v="5648" actId="1076"/>
          <ac:spMkLst>
            <pc:docMk/>
            <pc:sldMk cId="1251925794" sldId="301"/>
            <ac:spMk id="61" creationId="{65622DBF-56E1-42F3-A8BB-C0848538DA19}"/>
          </ac:spMkLst>
        </pc:spChg>
        <pc:spChg chg="mod">
          <ac:chgData name="musukie52@gmail.com" userId="017bd91f96aa8751" providerId="LiveId" clId="{5B2C3894-F97E-4CAB-8812-5BB4D83AAC6A}" dt="2026-09-08T02:44:56.789" v="5648" actId="1076"/>
          <ac:spMkLst>
            <pc:docMk/>
            <pc:sldMk cId="1251925794" sldId="301"/>
            <ac:spMk id="63" creationId="{29EFFFAB-49D7-4792-BC24-6315EA220F4C}"/>
          </ac:spMkLst>
        </pc:spChg>
        <pc:spChg chg="mod">
          <ac:chgData name="musukie52@gmail.com" userId="017bd91f96aa8751" providerId="LiveId" clId="{5B2C3894-F97E-4CAB-8812-5BB4D83AAC6A}" dt="2026-09-08T02:44:56.789" v="5648" actId="1076"/>
          <ac:spMkLst>
            <pc:docMk/>
            <pc:sldMk cId="1251925794" sldId="301"/>
            <ac:spMk id="64" creationId="{F16D8756-0F71-4435-991B-FBAD05BF19C5}"/>
          </ac:spMkLst>
        </pc:spChg>
        <pc:spChg chg="mod">
          <ac:chgData name="musukie52@gmail.com" userId="017bd91f96aa8751" providerId="LiveId" clId="{5B2C3894-F97E-4CAB-8812-5BB4D83AAC6A}" dt="2026-09-08T02:43:26.677" v="5625" actId="1076"/>
          <ac:spMkLst>
            <pc:docMk/>
            <pc:sldMk cId="1251925794" sldId="301"/>
            <ac:spMk id="65" creationId="{C3FD1179-954F-4121-A65A-9E264483FA78}"/>
          </ac:spMkLst>
        </pc:spChg>
        <pc:spChg chg="mod">
          <ac:chgData name="musukie52@gmail.com" userId="017bd91f96aa8751" providerId="LiveId" clId="{5B2C3894-F97E-4CAB-8812-5BB4D83AAC6A}" dt="2026-09-08T02:44:56.789" v="5648" actId="1076"/>
          <ac:spMkLst>
            <pc:docMk/>
            <pc:sldMk cId="1251925794" sldId="301"/>
            <ac:spMk id="75" creationId="{453C6524-0A7F-455D-99DB-3644D4B10BB0}"/>
          </ac:spMkLst>
        </pc:spChg>
        <pc:spChg chg="add mod">
          <ac:chgData name="musukie52@gmail.com" userId="017bd91f96aa8751" providerId="LiveId" clId="{5B2C3894-F97E-4CAB-8812-5BB4D83AAC6A}" dt="2026-09-08T02:11:32.086" v="5180" actId="1076"/>
          <ac:spMkLst>
            <pc:docMk/>
            <pc:sldMk cId="1251925794" sldId="301"/>
            <ac:spMk id="82" creationId="{66EF7C7C-6AB4-F1AD-52CF-8C08211EB35A}"/>
          </ac:spMkLst>
        </pc:spChg>
        <pc:spChg chg="add mod">
          <ac:chgData name="musukie52@gmail.com" userId="017bd91f96aa8751" providerId="LiveId" clId="{5B2C3894-F97E-4CAB-8812-5BB4D83AAC6A}" dt="2026-09-08T02:11:39.266" v="5183" actId="1076"/>
          <ac:spMkLst>
            <pc:docMk/>
            <pc:sldMk cId="1251925794" sldId="301"/>
            <ac:spMk id="84" creationId="{F6253348-E384-5CB7-76E8-4958E11F16F3}"/>
          </ac:spMkLst>
        </pc:spChg>
        <pc:spChg chg="add mod">
          <ac:chgData name="musukie52@gmail.com" userId="017bd91f96aa8751" providerId="LiveId" clId="{5B2C3894-F97E-4CAB-8812-5BB4D83AAC6A}" dt="2026-09-08T02:45:26.786" v="5652" actId="1076"/>
          <ac:spMkLst>
            <pc:docMk/>
            <pc:sldMk cId="1251925794" sldId="301"/>
            <ac:spMk id="88" creationId="{1200B94B-B9F5-73C7-49B6-D9744512DA43}"/>
          </ac:spMkLst>
        </pc:spChg>
        <pc:spChg chg="add mod">
          <ac:chgData name="musukie52@gmail.com" userId="017bd91f96aa8751" providerId="LiveId" clId="{5B2C3894-F97E-4CAB-8812-5BB4D83AAC6A}" dt="2026-09-08T02:45:26.786" v="5652" actId="1076"/>
          <ac:spMkLst>
            <pc:docMk/>
            <pc:sldMk cId="1251925794" sldId="301"/>
            <ac:spMk id="97" creationId="{2C4B475D-D6AE-BD4B-5A82-8A502DD1C4E4}"/>
          </ac:spMkLst>
        </pc:spChg>
        <pc:spChg chg="add mod">
          <ac:chgData name="musukie52@gmail.com" userId="017bd91f96aa8751" providerId="LiveId" clId="{5B2C3894-F97E-4CAB-8812-5BB4D83AAC6A}" dt="2026-09-08T02:45:26.786" v="5652" actId="1076"/>
          <ac:spMkLst>
            <pc:docMk/>
            <pc:sldMk cId="1251925794" sldId="301"/>
            <ac:spMk id="99" creationId="{3A00F76C-3DFA-CC9C-3722-7AD4BC51BECD}"/>
          </ac:spMkLst>
        </pc:spChg>
        <pc:spChg chg="add del mod">
          <ac:chgData name="musukie52@gmail.com" userId="017bd91f96aa8751" providerId="LiveId" clId="{5B2C3894-F97E-4CAB-8812-5BB4D83AAC6A}" dt="2026-09-08T02:45:26.786" v="5652" actId="1076"/>
          <ac:spMkLst>
            <pc:docMk/>
            <pc:sldMk cId="1251925794" sldId="301"/>
            <ac:spMk id="144" creationId="{CF9B17A5-771F-189C-6E4F-074FE047CB27}"/>
          </ac:spMkLst>
        </pc:spChg>
        <pc:spChg chg="add mod ord">
          <ac:chgData name="musukie52@gmail.com" userId="017bd91f96aa8751" providerId="LiveId" clId="{5B2C3894-F97E-4CAB-8812-5BB4D83AAC6A}" dt="2026-09-08T02:45:26.786" v="5652" actId="1076"/>
          <ac:spMkLst>
            <pc:docMk/>
            <pc:sldMk cId="1251925794" sldId="301"/>
            <ac:spMk id="152" creationId="{AEC6DB8D-3F0E-B021-AB22-B70D3648E17C}"/>
          </ac:spMkLst>
        </pc:spChg>
        <pc:spChg chg="add mod ord">
          <ac:chgData name="musukie52@gmail.com" userId="017bd91f96aa8751" providerId="LiveId" clId="{5B2C3894-F97E-4CAB-8812-5BB4D83AAC6A}" dt="2026-09-08T02:45:26.786" v="5652" actId="1076"/>
          <ac:spMkLst>
            <pc:docMk/>
            <pc:sldMk cId="1251925794" sldId="301"/>
            <ac:spMk id="154" creationId="{09B3BCE1-319B-5A10-3A70-C360EF83F0D1}"/>
          </ac:spMkLst>
        </pc:spChg>
        <pc:spChg chg="add mod ord">
          <ac:chgData name="musukie52@gmail.com" userId="017bd91f96aa8751" providerId="LiveId" clId="{5B2C3894-F97E-4CAB-8812-5BB4D83AAC6A}" dt="2026-09-08T02:45:26.786" v="5652" actId="1076"/>
          <ac:spMkLst>
            <pc:docMk/>
            <pc:sldMk cId="1251925794" sldId="301"/>
            <ac:spMk id="156" creationId="{DEA64F58-3ECF-67F5-FC16-33FFFECCE84E}"/>
          </ac:spMkLst>
        </pc:spChg>
        <pc:spChg chg="add mod">
          <ac:chgData name="musukie52@gmail.com" userId="017bd91f96aa8751" providerId="LiveId" clId="{5B2C3894-F97E-4CAB-8812-5BB4D83AAC6A}" dt="2026-09-08T02:45:26.786" v="5652" actId="1076"/>
          <ac:spMkLst>
            <pc:docMk/>
            <pc:sldMk cId="1251925794" sldId="301"/>
            <ac:spMk id="160" creationId="{EB430E1A-236C-F6CE-0BE8-2B89E6CE7309}"/>
          </ac:spMkLst>
        </pc:spChg>
        <pc:spChg chg="add del mod">
          <ac:chgData name="musukie52@gmail.com" userId="017bd91f96aa8751" providerId="LiveId" clId="{5B2C3894-F97E-4CAB-8812-5BB4D83AAC6A}" dt="2026-09-08T02:45:26.786" v="5652" actId="1076"/>
          <ac:spMkLst>
            <pc:docMk/>
            <pc:sldMk cId="1251925794" sldId="301"/>
            <ac:spMk id="166" creationId="{F352CFB6-A27F-B67E-B1C8-1C738F8E5554}"/>
          </ac:spMkLst>
        </pc:spChg>
        <pc:picChg chg="add mod">
          <ac:chgData name="musukie52@gmail.com" userId="017bd91f96aa8751" providerId="LiveId" clId="{5B2C3894-F97E-4CAB-8812-5BB4D83AAC6A}" dt="2026-09-08T02:35:35.233" v="5469" actId="1076"/>
          <ac:picMkLst>
            <pc:docMk/>
            <pc:sldMk cId="1251925794" sldId="301"/>
            <ac:picMk id="134" creationId="{FD32AD37-A722-C2EC-70A2-794A660CD347}"/>
          </ac:picMkLst>
        </pc:picChg>
        <pc:picChg chg="add mod">
          <ac:chgData name="musukie52@gmail.com" userId="017bd91f96aa8751" providerId="LiveId" clId="{5B2C3894-F97E-4CAB-8812-5BB4D83AAC6A}" dt="2026-09-08T02:45:26.786" v="5652" actId="1076"/>
          <ac:picMkLst>
            <pc:docMk/>
            <pc:sldMk cId="1251925794" sldId="301"/>
            <ac:picMk id="136" creationId="{F40E8A36-190A-F82D-B3CE-D3014420CF15}"/>
          </ac:picMkLst>
        </pc:picChg>
        <pc:picChg chg="add del mod">
          <ac:chgData name="musukie52@gmail.com" userId="017bd91f96aa8751" providerId="LiveId" clId="{5B2C3894-F97E-4CAB-8812-5BB4D83AAC6A}" dt="2026-09-08T02:44:36.719" v="5644" actId="478"/>
          <ac:picMkLst>
            <pc:docMk/>
            <pc:sldMk cId="1251925794" sldId="301"/>
            <ac:picMk id="168" creationId="{ECEE7009-EC2B-1361-DE9F-AFFEF0778491}"/>
          </ac:picMkLst>
        </pc:picChg>
        <pc:cxnChg chg="add mod">
          <ac:chgData name="musukie52@gmail.com" userId="017bd91f96aa8751" providerId="LiveId" clId="{5B2C3894-F97E-4CAB-8812-5BB4D83AAC6A}" dt="2026-09-08T02:45:08.357" v="5650" actId="1076"/>
          <ac:cxnSpMkLst>
            <pc:docMk/>
            <pc:sldMk cId="1251925794" sldId="301"/>
            <ac:cxnSpMk id="90" creationId="{E858EA0E-D7C1-E38E-FBEE-E15E46F0E0FF}"/>
          </ac:cxnSpMkLst>
        </pc:cxnChg>
      </pc:sldChg>
      <pc:sldChg chg="addSp delSp modSp new mod">
        <pc:chgData name="musukie52@gmail.com" userId="017bd91f96aa8751" providerId="LiveId" clId="{5B2C3894-F97E-4CAB-8812-5BB4D83AAC6A}" dt="2026-09-08T03:35:00.059" v="5898" actId="22"/>
        <pc:sldMkLst>
          <pc:docMk/>
          <pc:sldMk cId="1327970169" sldId="302"/>
        </pc:sldMkLst>
        <pc:spChg chg="mod">
          <ac:chgData name="musukie52@gmail.com" userId="017bd91f96aa8751" providerId="LiveId" clId="{5B2C3894-F97E-4CAB-8812-5BB4D83AAC6A}" dt="2026-09-08T03:34:23.620" v="5893" actId="1076"/>
          <ac:spMkLst>
            <pc:docMk/>
            <pc:sldMk cId="1327970169" sldId="302"/>
            <ac:spMk id="7" creationId="{4DCE5491-6A3E-6EE5-5E41-C034A33D5B29}"/>
          </ac:spMkLst>
        </pc:spChg>
        <pc:spChg chg="mod">
          <ac:chgData name="musukie52@gmail.com" userId="017bd91f96aa8751" providerId="LiveId" clId="{5B2C3894-F97E-4CAB-8812-5BB4D83AAC6A}" dt="2026-09-08T03:34:23.620" v="5893" actId="1076"/>
          <ac:spMkLst>
            <pc:docMk/>
            <pc:sldMk cId="1327970169" sldId="302"/>
            <ac:spMk id="27" creationId="{D409DA97-9D96-7CCA-99E5-DD032E251FFB}"/>
          </ac:spMkLst>
        </pc:spChg>
        <pc:spChg chg="add mod">
          <ac:chgData name="musukie52@gmail.com" userId="017bd91f96aa8751" providerId="LiveId" clId="{5B2C3894-F97E-4CAB-8812-5BB4D83AAC6A}" dt="2026-09-08T03:34:23.620" v="5893" actId="1076"/>
          <ac:spMkLst>
            <pc:docMk/>
            <pc:sldMk cId="1327970169" sldId="302"/>
            <ac:spMk id="29" creationId="{383D1DFF-FEF6-A6E4-843A-E7203E20DD2D}"/>
          </ac:spMkLst>
        </pc:spChg>
        <pc:spChg chg="mod">
          <ac:chgData name="musukie52@gmail.com" userId="017bd91f96aa8751" providerId="LiveId" clId="{5B2C3894-F97E-4CAB-8812-5BB4D83AAC6A}" dt="2026-09-08T03:34:23.620" v="5893" actId="1076"/>
          <ac:spMkLst>
            <pc:docMk/>
            <pc:sldMk cId="1327970169" sldId="302"/>
            <ac:spMk id="43" creationId="{7F75CD07-F244-3ADB-A62E-B21DFF3930AC}"/>
          </ac:spMkLst>
        </pc:spChg>
        <pc:spChg chg="add">
          <ac:chgData name="musukie52@gmail.com" userId="017bd91f96aa8751" providerId="LiveId" clId="{5B2C3894-F97E-4CAB-8812-5BB4D83AAC6A}" dt="2026-09-08T03:34:20.940" v="5892" actId="22"/>
          <ac:spMkLst>
            <pc:docMk/>
            <pc:sldMk cId="1327970169" sldId="302"/>
            <ac:spMk id="47" creationId="{E038FC35-FCB4-3887-7D37-06FB036B2C4B}"/>
          </ac:spMkLst>
        </pc:spChg>
        <pc:spChg chg="mod">
          <ac:chgData name="musukie52@gmail.com" userId="017bd91f96aa8751" providerId="LiveId" clId="{5B2C3894-F97E-4CAB-8812-5BB4D83AAC6A}" dt="2026-09-08T03:34:23.620" v="5893" actId="1076"/>
          <ac:spMkLst>
            <pc:docMk/>
            <pc:sldMk cId="1327970169" sldId="302"/>
            <ac:spMk id="51" creationId="{FF6AF227-768A-F808-C1B6-308F2BB06148}"/>
          </ac:spMkLst>
        </pc:spChg>
        <pc:spChg chg="add">
          <ac:chgData name="musukie52@gmail.com" userId="017bd91f96aa8751" providerId="LiveId" clId="{5B2C3894-F97E-4CAB-8812-5BB4D83AAC6A}" dt="2026-09-08T03:34:20.940" v="5892" actId="22"/>
          <ac:spMkLst>
            <pc:docMk/>
            <pc:sldMk cId="1327970169" sldId="302"/>
            <ac:spMk id="59" creationId="{0CF9807D-B826-9ED4-6AAB-DE17D7FB0ACA}"/>
          </ac:spMkLst>
        </pc:spChg>
        <pc:spChg chg="mod">
          <ac:chgData name="musukie52@gmail.com" userId="017bd91f96aa8751" providerId="LiveId" clId="{5B2C3894-F97E-4CAB-8812-5BB4D83AAC6A}" dt="2026-09-08T03:34:23.620" v="5893" actId="1076"/>
          <ac:spMkLst>
            <pc:docMk/>
            <pc:sldMk cId="1327970169" sldId="302"/>
            <ac:spMk id="61" creationId="{8CC06DAE-E75B-FE24-D498-0FD162270A3E}"/>
          </ac:spMkLst>
        </pc:spChg>
        <pc:spChg chg="add">
          <ac:chgData name="musukie52@gmail.com" userId="017bd91f96aa8751" providerId="LiveId" clId="{5B2C3894-F97E-4CAB-8812-5BB4D83AAC6A}" dt="2026-09-08T03:34:20.940" v="5892" actId="22"/>
          <ac:spMkLst>
            <pc:docMk/>
            <pc:sldMk cId="1327970169" sldId="302"/>
            <ac:spMk id="79" creationId="{58E03C0F-B479-18A8-AD51-0A0FA560560F}"/>
          </ac:spMkLst>
        </pc:spChg>
        <pc:spChg chg="mod">
          <ac:chgData name="musukie52@gmail.com" userId="017bd91f96aa8751" providerId="LiveId" clId="{5B2C3894-F97E-4CAB-8812-5BB4D83AAC6A}" dt="2026-09-08T03:34:23.620" v="5893" actId="1076"/>
          <ac:spMkLst>
            <pc:docMk/>
            <pc:sldMk cId="1327970169" sldId="302"/>
            <ac:spMk id="81" creationId="{C98F81B0-F5FF-C719-4814-C4559565625C}"/>
          </ac:spMkLst>
        </pc:spChg>
        <pc:spChg chg="mod">
          <ac:chgData name="musukie52@gmail.com" userId="017bd91f96aa8751" providerId="LiveId" clId="{5B2C3894-F97E-4CAB-8812-5BB4D83AAC6A}" dt="2026-09-08T03:34:23.620" v="5893" actId="1076"/>
          <ac:spMkLst>
            <pc:docMk/>
            <pc:sldMk cId="1327970169" sldId="302"/>
            <ac:spMk id="83" creationId="{15E3F8E7-8E95-18DC-A50F-619D4DC0CC02}"/>
          </ac:spMkLst>
        </pc:spChg>
        <pc:spChg chg="mod">
          <ac:chgData name="musukie52@gmail.com" userId="017bd91f96aa8751" providerId="LiveId" clId="{5B2C3894-F97E-4CAB-8812-5BB4D83AAC6A}" dt="2026-09-08T03:34:23.620" v="5893" actId="1076"/>
          <ac:spMkLst>
            <pc:docMk/>
            <pc:sldMk cId="1327970169" sldId="302"/>
            <ac:spMk id="85" creationId="{B58241BD-E79A-60FC-CBC5-7E32BCBEFACE}"/>
          </ac:spMkLst>
        </pc:spChg>
        <pc:spChg chg="add">
          <ac:chgData name="musukie52@gmail.com" userId="017bd91f96aa8751" providerId="LiveId" clId="{5B2C3894-F97E-4CAB-8812-5BB4D83AAC6A}" dt="2026-09-08T03:34:20.940" v="5892" actId="22"/>
          <ac:spMkLst>
            <pc:docMk/>
            <pc:sldMk cId="1327970169" sldId="302"/>
            <ac:spMk id="95" creationId="{BB061A4A-9139-91F2-E91E-CB85B778CBA5}"/>
          </ac:spMkLst>
        </pc:spChg>
        <pc:spChg chg="add">
          <ac:chgData name="musukie52@gmail.com" userId="017bd91f96aa8751" providerId="LiveId" clId="{5B2C3894-F97E-4CAB-8812-5BB4D83AAC6A}" dt="2026-09-08T03:34:20.940" v="5892" actId="22"/>
          <ac:spMkLst>
            <pc:docMk/>
            <pc:sldMk cId="1327970169" sldId="302"/>
            <ac:spMk id="97" creationId="{620D356B-E8C5-B42F-8FD1-FC4F49735396}"/>
          </ac:spMkLst>
        </pc:spChg>
        <pc:spChg chg="add">
          <ac:chgData name="musukie52@gmail.com" userId="017bd91f96aa8751" providerId="LiveId" clId="{5B2C3894-F97E-4CAB-8812-5BB4D83AAC6A}" dt="2026-09-08T03:34:20.940" v="5892" actId="22"/>
          <ac:spMkLst>
            <pc:docMk/>
            <pc:sldMk cId="1327970169" sldId="302"/>
            <ac:spMk id="99" creationId="{C26E2B2E-DA94-E896-9A4C-75344014AB00}"/>
          </ac:spMkLst>
        </pc:spChg>
        <pc:spChg chg="add">
          <ac:chgData name="musukie52@gmail.com" userId="017bd91f96aa8751" providerId="LiveId" clId="{5B2C3894-F97E-4CAB-8812-5BB4D83AAC6A}" dt="2026-09-08T03:34:20.940" v="5892" actId="22"/>
          <ac:spMkLst>
            <pc:docMk/>
            <pc:sldMk cId="1327970169" sldId="302"/>
            <ac:spMk id="113" creationId="{55F2A6AA-595B-78A4-CA3F-04069A6EB468}"/>
          </ac:spMkLst>
        </pc:spChg>
        <pc:spChg chg="add">
          <ac:chgData name="musukie52@gmail.com" userId="017bd91f96aa8751" providerId="LiveId" clId="{5B2C3894-F97E-4CAB-8812-5BB4D83AAC6A}" dt="2026-09-08T03:34:20.940" v="5892" actId="22"/>
          <ac:spMkLst>
            <pc:docMk/>
            <pc:sldMk cId="1327970169" sldId="302"/>
            <ac:spMk id="121" creationId="{540345FA-98AC-DF30-51BA-2FEFD2C55232}"/>
          </ac:spMkLst>
        </pc:spChg>
        <pc:spChg chg="add mod">
          <ac:chgData name="musukie52@gmail.com" userId="017bd91f96aa8751" providerId="LiveId" clId="{5B2C3894-F97E-4CAB-8812-5BB4D83AAC6A}" dt="2026-09-08T03:34:23.620" v="5893" actId="1076"/>
          <ac:spMkLst>
            <pc:docMk/>
            <pc:sldMk cId="1327970169" sldId="302"/>
            <ac:spMk id="123" creationId="{8905A1A8-CE23-0473-3340-5E88D643893A}"/>
          </ac:spMkLst>
        </pc:spChg>
        <pc:spChg chg="add">
          <ac:chgData name="musukie52@gmail.com" userId="017bd91f96aa8751" providerId="LiveId" clId="{5B2C3894-F97E-4CAB-8812-5BB4D83AAC6A}" dt="2026-09-08T03:35:00.059" v="5898" actId="22"/>
          <ac:spMkLst>
            <pc:docMk/>
            <pc:sldMk cId="1327970169" sldId="302"/>
            <ac:spMk id="255" creationId="{E7157AD2-64F0-FFAF-55B7-AC38F2A2E321}"/>
          </ac:spMkLst>
        </pc:spChg>
        <pc:spChg chg="add">
          <ac:chgData name="musukie52@gmail.com" userId="017bd91f96aa8751" providerId="LiveId" clId="{5B2C3894-F97E-4CAB-8812-5BB4D83AAC6A}" dt="2026-09-08T03:35:00.059" v="5898" actId="22"/>
          <ac:spMkLst>
            <pc:docMk/>
            <pc:sldMk cId="1327970169" sldId="302"/>
            <ac:spMk id="257" creationId="{F225FEEC-E530-C1E9-C44E-DCC1CEBCB9BF}"/>
          </ac:spMkLst>
        </pc:spChg>
        <pc:spChg chg="add">
          <ac:chgData name="musukie52@gmail.com" userId="017bd91f96aa8751" providerId="LiveId" clId="{5B2C3894-F97E-4CAB-8812-5BB4D83AAC6A}" dt="2026-09-08T03:35:00.059" v="5898" actId="22"/>
          <ac:spMkLst>
            <pc:docMk/>
            <pc:sldMk cId="1327970169" sldId="302"/>
            <ac:spMk id="259" creationId="{0121A70A-D49E-DA67-156E-813854455FFF}"/>
          </ac:spMkLst>
        </pc:spChg>
        <pc:spChg chg="add">
          <ac:chgData name="musukie52@gmail.com" userId="017bd91f96aa8751" providerId="LiveId" clId="{5B2C3894-F97E-4CAB-8812-5BB4D83AAC6A}" dt="2026-09-08T03:35:00.059" v="5898" actId="22"/>
          <ac:spMkLst>
            <pc:docMk/>
            <pc:sldMk cId="1327970169" sldId="302"/>
            <ac:spMk id="261" creationId="{B770887A-FBD9-E3CA-DCA0-CD9B29E43412}"/>
          </ac:spMkLst>
        </pc:spChg>
      </pc:sldChg>
      <pc:sldChg chg="addSp modSp new mod">
        <pc:chgData name="musukie52@gmail.com" userId="017bd91f96aa8751" providerId="LiveId" clId="{5B2C3894-F97E-4CAB-8812-5BB4D83AAC6A}" dt="2026-09-08T03:58:21.802" v="6482" actId="20577"/>
        <pc:sldMkLst>
          <pc:docMk/>
          <pc:sldMk cId="599141856" sldId="303"/>
        </pc:sldMkLst>
        <pc:spChg chg="add">
          <ac:chgData name="musukie52@gmail.com" userId="017bd91f96aa8751" providerId="LiveId" clId="{5B2C3894-F97E-4CAB-8812-5BB4D83AAC6A}" dt="2026-09-08T03:58:03.898" v="6457" actId="22"/>
          <ac:spMkLst>
            <pc:docMk/>
            <pc:sldMk cId="599141856" sldId="303"/>
            <ac:spMk id="5" creationId="{D06A5DAD-BC5B-BC5B-B435-E2CE7BDCF6AD}"/>
          </ac:spMkLst>
        </pc:spChg>
        <pc:spChg chg="add">
          <ac:chgData name="musukie52@gmail.com" userId="017bd91f96aa8751" providerId="LiveId" clId="{5B2C3894-F97E-4CAB-8812-5BB4D83AAC6A}" dt="2026-09-08T03:58:03.898" v="6457" actId="22"/>
          <ac:spMkLst>
            <pc:docMk/>
            <pc:sldMk cId="599141856" sldId="303"/>
            <ac:spMk id="7" creationId="{87341E70-8AB0-0148-95FB-1FDBF518C28A}"/>
          </ac:spMkLst>
        </pc:spChg>
        <pc:spChg chg="add">
          <ac:chgData name="musukie52@gmail.com" userId="017bd91f96aa8751" providerId="LiveId" clId="{5B2C3894-F97E-4CAB-8812-5BB4D83AAC6A}" dt="2026-09-08T03:58:03.898" v="6457" actId="22"/>
          <ac:spMkLst>
            <pc:docMk/>
            <pc:sldMk cId="599141856" sldId="303"/>
            <ac:spMk id="13" creationId="{9F643112-AC09-46E6-4378-D9E86E468E11}"/>
          </ac:spMkLst>
        </pc:spChg>
        <pc:spChg chg="add">
          <ac:chgData name="musukie52@gmail.com" userId="017bd91f96aa8751" providerId="LiveId" clId="{5B2C3894-F97E-4CAB-8812-5BB4D83AAC6A}" dt="2026-09-08T03:58:03.898" v="6457" actId="22"/>
          <ac:spMkLst>
            <pc:docMk/>
            <pc:sldMk cId="599141856" sldId="303"/>
            <ac:spMk id="21" creationId="{E57D6858-72B4-2083-56B7-1C1942014DEE}"/>
          </ac:spMkLst>
        </pc:spChg>
        <pc:spChg chg="add">
          <ac:chgData name="musukie52@gmail.com" userId="017bd91f96aa8751" providerId="LiveId" clId="{5B2C3894-F97E-4CAB-8812-5BB4D83AAC6A}" dt="2026-09-08T03:58:03.898" v="6457" actId="22"/>
          <ac:spMkLst>
            <pc:docMk/>
            <pc:sldMk cId="599141856" sldId="303"/>
            <ac:spMk id="25" creationId="{7C306648-B9E2-D205-27C0-FE86263C68FD}"/>
          </ac:spMkLst>
        </pc:spChg>
        <pc:spChg chg="add">
          <ac:chgData name="musukie52@gmail.com" userId="017bd91f96aa8751" providerId="LiveId" clId="{5B2C3894-F97E-4CAB-8812-5BB4D83AAC6A}" dt="2026-09-08T03:58:03.898" v="6457" actId="22"/>
          <ac:spMkLst>
            <pc:docMk/>
            <pc:sldMk cId="599141856" sldId="303"/>
            <ac:spMk id="37" creationId="{9B2E2A51-C607-6937-5E0F-1C754009F162}"/>
          </ac:spMkLst>
        </pc:spChg>
        <pc:spChg chg="add">
          <ac:chgData name="musukie52@gmail.com" userId="017bd91f96aa8751" providerId="LiveId" clId="{5B2C3894-F97E-4CAB-8812-5BB4D83AAC6A}" dt="2026-09-08T03:58:03.898" v="6457" actId="22"/>
          <ac:spMkLst>
            <pc:docMk/>
            <pc:sldMk cId="599141856" sldId="303"/>
            <ac:spMk id="41" creationId="{B5A07D07-AD81-94C0-FC1A-D96DB441B5A4}"/>
          </ac:spMkLst>
        </pc:spChg>
        <pc:spChg chg="add">
          <ac:chgData name="musukie52@gmail.com" userId="017bd91f96aa8751" providerId="LiveId" clId="{5B2C3894-F97E-4CAB-8812-5BB4D83AAC6A}" dt="2026-09-08T03:58:03.898" v="6457" actId="22"/>
          <ac:spMkLst>
            <pc:docMk/>
            <pc:sldMk cId="599141856" sldId="303"/>
            <ac:spMk id="53" creationId="{0E627AF6-3A92-DB3E-E888-24461C3A3D04}"/>
          </ac:spMkLst>
        </pc:spChg>
        <pc:spChg chg="add">
          <ac:chgData name="musukie52@gmail.com" userId="017bd91f96aa8751" providerId="LiveId" clId="{5B2C3894-F97E-4CAB-8812-5BB4D83AAC6A}" dt="2026-09-08T03:58:03.898" v="6457" actId="22"/>
          <ac:spMkLst>
            <pc:docMk/>
            <pc:sldMk cId="599141856" sldId="303"/>
            <ac:spMk id="55" creationId="{444544C8-AD1F-A5D3-E8EA-83A823386481}"/>
          </ac:spMkLst>
        </pc:spChg>
        <pc:spChg chg="add">
          <ac:chgData name="musukie52@gmail.com" userId="017bd91f96aa8751" providerId="LiveId" clId="{5B2C3894-F97E-4CAB-8812-5BB4D83AAC6A}" dt="2026-09-08T03:58:03.898" v="6457" actId="22"/>
          <ac:spMkLst>
            <pc:docMk/>
            <pc:sldMk cId="599141856" sldId="303"/>
            <ac:spMk id="61" creationId="{4D86FE4D-C011-BE58-DE97-212743336D86}"/>
          </ac:spMkLst>
        </pc:spChg>
        <pc:spChg chg="add">
          <ac:chgData name="musukie52@gmail.com" userId="017bd91f96aa8751" providerId="LiveId" clId="{5B2C3894-F97E-4CAB-8812-5BB4D83AAC6A}" dt="2026-09-08T03:58:10.134" v="6458" actId="22"/>
          <ac:spMkLst>
            <pc:docMk/>
            <pc:sldMk cId="599141856" sldId="303"/>
            <ac:spMk id="67" creationId="{1A1EB232-5E57-2821-DC09-A9B4F7ADF8AD}"/>
          </ac:spMkLst>
        </pc:spChg>
        <pc:spChg chg="add mod">
          <ac:chgData name="musukie52@gmail.com" userId="017bd91f96aa8751" providerId="LiveId" clId="{5B2C3894-F97E-4CAB-8812-5BB4D83AAC6A}" dt="2026-09-08T03:58:21.802" v="6482" actId="20577"/>
          <ac:spMkLst>
            <pc:docMk/>
            <pc:sldMk cId="599141856" sldId="303"/>
            <ac:spMk id="69" creationId="{CB199A3E-11C2-2EB5-C525-CCAD80638E43}"/>
          </ac:spMkLst>
        </pc:spChg>
        <pc:spChg chg="add">
          <ac:chgData name="musukie52@gmail.com" userId="017bd91f96aa8751" providerId="LiveId" clId="{5B2C3894-F97E-4CAB-8812-5BB4D83AAC6A}" dt="2026-09-08T03:58:10.134" v="6458" actId="22"/>
          <ac:spMkLst>
            <pc:docMk/>
            <pc:sldMk cId="599141856" sldId="303"/>
            <ac:spMk id="71" creationId="{9A9EE809-1799-7AC8-58ED-A3356A89D5C5}"/>
          </ac:spMkLst>
        </pc:spChg>
        <pc:spChg chg="add">
          <ac:chgData name="musukie52@gmail.com" userId="017bd91f96aa8751" providerId="LiveId" clId="{5B2C3894-F97E-4CAB-8812-5BB4D83AAC6A}" dt="2026-09-08T03:58:10.134" v="6458" actId="22"/>
          <ac:spMkLst>
            <pc:docMk/>
            <pc:sldMk cId="599141856" sldId="303"/>
            <ac:spMk id="73" creationId="{B37F5F82-FCD4-CC94-0976-83B71CE2A039}"/>
          </ac:spMkLst>
        </pc:spChg>
      </pc:sldChg>
      <pc:sldChg chg="addSp modSp new mod">
        <pc:chgData name="musukie52@gmail.com" userId="017bd91f96aa8751" providerId="LiveId" clId="{5B2C3894-F97E-4CAB-8812-5BB4D83AAC6A}" dt="2026-09-22T14:46:38.117" v="6546" actId="732"/>
        <pc:sldMkLst>
          <pc:docMk/>
          <pc:sldMk cId="1438878813" sldId="305"/>
        </pc:sldMkLst>
        <pc:spChg chg="add">
          <ac:chgData name="musukie52@gmail.com" userId="017bd91f96aa8751" providerId="LiveId" clId="{5B2C3894-F97E-4CAB-8812-5BB4D83AAC6A}" dt="2026-09-22T13:05:07.713" v="6540" actId="22"/>
          <ac:spMkLst>
            <pc:docMk/>
            <pc:sldMk cId="1438878813" sldId="305"/>
            <ac:spMk id="5" creationId="{0A1BE5DB-93DC-1926-77C7-767F80704C9F}"/>
          </ac:spMkLst>
        </pc:spChg>
        <pc:spChg chg="add">
          <ac:chgData name="musukie52@gmail.com" userId="017bd91f96aa8751" providerId="LiveId" clId="{5B2C3894-F97E-4CAB-8812-5BB4D83AAC6A}" dt="2026-09-22T13:05:17.732" v="6541" actId="22"/>
          <ac:spMkLst>
            <pc:docMk/>
            <pc:sldMk cId="1438878813" sldId="305"/>
            <ac:spMk id="7" creationId="{AD32AE24-0B5E-765A-1D1C-427D1D17650C}"/>
          </ac:spMkLst>
        </pc:spChg>
        <pc:spChg chg="add">
          <ac:chgData name="musukie52@gmail.com" userId="017bd91f96aa8751" providerId="LiveId" clId="{5B2C3894-F97E-4CAB-8812-5BB4D83AAC6A}" dt="2026-09-22T13:05:17.732" v="6541" actId="22"/>
          <ac:spMkLst>
            <pc:docMk/>
            <pc:sldMk cId="1438878813" sldId="305"/>
            <ac:spMk id="9" creationId="{ED836D85-24F7-000E-662A-7C44DDC5E4B9}"/>
          </ac:spMkLst>
        </pc:spChg>
        <pc:spChg chg="add">
          <ac:chgData name="musukie52@gmail.com" userId="017bd91f96aa8751" providerId="LiveId" clId="{5B2C3894-F97E-4CAB-8812-5BB4D83AAC6A}" dt="2026-09-22T13:05:17.732" v="6541" actId="22"/>
          <ac:spMkLst>
            <pc:docMk/>
            <pc:sldMk cId="1438878813" sldId="305"/>
            <ac:spMk id="11" creationId="{C7325364-5585-6C26-9B12-F7D989E832AB}"/>
          </ac:spMkLst>
        </pc:spChg>
        <pc:spChg chg="add">
          <ac:chgData name="musukie52@gmail.com" userId="017bd91f96aa8751" providerId="LiveId" clId="{5B2C3894-F97E-4CAB-8812-5BB4D83AAC6A}" dt="2026-09-22T13:05:17.732" v="6541" actId="22"/>
          <ac:spMkLst>
            <pc:docMk/>
            <pc:sldMk cId="1438878813" sldId="305"/>
            <ac:spMk id="13" creationId="{377F0602-99FB-19EB-490E-7AF176446B57}"/>
          </ac:spMkLst>
        </pc:spChg>
        <pc:graphicFrameChg chg="add">
          <ac:chgData name="musukie52@gmail.com" userId="017bd91f96aa8751" providerId="LiveId" clId="{5B2C3894-F97E-4CAB-8812-5BB4D83AAC6A}" dt="2026-09-22T13:05:07.713" v="6540" actId="22"/>
          <ac:graphicFrameMkLst>
            <pc:docMk/>
            <pc:sldMk cId="1438878813" sldId="305"/>
            <ac:graphicFrameMk id="3" creationId="{BBB8ACDC-A779-241E-5830-2A4867FD3A76}"/>
          </ac:graphicFrameMkLst>
        </pc:graphicFrameChg>
        <pc:picChg chg="add mod modCrop">
          <ac:chgData name="musukie52@gmail.com" userId="017bd91f96aa8751" providerId="LiveId" clId="{5B2C3894-F97E-4CAB-8812-5BB4D83AAC6A}" dt="2026-09-22T14:46:38.117" v="6546" actId="732"/>
          <ac:picMkLst>
            <pc:docMk/>
            <pc:sldMk cId="1438878813" sldId="305"/>
            <ac:picMk id="15" creationId="{AFBD0067-A121-6B72-CF6B-C49A7E24392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65417-A3FB-4177-BCEF-52935ABAC688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E997E9-A28A-4427-B63F-E4389F513B6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299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EC675-2C0F-D175-C18F-5C40A263C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100025B-3224-14D2-EA65-39EFEDCE1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19F08B-C134-DEFA-C56A-6CB91DD69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30189D-C59C-6F80-6A79-60D049A52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6587E9-4F21-740D-923C-3866EF5DB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87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F9AC7-1F03-F3FF-3F07-B025C486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9660F5-89DB-A7BD-E54D-07461D592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B7982A-99E8-74AF-7AEE-C7E1B6B8A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F819D0-D472-FB57-C98B-7652882E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02B681-C3F5-4821-7FEB-6857AAC2A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459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D965B-AC79-6F31-5837-5AA89DC72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1B2F37-B03B-08A6-9FB9-874AC91D6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EE4839-BC28-3B27-E1EE-2E356A64D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A7A80-0E1D-EBBA-A977-814E3C77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E93B04-D09F-72E9-877F-2515FE43B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196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C5F35-2915-8465-F79D-F3215355D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AA6351-4334-4B79-F9A3-7475942BD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94034F-79E8-5F5D-AF19-74A89D17E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C4DF00-A8EA-C5D9-68C2-2BEA9C96D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52E255-8A11-BDB6-E940-AC381879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902501-126D-CDD0-7F53-886396434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804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2062B-4E53-DD52-6C2D-53E9693C2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B281D7-6D90-ADC9-2400-1C1B6D344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C298F3-0632-334B-9157-DD0FAD889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D9D4A3D-3739-061E-C2D0-0D9C917F0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864D84-186C-336C-68F5-8E68539F6E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683DE5-B73A-F306-0C4F-841AD3CDC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2847332-EB9E-E5A3-AAAA-1E6BE4062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A51D5D-7C90-5BA0-170A-CECFE22FA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262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DB6F1-D697-64D3-C86E-4764473B9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6189D66-D091-C08F-7EA2-8DC94ADB3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B8ADD9B-ABF4-8A9A-0E64-3D9E31FE0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3DA86C-7D10-2810-E9F9-5A9D485A1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0716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78B2400-8BCD-BBA6-61EC-B3F9A0418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CD1331-D71E-A98C-3038-29402B203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948A54-A7C5-514A-9899-B5F04B074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265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16241B-EB5A-C83C-11E6-3A398505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DAAA37-6EF4-52B9-79BD-B20B1EF2D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B5D7DE-E87B-5948-54DF-C3F5FD48E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F962E0-469F-338E-E0A5-17F7B5CA9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097AEB-F93F-F36D-E2DC-DA552A27F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86AC49-93CC-717B-5D50-AFE02A4F0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12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51C5CC-B665-ED37-BA4B-D29017845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7A5DBBD-593A-B0D6-FCC3-69F1620526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254D60-0C1C-1A74-AF84-6528672F1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6DB364-C4B7-5B98-7A17-15AD78E96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8CD631-F5FE-3704-492B-E425754A3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C790D9-91E9-2781-1ADA-109B8B5D9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25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EADB92-2B4B-02A1-1FA4-9ED36A07A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6010E5-5E73-1C0A-055F-726F4FE97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C837F2-1721-B53B-1B60-72091754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7205EE-D7A0-FF64-A099-8108A9C27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3B32B0-6EF8-854C-6D25-2D35AC97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32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4BC89A0-8FBA-ABB8-1599-614A8F859B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970C40-2648-9DDE-E8A8-324ECE076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64D878-718C-EFEE-49D3-DEC16CAA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E7ABB-15A5-4996-9533-6F7FE36313B4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B764A-339C-B00B-4DBF-A61B614B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CC7DD2-B960-C485-753A-C9B72F4E2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875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4110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0DCB93-42B4-639E-A7E5-CD96154E8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A67D5B-F19B-7225-E047-61ACEB74E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67533F-9731-F3F9-8407-5E4F24629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E7ABB-15A5-4996-9533-6F7FE36313B4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C5D4F0-F863-939A-61E9-B583CA92D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1F7C7C-0C74-1008-F5F4-3916CB0E5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9C159-7131-449D-8B59-D2444A1584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551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13" Type="http://schemas.openxmlformats.org/officeDocument/2006/relationships/image" Target="../media/image31.jpeg"/><Relationship Id="rId3" Type="http://schemas.microsoft.com/office/2007/relationships/hdphoto" Target="../media/hdphoto1.wdp"/><Relationship Id="rId7" Type="http://schemas.openxmlformats.org/officeDocument/2006/relationships/image" Target="../media/image25.jpeg"/><Relationship Id="rId12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jpeg"/><Relationship Id="rId11" Type="http://schemas.openxmlformats.org/officeDocument/2006/relationships/image" Target="../media/image29.png"/><Relationship Id="rId5" Type="http://schemas.openxmlformats.org/officeDocument/2006/relationships/image" Target="../media/image23.jpe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997447E4-8E91-4C7D-B8C1-74E5006D1D8B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6096001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E7B41D-65DF-4522-8A2C-6C77777D119D}"/>
              </a:ext>
            </a:extLst>
          </p:cNvPr>
          <p:cNvSpPr>
            <a:spLocks noGrp="1"/>
          </p:cNvSpPr>
          <p:nvPr/>
        </p:nvSpPr>
        <p:spPr>
          <a:xfrm>
            <a:off x="1523999" y="2043520"/>
            <a:ext cx="3048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2000" b="1">
                <a:solidFill>
                  <a:srgbClr val="FFFFFF"/>
                </a:solidFill>
              </a:defRPr>
            </a:pPr>
            <a:r>
              <a:rPr sz="2000" b="1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</a:t>
            </a:r>
            <a:r>
              <a:rPr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</a:t>
            </a:r>
            <a:r>
              <a:rPr lang="en-US"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기획</a:t>
            </a:r>
            <a:r>
              <a:rPr sz="2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문서</a:t>
            </a:r>
            <a:endParaRPr sz="20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A777D3-6932-4F50-BBB5-842735D1C17E}"/>
              </a:ext>
            </a:extLst>
          </p:cNvPr>
          <p:cNvSpPr>
            <a:spLocks noGrp="1"/>
          </p:cNvSpPr>
          <p:nvPr/>
        </p:nvSpPr>
        <p:spPr>
          <a:xfrm>
            <a:off x="1416048" y="4040323"/>
            <a:ext cx="3263902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0">
                <a:solidFill>
                  <a:srgbClr val="D6E8F2"/>
                </a:solidFill>
              </a:defRPr>
            </a:pPr>
            <a:r>
              <a:rPr lang="ko-KR" altLang="en-US"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조작을 이동 </a:t>
            </a:r>
            <a:r>
              <a:rPr lang="en-US" altLang="ko-KR"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은신 </a:t>
            </a:r>
            <a:r>
              <a:rPr lang="en-US" altLang="ko-KR" sz="100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ko-KR" altLang="en-US" sz="100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소음 </a:t>
            </a:r>
            <a:r>
              <a:rPr lang="en-US" altLang="ko-KR" sz="100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대응으로 확장한</a:t>
            </a:r>
            <a:endParaRPr lang="en-US" altLang="ko-KR" sz="1000" dirty="0">
              <a:solidFill>
                <a:srgbClr val="D6E8F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50000"/>
              </a:lnSpc>
              <a:defRPr sz="1000" b="0">
                <a:solidFill>
                  <a:srgbClr val="D6E8F2"/>
                </a:solidFill>
              </a:defRPr>
            </a:pPr>
            <a:r>
              <a:rPr lang="ko-KR" altLang="en-US" sz="1000" b="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잠입 </a:t>
            </a:r>
            <a:r>
              <a:rPr lang="en-US" altLang="ko-KR" sz="100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solidFill>
                  <a:srgbClr val="D6E8F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액션 핵심 시스템</a:t>
            </a:r>
            <a:endParaRPr sz="1000" b="0" dirty="0">
              <a:solidFill>
                <a:srgbClr val="D6E8F2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43C8938-04FC-4CB8-8D97-E5DFA00EA410}"/>
              </a:ext>
            </a:extLst>
          </p:cNvPr>
          <p:cNvSpPr>
            <a:spLocks noGrp="1"/>
          </p:cNvSpPr>
          <p:nvPr/>
        </p:nvSpPr>
        <p:spPr>
          <a:xfrm>
            <a:off x="994609" y="5195480"/>
            <a:ext cx="4106780" cy="514350"/>
          </a:xfrm>
          <a:prstGeom prst="roundRect">
            <a:avLst>
              <a:gd name="adj" fmla="val 14815"/>
            </a:avLst>
          </a:prstGeom>
          <a:solidFill>
            <a:schemeClr val="bg1">
              <a:alpha val="20000"/>
            </a:schemeClr>
          </a:solidFill>
          <a:ln w="9525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호흡을 조절해</a:t>
            </a:r>
            <a:r>
              <a:rPr lang="en-US" altLang="ko-KR" sz="1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b="1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위험 속에서 길을 만들어라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E32F7F7-7D35-4512-841E-FB1683574C35}"/>
              </a:ext>
            </a:extLst>
          </p:cNvPr>
          <p:cNvSpPr>
            <a:spLocks noGrp="1"/>
          </p:cNvSpPr>
          <p:nvPr/>
        </p:nvSpPr>
        <p:spPr>
          <a:xfrm>
            <a:off x="7196891" y="1189013"/>
            <a:ext cx="4000500" cy="392594"/>
          </a:xfrm>
          <a:prstGeom prst="roundRect">
            <a:avLst>
              <a:gd name="adj" fmla="val 14706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 anchor="ctr"/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문서 정보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97A96F3-F878-432B-8D5F-AD731093354A}"/>
              </a:ext>
            </a:extLst>
          </p:cNvPr>
          <p:cNvSpPr>
            <a:spLocks noGrp="1"/>
          </p:cNvSpPr>
          <p:nvPr/>
        </p:nvSpPr>
        <p:spPr>
          <a:xfrm>
            <a:off x="7196891" y="1736574"/>
            <a:ext cx="4000500" cy="39259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54B1CBE-57F2-4894-913E-39C2D88A02AE}"/>
              </a:ext>
            </a:extLst>
          </p:cNvPr>
          <p:cNvSpPr>
            <a:spLocks noGrp="1"/>
          </p:cNvSpPr>
          <p:nvPr/>
        </p:nvSpPr>
        <p:spPr>
          <a:xfrm>
            <a:off x="7311191" y="1736575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작성자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92D9DFD-4FBB-4DC9-9530-8FCB23675D0D}"/>
              </a:ext>
            </a:extLst>
          </p:cNvPr>
          <p:cNvSpPr>
            <a:spLocks noGrp="1"/>
          </p:cNvSpPr>
          <p:nvPr/>
        </p:nvSpPr>
        <p:spPr>
          <a:xfrm>
            <a:off x="8377991" y="1736575"/>
            <a:ext cx="268605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윤수진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3DAB228-973F-4C3A-8518-09AEBB6947BE}"/>
              </a:ext>
            </a:extLst>
          </p:cNvPr>
          <p:cNvSpPr>
            <a:spLocks noGrp="1"/>
          </p:cNvSpPr>
          <p:nvPr/>
        </p:nvSpPr>
        <p:spPr>
          <a:xfrm>
            <a:off x="7196891" y="2280203"/>
            <a:ext cx="4000500" cy="39259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0FDC81-25BB-4EF8-A268-A3D338ECB19F}"/>
              </a:ext>
            </a:extLst>
          </p:cNvPr>
          <p:cNvSpPr>
            <a:spLocks noGrp="1"/>
          </p:cNvSpPr>
          <p:nvPr/>
        </p:nvSpPr>
        <p:spPr>
          <a:xfrm>
            <a:off x="7311191" y="2280204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문서 유형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EF95B12-99CD-43B8-9092-2ED1C70D6344}"/>
              </a:ext>
            </a:extLst>
          </p:cNvPr>
          <p:cNvSpPr>
            <a:spLocks noGrp="1"/>
          </p:cNvSpPr>
          <p:nvPr/>
        </p:nvSpPr>
        <p:spPr>
          <a:xfrm>
            <a:off x="8377991" y="2280204"/>
            <a:ext cx="268605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기획 포트폴리오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EAED878-32CD-4C6C-91F7-10989830DB62}"/>
              </a:ext>
            </a:extLst>
          </p:cNvPr>
          <p:cNvSpPr>
            <a:spLocks noGrp="1"/>
          </p:cNvSpPr>
          <p:nvPr/>
        </p:nvSpPr>
        <p:spPr>
          <a:xfrm>
            <a:off x="7196891" y="2827453"/>
            <a:ext cx="4000500" cy="39259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404C84D-8F7E-4CD9-B097-C6A65811C65B}"/>
              </a:ext>
            </a:extLst>
          </p:cNvPr>
          <p:cNvSpPr>
            <a:spLocks noGrp="1"/>
          </p:cNvSpPr>
          <p:nvPr/>
        </p:nvSpPr>
        <p:spPr>
          <a:xfrm>
            <a:off x="7311191" y="2827454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최종 수정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DF22705-D450-43F2-A6E0-5167828672D3}"/>
              </a:ext>
            </a:extLst>
          </p:cNvPr>
          <p:cNvSpPr>
            <a:spLocks noGrp="1"/>
          </p:cNvSpPr>
          <p:nvPr/>
        </p:nvSpPr>
        <p:spPr>
          <a:xfrm>
            <a:off x="8377991" y="2827454"/>
            <a:ext cx="268605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26.09.08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0A9ED70-006F-41D9-BE4C-3AFAE5D5A842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80D9D1"/>
                </a:solidFill>
              </a:defRPr>
            </a:pPr>
            <a:r>
              <a:rPr sz="1000" b="1" dirty="0">
                <a:solidFill>
                  <a:srgbClr val="80D9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SYSTEM DESIGN </a:t>
            </a:r>
            <a:r>
              <a:rPr lang="en-US" sz="1000" b="1" dirty="0">
                <a:solidFill>
                  <a:srgbClr val="80D9D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PORTFOLIO</a:t>
            </a:r>
            <a:endParaRPr sz="1000" b="1" dirty="0">
              <a:solidFill>
                <a:srgbClr val="80D9D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C0FBAFE-EEB4-EC97-F9AD-130BF4AD5E17}"/>
              </a:ext>
            </a:extLst>
          </p:cNvPr>
          <p:cNvSpPr>
            <a:spLocks noGrp="1"/>
          </p:cNvSpPr>
          <p:nvPr/>
        </p:nvSpPr>
        <p:spPr>
          <a:xfrm>
            <a:off x="7196891" y="4223151"/>
            <a:ext cx="4000500" cy="39259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90BB670-ED79-5CE3-93E5-C5EFF87B995A}"/>
              </a:ext>
            </a:extLst>
          </p:cNvPr>
          <p:cNvSpPr>
            <a:spLocks noGrp="1"/>
          </p:cNvSpPr>
          <p:nvPr/>
        </p:nvSpPr>
        <p:spPr>
          <a:xfrm>
            <a:off x="7311191" y="4223152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altLang="ko-KR"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26.09.06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8B9F0A-9486-7D87-B1ED-57BAFE4B3E0C}"/>
              </a:ext>
            </a:extLst>
          </p:cNvPr>
          <p:cNvSpPr>
            <a:spLocks noGrp="1"/>
          </p:cNvSpPr>
          <p:nvPr/>
        </p:nvSpPr>
        <p:spPr>
          <a:xfrm>
            <a:off x="8377991" y="4223152"/>
            <a:ext cx="28194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</a:t>
            </a:r>
            <a:r>
              <a:rPr lang="en-US" altLang="ko-KR"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기침 </a:t>
            </a:r>
            <a:r>
              <a:rPr lang="en-US" altLang="ko-KR" sz="100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소음 관련 세부 규칙 및 수식 보완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292A8F3-AB5C-7863-3B7B-A7808C1B4367}"/>
              </a:ext>
            </a:extLst>
          </p:cNvPr>
          <p:cNvSpPr>
            <a:spLocks noGrp="1"/>
          </p:cNvSpPr>
          <p:nvPr/>
        </p:nvSpPr>
        <p:spPr>
          <a:xfrm>
            <a:off x="7196891" y="3695485"/>
            <a:ext cx="4000500" cy="392594"/>
          </a:xfrm>
          <a:prstGeom prst="roundRect">
            <a:avLst>
              <a:gd name="adj" fmla="val 14706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 anchor="ctr"/>
          <a:lstStyle/>
          <a:p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수정 내역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B0AF01D-DD3E-4EB9-BF09-F5254E2374AF}"/>
              </a:ext>
            </a:extLst>
          </p:cNvPr>
          <p:cNvSpPr>
            <a:spLocks noGrp="1"/>
          </p:cNvSpPr>
          <p:nvPr/>
        </p:nvSpPr>
        <p:spPr>
          <a:xfrm>
            <a:off x="7196891" y="4750817"/>
            <a:ext cx="4000500" cy="39259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69C7472-35CC-014F-EA44-B3AAA5E11B57}"/>
              </a:ext>
            </a:extLst>
          </p:cNvPr>
          <p:cNvSpPr>
            <a:spLocks noGrp="1"/>
          </p:cNvSpPr>
          <p:nvPr/>
        </p:nvSpPr>
        <p:spPr>
          <a:xfrm>
            <a:off x="7311191" y="4750818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1">
                <a:solidFill>
                  <a:srgbClr val="073B5C"/>
                </a:solidFill>
              </a:defRPr>
            </a:pPr>
            <a:r>
              <a:rPr lang="en-US" altLang="ko-KR" sz="1000" b="1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26.</a:t>
            </a:r>
            <a:r>
              <a:rPr lang="en-US" altLang="ko-KR"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09.07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23F74EC-D85A-5587-3EA4-D02F1C2268D7}"/>
              </a:ext>
            </a:extLst>
          </p:cNvPr>
          <p:cNvSpPr>
            <a:spLocks noGrp="1"/>
          </p:cNvSpPr>
          <p:nvPr/>
        </p:nvSpPr>
        <p:spPr>
          <a:xfrm>
            <a:off x="8377991" y="4750818"/>
            <a:ext cx="28194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인게임 튜토리얼 </a:t>
            </a:r>
            <a:r>
              <a:rPr lang="en-US" altLang="ko-KR" sz="100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>
                <a:solidFill>
                  <a:srgbClr val="163247"/>
                </a:solidFill>
                <a:latin typeface="맑은 고딕" panose="020B0503020000020004" pitchFamily="50" charset="-127"/>
                <a:cs typeface="맑은 고딕"/>
              </a:rPr>
              <a:t>시스템 볼륨맵 구성 개선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5C7709F-C3C1-1EBE-CCD8-B28527ECE1E1}"/>
              </a:ext>
            </a:extLst>
          </p:cNvPr>
          <p:cNvSpPr>
            <a:spLocks noGrp="1"/>
          </p:cNvSpPr>
          <p:nvPr/>
        </p:nvSpPr>
        <p:spPr>
          <a:xfrm>
            <a:off x="7196891" y="5278481"/>
            <a:ext cx="4000500" cy="392594"/>
          </a:xfrm>
          <a:prstGeom prst="roundRect">
            <a:avLst>
              <a:gd name="adj" fmla="val 7692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CA14A03-9879-FF89-79F5-A52E095FB3CD}"/>
              </a:ext>
            </a:extLst>
          </p:cNvPr>
          <p:cNvSpPr>
            <a:spLocks noGrp="1"/>
          </p:cNvSpPr>
          <p:nvPr/>
        </p:nvSpPr>
        <p:spPr>
          <a:xfrm>
            <a:off x="7311191" y="5278482"/>
            <a:ext cx="9525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>
              <a:defRPr sz="1000" b="1">
                <a:solidFill>
                  <a:srgbClr val="073B5C"/>
                </a:solidFill>
              </a:defRPr>
            </a:pPr>
            <a:r>
              <a:rPr lang="en-US" altLang="ko-KR" sz="1000" b="1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26.</a:t>
            </a:r>
            <a:r>
              <a:rPr lang="en-US" altLang="ko-KR"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09.08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F316233-627D-57E8-04DC-5F4A9B7C16E8}"/>
              </a:ext>
            </a:extLst>
          </p:cNvPr>
          <p:cNvSpPr>
            <a:spLocks noGrp="1"/>
          </p:cNvSpPr>
          <p:nvPr/>
        </p:nvSpPr>
        <p:spPr>
          <a:xfrm>
            <a:off x="8377991" y="5278482"/>
            <a:ext cx="2819400" cy="3925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맵 활용 예시 및 </a:t>
            </a:r>
            <a:r>
              <a:rPr lang="ko-KR" altLang="en-US" sz="100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시각화</a:t>
            </a:r>
            <a:r>
              <a:rPr lang="en-US" altLang="ko-KR" sz="100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개선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42E4998-32BD-3F30-7E02-9587DBC262B1}"/>
              </a:ext>
            </a:extLst>
          </p:cNvPr>
          <p:cNvSpPr/>
          <p:nvPr/>
        </p:nvSpPr>
        <p:spPr>
          <a:xfrm>
            <a:off x="1386540" y="-654194"/>
            <a:ext cx="274918" cy="274918"/>
          </a:xfrm>
          <a:prstGeom prst="ellipse">
            <a:avLst/>
          </a:prstGeom>
          <a:solidFill>
            <a:srgbClr val="F7D8D8"/>
          </a:solidFill>
          <a:ln w="76200">
            <a:solidFill>
              <a:srgbClr val="D43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AB644AD-70C1-0158-68D8-54AC8F0F991C}"/>
              </a:ext>
            </a:extLst>
          </p:cNvPr>
          <p:cNvSpPr/>
          <p:nvPr/>
        </p:nvSpPr>
        <p:spPr>
          <a:xfrm>
            <a:off x="1900891" y="-654194"/>
            <a:ext cx="274918" cy="274918"/>
          </a:xfrm>
          <a:prstGeom prst="ellipse">
            <a:avLst/>
          </a:prstGeom>
          <a:solidFill>
            <a:srgbClr val="FFE3D4"/>
          </a:solidFill>
          <a:ln w="76200">
            <a:solidFill>
              <a:srgbClr val="FF73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6DD87B84-048C-3D71-5122-AC266BC4CD60}"/>
              </a:ext>
            </a:extLst>
          </p:cNvPr>
          <p:cNvSpPr/>
          <p:nvPr/>
        </p:nvSpPr>
        <p:spPr>
          <a:xfrm>
            <a:off x="2415242" y="-644939"/>
            <a:ext cx="274918" cy="274918"/>
          </a:xfrm>
          <a:prstGeom prst="ellipse">
            <a:avLst/>
          </a:prstGeom>
          <a:solidFill>
            <a:srgbClr val="FFF2C7"/>
          </a:solidFill>
          <a:ln w="76200">
            <a:solidFill>
              <a:srgbClr val="FFC7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4640A4E1-96F6-6E79-D3B8-F987D43D9C12}"/>
              </a:ext>
            </a:extLst>
          </p:cNvPr>
          <p:cNvSpPr/>
          <p:nvPr/>
        </p:nvSpPr>
        <p:spPr>
          <a:xfrm>
            <a:off x="2931087" y="-654194"/>
            <a:ext cx="274918" cy="274918"/>
          </a:xfrm>
          <a:prstGeom prst="ellipse">
            <a:avLst/>
          </a:prstGeom>
          <a:solidFill>
            <a:srgbClr val="D9F5F1"/>
          </a:solidFill>
          <a:ln w="76200">
            <a:solidFill>
              <a:srgbClr val="20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6F6CF3F0-AE3C-442C-4EA2-3EBE6122D07E}"/>
              </a:ext>
            </a:extLst>
          </p:cNvPr>
          <p:cNvSpPr/>
          <p:nvPr/>
        </p:nvSpPr>
        <p:spPr>
          <a:xfrm>
            <a:off x="3443944" y="-654194"/>
            <a:ext cx="274918" cy="274918"/>
          </a:xfrm>
          <a:prstGeom prst="ellipse">
            <a:avLst/>
          </a:prstGeom>
          <a:solidFill>
            <a:srgbClr val="DDEEFF"/>
          </a:solidFill>
          <a:ln w="76200">
            <a:solidFill>
              <a:srgbClr val="0582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1CC9C878-0B92-AD86-A80C-7B89CA0A9071}"/>
              </a:ext>
            </a:extLst>
          </p:cNvPr>
          <p:cNvSpPr/>
          <p:nvPr/>
        </p:nvSpPr>
        <p:spPr>
          <a:xfrm>
            <a:off x="3956801" y="-647943"/>
            <a:ext cx="274918" cy="274918"/>
          </a:xfrm>
          <a:prstGeom prst="ellipse">
            <a:avLst/>
          </a:prstGeom>
          <a:solidFill>
            <a:srgbClr val="EDE4FA"/>
          </a:solidFill>
          <a:ln w="76200">
            <a:solidFill>
              <a:srgbClr val="7633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2E3B3B8-AC6D-BE95-F34A-5208C7EA554F}"/>
              </a:ext>
            </a:extLst>
          </p:cNvPr>
          <p:cNvSpPr/>
          <p:nvPr/>
        </p:nvSpPr>
        <p:spPr>
          <a:xfrm>
            <a:off x="4353485" y="-654194"/>
            <a:ext cx="274918" cy="274918"/>
          </a:xfrm>
          <a:prstGeom prst="ellipse">
            <a:avLst/>
          </a:prstGeom>
          <a:solidFill>
            <a:srgbClr val="D8E3EA"/>
          </a:solidFill>
          <a:ln w="76200">
            <a:solidFill>
              <a:srgbClr val="667B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-1" y="-702708"/>
            <a:ext cx="1200151" cy="378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사용한 색</a:t>
            </a:r>
          </a:p>
        </p:txBody>
      </p:sp>
    </p:spTree>
    <p:extLst>
      <p:ext uri="{BB962C8B-B14F-4D97-AF65-F5344CB8AC3E}">
        <p14:creationId xmlns:p14="http://schemas.microsoft.com/office/powerpoint/2010/main" val="1635155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그림 41">
            <a:extLst>
              <a:ext uri="{FF2B5EF4-FFF2-40B4-BE49-F238E27FC236}">
                <a16:creationId xmlns:a16="http://schemas.microsoft.com/office/drawing/2014/main" id="{FC15F4EE-9F20-9EC3-21CD-B95BDB6FFA8B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268" t="37865" b="34460"/>
          <a:stretch>
            <a:fillRect/>
          </a:stretch>
        </p:blipFill>
        <p:spPr>
          <a:xfrm>
            <a:off x="3328076" y="5448293"/>
            <a:ext cx="1113251" cy="70448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CBBE2DE2-06D4-B9C5-891B-CC8F632771D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98" b="36769"/>
          <a:stretch>
            <a:fillRect/>
          </a:stretch>
        </p:blipFill>
        <p:spPr>
          <a:xfrm>
            <a:off x="787486" y="5342991"/>
            <a:ext cx="2639355" cy="782150"/>
          </a:xfrm>
          <a:prstGeom prst="rect">
            <a:avLst/>
          </a:prstGeom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7CF81AC9-977E-4585-911B-99F56406CC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40ABD68-21A3-4937-8D1B-BEE4E507701F}"/>
              </a:ext>
            </a:extLst>
          </p:cNvPr>
          <p:cNvSpPr>
            <a:spLocks noGrp="1"/>
          </p:cNvSpPr>
          <p:nvPr/>
        </p:nvSpPr>
        <p:spPr>
          <a:xfrm>
            <a:off x="457200" y="3542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000" b="1">
                <a:solidFill>
                  <a:srgbClr val="073B5C"/>
                </a:solidFill>
              </a:defRPr>
            </a:pPr>
            <a:r>
              <a:rPr sz="2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목차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FF3A480F-EFF0-4A75-BE7A-417D165F0847}"/>
              </a:ext>
            </a:extLst>
          </p:cNvPr>
          <p:cNvSpPr>
            <a:spLocks noGrp="1"/>
          </p:cNvSpPr>
          <p:nvPr/>
        </p:nvSpPr>
        <p:spPr>
          <a:xfrm>
            <a:off x="457200" y="849550"/>
            <a:ext cx="1123950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B564F5B-F309-4E9D-BDF7-3FFEA4860222}"/>
              </a:ext>
            </a:extLst>
          </p:cNvPr>
          <p:cNvSpPr>
            <a:spLocks noGrp="1"/>
          </p:cNvSpPr>
          <p:nvPr/>
        </p:nvSpPr>
        <p:spPr>
          <a:xfrm>
            <a:off x="6711926" y="4164003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B34F57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6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8B2674A-0914-4652-AB53-3B96ECADC228}"/>
              </a:ext>
            </a:extLst>
          </p:cNvPr>
          <p:cNvSpPr>
            <a:spLocks noGrp="1"/>
          </p:cNvSpPr>
          <p:nvPr/>
        </p:nvSpPr>
        <p:spPr>
          <a:xfrm>
            <a:off x="7340576" y="4164003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레퍼런스 분석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2413D7A-564A-4B42-98C6-1BF39FA068D4}"/>
              </a:ext>
            </a:extLst>
          </p:cNvPr>
          <p:cNvSpPr>
            <a:spLocks noGrp="1"/>
          </p:cNvSpPr>
          <p:nvPr/>
        </p:nvSpPr>
        <p:spPr>
          <a:xfrm>
            <a:off x="7340576" y="4402127"/>
            <a:ext cx="2203474" cy="516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7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「</a:t>
            </a:r>
            <a:r>
              <a:rPr lang="en-US" altLang="ko-KR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Death Stranding</a:t>
            </a: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」</a:t>
            </a:r>
            <a:r>
              <a:rPr lang="en-US" altLang="ko-KR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비교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차별화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4EF31B1-2EFA-4639-9E86-E163795435BF}"/>
              </a:ext>
            </a:extLst>
          </p:cNvPr>
          <p:cNvSpPr>
            <a:spLocks noGrp="1"/>
          </p:cNvSpPr>
          <p:nvPr/>
        </p:nvSpPr>
        <p:spPr>
          <a:xfrm>
            <a:off x="6711926" y="5104866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B34F57"/>
                </a:solidFill>
              </a:defRPr>
            </a:pPr>
            <a:r>
              <a:rPr lang="en-US"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</a:t>
            </a:r>
            <a:endParaRPr sz="1500" b="1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3DCA54E-87F6-499D-B63D-EBB269C3EC57}"/>
              </a:ext>
            </a:extLst>
          </p:cNvPr>
          <p:cNvSpPr>
            <a:spLocks noGrp="1"/>
          </p:cNvSpPr>
          <p:nvPr/>
        </p:nvSpPr>
        <p:spPr>
          <a:xfrm>
            <a:off x="7340576" y="5104866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적용 예시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994448B-8FB5-48A4-961D-E7C1DCFA5440}"/>
              </a:ext>
            </a:extLst>
          </p:cNvPr>
          <p:cNvSpPr>
            <a:spLocks noGrp="1"/>
          </p:cNvSpPr>
          <p:nvPr/>
        </p:nvSpPr>
        <p:spPr>
          <a:xfrm>
            <a:off x="7340576" y="5352515"/>
            <a:ext cx="1924050" cy="4841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7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연출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7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맵</a:t>
            </a:r>
            <a:r>
              <a:rPr 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적용 예시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D2A8D47-4063-4D11-AC26-BE48D76C7357}"/>
              </a:ext>
            </a:extLst>
          </p:cNvPr>
          <p:cNvSpPr>
            <a:spLocks noGrp="1"/>
          </p:cNvSpPr>
          <p:nvPr/>
        </p:nvSpPr>
        <p:spPr>
          <a:xfrm>
            <a:off x="898399" y="1626728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20A6A0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348712B-9DF7-45FC-A77D-4E62D5C4AA21}"/>
              </a:ext>
            </a:extLst>
          </p:cNvPr>
          <p:cNvSpPr>
            <a:spLocks noGrp="1"/>
          </p:cNvSpPr>
          <p:nvPr/>
        </p:nvSpPr>
        <p:spPr>
          <a:xfrm>
            <a:off x="1527049" y="1626728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20743D7-D45D-4443-BA0E-7B9481D31A5A}"/>
              </a:ext>
            </a:extLst>
          </p:cNvPr>
          <p:cNvSpPr>
            <a:spLocks noGrp="1"/>
          </p:cNvSpPr>
          <p:nvPr/>
        </p:nvSpPr>
        <p:spPr>
          <a:xfrm>
            <a:off x="1527049" y="1874378"/>
            <a:ext cx="1924050" cy="6636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</a:t>
            </a:r>
            <a:r>
              <a:rPr 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소개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정의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및 설명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순환 구조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35B1767-A9C3-46AB-948B-A107DA2F407D}"/>
              </a:ext>
            </a:extLst>
          </p:cNvPr>
          <p:cNvSpPr>
            <a:spLocks noGrp="1"/>
          </p:cNvSpPr>
          <p:nvPr/>
        </p:nvSpPr>
        <p:spPr>
          <a:xfrm>
            <a:off x="898399" y="2795191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7D67B3"/>
                </a:solidFill>
              </a:defRPr>
            </a:pPr>
            <a:r>
              <a:rPr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</a:t>
            </a:r>
            <a:endParaRPr sz="15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1B1DD881-56F8-44F3-A3C7-13873C5D2301}"/>
              </a:ext>
            </a:extLst>
          </p:cNvPr>
          <p:cNvSpPr>
            <a:spLocks noGrp="1"/>
          </p:cNvSpPr>
          <p:nvPr/>
        </p:nvSpPr>
        <p:spPr>
          <a:xfrm>
            <a:off x="1527049" y="2795191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 화면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84BA72D-8CB9-471D-A137-AD556C3E7FC3}"/>
              </a:ext>
            </a:extLst>
          </p:cNvPr>
          <p:cNvSpPr>
            <a:spLocks noGrp="1"/>
          </p:cNvSpPr>
          <p:nvPr/>
        </p:nvSpPr>
        <p:spPr>
          <a:xfrm>
            <a:off x="1527049" y="3042841"/>
            <a:ext cx="1924050" cy="4344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HUD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정보 구조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UI </a:t>
            </a: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상세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3F96419-FFEB-437A-8309-8FACBD148463}"/>
              </a:ext>
            </a:extLst>
          </p:cNvPr>
          <p:cNvSpPr>
            <a:spLocks noGrp="1"/>
          </p:cNvSpPr>
          <p:nvPr/>
        </p:nvSpPr>
        <p:spPr>
          <a:xfrm>
            <a:off x="898399" y="3735915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C79A20"/>
                </a:solidFill>
              </a:defRPr>
            </a:pP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90A05A1-A778-422E-83CA-813EF665DB00}"/>
              </a:ext>
            </a:extLst>
          </p:cNvPr>
          <p:cNvSpPr>
            <a:spLocks noGrp="1"/>
          </p:cNvSpPr>
          <p:nvPr/>
        </p:nvSpPr>
        <p:spPr>
          <a:xfrm>
            <a:off x="1527049" y="3735915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BEB037B-A700-420C-B40D-6A113FB7BE8B}"/>
              </a:ext>
            </a:extLst>
          </p:cNvPr>
          <p:cNvSpPr>
            <a:spLocks noGrp="1"/>
          </p:cNvSpPr>
          <p:nvPr/>
        </p:nvSpPr>
        <p:spPr>
          <a:xfrm>
            <a:off x="1527049" y="3983565"/>
            <a:ext cx="1924050" cy="7011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기본 규칙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세부 판정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활용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</a:t>
            </a:r>
            <a:r>
              <a:rPr lang="en-US" altLang="ko-KR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AI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소리 감지 범위 산출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D580564B-9503-46AA-8D82-3FA093548A93}"/>
              </a:ext>
            </a:extLst>
          </p:cNvPr>
          <p:cNvSpPr>
            <a:spLocks noGrp="1"/>
          </p:cNvSpPr>
          <p:nvPr/>
        </p:nvSpPr>
        <p:spPr>
          <a:xfrm>
            <a:off x="6711926" y="1599377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D87449"/>
                </a:solidFill>
              </a:defRPr>
            </a:pPr>
            <a:r>
              <a:rPr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B9F47D0-27C8-4348-BED1-45E60A772892}"/>
              </a:ext>
            </a:extLst>
          </p:cNvPr>
          <p:cNvSpPr>
            <a:spLocks noGrp="1"/>
          </p:cNvSpPr>
          <p:nvPr/>
        </p:nvSpPr>
        <p:spPr>
          <a:xfrm>
            <a:off x="7340576" y="1631176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구조도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F2C2395-CD94-4B9E-AAF6-247F6CB0344C}"/>
              </a:ext>
            </a:extLst>
          </p:cNvPr>
          <p:cNvSpPr>
            <a:spLocks noGrp="1"/>
          </p:cNvSpPr>
          <p:nvPr/>
        </p:nvSpPr>
        <p:spPr>
          <a:xfrm>
            <a:off x="7340576" y="1847027"/>
            <a:ext cx="1924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통합 플로우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플로우</a:t>
            </a:r>
            <a:endParaRPr lang="en-US" altLang="ko-KR" sz="100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플로우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51AB5-C57E-B545-67C0-474F0A16C5B8}"/>
              </a:ext>
            </a:extLst>
          </p:cNvPr>
          <p:cNvSpPr txBox="1"/>
          <p:nvPr/>
        </p:nvSpPr>
        <p:spPr>
          <a:xfrm>
            <a:off x="2022049" y="1886227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· · · · · · · 3p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D1096C-3673-51AE-2F45-7B2EF4525AF5}"/>
              </a:ext>
            </a:extLst>
          </p:cNvPr>
          <p:cNvSpPr txBox="1"/>
          <p:nvPr/>
        </p:nvSpPr>
        <p:spPr>
          <a:xfrm>
            <a:off x="2022049" y="2113032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4p</a:t>
            </a:r>
            <a:endParaRPr lang="ko-KR" alt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1665A-F109-64D8-E010-A2943F8BB315}"/>
              </a:ext>
            </a:extLst>
          </p:cNvPr>
          <p:cNvSpPr txBox="1"/>
          <p:nvPr/>
        </p:nvSpPr>
        <p:spPr>
          <a:xfrm>
            <a:off x="2022049" y="2361211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· · · 5p</a:t>
            </a:r>
            <a:endParaRPr lang="ko-KR" altLang="en-US" sz="1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D47A48-C50A-C791-3ABE-0157698319A2}"/>
              </a:ext>
            </a:extLst>
          </p:cNvPr>
          <p:cNvSpPr txBox="1"/>
          <p:nvPr/>
        </p:nvSpPr>
        <p:spPr>
          <a:xfrm>
            <a:off x="2022049" y="3053385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· · 6p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E8AA85-8881-3C41-28A6-F9CC8E62A007}"/>
              </a:ext>
            </a:extLst>
          </p:cNvPr>
          <p:cNvSpPr txBox="1"/>
          <p:nvPr/>
        </p:nvSpPr>
        <p:spPr>
          <a:xfrm>
            <a:off x="2022049" y="3282198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· · · · · · · · · 7p</a:t>
            </a:r>
            <a:endParaRPr lang="ko-KR" altLang="en-US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732F31-3411-55FB-D1F0-BD8170D8B019}"/>
              </a:ext>
            </a:extLst>
          </p:cNvPr>
          <p:cNvSpPr txBox="1"/>
          <p:nvPr/>
        </p:nvSpPr>
        <p:spPr>
          <a:xfrm>
            <a:off x="2022049" y="3998717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8p</a:t>
            </a:r>
            <a:endParaRPr lang="ko-KR" altLang="en-US" sz="1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4F1B24-073D-31D6-DA90-243E4CED12F5}"/>
              </a:ext>
            </a:extLst>
          </p:cNvPr>
          <p:cNvSpPr txBox="1"/>
          <p:nvPr/>
        </p:nvSpPr>
        <p:spPr>
          <a:xfrm>
            <a:off x="2022048" y="4225164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 · · · · · · · · 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· · · · · · · · · 9p</a:t>
            </a:r>
            <a:endParaRPr lang="ko-KR" alt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420030-5E4A-C3E1-190D-D6DCC4CC5078}"/>
              </a:ext>
            </a:extLst>
          </p:cNvPr>
          <p:cNvSpPr txBox="1"/>
          <p:nvPr/>
        </p:nvSpPr>
        <p:spPr>
          <a:xfrm>
            <a:off x="1898497" y="4441283"/>
            <a:ext cx="33432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10-11p</a:t>
            </a:r>
            <a:endParaRPr lang="ko-KR" alt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EB8204-6724-A0B5-67B2-3D7B932B9E19}"/>
              </a:ext>
            </a:extLst>
          </p:cNvPr>
          <p:cNvSpPr txBox="1"/>
          <p:nvPr/>
        </p:nvSpPr>
        <p:spPr>
          <a:xfrm>
            <a:off x="7835574" y="1858393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</a:t>
            </a:r>
            <a:r>
              <a:rPr lang="en-US" altLang="ko-KR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14p</a:t>
            </a:r>
            <a:endParaRPr lang="ko-KR" alt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2CBDB6-EC3E-8E7F-7CFB-3C519EF24A16}"/>
              </a:ext>
            </a:extLst>
          </p:cNvPr>
          <p:cNvSpPr txBox="1"/>
          <p:nvPr/>
        </p:nvSpPr>
        <p:spPr>
          <a:xfrm>
            <a:off x="7835574" y="2097470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 · · · · · · · · · 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· · · · · </a:t>
            </a:r>
            <a:r>
              <a:rPr lang="en-US" altLang="ko-KR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15p</a:t>
            </a:r>
            <a:endParaRPr lang="ko-KR" altLang="en-US" sz="1000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DF6BD4A9-6815-B4FA-4FF7-366D5E5636E0}"/>
              </a:ext>
            </a:extLst>
          </p:cNvPr>
          <p:cNvSpPr>
            <a:spLocks noGrp="1"/>
          </p:cNvSpPr>
          <p:nvPr/>
        </p:nvSpPr>
        <p:spPr>
          <a:xfrm>
            <a:off x="6711926" y="3008923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367DA6"/>
                </a:solidFill>
              </a:defRPr>
            </a:pPr>
            <a:r>
              <a:rPr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D50A9B5-E26F-C913-C61C-69F1F9F09016}"/>
              </a:ext>
            </a:extLst>
          </p:cNvPr>
          <p:cNvSpPr>
            <a:spLocks noGrp="1"/>
          </p:cNvSpPr>
          <p:nvPr/>
        </p:nvSpPr>
        <p:spPr>
          <a:xfrm>
            <a:off x="7340576" y="3008923"/>
            <a:ext cx="2316078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000" lnSpcReduction="10000"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명세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4FF3A14-D9E6-D110-7A37-72BE54F2C4D2}"/>
              </a:ext>
            </a:extLst>
          </p:cNvPr>
          <p:cNvSpPr>
            <a:spLocks noGrp="1"/>
          </p:cNvSpPr>
          <p:nvPr/>
        </p:nvSpPr>
        <p:spPr>
          <a:xfrm>
            <a:off x="7340576" y="3247048"/>
            <a:ext cx="1924050" cy="4361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t">
            <a:no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예외 처리</a:t>
            </a:r>
            <a:endParaRPr lang="en-US" altLang="ko-KR"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marL="228600" indent="-228600">
              <a:lnSpc>
                <a:spcPct val="150000"/>
              </a:lnSpc>
              <a:buFont typeface="+mj-lt"/>
              <a:buAutoNum type="arabicParenR"/>
              <a:defRPr sz="1000" b="0">
                <a:solidFill>
                  <a:srgbClr val="667B8B"/>
                </a:solidFill>
              </a:defRPr>
            </a:pPr>
            <a:r>
              <a:rPr lang="ko-KR" altLang="en-US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리소스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2D5000-615A-5A40-6684-644B50C3F7EC}"/>
              </a:ext>
            </a:extLst>
          </p:cNvPr>
          <p:cNvSpPr txBox="1"/>
          <p:nvPr/>
        </p:nvSpPr>
        <p:spPr>
          <a:xfrm>
            <a:off x="7978140" y="3266812"/>
            <a:ext cx="33154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· · · · · · </a:t>
            </a:r>
            <a:r>
              <a:rPr lang="en-US" altLang="ko-KR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17-18p</a:t>
            </a:r>
            <a:endParaRPr lang="ko-KR" altLang="en-US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D2FD04E-D8CD-ECF3-880D-8AA5E0B8F6A9}"/>
              </a:ext>
            </a:extLst>
          </p:cNvPr>
          <p:cNvSpPr txBox="1"/>
          <p:nvPr/>
        </p:nvSpPr>
        <p:spPr>
          <a:xfrm>
            <a:off x="7826350" y="3499499"/>
            <a:ext cx="34672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· · · · · </a:t>
            </a:r>
            <a:r>
              <a:rPr lang="en-US" altLang="ko-KR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19p</a:t>
            </a:r>
            <a:endParaRPr lang="ko-KR" alt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C8842C0-98A1-F8AA-3CAA-D38B8263E7B3}"/>
              </a:ext>
            </a:extLst>
          </p:cNvPr>
          <p:cNvSpPr txBox="1"/>
          <p:nvPr/>
        </p:nvSpPr>
        <p:spPr>
          <a:xfrm>
            <a:off x="8073876" y="4433441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· · </a:t>
            </a:r>
            <a:r>
              <a:rPr lang="en-US" altLang="ko-KR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20p</a:t>
            </a:r>
            <a:endParaRPr lang="ko-KR" altLang="en-US"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826BE85-3F69-A204-369E-77CBCFD46867}"/>
              </a:ext>
            </a:extLst>
          </p:cNvPr>
          <p:cNvSpPr txBox="1"/>
          <p:nvPr/>
        </p:nvSpPr>
        <p:spPr>
          <a:xfrm>
            <a:off x="8073874" y="5385329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 · · · · · · · · · · · 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· · · · </a:t>
            </a:r>
            <a:r>
              <a:rPr lang="en-US" altLang="ko-KR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21-22p</a:t>
            </a:r>
            <a:endParaRPr lang="ko-KR" altLang="en-US" sz="1000" dirty="0"/>
          </a:p>
        </p:txBody>
      </p:sp>
      <p:sp>
        <p:nvSpPr>
          <p:cNvPr id="81" name="직선 연결선 80">
            <a:extLst>
              <a:ext uri="{FF2B5EF4-FFF2-40B4-BE49-F238E27FC236}">
                <a16:creationId xmlns:a16="http://schemas.microsoft.com/office/drawing/2014/main" id="{63F040BE-7C2A-0C3A-F5AB-80C8E9F93E27}"/>
              </a:ext>
            </a:extLst>
          </p:cNvPr>
          <p:cNvSpPr>
            <a:spLocks noGrp="1"/>
          </p:cNvSpPr>
          <p:nvPr/>
        </p:nvSpPr>
        <p:spPr>
          <a:xfrm rot="5400000">
            <a:off x="3468118" y="3852294"/>
            <a:ext cx="5135113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4863230-6953-D99D-4D58-3427C3472222}"/>
              </a:ext>
            </a:extLst>
          </p:cNvPr>
          <p:cNvSpPr txBox="1"/>
          <p:nvPr/>
        </p:nvSpPr>
        <p:spPr>
          <a:xfrm>
            <a:off x="2050900" y="1584940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3-5p</a:t>
            </a:r>
            <a:endParaRPr lang="ko-KR" altLang="en-US" sz="15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C7429E4-A393-8B0F-83D7-A3AF3110E0E5}"/>
              </a:ext>
            </a:extLst>
          </p:cNvPr>
          <p:cNvSpPr txBox="1"/>
          <p:nvPr/>
        </p:nvSpPr>
        <p:spPr>
          <a:xfrm>
            <a:off x="2050899" y="2748578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6-7p</a:t>
            </a:r>
            <a:endParaRPr lang="ko-KR" altLang="en-US" sz="15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E8978F0-565B-6072-335A-97B4D3F8CF70}"/>
              </a:ext>
            </a:extLst>
          </p:cNvPr>
          <p:cNvSpPr txBox="1"/>
          <p:nvPr/>
        </p:nvSpPr>
        <p:spPr>
          <a:xfrm>
            <a:off x="2050898" y="3702401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8-12p</a:t>
            </a:r>
            <a:endParaRPr lang="ko-KR" altLang="en-US" sz="15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6A33A9C-A1F8-B0DF-55B5-0FBAA3075441}"/>
              </a:ext>
            </a:extLst>
          </p:cNvPr>
          <p:cNvSpPr txBox="1"/>
          <p:nvPr/>
        </p:nvSpPr>
        <p:spPr>
          <a:xfrm>
            <a:off x="7864424" y="1584940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</a:t>
            </a:r>
            <a:r>
              <a:rPr lang="en-US" altLang="ko-KR"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14-16p</a:t>
            </a:r>
            <a:endParaRPr lang="ko-KR" altLang="en-US" sz="15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BDD7264-2CCF-B49E-FC24-3790A3B689ED}"/>
              </a:ext>
            </a:extLst>
          </p:cNvPr>
          <p:cNvSpPr txBox="1"/>
          <p:nvPr/>
        </p:nvSpPr>
        <p:spPr>
          <a:xfrm>
            <a:off x="8073873" y="2966403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</a:t>
            </a:r>
            <a:r>
              <a:rPr lang="en-US" altLang="ko-KR"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17-19p</a:t>
            </a:r>
            <a:endParaRPr lang="ko-KR" altLang="en-US" sz="150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22655DC-1608-123F-E185-768322B89551}"/>
              </a:ext>
            </a:extLst>
          </p:cNvPr>
          <p:cNvSpPr txBox="1"/>
          <p:nvPr/>
        </p:nvSpPr>
        <p:spPr>
          <a:xfrm>
            <a:off x="8073873" y="4120635"/>
            <a:ext cx="32197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</a:t>
            </a:r>
            <a:r>
              <a:rPr lang="en-US" altLang="ko-KR"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20p</a:t>
            </a:r>
            <a:endParaRPr lang="ko-KR" altLang="en-US" sz="15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828F81D-1A8C-B70D-76F6-6FD2C1296420}"/>
              </a:ext>
            </a:extLst>
          </p:cNvPr>
          <p:cNvSpPr txBox="1"/>
          <p:nvPr/>
        </p:nvSpPr>
        <p:spPr>
          <a:xfrm>
            <a:off x="7978141" y="5068452"/>
            <a:ext cx="331545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 · 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</a:t>
            </a:r>
            <a:r>
              <a:rPr lang="en-US" altLang="ko-KR"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21-23p</a:t>
            </a:r>
            <a:endParaRPr lang="ko-KR" alt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E2F24D-21E0-ABAE-FD3E-B5D443C8908F}"/>
              </a:ext>
            </a:extLst>
          </p:cNvPr>
          <p:cNvSpPr txBox="1"/>
          <p:nvPr/>
        </p:nvSpPr>
        <p:spPr>
          <a:xfrm>
            <a:off x="2050896" y="4685468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12p</a:t>
            </a:r>
            <a:endParaRPr lang="ko-KR" alt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DD9ACD-C6DA-7A48-A797-0D4DBAFBB442}"/>
              </a:ext>
            </a:extLst>
          </p:cNvPr>
          <p:cNvSpPr txBox="1"/>
          <p:nvPr/>
        </p:nvSpPr>
        <p:spPr>
          <a:xfrm>
            <a:off x="7835574" y="2311957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 · · · · · · · · · </a:t>
            </a:r>
            <a:r>
              <a:rPr lang="en-US" altLang="ko-KR" sz="100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</a:t>
            </a:r>
            <a:r>
              <a:rPr lang="en-US" altLang="ko-KR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16p</a:t>
            </a:r>
            <a:endParaRPr lang="ko-KR" altLang="en-US" sz="1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4E06C32-97E9-D2D0-F47F-218289067540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4" t="22682" r="38952" b="22682"/>
          <a:stretch>
            <a:fillRect/>
          </a:stretch>
        </p:blipFill>
        <p:spPr>
          <a:xfrm>
            <a:off x="4548490" y="5598824"/>
            <a:ext cx="675166" cy="62076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556C750-29EC-CC24-1725-3D5D0783342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94" t="5285" r="23054" b="88505"/>
          <a:stretch>
            <a:fillRect/>
          </a:stretch>
        </p:blipFill>
        <p:spPr>
          <a:xfrm>
            <a:off x="5133975" y="5505139"/>
            <a:ext cx="121655" cy="113647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E2DBD31-044A-6CCA-5570-2E69122E6AC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526" y="5724512"/>
            <a:ext cx="522215" cy="49901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4EE3487-76E7-7334-117F-7E9711DEE41F}"/>
              </a:ext>
            </a:extLst>
          </p:cNvPr>
          <p:cNvSpPr txBox="1"/>
          <p:nvPr/>
        </p:nvSpPr>
        <p:spPr>
          <a:xfrm>
            <a:off x="8073873" y="5653174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cs typeface="맑은 고딕"/>
              </a:rPr>
              <a:t>· · · · · · · · · · · </a:t>
            </a:r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· · · · · · · · · · · · · · · · · · · · · · · </a:t>
            </a:r>
            <a:r>
              <a:rPr lang="en-US" altLang="ko-KR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23p</a:t>
            </a:r>
            <a:endParaRPr lang="ko-KR" altLang="en-US" sz="1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F6DFCAF-42B4-4FE4-93BF-9DE1351D2131}"/>
              </a:ext>
            </a:extLst>
          </p:cNvPr>
          <p:cNvSpPr txBox="1"/>
          <p:nvPr/>
        </p:nvSpPr>
        <p:spPr>
          <a:xfrm>
            <a:off x="2048477" y="4903432"/>
            <a:ext cx="32197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0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· · · · · · · · · · · · · · · · · · · · · </a:t>
            </a:r>
            <a:r>
              <a:rPr lang="en-US" altLang="ko-KR" sz="100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13p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068370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F02FB9F8-8A73-454E-87D7-0CE9A98439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78663A1-B0ED-4D6C-9123-5FD6EABA060A}"/>
              </a:ext>
            </a:extLst>
          </p:cNvPr>
          <p:cNvSpPr>
            <a:spLocks noGrp="1"/>
          </p:cNvSpPr>
          <p:nvPr/>
        </p:nvSpPr>
        <p:spPr>
          <a:xfrm>
            <a:off x="6375303" y="1848224"/>
            <a:ext cx="4833562" cy="384512"/>
          </a:xfrm>
          <a:prstGeom prst="roundRect">
            <a:avLst>
              <a:gd name="adj" fmla="val 12121"/>
            </a:avLst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8AB4CE-0B21-4791-BDD5-D777D611B0BE}"/>
              </a:ext>
            </a:extLst>
          </p:cNvPr>
          <p:cNvSpPr>
            <a:spLocks noGrp="1"/>
          </p:cNvSpPr>
          <p:nvPr/>
        </p:nvSpPr>
        <p:spPr>
          <a:xfrm>
            <a:off x="6586619" y="192651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000" b="1">
                <a:solidFill>
                  <a:srgbClr val="073B5C"/>
                </a:solidFill>
              </a:defRPr>
            </a:pPr>
            <a:r>
              <a:rPr sz="100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게임명</a:t>
            </a:r>
            <a:endParaRPr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6F7823E-07C9-46D4-B5B1-DA165BDEFCAC}"/>
              </a:ext>
            </a:extLst>
          </p:cNvPr>
          <p:cNvSpPr>
            <a:spLocks noGrp="1"/>
          </p:cNvSpPr>
          <p:nvPr/>
        </p:nvSpPr>
        <p:spPr>
          <a:xfrm>
            <a:off x="7862968" y="1812215"/>
            <a:ext cx="315135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C1A25F8-3979-424E-8432-7B1431CD67AD}"/>
              </a:ext>
            </a:extLst>
          </p:cNvPr>
          <p:cNvSpPr>
            <a:spLocks noGrp="1"/>
          </p:cNvSpPr>
          <p:nvPr/>
        </p:nvSpPr>
        <p:spPr>
          <a:xfrm>
            <a:off x="6375303" y="2298963"/>
            <a:ext cx="4833562" cy="384512"/>
          </a:xfrm>
          <a:prstGeom prst="roundRect">
            <a:avLst>
              <a:gd name="adj" fmla="val 12121"/>
            </a:avLst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8FE847-DF78-4C82-BCB1-65EB9C8B2808}"/>
              </a:ext>
            </a:extLst>
          </p:cNvPr>
          <p:cNvSpPr>
            <a:spLocks noGrp="1"/>
          </p:cNvSpPr>
          <p:nvPr/>
        </p:nvSpPr>
        <p:spPr>
          <a:xfrm>
            <a:off x="6586619" y="2377254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000" b="1">
                <a:solidFill>
                  <a:srgbClr val="073B5C"/>
                </a:solidFill>
              </a:defRPr>
            </a:pPr>
            <a:r>
              <a:rPr sz="100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장르</a:t>
            </a:r>
            <a:endParaRPr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05D3FA-D8D1-4205-A3BC-CA5B692B2E58}"/>
              </a:ext>
            </a:extLst>
          </p:cNvPr>
          <p:cNvSpPr>
            <a:spLocks noGrp="1"/>
          </p:cNvSpPr>
          <p:nvPr/>
        </p:nvSpPr>
        <p:spPr>
          <a:xfrm>
            <a:off x="7862968" y="2262954"/>
            <a:ext cx="315135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00" b="0">
                <a:solidFill>
                  <a:srgbClr val="163247"/>
                </a:solidFill>
              </a:defRPr>
            </a:pPr>
            <a:r>
              <a:rPr sz="1000" b="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잠입</a:t>
            </a:r>
            <a:r>
              <a:rPr lang="en-US" sz="1000" b="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</a:t>
            </a:r>
            <a:r>
              <a:rPr lang="en-US" sz="1000" b="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액션</a:t>
            </a:r>
            <a:r>
              <a:rPr sz="1000" b="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어드벤처</a:t>
            </a:r>
            <a:endParaRPr sz="1000" b="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244A151-AEC8-43E0-A354-930CA725CF26}"/>
              </a:ext>
            </a:extLst>
          </p:cNvPr>
          <p:cNvSpPr>
            <a:spLocks noGrp="1"/>
          </p:cNvSpPr>
          <p:nvPr/>
        </p:nvSpPr>
        <p:spPr>
          <a:xfrm>
            <a:off x="6375303" y="2756163"/>
            <a:ext cx="4833562" cy="384512"/>
          </a:xfrm>
          <a:prstGeom prst="roundRect">
            <a:avLst>
              <a:gd name="adj" fmla="val 12121"/>
            </a:avLst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69467DD-691B-4E35-B7ED-1201020777F7}"/>
              </a:ext>
            </a:extLst>
          </p:cNvPr>
          <p:cNvSpPr>
            <a:spLocks noGrp="1"/>
          </p:cNvSpPr>
          <p:nvPr/>
        </p:nvSpPr>
        <p:spPr>
          <a:xfrm>
            <a:off x="6586619" y="2834454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000" b="1">
                <a:solidFill>
                  <a:srgbClr val="073B5C"/>
                </a:solidFill>
              </a:defRPr>
            </a:pPr>
            <a:r>
              <a:rPr sz="100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</a:t>
            </a:r>
            <a:r>
              <a:rPr sz="100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방식</a:t>
            </a:r>
            <a:endParaRPr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24F0599-B21E-4664-A964-A7635507D3BD}"/>
              </a:ext>
            </a:extLst>
          </p:cNvPr>
          <p:cNvSpPr>
            <a:spLocks noGrp="1"/>
          </p:cNvSpPr>
          <p:nvPr/>
        </p:nvSpPr>
        <p:spPr>
          <a:xfrm>
            <a:off x="7862968" y="2720154"/>
            <a:ext cx="315135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buNone/>
              <a:defRPr sz="1000" b="0">
                <a:solidFill>
                  <a:srgbClr val="163247"/>
                </a:solidFill>
              </a:defRPr>
            </a:pP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2.5D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횡스크롤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탐색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2BF6292-CAAB-487B-901F-FE07EA116275}"/>
              </a:ext>
            </a:extLst>
          </p:cNvPr>
          <p:cNvSpPr>
            <a:spLocks noGrp="1"/>
          </p:cNvSpPr>
          <p:nvPr/>
        </p:nvSpPr>
        <p:spPr>
          <a:xfrm>
            <a:off x="6375303" y="3208040"/>
            <a:ext cx="4833562" cy="384512"/>
          </a:xfrm>
          <a:prstGeom prst="roundRect">
            <a:avLst>
              <a:gd name="adj" fmla="val 12121"/>
            </a:avLst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9A3A36D-C585-4B72-A417-DE8D48167D49}"/>
              </a:ext>
            </a:extLst>
          </p:cNvPr>
          <p:cNvSpPr>
            <a:spLocks noGrp="1"/>
          </p:cNvSpPr>
          <p:nvPr/>
        </p:nvSpPr>
        <p:spPr>
          <a:xfrm>
            <a:off x="6586619" y="3286331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000" b="1">
                <a:solidFill>
                  <a:srgbClr val="073B5C"/>
                </a:solidFill>
              </a:defRPr>
            </a:pPr>
            <a:r>
              <a:rPr sz="100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</a:t>
            </a:r>
            <a:r>
              <a:rPr sz="100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목표</a:t>
            </a:r>
            <a:endParaRPr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8BDF646-39C2-48AB-9BC7-B68315DBFC78}"/>
              </a:ext>
            </a:extLst>
          </p:cNvPr>
          <p:cNvSpPr>
            <a:spLocks noGrp="1"/>
          </p:cNvSpPr>
          <p:nvPr/>
        </p:nvSpPr>
        <p:spPr>
          <a:xfrm>
            <a:off x="7862968" y="3172031"/>
            <a:ext cx="315135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000" b="0">
                <a:solidFill>
                  <a:srgbClr val="163247"/>
                </a:solidFill>
              </a:defRPr>
            </a:pP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호흡을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조절해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적과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위험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요소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돌파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2EDA340-C77A-4A56-867A-CB3EB1902B4D}"/>
              </a:ext>
            </a:extLst>
          </p:cNvPr>
          <p:cNvSpPr>
            <a:spLocks noGrp="1"/>
          </p:cNvSpPr>
          <p:nvPr/>
        </p:nvSpPr>
        <p:spPr>
          <a:xfrm>
            <a:off x="1129553" y="4958527"/>
            <a:ext cx="1790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sz="15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</a:t>
            </a:r>
            <a:r>
              <a:rPr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5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흐름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07F9B50-9C49-47A8-BA0F-2E061B01B3F2}"/>
              </a:ext>
            </a:extLst>
          </p:cNvPr>
          <p:cNvSpPr>
            <a:spLocks noGrp="1"/>
          </p:cNvSpPr>
          <p:nvPr/>
        </p:nvSpPr>
        <p:spPr>
          <a:xfrm>
            <a:off x="1129553" y="5497306"/>
            <a:ext cx="2305517" cy="701488"/>
          </a:xfrm>
          <a:prstGeom prst="roundRect">
            <a:avLst>
              <a:gd name="adj" fmla="val 19048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정찰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· 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r>
              <a:rPr lang="en-US" altLang="ko-KR" sz="1000" dirty="0">
                <a:latin typeface="맑은 고딕" panose="020B0503020000020004" pitchFamily="50" charset="-127"/>
              </a:rPr>
              <a:t> </a:t>
            </a:r>
            <a:r>
              <a:rPr lang="en-US" altLang="ko-KR" sz="1000">
                <a:latin typeface="맑은 고딕" panose="020B0503020000020004" pitchFamily="50" charset="-127"/>
              </a:rPr>
              <a:t>· </a:t>
            </a:r>
            <a:r>
              <a:rPr lang="ko-KR" altLang="en-US" sz="1000">
                <a:latin typeface="맑은 고딕" panose="020B0503020000020004" pitchFamily="50" charset="-127"/>
              </a:rPr>
              <a:t>회복 </a:t>
            </a:r>
            <a:r>
              <a:rPr lang="ko-KR" altLang="en-US" sz="1000" dirty="0">
                <a:latin typeface="맑은 고딕" panose="020B0503020000020004" pitchFamily="50" charset="-127"/>
              </a:rPr>
              <a:t>위치 파악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E32F716-B5C4-40E1-872F-39C0D7276E91}"/>
              </a:ext>
            </a:extLst>
          </p:cNvPr>
          <p:cNvSpPr>
            <a:spLocks noGrp="1"/>
          </p:cNvSpPr>
          <p:nvPr/>
        </p:nvSpPr>
        <p:spPr>
          <a:xfrm>
            <a:off x="3435070" y="57147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10000"/>
          </a:bodyPr>
          <a:lstStyle/>
          <a:p>
            <a:pPr algn="ctr">
              <a:lnSpc>
                <a:spcPct val="120000"/>
              </a:lnSpc>
              <a:buNone/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E42B5BD-962D-4B9F-A7DF-033E85843EC8}"/>
              </a:ext>
            </a:extLst>
          </p:cNvPr>
          <p:cNvSpPr>
            <a:spLocks noGrp="1"/>
          </p:cNvSpPr>
          <p:nvPr/>
        </p:nvSpPr>
        <p:spPr>
          <a:xfrm>
            <a:off x="3720820" y="5497306"/>
            <a:ext cx="2305517" cy="701488"/>
          </a:xfrm>
          <a:prstGeom prst="roundRect">
            <a:avLst>
              <a:gd name="adj" fmla="val 19048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 선택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  <a:r>
              <a:rPr lang="en-US" altLang="ko-KR" sz="1000" dirty="0">
                <a:latin typeface="맑은 고딕" panose="020B0503020000020004" pitchFamily="50" charset="-127"/>
              </a:rPr>
              <a:t> · </a:t>
            </a:r>
            <a:r>
              <a:rPr lang="ko-KR" altLang="en-US" sz="1000" dirty="0">
                <a:latin typeface="맑은 고딕" panose="020B0503020000020004" pitchFamily="50" charset="-127"/>
              </a:rPr>
              <a:t>숨 참기 </a:t>
            </a:r>
            <a:r>
              <a:rPr lang="en-US" altLang="ko-KR" sz="1000" dirty="0"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</a:rPr>
              <a:t>내쉬기 조절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C8FA7E6-F2AD-49C6-B6F7-A7722E72EEA5}"/>
              </a:ext>
            </a:extLst>
          </p:cNvPr>
          <p:cNvSpPr>
            <a:spLocks noGrp="1"/>
          </p:cNvSpPr>
          <p:nvPr/>
        </p:nvSpPr>
        <p:spPr>
          <a:xfrm>
            <a:off x="6026337" y="57147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10000"/>
          </a:bodyPr>
          <a:lstStyle/>
          <a:p>
            <a:pPr algn="ctr">
              <a:lnSpc>
                <a:spcPct val="120000"/>
              </a:lnSpc>
              <a:buNone/>
              <a:defRPr sz="1500" b="1">
                <a:solidFill>
                  <a:srgbClr val="073B5C"/>
                </a:solidFill>
              </a:defRPr>
            </a:pPr>
            <a:r>
              <a:rPr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146154FF-A5C1-44A2-B118-EDCDF8EF7C1B}"/>
              </a:ext>
            </a:extLst>
          </p:cNvPr>
          <p:cNvSpPr>
            <a:spLocks noGrp="1"/>
          </p:cNvSpPr>
          <p:nvPr/>
        </p:nvSpPr>
        <p:spPr>
          <a:xfrm>
            <a:off x="6312088" y="5497306"/>
            <a:ext cx="2305516" cy="701488"/>
          </a:xfrm>
          <a:prstGeom prst="roundRect">
            <a:avLst>
              <a:gd name="adj" fmla="val 19048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능력 활용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은신 </a:t>
            </a:r>
            <a:r>
              <a:rPr lang="en-US" altLang="ko-KR" sz="1000" dirty="0"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latin typeface="맑은 고딕" panose="020B0503020000020004" pitchFamily="50" charset="-127"/>
              </a:rPr>
              <a:t>체공</a:t>
            </a:r>
            <a:r>
              <a:rPr lang="en-US" altLang="ko-KR" sz="1000" dirty="0">
                <a:latin typeface="맑은 고딕" panose="020B0503020000020004" pitchFamily="50" charset="-127"/>
              </a:rPr>
              <a:t> · </a:t>
            </a:r>
            <a:r>
              <a:rPr lang="ko-KR" altLang="en-US" sz="1000" dirty="0">
                <a:latin typeface="맑은 고딕" panose="020B0503020000020004" pitchFamily="50" charset="-127"/>
              </a:rPr>
              <a:t>오브젝트 조작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E57072B-212D-4975-BF15-579D2BE4B4BF}"/>
              </a:ext>
            </a:extLst>
          </p:cNvPr>
          <p:cNvSpPr>
            <a:spLocks noGrp="1"/>
          </p:cNvSpPr>
          <p:nvPr/>
        </p:nvSpPr>
        <p:spPr>
          <a:xfrm>
            <a:off x="8617605" y="571470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2500" lnSpcReduction="10000"/>
          </a:bodyPr>
          <a:lstStyle/>
          <a:p>
            <a:pPr algn="ctr">
              <a:lnSpc>
                <a:spcPct val="120000"/>
              </a:lnSpc>
              <a:buNone/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6EF354D-CE1F-4D6C-A6F0-C9CF58EFA22E}"/>
              </a:ext>
            </a:extLst>
          </p:cNvPr>
          <p:cNvSpPr>
            <a:spLocks noGrp="1"/>
          </p:cNvSpPr>
          <p:nvPr/>
        </p:nvSpPr>
        <p:spPr>
          <a:xfrm>
            <a:off x="8903355" y="5497306"/>
            <a:ext cx="2305514" cy="701488"/>
          </a:xfrm>
          <a:prstGeom prst="roundRect">
            <a:avLst>
              <a:gd name="adj" fmla="val 19048"/>
            </a:avLst>
          </a:prstGeom>
          <a:solidFill>
            <a:srgbClr val="EDE4FA"/>
          </a:solidFill>
          <a:ln w="9525">
            <a:solidFill>
              <a:srgbClr val="EDE4FA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위험 돌파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상황에 맞는 경로 확보</a:t>
            </a:r>
          </a:p>
        </p:txBody>
      </p:sp>
      <p:sp>
        <p:nvSpPr>
          <p:cNvPr id="54" name="직선 연결선 53">
            <a:extLst>
              <a:ext uri="{FF2B5EF4-FFF2-40B4-BE49-F238E27FC236}">
                <a16:creationId xmlns:a16="http://schemas.microsoft.com/office/drawing/2014/main" id="{9988EE61-6B2B-4B8E-B551-6683A2F16300}"/>
              </a:ext>
            </a:extLst>
          </p:cNvPr>
          <p:cNvSpPr>
            <a:spLocks noGrp="1"/>
          </p:cNvSpPr>
          <p:nvPr/>
        </p:nvSpPr>
        <p:spPr>
          <a:xfrm flipH="1">
            <a:off x="7760701" y="2756162"/>
            <a:ext cx="0" cy="384513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3" name="직선 연결선 2">
            <a:extLst>
              <a:ext uri="{FF2B5EF4-FFF2-40B4-BE49-F238E27FC236}">
                <a16:creationId xmlns:a16="http://schemas.microsoft.com/office/drawing/2014/main" id="{111C4EBE-BC60-C52E-60D7-86834B8815BD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5B2E93E-EE9F-5ACE-407A-D5A1C5AB970C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25426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</a:t>
            </a: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-1)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 </a:t>
            </a:r>
            <a:r>
              <a:rPr sz="2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1" name="모서리가 둥근 직사각형 10">
            <a:extLst>
              <a:ext uri="{FF2B5EF4-FFF2-40B4-BE49-F238E27FC236}">
                <a16:creationId xmlns:a16="http://schemas.microsoft.com/office/drawing/2014/main" id="{C4255000-2593-2C6F-193A-AC9DF4619252}"/>
              </a:ext>
            </a:extLst>
          </p:cNvPr>
          <p:cNvSpPr/>
          <p:nvPr/>
        </p:nvSpPr>
        <p:spPr>
          <a:xfrm>
            <a:off x="1129553" y="1802914"/>
            <a:ext cx="4833562" cy="2875689"/>
          </a:xfrm>
          <a:prstGeom prst="roundRect">
            <a:avLst>
              <a:gd name="adj" fmla="val 2912"/>
            </a:avLst>
          </a:prstGeom>
          <a:blipFill dpi="0"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BFA19945-7BBE-F6A3-9368-26AD081CC98D}"/>
              </a:ext>
            </a:extLst>
          </p:cNvPr>
          <p:cNvSpPr>
            <a:spLocks noGrp="1"/>
          </p:cNvSpPr>
          <p:nvPr/>
        </p:nvSpPr>
        <p:spPr>
          <a:xfrm>
            <a:off x="1129553" y="1264135"/>
            <a:ext cx="1790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타이틀 화면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6F2999F-5EC1-6889-BC43-EB3937CE0B8B}"/>
              </a:ext>
            </a:extLst>
          </p:cNvPr>
          <p:cNvSpPr>
            <a:spLocks noGrp="1"/>
          </p:cNvSpPr>
          <p:nvPr/>
        </p:nvSpPr>
        <p:spPr>
          <a:xfrm>
            <a:off x="6375303" y="1264135"/>
            <a:ext cx="1790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개요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9" name="직선 연결선 28">
            <a:extLst>
              <a:ext uri="{FF2B5EF4-FFF2-40B4-BE49-F238E27FC236}">
                <a16:creationId xmlns:a16="http://schemas.microsoft.com/office/drawing/2014/main" id="{9EC67493-3743-4438-8345-5BAD51076EC3}"/>
              </a:ext>
            </a:extLst>
          </p:cNvPr>
          <p:cNvSpPr>
            <a:spLocks noGrp="1"/>
          </p:cNvSpPr>
          <p:nvPr/>
        </p:nvSpPr>
        <p:spPr>
          <a:xfrm flipH="1">
            <a:off x="7760701" y="2298963"/>
            <a:ext cx="0" cy="384512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30" name="직선 연결선 29">
            <a:extLst>
              <a:ext uri="{FF2B5EF4-FFF2-40B4-BE49-F238E27FC236}">
                <a16:creationId xmlns:a16="http://schemas.microsoft.com/office/drawing/2014/main" id="{14575459-B6CF-49B9-B564-27B48E6C9B7A}"/>
              </a:ext>
            </a:extLst>
          </p:cNvPr>
          <p:cNvSpPr>
            <a:spLocks noGrp="1"/>
          </p:cNvSpPr>
          <p:nvPr/>
        </p:nvSpPr>
        <p:spPr>
          <a:xfrm flipH="1">
            <a:off x="7760701" y="1848223"/>
            <a:ext cx="0" cy="384513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31" name="직선 연결선 30">
            <a:extLst>
              <a:ext uri="{FF2B5EF4-FFF2-40B4-BE49-F238E27FC236}">
                <a16:creationId xmlns:a16="http://schemas.microsoft.com/office/drawing/2014/main" id="{76BE024B-4DBE-4281-A2D1-96E440878092}"/>
              </a:ext>
            </a:extLst>
          </p:cNvPr>
          <p:cNvSpPr>
            <a:spLocks noGrp="1"/>
          </p:cNvSpPr>
          <p:nvPr/>
        </p:nvSpPr>
        <p:spPr>
          <a:xfrm flipH="1">
            <a:off x="7760701" y="3208039"/>
            <a:ext cx="0" cy="384513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BA60B98-EA18-4ACC-95F0-3C07F84F718A}"/>
              </a:ext>
            </a:extLst>
          </p:cNvPr>
          <p:cNvSpPr>
            <a:spLocks noGrp="1"/>
          </p:cNvSpPr>
          <p:nvPr/>
        </p:nvSpPr>
        <p:spPr>
          <a:xfrm>
            <a:off x="6375303" y="3662887"/>
            <a:ext cx="4833562" cy="1015716"/>
          </a:xfrm>
          <a:prstGeom prst="roundRect">
            <a:avLst>
              <a:gd name="adj" fmla="val 12121"/>
            </a:avLst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EABA51E-6BE4-4556-8884-0FC3FA335088}"/>
              </a:ext>
            </a:extLst>
          </p:cNvPr>
          <p:cNvSpPr>
            <a:spLocks noGrp="1"/>
          </p:cNvSpPr>
          <p:nvPr/>
        </p:nvSpPr>
        <p:spPr>
          <a:xfrm>
            <a:off x="6586619" y="4055852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buNone/>
              <a:defRPr sz="1000" b="1">
                <a:solidFill>
                  <a:srgbClr val="073B5C"/>
                </a:solidFill>
              </a:defRPr>
            </a:pP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 경험</a:t>
            </a:r>
            <a:endParaRPr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CD2E58B-8B4B-4C97-9DBE-FCFA99FD4541}"/>
              </a:ext>
            </a:extLst>
          </p:cNvPr>
          <p:cNvSpPr>
            <a:spLocks noGrp="1"/>
          </p:cNvSpPr>
          <p:nvPr/>
        </p:nvSpPr>
        <p:spPr>
          <a:xfrm>
            <a:off x="7862968" y="3679739"/>
            <a:ext cx="3151353" cy="9808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플레이어는 숨을 언제 확보하고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언제 참으며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언제 내쉴지를 반복적으로 판단한다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  <a:defRPr sz="1000" b="0">
                <a:solidFill>
                  <a:srgbClr val="163247"/>
                </a:solidFill>
              </a:defRPr>
            </a:pP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같은 공간도 호흡 선택에 따라 은신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회피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소음 유도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대응 방식이 달라진다</a:t>
            </a:r>
            <a:r>
              <a:rPr lang="en-US" altLang="ko-KR" sz="100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.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1D944072-5315-44E6-8207-821B37DE0E3F}"/>
              </a:ext>
            </a:extLst>
          </p:cNvPr>
          <p:cNvSpPr>
            <a:spLocks noGrp="1"/>
          </p:cNvSpPr>
          <p:nvPr/>
        </p:nvSpPr>
        <p:spPr>
          <a:xfrm flipH="1">
            <a:off x="7760701" y="3662886"/>
            <a:ext cx="0" cy="1015717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B290165-4750-C237-819F-1B4E8392B633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42704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636E394-60FF-4331-AFD9-8A742F984D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D9E4CB-E1C9-4A74-B04E-A88C5F89CEA2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</a:t>
            </a: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-2)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정의 및 설명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AF80CA9-BC4C-4B90-A8E0-DFB7742F4FC2}"/>
              </a:ext>
            </a:extLst>
          </p:cNvPr>
          <p:cNvSpPr>
            <a:spLocks noGrp="1"/>
          </p:cNvSpPr>
          <p:nvPr/>
        </p:nvSpPr>
        <p:spPr>
          <a:xfrm>
            <a:off x="543407" y="1492251"/>
            <a:ext cx="3791357" cy="1026360"/>
          </a:xfrm>
          <a:prstGeom prst="roundRect">
            <a:avLst>
              <a:gd name="adj" fmla="val 12121"/>
            </a:avLst>
          </a:prstGeom>
          <a:solidFill>
            <a:srgbClr val="FFE3D4"/>
          </a:solidFill>
          <a:ln w="12700">
            <a:noFill/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</a:rPr>
              <a:t>시스템 정의</a:t>
            </a:r>
            <a:endParaRPr lang="en-US" altLang="ko-KR" sz="1500" b="1" dirty="0">
              <a:solidFill>
                <a:srgbClr val="073B5C"/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플레이어가 들이마시기 </a:t>
            </a:r>
            <a:r>
              <a:rPr lang="en-US" altLang="ko-KR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숨 참기 </a:t>
            </a:r>
            <a:r>
              <a:rPr lang="en-US" altLang="ko-KR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내쉬기를 직접 조절해</a:t>
            </a:r>
            <a:endParaRPr lang="en-US" altLang="ko-KR" sz="1000" dirty="0">
              <a:solidFill>
                <a:srgbClr val="073B5C"/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호흡량과 소음을 관리하는 핵심 행동 시스템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5B5F371-7E76-4F9E-88ED-BBF39F8EFA7C}"/>
              </a:ext>
            </a:extLst>
          </p:cNvPr>
          <p:cNvSpPr>
            <a:spLocks noGrp="1"/>
          </p:cNvSpPr>
          <p:nvPr/>
        </p:nvSpPr>
        <p:spPr>
          <a:xfrm>
            <a:off x="543407" y="2606800"/>
            <a:ext cx="3791357" cy="1026360"/>
          </a:xfrm>
          <a:prstGeom prst="roundRect">
            <a:avLst>
              <a:gd name="adj" fmla="val 12121"/>
            </a:avLst>
          </a:prstGeom>
          <a:solidFill>
            <a:srgbClr val="DDEEFF"/>
          </a:solidFill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</a:rPr>
              <a:t>설계 의도</a:t>
            </a:r>
            <a:endParaRPr lang="en-US" altLang="ko-KR" sz="1500" b="1" dirty="0">
              <a:solidFill>
                <a:srgbClr val="073B5C"/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호흡을 행동 선택의 비용이자 정보로 활용해 이동 </a:t>
            </a:r>
            <a:r>
              <a:rPr lang="en-US" altLang="ko-KR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은신</a:t>
            </a:r>
            <a:endParaRPr lang="en-US" altLang="ko-KR" sz="1000" dirty="0">
              <a:solidFill>
                <a:srgbClr val="073B5C"/>
              </a:solidFill>
              <a:latin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</a:rPr>
              <a:t>환경 대응을 하나의 반복 판단 </a:t>
            </a:r>
            <a:r>
              <a:rPr lang="ko-KR" altLang="en-US" sz="1000">
                <a:solidFill>
                  <a:srgbClr val="073B5C"/>
                </a:solidFill>
                <a:latin typeface="맑은 고딕" panose="020B0503020000020004" pitchFamily="50" charset="-127"/>
              </a:rPr>
              <a:t>구조로 연결</a:t>
            </a:r>
            <a:endParaRPr lang="ko-KR" altLang="en-US" sz="1000" dirty="0">
              <a:solidFill>
                <a:srgbClr val="073B5C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4BB6A8E-8FF4-4CAB-B7D7-952833E2A5B3}"/>
              </a:ext>
            </a:extLst>
          </p:cNvPr>
          <p:cNvSpPr>
            <a:spLocks noGrp="1"/>
          </p:cNvSpPr>
          <p:nvPr/>
        </p:nvSpPr>
        <p:spPr>
          <a:xfrm>
            <a:off x="4680285" y="1492250"/>
            <a:ext cx="6807868" cy="4703467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C2EFEB1-C840-43E9-B726-719DEAC497A9}"/>
              </a:ext>
            </a:extLst>
          </p:cNvPr>
          <p:cNvSpPr>
            <a:spLocks noGrp="1"/>
          </p:cNvSpPr>
          <p:nvPr/>
        </p:nvSpPr>
        <p:spPr>
          <a:xfrm>
            <a:off x="5013225" y="175869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시스템 볼륨 맵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8C770A-1734-460F-A5DF-8D136B82D697}"/>
              </a:ext>
            </a:extLst>
          </p:cNvPr>
          <p:cNvSpPr>
            <a:spLocks noGrp="1"/>
          </p:cNvSpPr>
          <p:nvPr/>
        </p:nvSpPr>
        <p:spPr>
          <a:xfrm>
            <a:off x="5013225" y="205397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buNone/>
              <a:defRPr sz="1000" b="0">
                <a:solidFill>
                  <a:srgbClr val="667B8B"/>
                </a:solidFill>
              </a:defRPr>
            </a:pPr>
            <a:r>
              <a:rPr sz="1000" b="0" dirty="0" err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호흡</a:t>
            </a:r>
            <a:r>
              <a:rPr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결과가</a:t>
            </a:r>
            <a:r>
              <a:rPr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다른 시스템으로 전달되고</a:t>
            </a:r>
            <a:r>
              <a:rPr lang="en-US" altLang="ko-KR"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다시 호흡 조건을 변화시킴</a:t>
            </a:r>
            <a:endParaRPr sz="1000" b="0" dirty="0">
              <a:solidFill>
                <a:srgbClr val="667B8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A47E3C3-D732-44BA-9774-EFEE1DDE5F29}"/>
              </a:ext>
            </a:extLst>
          </p:cNvPr>
          <p:cNvSpPr>
            <a:spLocks noGrp="1"/>
          </p:cNvSpPr>
          <p:nvPr/>
        </p:nvSpPr>
        <p:spPr>
          <a:xfrm>
            <a:off x="4988594" y="5608234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1000" b="1">
                <a:solidFill>
                  <a:srgbClr val="073B5C"/>
                </a:solidFill>
              </a:defRPr>
            </a:pP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이동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환경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능력이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다시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호흡의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소비량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안전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한계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en-US"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회복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위치를</a:t>
            </a:r>
            <a:r>
              <a:rPr sz="1000" b="1" dirty="0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바꿈</a:t>
            </a:r>
            <a:endParaRPr sz="1000" b="1" dirty="0">
              <a:solidFill>
                <a:srgbClr val="073B5C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Oval 30">
            <a:extLst>
              <a:ext uri="{FF2B5EF4-FFF2-40B4-BE49-F238E27FC236}">
                <a16:creationId xmlns:a16="http://schemas.microsoft.com/office/drawing/2014/main" id="{31F9865E-3D3D-4FB3-9ED7-F0BB6FF0EC9E}"/>
              </a:ext>
            </a:extLst>
          </p:cNvPr>
          <p:cNvSpPr>
            <a:spLocks noGrp="1"/>
          </p:cNvSpPr>
          <p:nvPr/>
        </p:nvSpPr>
        <p:spPr>
          <a:xfrm>
            <a:off x="7732685" y="3674656"/>
            <a:ext cx="1329359" cy="1329359"/>
          </a:xfrm>
          <a:prstGeom prst="ellipse">
            <a:avLst/>
          </a:prstGeom>
          <a:solidFill>
            <a:srgbClr val="042D62"/>
          </a:solidFill>
          <a:ln w="25400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500" dirty="0">
                <a:latin typeface="맑은 고딕"/>
                <a:ea typeface="맑은 고딕"/>
                <a:cs typeface="맑은 고딕"/>
              </a:rPr>
              <a:t>호흡</a:t>
            </a:r>
            <a:endParaRPr lang="en-US" altLang="ko-KR" sz="1500" dirty="0"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  <a:buNone/>
              <a:def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500" dirty="0">
                <a:latin typeface="맑은 고딕"/>
                <a:ea typeface="맑은 고딕"/>
                <a:cs typeface="맑은 고딕"/>
              </a:rPr>
              <a:t>시스템</a:t>
            </a:r>
            <a:endParaRPr lang="en-US" altLang="ko-KR" sz="1500" dirty="0"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  <a:buNone/>
              <a:def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latin typeface="맑은 고딕"/>
                <a:ea typeface="맑은 고딕"/>
                <a:cs typeface="맑은 고딕"/>
              </a:rPr>
              <a:t>게이지 </a:t>
            </a:r>
            <a:r>
              <a:rPr lang="en-US" altLang="ko-KR" sz="1000" dirty="0">
                <a:latin typeface="맑은 고딕"/>
                <a:ea typeface="맑은 고딕"/>
                <a:cs typeface="맑은 고딕"/>
              </a:rPr>
              <a:t>· </a:t>
            </a:r>
            <a:r>
              <a:rPr lang="ko-KR" altLang="en-US" sz="1000" dirty="0">
                <a:latin typeface="맑은 고딕"/>
                <a:ea typeface="맑은 고딕"/>
                <a:cs typeface="맑은 고딕"/>
              </a:rPr>
              <a:t>상태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Oval 33">
            <a:extLst>
              <a:ext uri="{FF2B5EF4-FFF2-40B4-BE49-F238E27FC236}">
                <a16:creationId xmlns:a16="http://schemas.microsoft.com/office/drawing/2014/main" id="{FD45D6CD-8B56-458E-8B00-74F7ADA361A4}"/>
              </a:ext>
            </a:extLst>
          </p:cNvPr>
          <p:cNvSpPr>
            <a:spLocks noGrp="1"/>
          </p:cNvSpPr>
          <p:nvPr/>
        </p:nvSpPr>
        <p:spPr>
          <a:xfrm>
            <a:off x="6738699" y="4339335"/>
            <a:ext cx="908676" cy="908676"/>
          </a:xfrm>
          <a:prstGeom prst="ellipse">
            <a:avLst/>
          </a:prstGeom>
          <a:solidFill>
            <a:srgbClr val="D9F5F1"/>
          </a:solidFill>
          <a:ln w="17145">
            <a:solidFill>
              <a:srgbClr val="20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들이</a:t>
            </a:r>
            <a:endParaRPr lang="en-US" sz="1000" dirty="0"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마시기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9" name="Oval 34">
            <a:extLst>
              <a:ext uri="{FF2B5EF4-FFF2-40B4-BE49-F238E27FC236}">
                <a16:creationId xmlns:a16="http://schemas.microsoft.com/office/drawing/2014/main" id="{FD4DB3A5-E178-4A3B-82A8-6A1867EE0E31}"/>
              </a:ext>
            </a:extLst>
          </p:cNvPr>
          <p:cNvSpPr>
            <a:spLocks noGrp="1"/>
          </p:cNvSpPr>
          <p:nvPr/>
        </p:nvSpPr>
        <p:spPr>
          <a:xfrm>
            <a:off x="7069197" y="2960976"/>
            <a:ext cx="908676" cy="908676"/>
          </a:xfrm>
          <a:prstGeom prst="ellipse">
            <a:avLst/>
          </a:prstGeom>
          <a:solidFill>
            <a:srgbClr val="EDE4FA"/>
          </a:solidFill>
          <a:ln w="17145">
            <a:solidFill>
              <a:srgbClr val="763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>
                <a:latin typeface="맑은 고딕"/>
                <a:ea typeface="맑은 고딕"/>
                <a:cs typeface="맑은 고딕"/>
              </a:rPr>
              <a:t>숨 참기</a:t>
            </a:r>
          </a:p>
        </p:txBody>
      </p:sp>
      <p:sp>
        <p:nvSpPr>
          <p:cNvPr id="20" name="Oval 35">
            <a:extLst>
              <a:ext uri="{FF2B5EF4-FFF2-40B4-BE49-F238E27FC236}">
                <a16:creationId xmlns:a16="http://schemas.microsoft.com/office/drawing/2014/main" id="{BBFB9D93-6252-4C78-9E43-1E70571520A5}"/>
              </a:ext>
            </a:extLst>
          </p:cNvPr>
          <p:cNvSpPr>
            <a:spLocks noGrp="1"/>
          </p:cNvSpPr>
          <p:nvPr/>
        </p:nvSpPr>
        <p:spPr>
          <a:xfrm>
            <a:off x="9080164" y="3427876"/>
            <a:ext cx="908676" cy="908676"/>
          </a:xfrm>
          <a:prstGeom prst="ellipse">
            <a:avLst/>
          </a:prstGeom>
          <a:solidFill>
            <a:srgbClr val="DDEEFF"/>
          </a:solidFill>
          <a:ln w="17145">
            <a:solidFill>
              <a:srgbClr val="05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112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내쉬기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1" name="Oval 36">
            <a:extLst>
              <a:ext uri="{FF2B5EF4-FFF2-40B4-BE49-F238E27FC236}">
                <a16:creationId xmlns:a16="http://schemas.microsoft.com/office/drawing/2014/main" id="{77D4F6E3-DAD7-45A6-A916-6505BE42C276}"/>
              </a:ext>
            </a:extLst>
          </p:cNvPr>
          <p:cNvSpPr>
            <a:spLocks noGrp="1"/>
          </p:cNvSpPr>
          <p:nvPr/>
        </p:nvSpPr>
        <p:spPr>
          <a:xfrm>
            <a:off x="8749898" y="2843737"/>
            <a:ext cx="624292" cy="624292"/>
          </a:xfrm>
          <a:prstGeom prst="ellipse">
            <a:avLst/>
          </a:prstGeom>
          <a:solidFill>
            <a:srgbClr val="DDEEFF"/>
          </a:solidFill>
          <a:ln w="17145">
            <a:solidFill>
              <a:srgbClr val="05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95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소음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2" name="Oval 37">
            <a:extLst>
              <a:ext uri="{FF2B5EF4-FFF2-40B4-BE49-F238E27FC236}">
                <a16:creationId xmlns:a16="http://schemas.microsoft.com/office/drawing/2014/main" id="{DEE82D8E-D9C5-4DE0-A7D5-55A858EDE101}"/>
              </a:ext>
            </a:extLst>
          </p:cNvPr>
          <p:cNvSpPr>
            <a:spLocks noGrp="1"/>
          </p:cNvSpPr>
          <p:nvPr/>
        </p:nvSpPr>
        <p:spPr>
          <a:xfrm>
            <a:off x="8012088" y="2680893"/>
            <a:ext cx="622611" cy="622611"/>
          </a:xfrm>
          <a:prstGeom prst="ellipse">
            <a:avLst/>
          </a:prstGeom>
          <a:solidFill>
            <a:srgbClr val="EDE4FA"/>
          </a:solidFill>
          <a:ln w="17145">
            <a:solidFill>
              <a:srgbClr val="763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95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>
                <a:latin typeface="맑은 고딕"/>
                <a:ea typeface="맑은 고딕"/>
                <a:cs typeface="맑은 고딕"/>
              </a:rPr>
              <a:t>적 AI</a:t>
            </a:r>
          </a:p>
        </p:txBody>
      </p:sp>
      <p:sp>
        <p:nvSpPr>
          <p:cNvPr id="23" name="Oval 38">
            <a:extLst>
              <a:ext uri="{FF2B5EF4-FFF2-40B4-BE49-F238E27FC236}">
                <a16:creationId xmlns:a16="http://schemas.microsoft.com/office/drawing/2014/main" id="{66B2C071-BE8A-45BD-9DDA-023057CF2C89}"/>
              </a:ext>
            </a:extLst>
          </p:cNvPr>
          <p:cNvSpPr>
            <a:spLocks noGrp="1"/>
          </p:cNvSpPr>
          <p:nvPr/>
        </p:nvSpPr>
        <p:spPr>
          <a:xfrm>
            <a:off x="6009872" y="4584476"/>
            <a:ext cx="622611" cy="622611"/>
          </a:xfrm>
          <a:prstGeom prst="ellipse">
            <a:avLst/>
          </a:prstGeom>
          <a:solidFill>
            <a:srgbClr val="D9F5F1"/>
          </a:solidFill>
          <a:ln w="17145">
            <a:solidFill>
              <a:srgbClr val="20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 fontScale="99793"/>
          </a:bodyPr>
          <a:lstStyle/>
          <a:p>
            <a:pPr algn="ctr">
              <a:lnSpc>
                <a:spcPct val="150000"/>
              </a:lnSpc>
              <a:buNone/>
              <a:defRPr sz="86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능력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4" name="Oval 39">
            <a:extLst>
              <a:ext uri="{FF2B5EF4-FFF2-40B4-BE49-F238E27FC236}">
                <a16:creationId xmlns:a16="http://schemas.microsoft.com/office/drawing/2014/main" id="{2E763C88-0A67-4D51-A8D1-656F57735A9B}"/>
              </a:ext>
            </a:extLst>
          </p:cNvPr>
          <p:cNvSpPr>
            <a:spLocks noGrp="1"/>
          </p:cNvSpPr>
          <p:nvPr/>
        </p:nvSpPr>
        <p:spPr>
          <a:xfrm>
            <a:off x="6359974" y="3024952"/>
            <a:ext cx="622611" cy="622611"/>
          </a:xfrm>
          <a:prstGeom prst="ellipse">
            <a:avLst/>
          </a:prstGeom>
          <a:solidFill>
            <a:srgbClr val="EDE4FA"/>
          </a:solidFill>
          <a:ln w="17145">
            <a:solidFill>
              <a:srgbClr val="763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95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sz="1000" dirty="0" err="1">
                <a:latin typeface="맑은 고딕"/>
                <a:ea typeface="맑은 고딕"/>
                <a:cs typeface="맑은 고딕"/>
              </a:rPr>
              <a:t>이동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4305B10-FB97-4022-BD1C-971081D77AA4}"/>
              </a:ext>
            </a:extLst>
          </p:cNvPr>
          <p:cNvSpPr>
            <a:spLocks noGrp="1"/>
          </p:cNvSpPr>
          <p:nvPr/>
        </p:nvSpPr>
        <p:spPr>
          <a:xfrm>
            <a:off x="556949" y="3721349"/>
            <a:ext cx="3777815" cy="742950"/>
          </a:xfrm>
          <a:prstGeom prst="roundRect">
            <a:avLst>
              <a:gd name="adj" fmla="val 10256"/>
            </a:avLst>
          </a:prstGeom>
          <a:solidFill>
            <a:srgbClr val="EDE4FA"/>
          </a:solidFill>
          <a:ln w="9525">
            <a:solidFill>
              <a:srgbClr val="D9F5F1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  <a:buNone/>
            </a:pPr>
            <a:r>
              <a:rPr sz="1500" b="1" dirty="0" err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슬로건</a:t>
            </a:r>
            <a:endParaRPr sz="1500" dirty="0"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  <a:buNone/>
            </a:pPr>
            <a:r>
              <a:rPr sz="100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호흡을</a:t>
            </a:r>
            <a:r>
              <a:rPr sz="100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조절해</a:t>
            </a:r>
            <a:r>
              <a:rPr sz="100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100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위험</a:t>
            </a:r>
            <a:r>
              <a:rPr sz="100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속에서</a:t>
            </a:r>
            <a:r>
              <a:rPr sz="100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길을</a:t>
            </a:r>
            <a:r>
              <a:rPr sz="100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만들어라</a:t>
            </a:r>
            <a:endParaRPr sz="1000" dirty="0">
              <a:solidFill>
                <a:srgbClr val="16324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C31C6BD-FCA0-4A11-90B4-A23182501C8F}"/>
              </a:ext>
            </a:extLst>
          </p:cNvPr>
          <p:cNvSpPr>
            <a:spLocks noGrp="1"/>
          </p:cNvSpPr>
          <p:nvPr/>
        </p:nvSpPr>
        <p:spPr>
          <a:xfrm>
            <a:off x="556949" y="4587058"/>
            <a:ext cx="3777815" cy="742950"/>
          </a:xfrm>
          <a:prstGeom prst="roundRect">
            <a:avLst>
              <a:gd name="adj" fmla="val 10256"/>
            </a:avLst>
          </a:prstGeom>
          <a:solidFill>
            <a:srgbClr val="D9F5F1"/>
          </a:solidFill>
          <a:ln w="9525">
            <a:solidFill>
              <a:srgbClr val="DDEEFF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  <a:buNone/>
            </a:pPr>
            <a:r>
              <a:rPr sz="1500" b="1" dirty="0" err="1">
                <a:latin typeface="맑은 고딕"/>
                <a:ea typeface="맑은 고딕"/>
                <a:cs typeface="맑은 고딕"/>
              </a:rPr>
              <a:t>효과</a:t>
            </a:r>
            <a:endParaRPr sz="1500" b="1" dirty="0"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  <a:buNone/>
            </a:pP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이동·은신·환경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대응</a:t>
            </a:r>
            <a:r>
              <a:rPr lang="ko-KR" altLang="en-US"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의 결과를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하나의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호흡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규칙으로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연결</a:t>
            </a:r>
            <a:endParaRPr sz="1000" b="0" dirty="0">
              <a:solidFill>
                <a:srgbClr val="16324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DB2FA98-808F-4F43-BC4B-BFD642A1BA36}"/>
              </a:ext>
            </a:extLst>
          </p:cNvPr>
          <p:cNvSpPr>
            <a:spLocks noGrp="1"/>
          </p:cNvSpPr>
          <p:nvPr/>
        </p:nvSpPr>
        <p:spPr>
          <a:xfrm>
            <a:off x="556950" y="5452767"/>
            <a:ext cx="3777814" cy="742950"/>
          </a:xfrm>
          <a:prstGeom prst="roundRect">
            <a:avLst>
              <a:gd name="adj" fmla="val 10256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1500" b="1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재미</a:t>
            </a:r>
          </a:p>
          <a:p>
            <a:pPr algn="ctr">
              <a:lnSpc>
                <a:spcPct val="150000"/>
              </a:lnSpc>
              <a:buNone/>
            </a:pPr>
            <a:r>
              <a:rPr lang="ko-KR" altLang="en-US"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언제</a:t>
            </a:r>
            <a:r>
              <a:rPr lang="en-US" altLang="ko-KR" sz="1000" dirty="0">
                <a:solidFill>
                  <a:srgbClr val="042D62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000" dirty="0">
                <a:solidFill>
                  <a:srgbClr val="042D62"/>
                </a:solidFill>
                <a:latin typeface="맑은 고딕"/>
                <a:ea typeface="맑은 고딕"/>
                <a:cs typeface="맑은 고딕"/>
              </a:rPr>
              <a:t>얼마나</a:t>
            </a:r>
            <a:r>
              <a:rPr lang="en-US" altLang="ko-KR" sz="1000" dirty="0">
                <a:solidFill>
                  <a:srgbClr val="042D62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000" dirty="0">
                <a:solidFill>
                  <a:srgbClr val="042D62"/>
                </a:solidFill>
                <a:latin typeface="맑은 고딕"/>
                <a:ea typeface="맑은 고딕"/>
                <a:cs typeface="맑은 고딕"/>
              </a:rPr>
              <a:t>어디서 숨 쉴지에 따라 같은 공간의 해법이 달라짐</a:t>
            </a:r>
            <a:endParaRPr lang="ko-KR" altLang="en-US" sz="1000" b="0" dirty="0">
              <a:solidFill>
                <a:srgbClr val="16324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5" name="Oval 39">
            <a:extLst>
              <a:ext uri="{FF2B5EF4-FFF2-40B4-BE49-F238E27FC236}">
                <a16:creationId xmlns:a16="http://schemas.microsoft.com/office/drawing/2014/main" id="{41DC59E7-7F39-8012-7C13-60929D15802B}"/>
              </a:ext>
            </a:extLst>
          </p:cNvPr>
          <p:cNvSpPr>
            <a:spLocks noGrp="1"/>
          </p:cNvSpPr>
          <p:nvPr/>
        </p:nvSpPr>
        <p:spPr>
          <a:xfrm>
            <a:off x="6215609" y="3781463"/>
            <a:ext cx="622611" cy="622611"/>
          </a:xfrm>
          <a:prstGeom prst="ellipse">
            <a:avLst/>
          </a:prstGeom>
          <a:solidFill>
            <a:srgbClr val="D9F5F1"/>
          </a:solidFill>
          <a:ln w="17145">
            <a:solidFill>
              <a:srgbClr val="20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 lnSpcReduction="10000"/>
          </a:bodyPr>
          <a:lstStyle/>
          <a:p>
            <a:pPr algn="ctr">
              <a:lnSpc>
                <a:spcPct val="150000"/>
              </a:lnSpc>
              <a:buNone/>
              <a:defRPr sz="95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latin typeface="맑은 고딕"/>
                <a:ea typeface="맑은 고딕"/>
                <a:cs typeface="맑은 고딕"/>
              </a:rPr>
              <a:t>공기</a:t>
            </a:r>
            <a:endParaRPr lang="en-US" altLang="ko-KR" sz="1000" dirty="0">
              <a:latin typeface="맑은 고딕"/>
              <a:ea typeface="맑은 고딕"/>
              <a:cs typeface="맑은 고딕"/>
            </a:endParaRPr>
          </a:p>
          <a:p>
            <a:pPr algn="ctr">
              <a:lnSpc>
                <a:spcPct val="150000"/>
              </a:lnSpc>
              <a:buNone/>
              <a:defRPr sz="95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 altLang="ko-KR" sz="1000" dirty="0">
                <a:latin typeface="맑은 고딕"/>
                <a:ea typeface="맑은 고딕"/>
                <a:cs typeface="맑은 고딕"/>
              </a:rPr>
              <a:t>· </a:t>
            </a:r>
            <a:r>
              <a:rPr lang="ko-KR" altLang="en-US" sz="1000" dirty="0">
                <a:latin typeface="맑은 고딕"/>
                <a:ea typeface="맑은 고딕"/>
                <a:cs typeface="맑은 고딕"/>
              </a:rPr>
              <a:t>환경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9" name="Oval 36">
            <a:extLst>
              <a:ext uri="{FF2B5EF4-FFF2-40B4-BE49-F238E27FC236}">
                <a16:creationId xmlns:a16="http://schemas.microsoft.com/office/drawing/2014/main" id="{4736BF5D-83DC-7C18-7322-CB5E8E58D2D8}"/>
              </a:ext>
            </a:extLst>
          </p:cNvPr>
          <p:cNvSpPr>
            <a:spLocks noGrp="1"/>
          </p:cNvSpPr>
          <p:nvPr/>
        </p:nvSpPr>
        <p:spPr>
          <a:xfrm>
            <a:off x="9534502" y="4379723"/>
            <a:ext cx="624292" cy="624292"/>
          </a:xfrm>
          <a:prstGeom prst="ellipse">
            <a:avLst/>
          </a:prstGeom>
          <a:solidFill>
            <a:srgbClr val="DDEEFF"/>
          </a:solidFill>
          <a:ln w="17145">
            <a:solidFill>
              <a:srgbClr val="05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>
            <a:normAutofit fontScale="92500"/>
          </a:bodyPr>
          <a:lstStyle/>
          <a:p>
            <a:pPr algn="ctr">
              <a:lnSpc>
                <a:spcPct val="150000"/>
              </a:lnSpc>
              <a:buNone/>
              <a:defRPr sz="950" b="1">
                <a:solidFill>
                  <a:srgbClr val="21252B"/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 altLang="en-US" sz="1000" dirty="0">
                <a:latin typeface="맑은 고딕"/>
                <a:ea typeface="맑은 고딕"/>
                <a:cs typeface="맑은 고딕"/>
              </a:rPr>
              <a:t>환경 오브젝트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6" name="직선 연결선 95">
            <a:extLst>
              <a:ext uri="{FF2B5EF4-FFF2-40B4-BE49-F238E27FC236}">
                <a16:creationId xmlns:a16="http://schemas.microsoft.com/office/drawing/2014/main" id="{9B7602B4-FCB5-1B64-0A4E-E8CC2829C841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468354E9-6006-A850-7243-17481D02382A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70027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516F9-4451-D1DD-EFD0-B54D135C9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그림 169">
            <a:extLst>
              <a:ext uri="{FF2B5EF4-FFF2-40B4-BE49-F238E27FC236}">
                <a16:creationId xmlns:a16="http://schemas.microsoft.com/office/drawing/2014/main" id="{92C27270-9A3D-DDED-3FC7-E231BFAD9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6" t="17618" r="63564" b="56859"/>
          <a:stretch>
            <a:fillRect/>
          </a:stretch>
        </p:blipFill>
        <p:spPr>
          <a:xfrm>
            <a:off x="2625724" y="2001546"/>
            <a:ext cx="2206879" cy="1200589"/>
          </a:xfrm>
          <a:prstGeom prst="rect">
            <a:avLst/>
          </a:prstGeom>
        </p:spPr>
      </p:pic>
      <p:pic>
        <p:nvPicPr>
          <p:cNvPr id="172" name="그림 171">
            <a:extLst>
              <a:ext uri="{FF2B5EF4-FFF2-40B4-BE49-F238E27FC236}">
                <a16:creationId xmlns:a16="http://schemas.microsoft.com/office/drawing/2014/main" id="{D15E4B36-508D-A4C6-777F-05226E649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23" t="17618" r="17377" b="56859"/>
          <a:stretch>
            <a:fillRect/>
          </a:stretch>
        </p:blipFill>
        <p:spPr>
          <a:xfrm>
            <a:off x="7359397" y="1997745"/>
            <a:ext cx="2206879" cy="1200589"/>
          </a:xfrm>
          <a:prstGeom prst="rect">
            <a:avLst/>
          </a:prstGeom>
        </p:spPr>
      </p:pic>
      <p:pic>
        <p:nvPicPr>
          <p:cNvPr id="174" name="그림 173">
            <a:extLst>
              <a:ext uri="{FF2B5EF4-FFF2-40B4-BE49-F238E27FC236}">
                <a16:creationId xmlns:a16="http://schemas.microsoft.com/office/drawing/2014/main" id="{3641BE55-6A8E-871E-ED7C-E41E6C05D2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34" t="62667" r="16891" b="16922"/>
          <a:stretch>
            <a:fillRect/>
          </a:stretch>
        </p:blipFill>
        <p:spPr>
          <a:xfrm>
            <a:off x="9283190" y="4128309"/>
            <a:ext cx="379918" cy="1007781"/>
          </a:xfrm>
          <a:prstGeom prst="rect">
            <a:avLst/>
          </a:prstGeom>
        </p:spPr>
      </p:pic>
      <p:pic>
        <p:nvPicPr>
          <p:cNvPr id="176" name="그림 175">
            <a:extLst>
              <a:ext uri="{FF2B5EF4-FFF2-40B4-BE49-F238E27FC236}">
                <a16:creationId xmlns:a16="http://schemas.microsoft.com/office/drawing/2014/main" id="{0F47E215-32CC-4042-C2F6-F05266FB2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5" t="62667" r="82150" b="16922"/>
          <a:stretch>
            <a:fillRect/>
          </a:stretch>
        </p:blipFill>
        <p:spPr>
          <a:xfrm>
            <a:off x="2434365" y="4128310"/>
            <a:ext cx="467064" cy="1007780"/>
          </a:xfrm>
          <a:prstGeom prst="rect">
            <a:avLst/>
          </a:prstGeom>
        </p:spPr>
      </p:pic>
      <p:pic>
        <p:nvPicPr>
          <p:cNvPr id="178" name="그림 177">
            <a:extLst>
              <a:ext uri="{FF2B5EF4-FFF2-40B4-BE49-F238E27FC236}">
                <a16:creationId xmlns:a16="http://schemas.microsoft.com/office/drawing/2014/main" id="{34FD889E-E218-E9A3-0446-26B2A64E1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20" t="81530" r="44385" b="10216"/>
          <a:stretch>
            <a:fillRect/>
          </a:stretch>
        </p:blipFill>
        <p:spPr>
          <a:xfrm>
            <a:off x="5390336" y="5255219"/>
            <a:ext cx="1434328" cy="398726"/>
          </a:xfrm>
          <a:prstGeom prst="rect">
            <a:avLst/>
          </a:prstGeom>
        </p:spPr>
      </p:pic>
      <p:sp>
        <p:nvSpPr>
          <p:cNvPr id="34" name="Shape 7">
            <a:extLst>
              <a:ext uri="{FF2B5EF4-FFF2-40B4-BE49-F238E27FC236}">
                <a16:creationId xmlns:a16="http://schemas.microsoft.com/office/drawing/2014/main" id="{DF08E3A7-8120-F4CD-E45D-C911269CC908}"/>
              </a:ext>
            </a:extLst>
          </p:cNvPr>
          <p:cNvSpPr/>
          <p:nvPr/>
        </p:nvSpPr>
        <p:spPr>
          <a:xfrm>
            <a:off x="8294915" y="3200665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EDE4FA"/>
          </a:solidFill>
          <a:ln w="12700">
            <a:solidFill>
              <a:srgbClr val="7633D9"/>
            </a:solidFill>
            <a:prstDash val="solid"/>
          </a:ln>
        </p:spPr>
      </p:sp>
      <p:sp>
        <p:nvSpPr>
          <p:cNvPr id="30" name="Shape 19">
            <a:extLst>
              <a:ext uri="{FF2B5EF4-FFF2-40B4-BE49-F238E27FC236}">
                <a16:creationId xmlns:a16="http://schemas.microsoft.com/office/drawing/2014/main" id="{CBAD03F2-414E-3F69-19E9-8F5BD73120B4}"/>
              </a:ext>
            </a:extLst>
          </p:cNvPr>
          <p:cNvSpPr/>
          <p:nvPr/>
        </p:nvSpPr>
        <p:spPr>
          <a:xfrm>
            <a:off x="1370293" y="3200665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D8E3EA"/>
          </a:solidFill>
          <a:ln w="12700">
            <a:solidFill>
              <a:srgbClr val="667B8B"/>
            </a:solidFill>
            <a:prstDash val="solid"/>
          </a:ln>
        </p:spPr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B80F5481-DDA0-D8C8-AD87-395C68BD0B33}"/>
              </a:ext>
            </a:extLst>
          </p:cNvPr>
          <p:cNvSpPr/>
          <p:nvPr/>
        </p:nvSpPr>
        <p:spPr>
          <a:xfrm>
            <a:off x="4832604" y="1636072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D9F5F1"/>
          </a:solidFill>
          <a:ln w="12700">
            <a:solidFill>
              <a:srgbClr val="20A6A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D1A4562-96D0-C5F7-989F-ECCF14E991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A455DB-E9F0-482A-6F66-0DB7BFE35A64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</a:t>
            </a: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-3)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순환 구조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59A9049-F816-6F7D-1EBF-7119DAD5DB01}"/>
              </a:ext>
            </a:extLst>
          </p:cNvPr>
          <p:cNvSpPr>
            <a:spLocks noGrp="1"/>
          </p:cNvSpPr>
          <p:nvPr/>
        </p:nvSpPr>
        <p:spPr>
          <a:xfrm>
            <a:off x="552450" y="1136435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필요한 만큼 확보하고</a:t>
            </a:r>
            <a:r>
              <a:rPr lang="en-US" altLang="ko-KR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필요한 순간 억제한 뒤</a:t>
            </a:r>
            <a:r>
              <a:rPr lang="en-US" altLang="ko-KR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b="0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다시 판단하는 반복 구조</a:t>
            </a:r>
            <a:endParaRPr sz="1000" b="0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586D0F1-4A59-8E13-E37E-58EA544A9BB4}"/>
              </a:ext>
            </a:extLst>
          </p:cNvPr>
          <p:cNvSpPr>
            <a:spLocks noGrp="1"/>
          </p:cNvSpPr>
          <p:nvPr/>
        </p:nvSpPr>
        <p:spPr>
          <a:xfrm>
            <a:off x="819150" y="6010275"/>
            <a:ext cx="10553700" cy="323850"/>
          </a:xfrm>
          <a:prstGeom prst="roundRect">
            <a:avLst>
              <a:gd name="adj" fmla="val 11765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원칙 </a:t>
            </a: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:</a:t>
            </a: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호흡은 한 번에 끝까지 쓰는 자원이 아니라</a:t>
            </a:r>
            <a:r>
              <a:rPr lang="en-US" altLang="ko-KR" sz="100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, 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상황에 맞게 확보 </a:t>
            </a:r>
            <a:r>
              <a:rPr lang="en-US" altLang="ko-KR" sz="100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억제 </a:t>
            </a:r>
            <a:r>
              <a:rPr lang="en-US" altLang="ko-KR" sz="1000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방출하며 계속 </a:t>
            </a:r>
            <a:r>
              <a:rPr lang="ko-KR" altLang="en-US" sz="1000" dirty="0" err="1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재판단하는</a:t>
            </a:r>
            <a:r>
              <a:rPr lang="ko-KR" altLang="en-US" sz="1000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 조작 구조다</a:t>
            </a:r>
            <a:r>
              <a:rPr lang="en-US" altLang="ko-KR" sz="1000" dirty="0">
                <a:solidFill>
                  <a:srgbClr val="073B5C"/>
                </a:solidFill>
                <a:latin typeface="맑은 고딕" panose="020B0503020000020004" pitchFamily="50" charset="-127"/>
                <a:cs typeface="맑은 고딕"/>
              </a:rPr>
              <a:t>.</a:t>
            </a:r>
            <a:endParaRPr lang="ko-KR" altLang="en-US"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3A5FED6-5C86-D7A6-7DFE-AEA43498D9F0}"/>
              </a:ext>
            </a:extLst>
          </p:cNvPr>
          <p:cNvSpPr>
            <a:spLocks noGrp="1"/>
          </p:cNvSpPr>
          <p:nvPr/>
        </p:nvSpPr>
        <p:spPr>
          <a:xfrm>
            <a:off x="952500" y="60198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689E46E-3733-54B7-0228-F791080C6879}"/>
              </a:ext>
            </a:extLst>
          </p:cNvPr>
          <p:cNvSpPr/>
          <p:nvPr/>
        </p:nvSpPr>
        <p:spPr>
          <a:xfrm>
            <a:off x="5480849" y="3065935"/>
            <a:ext cx="1222944" cy="1222944"/>
          </a:xfrm>
          <a:prstGeom prst="ellipse">
            <a:avLst/>
          </a:prstGeom>
          <a:noFill/>
          <a:ln>
            <a:solidFill>
              <a:srgbClr val="BDBD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Shape 16">
            <a:extLst>
              <a:ext uri="{FF2B5EF4-FFF2-40B4-BE49-F238E27FC236}">
                <a16:creationId xmlns:a16="http://schemas.microsoft.com/office/drawing/2014/main" id="{AA18EA37-EE0D-D22C-B62B-134685C39B4D}"/>
              </a:ext>
            </a:extLst>
          </p:cNvPr>
          <p:cNvSpPr/>
          <p:nvPr/>
        </p:nvSpPr>
        <p:spPr>
          <a:xfrm>
            <a:off x="2889118" y="475261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DDEEFF"/>
          </a:solidFill>
          <a:ln w="12700">
            <a:solidFill>
              <a:srgbClr val="0582FF"/>
            </a:solidFill>
            <a:prstDash val="solid"/>
          </a:ln>
        </p:spPr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F75DCC-723D-7328-85C3-0F43AB4D78D6}"/>
              </a:ext>
            </a:extLst>
          </p:cNvPr>
          <p:cNvSpPr txBox="1"/>
          <p:nvPr/>
        </p:nvSpPr>
        <p:spPr>
          <a:xfrm>
            <a:off x="1932721" y="3360894"/>
            <a:ext cx="1952172" cy="639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다시 판단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 위치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회복 지점 확인</a:t>
            </a:r>
          </a:p>
        </p:txBody>
      </p:sp>
      <p:sp>
        <p:nvSpPr>
          <p:cNvPr id="35" name="Shape 10">
            <a:extLst>
              <a:ext uri="{FF2B5EF4-FFF2-40B4-BE49-F238E27FC236}">
                <a16:creationId xmlns:a16="http://schemas.microsoft.com/office/drawing/2014/main" id="{4617BFC6-7F5D-9790-B426-E1714D1BC347}"/>
              </a:ext>
            </a:extLst>
          </p:cNvPr>
          <p:cNvSpPr/>
          <p:nvPr/>
        </p:nvSpPr>
        <p:spPr>
          <a:xfrm>
            <a:off x="6788283" y="4753338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FF2C7"/>
          </a:solidFill>
          <a:ln w="12700">
            <a:solidFill>
              <a:srgbClr val="FFC715"/>
            </a:solidFill>
            <a:prstDash val="solid"/>
          </a:ln>
        </p:spPr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BF3023-BCB6-D6C3-0890-CA8E8D6FFCDD}"/>
              </a:ext>
            </a:extLst>
          </p:cNvPr>
          <p:cNvSpPr txBox="1"/>
          <p:nvPr/>
        </p:nvSpPr>
        <p:spPr>
          <a:xfrm>
            <a:off x="5395032" y="1790987"/>
            <a:ext cx="1952172" cy="639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필요한 호흡 확보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EC7E0F-A28A-9AAF-9A8A-1D2751521042}"/>
              </a:ext>
            </a:extLst>
          </p:cNvPr>
          <p:cNvSpPr txBox="1"/>
          <p:nvPr/>
        </p:nvSpPr>
        <p:spPr>
          <a:xfrm>
            <a:off x="8869535" y="3355217"/>
            <a:ext cx="1952172" cy="639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숨 참기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소음 억제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게이지 감소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4E69B3-4093-6FB8-624B-3F1AA96AA813}"/>
              </a:ext>
            </a:extLst>
          </p:cNvPr>
          <p:cNvSpPr txBox="1"/>
          <p:nvPr/>
        </p:nvSpPr>
        <p:spPr>
          <a:xfrm>
            <a:off x="7362903" y="4916648"/>
            <a:ext cx="1952172" cy="639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행동 수행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은신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능력 사용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B9C6B6-C842-C47F-59B0-D271203CC55A}"/>
              </a:ext>
            </a:extLst>
          </p:cNvPr>
          <p:cNvSpPr txBox="1"/>
          <p:nvPr/>
        </p:nvSpPr>
        <p:spPr>
          <a:xfrm>
            <a:off x="3451546" y="4905845"/>
            <a:ext cx="1952172" cy="639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내쉬기</a:t>
            </a:r>
            <a:endParaRPr lang="en-US" altLang="ko-KR" sz="15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보유 호흡 방출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일반 상태 복귀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C3482B3D-6B0A-923B-6040-7DB5484BC398}"/>
              </a:ext>
            </a:extLst>
          </p:cNvPr>
          <p:cNvSpPr/>
          <p:nvPr/>
        </p:nvSpPr>
        <p:spPr>
          <a:xfrm>
            <a:off x="5556972" y="3144476"/>
            <a:ext cx="1065863" cy="1065863"/>
          </a:xfrm>
          <a:prstGeom prst="ellipse">
            <a:avLst/>
          </a:prstGeom>
          <a:solidFill>
            <a:srgbClr val="0E405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45D8113C-AF96-BA9F-6957-0AE01D587502}"/>
              </a:ext>
            </a:extLst>
          </p:cNvPr>
          <p:cNvCxnSpPr>
            <a:cxnSpLocks/>
          </p:cNvCxnSpPr>
          <p:nvPr/>
        </p:nvCxnSpPr>
        <p:spPr>
          <a:xfrm flipV="1">
            <a:off x="6092321" y="2665477"/>
            <a:ext cx="0" cy="344360"/>
          </a:xfrm>
          <a:prstGeom prst="line">
            <a:avLst/>
          </a:prstGeom>
          <a:ln w="12700">
            <a:solidFill>
              <a:srgbClr val="BDBD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E8FB5CC6-E159-E295-B1A5-B42905B1776B}"/>
              </a:ext>
            </a:extLst>
          </p:cNvPr>
          <p:cNvCxnSpPr>
            <a:cxnSpLocks/>
          </p:cNvCxnSpPr>
          <p:nvPr/>
        </p:nvCxnSpPr>
        <p:spPr>
          <a:xfrm flipV="1">
            <a:off x="4018998" y="4114058"/>
            <a:ext cx="1523348" cy="549336"/>
          </a:xfrm>
          <a:prstGeom prst="line">
            <a:avLst/>
          </a:prstGeom>
          <a:ln w="12700">
            <a:solidFill>
              <a:srgbClr val="BDBD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CC5F0FE3-75E2-7EE8-9934-6F33CA2F6188}"/>
              </a:ext>
            </a:extLst>
          </p:cNvPr>
          <p:cNvCxnSpPr>
            <a:cxnSpLocks/>
          </p:cNvCxnSpPr>
          <p:nvPr/>
        </p:nvCxnSpPr>
        <p:spPr>
          <a:xfrm>
            <a:off x="6635027" y="4114058"/>
            <a:ext cx="1479020" cy="539247"/>
          </a:xfrm>
          <a:prstGeom prst="line">
            <a:avLst/>
          </a:prstGeom>
          <a:ln w="12700">
            <a:solidFill>
              <a:srgbClr val="BDBD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B68B58C3-6E40-A32F-C92E-513852E951D9}"/>
              </a:ext>
            </a:extLst>
          </p:cNvPr>
          <p:cNvCxnSpPr>
            <a:cxnSpLocks/>
          </p:cNvCxnSpPr>
          <p:nvPr/>
        </p:nvCxnSpPr>
        <p:spPr>
          <a:xfrm>
            <a:off x="6792093" y="3650176"/>
            <a:ext cx="1407027" cy="0"/>
          </a:xfrm>
          <a:prstGeom prst="line">
            <a:avLst/>
          </a:prstGeom>
          <a:ln w="12700">
            <a:solidFill>
              <a:srgbClr val="BDBD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D1872D63-B638-634E-7F73-2FE40C91347D}"/>
              </a:ext>
            </a:extLst>
          </p:cNvPr>
          <p:cNvCxnSpPr>
            <a:cxnSpLocks/>
          </p:cNvCxnSpPr>
          <p:nvPr/>
        </p:nvCxnSpPr>
        <p:spPr>
          <a:xfrm>
            <a:off x="3996691" y="3650176"/>
            <a:ext cx="1407027" cy="0"/>
          </a:xfrm>
          <a:prstGeom prst="line">
            <a:avLst/>
          </a:prstGeom>
          <a:ln w="12700">
            <a:solidFill>
              <a:srgbClr val="BDBD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6" name="그림 145">
            <a:extLst>
              <a:ext uri="{FF2B5EF4-FFF2-40B4-BE49-F238E27FC236}">
                <a16:creationId xmlns:a16="http://schemas.microsoft.com/office/drawing/2014/main" id="{98AE3656-B4D3-E3C5-80BA-5CB5EA3D4193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6713" y="1847557"/>
            <a:ext cx="467061" cy="467061"/>
          </a:xfrm>
          <a:prstGeom prst="rect">
            <a:avLst/>
          </a:prstGeom>
        </p:spPr>
      </p:pic>
      <p:pic>
        <p:nvPicPr>
          <p:cNvPr id="148" name="그림 147">
            <a:extLst>
              <a:ext uri="{FF2B5EF4-FFF2-40B4-BE49-F238E27FC236}">
                <a16:creationId xmlns:a16="http://schemas.microsoft.com/office/drawing/2014/main" id="{DBBBB500-671B-B8FD-DFCE-A582F23B6C8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746" y="5004127"/>
            <a:ext cx="467061" cy="467061"/>
          </a:xfrm>
          <a:prstGeom prst="rect">
            <a:avLst/>
          </a:prstGeom>
        </p:spPr>
      </p:pic>
      <p:pic>
        <p:nvPicPr>
          <p:cNvPr id="150" name="그림 149">
            <a:extLst>
              <a:ext uri="{FF2B5EF4-FFF2-40B4-BE49-F238E27FC236}">
                <a16:creationId xmlns:a16="http://schemas.microsoft.com/office/drawing/2014/main" id="{02B54A7D-2DFB-AD37-9C2A-00B3D58BB8C8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227" y="5004125"/>
            <a:ext cx="467063" cy="467063"/>
          </a:xfrm>
          <a:prstGeom prst="rect">
            <a:avLst/>
          </a:prstGeom>
        </p:spPr>
      </p:pic>
      <p:pic>
        <p:nvPicPr>
          <p:cNvPr id="152" name="그림 151">
            <a:extLst>
              <a:ext uri="{FF2B5EF4-FFF2-40B4-BE49-F238E27FC236}">
                <a16:creationId xmlns:a16="http://schemas.microsoft.com/office/drawing/2014/main" id="{56CC8D5F-FDC3-3289-57D2-5E5D27BB3F6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39" y="3439198"/>
            <a:ext cx="467065" cy="467065"/>
          </a:xfrm>
          <a:prstGeom prst="rect">
            <a:avLst/>
          </a:prstGeom>
        </p:spPr>
      </p:pic>
      <p:pic>
        <p:nvPicPr>
          <p:cNvPr id="154" name="그림 153">
            <a:extLst>
              <a:ext uri="{FF2B5EF4-FFF2-40B4-BE49-F238E27FC236}">
                <a16:creationId xmlns:a16="http://schemas.microsoft.com/office/drawing/2014/main" id="{8ADD5DE1-7C59-1409-6A7B-CFD772709C56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1214" y="3416643"/>
            <a:ext cx="467066" cy="467066"/>
          </a:xfrm>
          <a:prstGeom prst="rect">
            <a:avLst/>
          </a:prstGeom>
        </p:spPr>
      </p:pic>
      <p:sp>
        <p:nvSpPr>
          <p:cNvPr id="158" name="직선 연결선 157">
            <a:extLst>
              <a:ext uri="{FF2B5EF4-FFF2-40B4-BE49-F238E27FC236}">
                <a16:creationId xmlns:a16="http://schemas.microsoft.com/office/drawing/2014/main" id="{423B0975-8499-0020-FD9B-509143AE10B9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0B321679-623C-3D9B-F359-288EF86FFB32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게임 </a:t>
            </a:r>
            <a:r>
              <a:rPr lang="en-US" altLang="ko-KR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개요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948006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164AE-D38A-66FE-6F89-972B3C0B6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5481A6F-671C-3093-FE3D-6F600188E8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99B2B6-7FF3-985C-ACAF-D5A9D086C452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2-1)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UHD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정보 구조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C0F2E0CB-0A82-4BA6-5549-D7DDACB3E944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8EFAA7E7-1128-9782-4FAE-E26252C40E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01" y="1258251"/>
            <a:ext cx="6729348" cy="3789047"/>
          </a:xfrm>
          <a:prstGeom prst="roundRect">
            <a:avLst>
              <a:gd name="adj" fmla="val 201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954BBFC-1345-11BD-2F02-79E11DECD4C0}"/>
              </a:ext>
            </a:extLst>
          </p:cNvPr>
          <p:cNvSpPr>
            <a:spLocks noGrp="1"/>
          </p:cNvSpPr>
          <p:nvPr/>
        </p:nvSpPr>
        <p:spPr>
          <a:xfrm>
            <a:off x="7391400" y="1258251"/>
            <a:ext cx="4229100" cy="457200"/>
          </a:xfrm>
          <a:prstGeom prst="roundRect">
            <a:avLst>
              <a:gd name="adj" fmla="val 12121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5413EC1-2E9D-7A38-B355-3347DD13313E}"/>
              </a:ext>
            </a:extLst>
          </p:cNvPr>
          <p:cNvSpPr>
            <a:spLocks noGrp="1"/>
          </p:cNvSpPr>
          <p:nvPr/>
        </p:nvSpPr>
        <p:spPr>
          <a:xfrm>
            <a:off x="8517442" y="1372551"/>
            <a:ext cx="87717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게이지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DD6DE3C-2BE6-507D-284C-C83F6FA654C9}"/>
              </a:ext>
            </a:extLst>
          </p:cNvPr>
          <p:cNvSpPr>
            <a:spLocks noGrp="1"/>
          </p:cNvSpPr>
          <p:nvPr/>
        </p:nvSpPr>
        <p:spPr>
          <a:xfrm>
            <a:off x="9534713" y="1258251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확보량 · 소모 속도 · 한계 위험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224970D0-45BD-62FD-3892-5C03F201479A}"/>
              </a:ext>
            </a:extLst>
          </p:cNvPr>
          <p:cNvSpPr>
            <a:spLocks noGrp="1"/>
          </p:cNvSpPr>
          <p:nvPr/>
        </p:nvSpPr>
        <p:spPr>
          <a:xfrm>
            <a:off x="7391400" y="2453084"/>
            <a:ext cx="4229100" cy="457200"/>
          </a:xfrm>
          <a:prstGeom prst="roundRect">
            <a:avLst>
              <a:gd name="adj" fmla="val 12121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2F80011-2614-B1E7-67A6-EF826037FE94}"/>
              </a:ext>
            </a:extLst>
          </p:cNvPr>
          <p:cNvSpPr>
            <a:spLocks noGrp="1"/>
          </p:cNvSpPr>
          <p:nvPr/>
        </p:nvSpPr>
        <p:spPr>
          <a:xfrm>
            <a:off x="8517442" y="2567384"/>
            <a:ext cx="87717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소음 </a:t>
            </a:r>
            <a:r>
              <a:rPr lang="ko-KR" altLang="en-US"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게이지</a:t>
            </a:r>
            <a:endParaRPr sz="1000" b="1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1AD1D7A-C90D-C9F5-BD9C-0BC26D843E92}"/>
              </a:ext>
            </a:extLst>
          </p:cNvPr>
          <p:cNvSpPr>
            <a:spLocks noGrp="1"/>
          </p:cNvSpPr>
          <p:nvPr/>
        </p:nvSpPr>
        <p:spPr>
          <a:xfrm>
            <a:off x="9534713" y="2453084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소음 크기 · 적 AI 반응 가능성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BE902746-669F-798A-BFFB-F25D6843AAB8}"/>
              </a:ext>
            </a:extLst>
          </p:cNvPr>
          <p:cNvSpPr>
            <a:spLocks noGrp="1"/>
          </p:cNvSpPr>
          <p:nvPr/>
        </p:nvSpPr>
        <p:spPr>
          <a:xfrm>
            <a:off x="7391400" y="3053159"/>
            <a:ext cx="4229100" cy="457200"/>
          </a:xfrm>
          <a:prstGeom prst="roundRect">
            <a:avLst>
              <a:gd name="adj" fmla="val 12121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5339F120-957E-7AED-8BAB-4EF1CC1C74F5}"/>
              </a:ext>
            </a:extLst>
          </p:cNvPr>
          <p:cNvSpPr>
            <a:spLocks noGrp="1"/>
          </p:cNvSpPr>
          <p:nvPr/>
        </p:nvSpPr>
        <p:spPr>
          <a:xfrm>
            <a:off x="8517442" y="3167459"/>
            <a:ext cx="87717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능력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아이콘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DE826FA5-5AC5-5290-6377-8B021A1320EC}"/>
              </a:ext>
            </a:extLst>
          </p:cNvPr>
          <p:cNvSpPr>
            <a:spLocks noGrp="1"/>
          </p:cNvSpPr>
          <p:nvPr/>
        </p:nvSpPr>
        <p:spPr>
          <a:xfrm>
            <a:off x="9534713" y="3053159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사용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가능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·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조건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미충족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9D818DE8-BC50-91AE-776A-02D36BAD8787}"/>
              </a:ext>
            </a:extLst>
          </p:cNvPr>
          <p:cNvSpPr>
            <a:spLocks noGrp="1"/>
          </p:cNvSpPr>
          <p:nvPr/>
        </p:nvSpPr>
        <p:spPr>
          <a:xfrm>
            <a:off x="7391400" y="3653234"/>
            <a:ext cx="4229100" cy="457200"/>
          </a:xfrm>
          <a:prstGeom prst="roundRect">
            <a:avLst>
              <a:gd name="adj" fmla="val 12121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2829139A-85E6-72EB-E76D-D80B01D81620}"/>
              </a:ext>
            </a:extLst>
          </p:cNvPr>
          <p:cNvSpPr>
            <a:spLocks noGrp="1"/>
          </p:cNvSpPr>
          <p:nvPr/>
        </p:nvSpPr>
        <p:spPr>
          <a:xfrm>
            <a:off x="8517442" y="3767534"/>
            <a:ext cx="87717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미니맵 / 탐지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2B99377-6751-8340-44E2-C210C3DB38DA}"/>
              </a:ext>
            </a:extLst>
          </p:cNvPr>
          <p:cNvSpPr>
            <a:spLocks noGrp="1"/>
          </p:cNvSpPr>
          <p:nvPr/>
        </p:nvSpPr>
        <p:spPr>
          <a:xfrm>
            <a:off x="9534713" y="3653234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 위치 · 위험 구역 · 소음 원점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F0E6ECD6-E160-E2AC-682C-8ADDC024C0E8}"/>
              </a:ext>
            </a:extLst>
          </p:cNvPr>
          <p:cNvSpPr>
            <a:spLocks noGrp="1"/>
          </p:cNvSpPr>
          <p:nvPr/>
        </p:nvSpPr>
        <p:spPr>
          <a:xfrm>
            <a:off x="7391400" y="4318080"/>
            <a:ext cx="4229100" cy="323850"/>
          </a:xfrm>
          <a:prstGeom prst="roundRect">
            <a:avLst>
              <a:gd name="adj" fmla="val 14706"/>
            </a:avLst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E20CA1D7-35D6-1508-B6F5-D77DC4773623}"/>
              </a:ext>
            </a:extLst>
          </p:cNvPr>
          <p:cNvSpPr>
            <a:spLocks noGrp="1"/>
          </p:cNvSpPr>
          <p:nvPr/>
        </p:nvSpPr>
        <p:spPr>
          <a:xfrm>
            <a:off x="7489075" y="4318080"/>
            <a:ext cx="3962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상태별 UI 피드백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06FAD72F-6ACB-E3C5-FB55-0DC81D1D6B7D}"/>
              </a:ext>
            </a:extLst>
          </p:cNvPr>
          <p:cNvSpPr>
            <a:spLocks noGrp="1"/>
          </p:cNvSpPr>
          <p:nvPr/>
        </p:nvSpPr>
        <p:spPr>
          <a:xfrm>
            <a:off x="7391400" y="4779646"/>
            <a:ext cx="4229100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CFC223DD-EFE6-06A5-9BEC-971D1878569E}"/>
              </a:ext>
            </a:extLst>
          </p:cNvPr>
          <p:cNvSpPr>
            <a:spLocks noGrp="1"/>
          </p:cNvSpPr>
          <p:nvPr/>
        </p:nvSpPr>
        <p:spPr>
          <a:xfrm>
            <a:off x="7438445" y="4798696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정상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입력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D3C4CCBB-7B9E-6DFE-7B8D-4B2509A6F07D}"/>
              </a:ext>
            </a:extLst>
          </p:cNvPr>
          <p:cNvSpPr>
            <a:spLocks noGrp="1"/>
          </p:cNvSpPr>
          <p:nvPr/>
        </p:nvSpPr>
        <p:spPr>
          <a:xfrm>
            <a:off x="8282940" y="4798696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상태색·모션·SFX 전환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111DF556-35D0-499A-0955-ACEDA654EC9A}"/>
              </a:ext>
            </a:extLst>
          </p:cNvPr>
          <p:cNvSpPr>
            <a:spLocks noGrp="1"/>
          </p:cNvSpPr>
          <p:nvPr/>
        </p:nvSpPr>
        <p:spPr>
          <a:xfrm>
            <a:off x="10248900" y="4798696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입력 결과 즉시 확인</a:t>
            </a: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8A040E4B-F6D3-7BD0-E5D9-9089E0F6DF69}"/>
              </a:ext>
            </a:extLst>
          </p:cNvPr>
          <p:cNvSpPr>
            <a:spLocks noGrp="1"/>
          </p:cNvSpPr>
          <p:nvPr/>
        </p:nvSpPr>
        <p:spPr>
          <a:xfrm>
            <a:off x="7391400" y="5285423"/>
            <a:ext cx="4229100" cy="3619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DE8AF9D9-E0C2-5397-8995-77B726BEA039}"/>
              </a:ext>
            </a:extLst>
          </p:cNvPr>
          <p:cNvSpPr>
            <a:spLocks noGrp="1"/>
          </p:cNvSpPr>
          <p:nvPr/>
        </p:nvSpPr>
        <p:spPr>
          <a:xfrm>
            <a:off x="7438445" y="5304473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조건 미충족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EB279E0-7241-7C4F-86D0-13FA21058242}"/>
              </a:ext>
            </a:extLst>
          </p:cNvPr>
          <p:cNvSpPr>
            <a:spLocks noGrp="1"/>
          </p:cNvSpPr>
          <p:nvPr/>
        </p:nvSpPr>
        <p:spPr>
          <a:xfrm>
            <a:off x="8282940" y="5304473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능력 아이콘 잠금·짧은 경고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5DCA165-1C29-B275-6858-FFB16C90F301}"/>
              </a:ext>
            </a:extLst>
          </p:cNvPr>
          <p:cNvSpPr>
            <a:spLocks noGrp="1"/>
          </p:cNvSpPr>
          <p:nvPr/>
        </p:nvSpPr>
        <p:spPr>
          <a:xfrm>
            <a:off x="10248900" y="5304473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불가능한 이유 전달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DE6FDD2D-BA43-2CDF-4849-A780D0A6ED0F}"/>
              </a:ext>
            </a:extLst>
          </p:cNvPr>
          <p:cNvSpPr>
            <a:spLocks noGrp="1"/>
          </p:cNvSpPr>
          <p:nvPr/>
        </p:nvSpPr>
        <p:spPr>
          <a:xfrm>
            <a:off x="7391400" y="5791200"/>
            <a:ext cx="4229100" cy="361950"/>
          </a:xfrm>
          <a:prstGeom prst="roundRect">
            <a:avLst>
              <a:gd name="adj" fmla="val 10526"/>
            </a:avLst>
          </a:prstGeom>
          <a:solidFill>
            <a:srgbClr val="F7D8D8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2421ECF-45B3-9F00-9C7F-0F39213ECD22}"/>
              </a:ext>
            </a:extLst>
          </p:cNvPr>
          <p:cNvSpPr>
            <a:spLocks noGrp="1"/>
          </p:cNvSpPr>
          <p:nvPr/>
        </p:nvSpPr>
        <p:spPr>
          <a:xfrm>
            <a:off x="7438445" y="5810250"/>
            <a:ext cx="838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강제</a:t>
            </a:r>
            <a:r>
              <a:rPr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1" dirty="0" err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상태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7F4B301-7BEB-44F3-3CEC-9496D26962C4}"/>
              </a:ext>
            </a:extLst>
          </p:cNvPr>
          <p:cNvSpPr>
            <a:spLocks noGrp="1"/>
          </p:cNvSpPr>
          <p:nvPr/>
        </p:nvSpPr>
        <p:spPr>
          <a:xfrm>
            <a:off x="8282940" y="5810250"/>
            <a:ext cx="194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붉은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경고·강제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호흡·재입력</a:t>
            </a:r>
            <a:r>
              <a:rPr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제한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8AC8F0A0-B061-4FCE-6062-19317708F41B}"/>
              </a:ext>
            </a:extLst>
          </p:cNvPr>
          <p:cNvSpPr>
            <a:spLocks noGrp="1"/>
          </p:cNvSpPr>
          <p:nvPr/>
        </p:nvSpPr>
        <p:spPr>
          <a:xfrm>
            <a:off x="10248900" y="5810250"/>
            <a:ext cx="125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한계 도달 결과 전달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E31D985B-87DE-EDD2-3BD3-BB901169B80F}"/>
              </a:ext>
            </a:extLst>
          </p:cNvPr>
          <p:cNvSpPr>
            <a:spLocks noGrp="1"/>
          </p:cNvSpPr>
          <p:nvPr/>
        </p:nvSpPr>
        <p:spPr>
          <a:xfrm>
            <a:off x="590550" y="5257800"/>
            <a:ext cx="1790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sz="1500" b="1" dirty="0" err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화면</a:t>
            </a: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500" b="1" dirty="0" err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판단</a:t>
            </a:r>
            <a:r>
              <a:rPr sz="15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sz="1500" b="1" dirty="0" err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흐름</a:t>
            </a:r>
            <a:endParaRPr sz="15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C8ED9B75-C9C1-AEC1-CE69-0105193D242D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3914451D-152D-87DF-B7E2-DA591A9798C1}"/>
              </a:ext>
            </a:extLst>
          </p:cNvPr>
          <p:cNvSpPr>
            <a:spLocks noGrp="1"/>
          </p:cNvSpPr>
          <p:nvPr/>
        </p:nvSpPr>
        <p:spPr>
          <a:xfrm>
            <a:off x="628650" y="5772150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상태 확인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F519AE9F-AA14-9A33-2383-3BB520EB6B5C}"/>
              </a:ext>
            </a:extLst>
          </p:cNvPr>
          <p:cNvSpPr>
            <a:spLocks noGrp="1"/>
          </p:cNvSpPr>
          <p:nvPr/>
        </p:nvSpPr>
        <p:spPr>
          <a:xfrm>
            <a:off x="1828800" y="58102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7500" lnSpcReduction="20000"/>
          </a:bodyPr>
          <a:lstStyle/>
          <a:p>
            <a:pPr algn="ctr">
              <a:lnSpc>
                <a:spcPct val="150000"/>
              </a:lnSpc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AECB8942-29D5-83FF-9A7E-C235F094DBF2}"/>
              </a:ext>
            </a:extLst>
          </p:cNvPr>
          <p:cNvSpPr>
            <a:spLocks noGrp="1"/>
          </p:cNvSpPr>
          <p:nvPr/>
        </p:nvSpPr>
        <p:spPr>
          <a:xfrm>
            <a:off x="2152650" y="57531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FB3A0D9C-C976-DEB4-E55F-1ACB457C715F}"/>
              </a:ext>
            </a:extLst>
          </p:cNvPr>
          <p:cNvSpPr>
            <a:spLocks noGrp="1"/>
          </p:cNvSpPr>
          <p:nvPr/>
        </p:nvSpPr>
        <p:spPr>
          <a:xfrm>
            <a:off x="2190750" y="5772150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위험 예측</a:t>
            </a: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454FABF6-C86C-FDC6-E99B-08178F0B7597}"/>
              </a:ext>
            </a:extLst>
          </p:cNvPr>
          <p:cNvSpPr>
            <a:spLocks noGrp="1"/>
          </p:cNvSpPr>
          <p:nvPr/>
        </p:nvSpPr>
        <p:spPr>
          <a:xfrm>
            <a:off x="3390900" y="58102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7500" lnSpcReduction="20000"/>
          </a:bodyPr>
          <a:lstStyle/>
          <a:p>
            <a:pPr algn="ctr">
              <a:lnSpc>
                <a:spcPct val="150000"/>
              </a:lnSpc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2E0F0C38-A408-0F7D-F443-9089B9F4CF52}"/>
              </a:ext>
            </a:extLst>
          </p:cNvPr>
          <p:cNvSpPr>
            <a:spLocks noGrp="1"/>
          </p:cNvSpPr>
          <p:nvPr/>
        </p:nvSpPr>
        <p:spPr>
          <a:xfrm>
            <a:off x="3714750" y="5753100"/>
            <a:ext cx="1428750" cy="400050"/>
          </a:xfrm>
          <a:prstGeom prst="roundRect">
            <a:avLst>
              <a:gd name="adj" fmla="val 19048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B9049D7C-3832-840F-79A9-7E6A35EC72B7}"/>
              </a:ext>
            </a:extLst>
          </p:cNvPr>
          <p:cNvSpPr>
            <a:spLocks noGrp="1"/>
          </p:cNvSpPr>
          <p:nvPr/>
        </p:nvSpPr>
        <p:spPr>
          <a:xfrm>
            <a:off x="3752850" y="5772150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회복 위치 선택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E62EA71A-B52B-8E6D-BF6A-98640BDB8107}"/>
              </a:ext>
            </a:extLst>
          </p:cNvPr>
          <p:cNvSpPr>
            <a:spLocks noGrp="1"/>
          </p:cNvSpPr>
          <p:nvPr/>
        </p:nvSpPr>
        <p:spPr>
          <a:xfrm>
            <a:off x="5162550" y="581025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77500" lnSpcReduction="20000"/>
          </a:bodyPr>
          <a:lstStyle/>
          <a:p>
            <a:pPr algn="ctr">
              <a:lnSpc>
                <a:spcPct val="150000"/>
              </a:lnSpc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8E7CB36A-A834-5536-3943-0031C8437696}"/>
              </a:ext>
            </a:extLst>
          </p:cNvPr>
          <p:cNvSpPr>
            <a:spLocks noGrp="1"/>
          </p:cNvSpPr>
          <p:nvPr/>
        </p:nvSpPr>
        <p:spPr>
          <a:xfrm>
            <a:off x="5486400" y="5753100"/>
            <a:ext cx="1219200" cy="400050"/>
          </a:xfrm>
          <a:prstGeom prst="roundRect">
            <a:avLst>
              <a:gd name="adj" fmla="val 19048"/>
            </a:avLst>
          </a:prstGeom>
          <a:solidFill>
            <a:srgbClr val="EDE4FA"/>
          </a:solidFill>
          <a:ln w="9525">
            <a:solidFill>
              <a:srgbClr val="EDE4FA"/>
            </a:solidFill>
            <a:prstDash val="solid"/>
          </a:ln>
        </p:spPr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7C8E0BC6-872E-6BB0-539A-00C479EFBA1F}"/>
              </a:ext>
            </a:extLst>
          </p:cNvPr>
          <p:cNvSpPr>
            <a:spLocks noGrp="1"/>
          </p:cNvSpPr>
          <p:nvPr/>
        </p:nvSpPr>
        <p:spPr>
          <a:xfrm>
            <a:off x="5524500" y="5772150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실행</a:t>
            </a:r>
          </a:p>
        </p:txBody>
      </p:sp>
      <p:sp>
        <p:nvSpPr>
          <p:cNvPr id="133" name="직선 연결선 132">
            <a:extLst>
              <a:ext uri="{FF2B5EF4-FFF2-40B4-BE49-F238E27FC236}">
                <a16:creationId xmlns:a16="http://schemas.microsoft.com/office/drawing/2014/main" id="{EE1C71E1-D21B-3210-C1DA-3C3A0D8BA391}"/>
              </a:ext>
            </a:extLst>
          </p:cNvPr>
          <p:cNvSpPr>
            <a:spLocks noGrp="1"/>
          </p:cNvSpPr>
          <p:nvPr/>
        </p:nvSpPr>
        <p:spPr>
          <a:xfrm flipH="1">
            <a:off x="8258362" y="4817746"/>
            <a:ext cx="0" cy="29718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35" name="직선 연결선 134">
            <a:extLst>
              <a:ext uri="{FF2B5EF4-FFF2-40B4-BE49-F238E27FC236}">
                <a16:creationId xmlns:a16="http://schemas.microsoft.com/office/drawing/2014/main" id="{295261D4-1126-2A2B-5E81-982B4C4C35D6}"/>
              </a:ext>
            </a:extLst>
          </p:cNvPr>
          <p:cNvSpPr>
            <a:spLocks noGrp="1"/>
          </p:cNvSpPr>
          <p:nvPr/>
        </p:nvSpPr>
        <p:spPr>
          <a:xfrm flipH="1">
            <a:off x="8258362" y="5327333"/>
            <a:ext cx="0" cy="29718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37" name="직선 연결선 136">
            <a:extLst>
              <a:ext uri="{FF2B5EF4-FFF2-40B4-BE49-F238E27FC236}">
                <a16:creationId xmlns:a16="http://schemas.microsoft.com/office/drawing/2014/main" id="{C7317BA3-D26E-4E33-82AD-0873303E534C}"/>
              </a:ext>
            </a:extLst>
          </p:cNvPr>
          <p:cNvSpPr>
            <a:spLocks noGrp="1"/>
          </p:cNvSpPr>
          <p:nvPr/>
        </p:nvSpPr>
        <p:spPr>
          <a:xfrm flipH="1">
            <a:off x="8258362" y="5829300"/>
            <a:ext cx="0" cy="297180"/>
          </a:xfrm>
          <a:prstGeom prst="line">
            <a:avLst/>
          </a:prstGeom>
          <a:noFill/>
          <a:ln w="9525">
            <a:solidFill>
              <a:srgbClr val="EFAFAF"/>
            </a:solidFill>
            <a:prstDash val="solid"/>
          </a:ln>
        </p:spPr>
      </p:sp>
      <p:sp>
        <p:nvSpPr>
          <p:cNvPr id="139" name="직선 연결선 138">
            <a:extLst>
              <a:ext uri="{FF2B5EF4-FFF2-40B4-BE49-F238E27FC236}">
                <a16:creationId xmlns:a16="http://schemas.microsoft.com/office/drawing/2014/main" id="{33377BA2-B5D1-2EF1-66E3-C9829878FCDA}"/>
              </a:ext>
            </a:extLst>
          </p:cNvPr>
          <p:cNvSpPr>
            <a:spLocks noGrp="1"/>
          </p:cNvSpPr>
          <p:nvPr/>
        </p:nvSpPr>
        <p:spPr>
          <a:xfrm flipH="1">
            <a:off x="10216702" y="5825490"/>
            <a:ext cx="0" cy="297180"/>
          </a:xfrm>
          <a:prstGeom prst="line">
            <a:avLst/>
          </a:prstGeom>
          <a:noFill/>
          <a:ln w="9525">
            <a:solidFill>
              <a:srgbClr val="EFAFAF"/>
            </a:solidFill>
            <a:prstDash val="solid"/>
          </a:ln>
        </p:spPr>
      </p:sp>
      <p:sp>
        <p:nvSpPr>
          <p:cNvPr id="141" name="직선 연결선 140">
            <a:extLst>
              <a:ext uri="{FF2B5EF4-FFF2-40B4-BE49-F238E27FC236}">
                <a16:creationId xmlns:a16="http://schemas.microsoft.com/office/drawing/2014/main" id="{C1EEE193-95DC-AEBB-A1A2-88649C73DCE4}"/>
              </a:ext>
            </a:extLst>
          </p:cNvPr>
          <p:cNvSpPr>
            <a:spLocks noGrp="1"/>
          </p:cNvSpPr>
          <p:nvPr/>
        </p:nvSpPr>
        <p:spPr>
          <a:xfrm flipH="1">
            <a:off x="10216702" y="5323523"/>
            <a:ext cx="0" cy="29718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43" name="직선 연결선 142">
            <a:extLst>
              <a:ext uri="{FF2B5EF4-FFF2-40B4-BE49-F238E27FC236}">
                <a16:creationId xmlns:a16="http://schemas.microsoft.com/office/drawing/2014/main" id="{1CFFC929-F772-42B7-26CD-52B8DAD1B640}"/>
              </a:ext>
            </a:extLst>
          </p:cNvPr>
          <p:cNvSpPr>
            <a:spLocks noGrp="1"/>
          </p:cNvSpPr>
          <p:nvPr/>
        </p:nvSpPr>
        <p:spPr>
          <a:xfrm flipH="1">
            <a:off x="10216702" y="4825366"/>
            <a:ext cx="0" cy="29718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6B6556FA-C0A2-197C-A5B2-4DF489156F31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 화면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A74F544C-4701-F399-5695-8CEF62B0A387}"/>
              </a:ext>
            </a:extLst>
          </p:cNvPr>
          <p:cNvSpPr>
            <a:spLocks noGrp="1"/>
          </p:cNvSpPr>
          <p:nvPr/>
        </p:nvSpPr>
        <p:spPr>
          <a:xfrm>
            <a:off x="7391400" y="1853009"/>
            <a:ext cx="4229100" cy="457200"/>
          </a:xfrm>
          <a:prstGeom prst="roundRect">
            <a:avLst>
              <a:gd name="adj" fmla="val 12121"/>
            </a:avLst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17C59F54-E4B7-97F6-46B8-B81F25D96DB7}"/>
              </a:ext>
            </a:extLst>
          </p:cNvPr>
          <p:cNvSpPr>
            <a:spLocks noGrp="1"/>
          </p:cNvSpPr>
          <p:nvPr/>
        </p:nvSpPr>
        <p:spPr>
          <a:xfrm>
            <a:off x="8517442" y="1967309"/>
            <a:ext cx="87717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073B5C"/>
                </a:solidFill>
              </a:defRPr>
            </a:pP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기침 게이지</a:t>
            </a:r>
            <a:endParaRPr sz="1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34E6F20F-D8B1-58E0-8E69-70E9A935679F}"/>
              </a:ext>
            </a:extLst>
          </p:cNvPr>
          <p:cNvSpPr>
            <a:spLocks noGrp="1"/>
          </p:cNvSpPr>
          <p:nvPr/>
        </p:nvSpPr>
        <p:spPr>
          <a:xfrm>
            <a:off x="9534713" y="1853009"/>
            <a:ext cx="2533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위험 환경 누적 </a:t>
            </a:r>
            <a:r>
              <a:rPr lang="en-US" altLang="ko-KR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1000" b="0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강제 기침 조건</a:t>
            </a:r>
            <a:endParaRPr sz="1000" b="0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pic>
        <p:nvPicPr>
          <p:cNvPr id="191" name="그림 190">
            <a:extLst>
              <a:ext uri="{FF2B5EF4-FFF2-40B4-BE49-F238E27FC236}">
                <a16:creationId xmlns:a16="http://schemas.microsoft.com/office/drawing/2014/main" id="{49F1BE36-84BA-565B-7E41-BFBB71EB78F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6" t="12683" r="48149" b="78214"/>
          <a:stretch>
            <a:fillRect/>
          </a:stretch>
        </p:blipFill>
        <p:spPr>
          <a:xfrm>
            <a:off x="7489075" y="1387977"/>
            <a:ext cx="834742" cy="197747"/>
          </a:xfrm>
          <a:prstGeom prst="rect">
            <a:avLst/>
          </a:prstGeom>
        </p:spPr>
      </p:pic>
      <p:pic>
        <p:nvPicPr>
          <p:cNvPr id="203" name="그림 202">
            <a:extLst>
              <a:ext uri="{FF2B5EF4-FFF2-40B4-BE49-F238E27FC236}">
                <a16:creationId xmlns:a16="http://schemas.microsoft.com/office/drawing/2014/main" id="{0D81F5FA-5FFB-0A58-8FA8-2C00EFD5B5D7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6" t="21493" r="48149" b="69404"/>
          <a:stretch>
            <a:fillRect/>
          </a:stretch>
        </p:blipFill>
        <p:spPr>
          <a:xfrm>
            <a:off x="7489075" y="1982735"/>
            <a:ext cx="834742" cy="197747"/>
          </a:xfrm>
          <a:prstGeom prst="rect">
            <a:avLst/>
          </a:prstGeom>
        </p:spPr>
      </p:pic>
      <p:pic>
        <p:nvPicPr>
          <p:cNvPr id="205" name="그림 204">
            <a:extLst>
              <a:ext uri="{FF2B5EF4-FFF2-40B4-BE49-F238E27FC236}">
                <a16:creationId xmlns:a16="http://schemas.microsoft.com/office/drawing/2014/main" id="{3B3C8804-9733-F9FB-1B43-E67B728C0FD8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6" t="32623" r="48149" b="55660"/>
          <a:stretch>
            <a:fillRect/>
          </a:stretch>
        </p:blipFill>
        <p:spPr>
          <a:xfrm>
            <a:off x="7520256" y="2554413"/>
            <a:ext cx="834742" cy="254541"/>
          </a:xfrm>
          <a:prstGeom prst="rect">
            <a:avLst/>
          </a:prstGeom>
        </p:spPr>
      </p:pic>
      <p:pic>
        <p:nvPicPr>
          <p:cNvPr id="207" name="그림 206">
            <a:extLst>
              <a:ext uri="{FF2B5EF4-FFF2-40B4-BE49-F238E27FC236}">
                <a16:creationId xmlns:a16="http://schemas.microsoft.com/office/drawing/2014/main" id="{D2892370-4F3E-8E58-13CC-33B3249E45F8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" t="48634" r="49028" b="41574"/>
          <a:stretch>
            <a:fillRect/>
          </a:stretch>
        </p:blipFill>
        <p:spPr>
          <a:xfrm>
            <a:off x="7624763" y="3117929"/>
            <a:ext cx="576623" cy="153909"/>
          </a:xfrm>
          <a:prstGeom prst="rect">
            <a:avLst/>
          </a:prstGeom>
        </p:spPr>
      </p:pic>
      <p:pic>
        <p:nvPicPr>
          <p:cNvPr id="211" name="그림 210">
            <a:extLst>
              <a:ext uri="{FF2B5EF4-FFF2-40B4-BE49-F238E27FC236}">
                <a16:creationId xmlns:a16="http://schemas.microsoft.com/office/drawing/2014/main" id="{B8442CC9-9C23-665F-015C-49FE9AD5007A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18" t="47800" r="3042" b="41393"/>
          <a:stretch>
            <a:fillRect/>
          </a:stretch>
        </p:blipFill>
        <p:spPr>
          <a:xfrm>
            <a:off x="7618612" y="3281759"/>
            <a:ext cx="587543" cy="173082"/>
          </a:xfrm>
          <a:prstGeom prst="rect">
            <a:avLst/>
          </a:prstGeom>
        </p:spPr>
      </p:pic>
      <p:pic>
        <p:nvPicPr>
          <p:cNvPr id="213" name="그림 212">
            <a:extLst>
              <a:ext uri="{FF2B5EF4-FFF2-40B4-BE49-F238E27FC236}">
                <a16:creationId xmlns:a16="http://schemas.microsoft.com/office/drawing/2014/main" id="{DBCAC39E-449B-F0AB-D65B-F23B2E3885D7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93" t="2509" r="3039" b="64753"/>
          <a:stretch>
            <a:fillRect/>
          </a:stretch>
        </p:blipFill>
        <p:spPr>
          <a:xfrm>
            <a:off x="7720533" y="3683441"/>
            <a:ext cx="371826" cy="377738"/>
          </a:xfrm>
          <a:prstGeom prst="rect">
            <a:avLst/>
          </a:prstGeom>
        </p:spPr>
      </p:pic>
      <p:sp>
        <p:nvSpPr>
          <p:cNvPr id="215" name="직선 연결선 214">
            <a:extLst>
              <a:ext uri="{FF2B5EF4-FFF2-40B4-BE49-F238E27FC236}">
                <a16:creationId xmlns:a16="http://schemas.microsoft.com/office/drawing/2014/main" id="{A7924D85-D65B-F4D0-94D0-F23662561E7B}"/>
              </a:ext>
            </a:extLst>
          </p:cNvPr>
          <p:cNvSpPr>
            <a:spLocks noGrp="1"/>
          </p:cNvSpPr>
          <p:nvPr/>
        </p:nvSpPr>
        <p:spPr>
          <a:xfrm flipH="1">
            <a:off x="8438403" y="1291718"/>
            <a:ext cx="0" cy="391031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17" name="직선 연결선 216">
            <a:extLst>
              <a:ext uri="{FF2B5EF4-FFF2-40B4-BE49-F238E27FC236}">
                <a16:creationId xmlns:a16="http://schemas.microsoft.com/office/drawing/2014/main" id="{2F287C1F-13F5-7AED-FA8B-318EEFD8599D}"/>
              </a:ext>
            </a:extLst>
          </p:cNvPr>
          <p:cNvSpPr>
            <a:spLocks noGrp="1"/>
          </p:cNvSpPr>
          <p:nvPr/>
        </p:nvSpPr>
        <p:spPr>
          <a:xfrm flipH="1">
            <a:off x="8438403" y="1886685"/>
            <a:ext cx="0" cy="391031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19" name="직선 연결선 218">
            <a:extLst>
              <a:ext uri="{FF2B5EF4-FFF2-40B4-BE49-F238E27FC236}">
                <a16:creationId xmlns:a16="http://schemas.microsoft.com/office/drawing/2014/main" id="{BBBA34B3-AA44-6A6D-9C13-8589D31E5290}"/>
              </a:ext>
            </a:extLst>
          </p:cNvPr>
          <p:cNvSpPr>
            <a:spLocks noGrp="1"/>
          </p:cNvSpPr>
          <p:nvPr/>
        </p:nvSpPr>
        <p:spPr>
          <a:xfrm flipH="1">
            <a:off x="8438403" y="2488009"/>
            <a:ext cx="0" cy="391031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21" name="직선 연결선 220">
            <a:extLst>
              <a:ext uri="{FF2B5EF4-FFF2-40B4-BE49-F238E27FC236}">
                <a16:creationId xmlns:a16="http://schemas.microsoft.com/office/drawing/2014/main" id="{5F0FC975-EC98-B93D-3431-2DD98464CF57}"/>
              </a:ext>
            </a:extLst>
          </p:cNvPr>
          <p:cNvSpPr>
            <a:spLocks noGrp="1"/>
          </p:cNvSpPr>
          <p:nvPr/>
        </p:nvSpPr>
        <p:spPr>
          <a:xfrm flipH="1">
            <a:off x="8438403" y="3086243"/>
            <a:ext cx="0" cy="391031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23" name="직선 연결선 222">
            <a:extLst>
              <a:ext uri="{FF2B5EF4-FFF2-40B4-BE49-F238E27FC236}">
                <a16:creationId xmlns:a16="http://schemas.microsoft.com/office/drawing/2014/main" id="{0D077E86-5DCA-8DEA-4A64-EACBE36721DD}"/>
              </a:ext>
            </a:extLst>
          </p:cNvPr>
          <p:cNvSpPr>
            <a:spLocks noGrp="1"/>
          </p:cNvSpPr>
          <p:nvPr/>
        </p:nvSpPr>
        <p:spPr>
          <a:xfrm flipH="1">
            <a:off x="8438403" y="3686616"/>
            <a:ext cx="0" cy="391031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27" name="직선 연결선 226">
            <a:extLst>
              <a:ext uri="{FF2B5EF4-FFF2-40B4-BE49-F238E27FC236}">
                <a16:creationId xmlns:a16="http://schemas.microsoft.com/office/drawing/2014/main" id="{BFAC9B2F-9187-A35B-2818-4423B00EE29E}"/>
              </a:ext>
            </a:extLst>
          </p:cNvPr>
          <p:cNvSpPr>
            <a:spLocks noGrp="1"/>
          </p:cNvSpPr>
          <p:nvPr/>
        </p:nvSpPr>
        <p:spPr>
          <a:xfrm flipH="1">
            <a:off x="9451771" y="1291718"/>
            <a:ext cx="0" cy="391031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29" name="직선 연결선 228">
            <a:extLst>
              <a:ext uri="{FF2B5EF4-FFF2-40B4-BE49-F238E27FC236}">
                <a16:creationId xmlns:a16="http://schemas.microsoft.com/office/drawing/2014/main" id="{68B21E52-0F4A-D4D5-2045-A791617118C4}"/>
              </a:ext>
            </a:extLst>
          </p:cNvPr>
          <p:cNvSpPr>
            <a:spLocks noGrp="1"/>
          </p:cNvSpPr>
          <p:nvPr/>
        </p:nvSpPr>
        <p:spPr>
          <a:xfrm flipH="1">
            <a:off x="9451771" y="1886685"/>
            <a:ext cx="0" cy="391031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31" name="직선 연결선 230">
            <a:extLst>
              <a:ext uri="{FF2B5EF4-FFF2-40B4-BE49-F238E27FC236}">
                <a16:creationId xmlns:a16="http://schemas.microsoft.com/office/drawing/2014/main" id="{4167588E-6D36-3602-E9BE-8FE6F7CE7BDC}"/>
              </a:ext>
            </a:extLst>
          </p:cNvPr>
          <p:cNvSpPr>
            <a:spLocks noGrp="1"/>
          </p:cNvSpPr>
          <p:nvPr/>
        </p:nvSpPr>
        <p:spPr>
          <a:xfrm flipH="1">
            <a:off x="9451771" y="2488009"/>
            <a:ext cx="0" cy="391031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33" name="직선 연결선 232">
            <a:extLst>
              <a:ext uri="{FF2B5EF4-FFF2-40B4-BE49-F238E27FC236}">
                <a16:creationId xmlns:a16="http://schemas.microsoft.com/office/drawing/2014/main" id="{2138FA60-256D-657F-E6AD-77417CDEC231}"/>
              </a:ext>
            </a:extLst>
          </p:cNvPr>
          <p:cNvSpPr>
            <a:spLocks noGrp="1"/>
          </p:cNvSpPr>
          <p:nvPr/>
        </p:nvSpPr>
        <p:spPr>
          <a:xfrm flipH="1">
            <a:off x="9451771" y="3086243"/>
            <a:ext cx="0" cy="391031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35" name="직선 연결선 234">
            <a:extLst>
              <a:ext uri="{FF2B5EF4-FFF2-40B4-BE49-F238E27FC236}">
                <a16:creationId xmlns:a16="http://schemas.microsoft.com/office/drawing/2014/main" id="{2E0C9017-367D-9D08-6398-124155568CA8}"/>
              </a:ext>
            </a:extLst>
          </p:cNvPr>
          <p:cNvSpPr>
            <a:spLocks noGrp="1"/>
          </p:cNvSpPr>
          <p:nvPr/>
        </p:nvSpPr>
        <p:spPr>
          <a:xfrm flipH="1">
            <a:off x="9451771" y="3686616"/>
            <a:ext cx="0" cy="391031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3060739" y="-277177"/>
            <a:ext cx="828501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solidFill>
                  <a:srgbClr val="D43030"/>
                </a:solidFill>
              </a:rPr>
              <a:t>소음 게이지 말고 기력 게이지가 필요할 듯</a:t>
            </a:r>
            <a:endParaRPr lang="en-US" altLang="ko-KR" sz="1500">
              <a:solidFill>
                <a:srgbClr val="D43030"/>
              </a:solidFill>
            </a:endParaRPr>
          </a:p>
          <a:p>
            <a:r>
              <a:rPr lang="ko-KR" altLang="en-US" sz="1500">
                <a:solidFill>
                  <a:srgbClr val="D43030"/>
                </a:solidFill>
              </a:rPr>
              <a:t>미니맵이 필요할 지도 고민해봐야 될 듯</a:t>
            </a:r>
            <a:endParaRPr lang="en-US" altLang="ko-KR" sz="1500">
              <a:solidFill>
                <a:srgbClr val="D43030"/>
              </a:solidFill>
            </a:endParaRPr>
          </a:p>
          <a:p>
            <a:r>
              <a:rPr lang="ko-KR" altLang="en-US" sz="1500">
                <a:solidFill>
                  <a:srgbClr val="D43030"/>
                </a:solidFill>
              </a:rPr>
              <a:t>소음으로 주변 적의 어그로를 끄는 경우가 많으니</a:t>
            </a:r>
            <a:r>
              <a:rPr lang="en-US" altLang="ko-KR" sz="1500">
                <a:solidFill>
                  <a:srgbClr val="D43030"/>
                </a:solidFill>
              </a:rPr>
              <a:t>, </a:t>
            </a:r>
            <a:r>
              <a:rPr lang="ko-KR" altLang="en-US" sz="1500">
                <a:solidFill>
                  <a:srgbClr val="D43030"/>
                </a:solidFill>
              </a:rPr>
              <a:t>적을 좀 더 촘촘하게 배치할 필요가 있을 듯</a:t>
            </a:r>
          </a:p>
        </p:txBody>
      </p:sp>
    </p:spTree>
    <p:extLst>
      <p:ext uri="{BB962C8B-B14F-4D97-AF65-F5344CB8AC3E}">
        <p14:creationId xmlns:p14="http://schemas.microsoft.com/office/powerpoint/2010/main" val="907403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F26E0-5D67-DBBD-A61D-613558E28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AD78FF4-0939-34FE-D121-4B5D6A03DA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7E224A-A934-A028-71FF-A99C631142BC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2-2)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UI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상세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2289B769-9CC4-C59B-ECFE-89FC7B87EF24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98518DAD-05D3-375A-ADE0-33441DE14DE2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 화면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DCC3E9A-0BCF-1893-4D44-74C0AFCDD8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061286"/>
              </p:ext>
            </p:extLst>
          </p:nvPr>
        </p:nvGraphicFramePr>
        <p:xfrm>
          <a:off x="6354366" y="1566483"/>
          <a:ext cx="5238320" cy="4867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580">
                  <a:extLst>
                    <a:ext uri="{9D8B030D-6E8A-4147-A177-3AD203B41FA5}">
                      <a16:colId xmlns:a16="http://schemas.microsoft.com/office/drawing/2014/main" val="4012432328"/>
                    </a:ext>
                  </a:extLst>
                </a:gridCol>
                <a:gridCol w="1309580">
                  <a:extLst>
                    <a:ext uri="{9D8B030D-6E8A-4147-A177-3AD203B41FA5}">
                      <a16:colId xmlns:a16="http://schemas.microsoft.com/office/drawing/2014/main" val="1599709489"/>
                    </a:ext>
                  </a:extLst>
                </a:gridCol>
                <a:gridCol w="1309580">
                  <a:extLst>
                    <a:ext uri="{9D8B030D-6E8A-4147-A177-3AD203B41FA5}">
                      <a16:colId xmlns:a16="http://schemas.microsoft.com/office/drawing/2014/main" val="3282748223"/>
                    </a:ext>
                  </a:extLst>
                </a:gridCol>
                <a:gridCol w="1309580">
                  <a:extLst>
                    <a:ext uri="{9D8B030D-6E8A-4147-A177-3AD203B41FA5}">
                      <a16:colId xmlns:a16="http://schemas.microsoft.com/office/drawing/2014/main" val="2453431242"/>
                    </a:ext>
                  </a:extLst>
                </a:gridCol>
              </a:tblGrid>
              <a:tr h="2655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A6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모션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A6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조작키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A6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게이지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A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23284"/>
                  </a:ext>
                </a:extLst>
              </a:tr>
              <a:tr h="1534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들이마시기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스페이스바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107044"/>
                  </a:ext>
                </a:extLst>
              </a:tr>
              <a:tr h="1534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707791"/>
                  </a:ext>
                </a:extLst>
              </a:tr>
              <a:tr h="15340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내뱉기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1"/>
                      <a:r>
                        <a:rPr lang="en-US" altLang="ko-KR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 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422740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60580329-4F4C-5CB0-5374-E8C9237AB5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4967" b="89565" l="40809" r="45410">
                        <a14:foregroundMark x1="41089" y1="86397" x2="44677" y2="88204"/>
                        <a14:foregroundMark x1="41208" y1="86929" x2="41208" y2="88098"/>
                        <a14:foregroundMark x1="41208" y1="88310" x2="44438" y2="8820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234" t="84392" r="54015" b="9860"/>
          <a:stretch/>
        </p:blipFill>
        <p:spPr>
          <a:xfrm>
            <a:off x="9299733" y="2259273"/>
            <a:ext cx="687211" cy="38655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24302FA-A088-726A-D34F-40B2D886C0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5442" b="89019" l="54208" r="56604">
                        <a14:foregroundMark x1="55801" y1="87779" x2="55084" y2="883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3909" t="84995" r="43096" b="10534"/>
          <a:stretch/>
        </p:blipFill>
        <p:spPr>
          <a:xfrm>
            <a:off x="9457429" y="3836420"/>
            <a:ext cx="359118" cy="30165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023DA1A-F235-FBA5-DA29-6A31A33D6A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198" y="3899556"/>
            <a:ext cx="1099250" cy="38316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0DE49DF-8D6C-EA72-85DD-69F37A3ACD7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754" y="5438886"/>
            <a:ext cx="1099250" cy="38316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C6EA5C4-0B41-C6AB-7855-FB417D719F2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796" y="5301147"/>
            <a:ext cx="2353959" cy="80824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6CDDE6B-2146-23C5-B7B9-7A74D13B233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3198" y="2365951"/>
            <a:ext cx="1099250" cy="377435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60F83303-7EA4-1AC8-350B-080AD4E3A58C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155" y="3449630"/>
            <a:ext cx="1137185" cy="1420973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EA4F6F6F-BE37-7288-4A41-2755B1F4218B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933" y="1917730"/>
            <a:ext cx="1554896" cy="1420973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09BC1A92-5B98-B52E-0007-A260B510424A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905" y="4964156"/>
            <a:ext cx="1137185" cy="1420973"/>
          </a:xfrm>
          <a:prstGeom prst="rect">
            <a:avLst/>
          </a:prstGeom>
        </p:spPr>
      </p:pic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DF505FC-85CF-70ED-560A-80AF38C6E079}"/>
              </a:ext>
            </a:extLst>
          </p:cNvPr>
          <p:cNvSpPr/>
          <p:nvPr/>
        </p:nvSpPr>
        <p:spPr>
          <a:xfrm>
            <a:off x="590980" y="1566483"/>
            <a:ext cx="5238320" cy="2589619"/>
          </a:xfrm>
          <a:prstGeom prst="roundRect">
            <a:avLst>
              <a:gd name="adj" fmla="val 5809"/>
            </a:avLst>
          </a:prstGeom>
          <a:blipFill dpi="0"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29F9F78-8FF1-B136-6A37-BDB909E74E22}"/>
              </a:ext>
            </a:extLst>
          </p:cNvPr>
          <p:cNvSpPr>
            <a:spLocks noGrp="1"/>
          </p:cNvSpPr>
          <p:nvPr/>
        </p:nvSpPr>
        <p:spPr>
          <a:xfrm>
            <a:off x="596431" y="1068611"/>
            <a:ext cx="2067708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lang="en-US" altLang="ko-KR"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 </a:t>
            </a:r>
            <a:r>
              <a:rPr lang="ko-KR" altLang="en-US"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대표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플레이 화면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4E8ADAD-6827-0D51-DBF4-56CFEB90AB9E}"/>
              </a:ext>
            </a:extLst>
          </p:cNvPr>
          <p:cNvSpPr>
            <a:spLocks noGrp="1"/>
          </p:cNvSpPr>
          <p:nvPr/>
        </p:nvSpPr>
        <p:spPr>
          <a:xfrm>
            <a:off x="596431" y="4249665"/>
            <a:ext cx="2067708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lang="en-US" altLang="ko-KR"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2) </a:t>
            </a:r>
            <a:r>
              <a:rPr lang="ko-KR" altLang="en-US"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게이지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한계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95BBA3C6-8157-A9EA-07AC-B287C9F59DC4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14" y="4976408"/>
            <a:ext cx="2611761" cy="1457727"/>
          </a:xfrm>
          <a:prstGeom prst="rect">
            <a:avLst/>
          </a:prstGeom>
        </p:spPr>
      </p:pic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0CC1A612-5006-2573-DF20-FC65ABE70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896052"/>
              </p:ext>
            </p:extLst>
          </p:nvPr>
        </p:nvGraphicFramePr>
        <p:xfrm>
          <a:off x="596431" y="4729412"/>
          <a:ext cx="5238320" cy="1704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9160">
                  <a:extLst>
                    <a:ext uri="{9D8B030D-6E8A-4147-A177-3AD203B41FA5}">
                      <a16:colId xmlns:a16="http://schemas.microsoft.com/office/drawing/2014/main" val="4012432328"/>
                    </a:ext>
                  </a:extLst>
                </a:gridCol>
                <a:gridCol w="2619160">
                  <a:extLst>
                    <a:ext uri="{9D8B030D-6E8A-4147-A177-3AD203B41FA5}">
                      <a16:colId xmlns:a16="http://schemas.microsoft.com/office/drawing/2014/main" val="1599709489"/>
                    </a:ext>
                  </a:extLst>
                </a:gridCol>
              </a:tblGrid>
              <a:tr h="2464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 연출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A6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게이지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A6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423284"/>
                  </a:ext>
                </a:extLst>
              </a:tr>
              <a:tr h="1458305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107044"/>
                  </a:ext>
                </a:extLst>
              </a:tr>
            </a:tbl>
          </a:graphicData>
        </a:graphic>
      </p:graphicFrame>
      <p:sp>
        <p:nvSpPr>
          <p:cNvPr id="49" name="직사각형 48">
            <a:extLst>
              <a:ext uri="{FF2B5EF4-FFF2-40B4-BE49-F238E27FC236}">
                <a16:creationId xmlns:a16="http://schemas.microsoft.com/office/drawing/2014/main" id="{F2FBEBFD-8FF0-CDCC-565A-A27AE63A8C9A}"/>
              </a:ext>
            </a:extLst>
          </p:cNvPr>
          <p:cNvSpPr>
            <a:spLocks noGrp="1"/>
          </p:cNvSpPr>
          <p:nvPr/>
        </p:nvSpPr>
        <p:spPr>
          <a:xfrm>
            <a:off x="6417416" y="1068611"/>
            <a:ext cx="2067708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lang="en-US" altLang="ko-KR"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3) </a:t>
            </a:r>
            <a:r>
              <a:rPr lang="ko-KR" altLang="en-US"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입력 상태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84A40EFB-35C3-7D7C-B6B6-4C13BFA36FB6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5760" b="92136" l="65132" r="72010">
                        <a14:foregroundMark x1="65610" y1="86397" x2="67045" y2="88204"/>
                        <a14:foregroundMark x1="65730" y1="88310" x2="66866" y2="88310"/>
                        <a14:foregroundMark x1="67165" y1="86185" x2="67165" y2="88204"/>
                        <a14:foregroundMark x1="72010" y1="92136" x2="72010" y2="921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837" t="85335" r="32144" b="10322"/>
          <a:stretch/>
        </p:blipFill>
        <p:spPr>
          <a:xfrm>
            <a:off x="9473384" y="5391806"/>
            <a:ext cx="355336" cy="287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586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A81C2-7FD6-C260-9E64-9DB69C6A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4D01020-953C-DEAA-34BE-623E1AF4EFEF}"/>
              </a:ext>
            </a:extLst>
          </p:cNvPr>
          <p:cNvSpPr/>
          <p:nvPr/>
        </p:nvSpPr>
        <p:spPr>
          <a:xfrm>
            <a:off x="1569452" y="1025359"/>
            <a:ext cx="9182533" cy="3055721"/>
          </a:xfrm>
          <a:prstGeom prst="roundRect">
            <a:avLst>
              <a:gd name="adj" fmla="val 2781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CFA5634-5124-E45E-0AC8-3312A6669E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61AE9725-3DC2-8DA6-C23C-05D9BD1DC448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D422733E-660C-270F-694D-8B5586FCABBE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35ECF2F3-7D2A-0247-C687-BD79D7EFB2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657171"/>
              </p:ext>
            </p:extLst>
          </p:nvPr>
        </p:nvGraphicFramePr>
        <p:xfrm>
          <a:off x="1571408" y="4316033"/>
          <a:ext cx="9182533" cy="1643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009">
                  <a:extLst>
                    <a:ext uri="{9D8B030D-6E8A-4147-A177-3AD203B41FA5}">
                      <a16:colId xmlns:a16="http://schemas.microsoft.com/office/drawing/2014/main" val="266497128"/>
                    </a:ext>
                  </a:extLst>
                </a:gridCol>
                <a:gridCol w="2749550">
                  <a:extLst>
                    <a:ext uri="{9D8B030D-6E8A-4147-A177-3AD203B41FA5}">
                      <a16:colId xmlns:a16="http://schemas.microsoft.com/office/drawing/2014/main" val="2118223418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057772909"/>
                    </a:ext>
                  </a:extLst>
                </a:gridCol>
                <a:gridCol w="2720474">
                  <a:extLst>
                    <a:ext uri="{9D8B030D-6E8A-4147-A177-3AD203B41FA5}">
                      <a16:colId xmlns:a16="http://schemas.microsoft.com/office/drawing/2014/main" val="626626223"/>
                    </a:ext>
                  </a:extLst>
                </a:gridCol>
              </a:tblGrid>
              <a:tr h="4107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 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3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들이마시기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4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9495"/>
                  </a:ext>
                </a:extLst>
              </a:tr>
              <a:tr h="4107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3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시간만틈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호흡 게이지 충전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소음 억제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게이지 느린 소모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게이지 빠른 소모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보유 호흡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방츌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478481"/>
                  </a:ext>
                </a:extLst>
              </a:tr>
              <a:tr h="4107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확장 능력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3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흡입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근거리의 가벼운 오브젝트를 끌어당김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은신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 탐지 회피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물리 소음 유지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강한 날숨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 조작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877088"/>
                  </a:ext>
                </a:extLst>
              </a:tr>
              <a:tr h="4107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확장 능력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3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흡음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큰 소음 흡입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공중 부유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점프 후 입력 위치에서 천천히 하강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소음 방출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저장한 소음을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내보내 호흡 복구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770427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FE3F5B-A88A-0F60-CC3D-610885543224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3-1)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기본 규칙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" name="모서리가 둥근 직사각형 8">
            <a:extLst>
              <a:ext uri="{FF2B5EF4-FFF2-40B4-BE49-F238E27FC236}">
                <a16:creationId xmlns:a16="http://schemas.microsoft.com/office/drawing/2014/main" id="{72DB2BA7-D44E-ECBA-81DE-5C0C23C635CC}"/>
              </a:ext>
            </a:extLst>
          </p:cNvPr>
          <p:cNvSpPr/>
          <p:nvPr/>
        </p:nvSpPr>
        <p:spPr>
          <a:xfrm>
            <a:off x="1571406" y="6195630"/>
            <a:ext cx="9182536" cy="362857"/>
          </a:xfrm>
          <a:prstGeom prst="roundRect">
            <a:avLst/>
          </a:prstGeom>
          <a:solidFill>
            <a:srgbClr val="F7D8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금지 규칙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 버튼을 계속 추가하거나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번 시작한 호흡을 끝까지 강제하는 구조로 만들지 않음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63386F0-3550-A62C-1B96-DE94D56472ED}"/>
              </a:ext>
            </a:extLst>
          </p:cNvPr>
          <p:cNvSpPr/>
          <p:nvPr/>
        </p:nvSpPr>
        <p:spPr>
          <a:xfrm>
            <a:off x="5411602" y="1755705"/>
            <a:ext cx="1500188" cy="1500188"/>
          </a:xfrm>
          <a:prstGeom prst="roundRect">
            <a:avLst>
              <a:gd name="adj" fmla="val 3334"/>
            </a:avLst>
          </a:prstGeom>
          <a:solidFill>
            <a:schemeClr val="tx1">
              <a:alpha val="50000"/>
            </a:schemeClr>
          </a:solidFill>
          <a:ln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4FCD1B9-C74D-8F36-653A-98B272C8E112}"/>
              </a:ext>
            </a:extLst>
          </p:cNvPr>
          <p:cNvSpPr/>
          <p:nvPr/>
        </p:nvSpPr>
        <p:spPr>
          <a:xfrm>
            <a:off x="3304992" y="1761676"/>
            <a:ext cx="1500188" cy="1500188"/>
          </a:xfrm>
          <a:prstGeom prst="roundRect">
            <a:avLst>
              <a:gd name="adj" fmla="val 3334"/>
            </a:avLst>
          </a:prstGeom>
          <a:solidFill>
            <a:schemeClr val="tx1">
              <a:alpha val="50000"/>
            </a:schemeClr>
          </a:solidFill>
          <a:ln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4E6B1761-F29C-19D0-41F9-385F59306D60}"/>
              </a:ext>
            </a:extLst>
          </p:cNvPr>
          <p:cNvSpPr/>
          <p:nvPr/>
        </p:nvSpPr>
        <p:spPr>
          <a:xfrm>
            <a:off x="4962341" y="2356195"/>
            <a:ext cx="292100" cy="311150"/>
          </a:xfrm>
          <a:prstGeom prst="rightArrow">
            <a:avLst/>
          </a:prstGeom>
          <a:gradFill flip="none" rotWithShape="1">
            <a:gsLst>
              <a:gs pos="0">
                <a:schemeClr val="bg1">
                  <a:alpha val="50000"/>
                </a:schemeClr>
              </a:gs>
              <a:gs pos="50000">
                <a:schemeClr val="accent1">
                  <a:tint val="44500"/>
                  <a:satMod val="160000"/>
                  <a:alpha val="50000"/>
                </a:schemeClr>
              </a:gs>
              <a:gs pos="100000">
                <a:schemeClr val="tx1">
                  <a:alpha val="5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E1D6CE31-9D41-3F41-103B-E42F522BC476}"/>
              </a:ext>
            </a:extLst>
          </p:cNvPr>
          <p:cNvSpPr/>
          <p:nvPr/>
        </p:nvSpPr>
        <p:spPr>
          <a:xfrm>
            <a:off x="7068951" y="2350224"/>
            <a:ext cx="292100" cy="311150"/>
          </a:xfrm>
          <a:prstGeom prst="rightArrow">
            <a:avLst/>
          </a:prstGeom>
          <a:gradFill flip="none" rotWithShape="1">
            <a:gsLst>
              <a:gs pos="0">
                <a:schemeClr val="bg1">
                  <a:alpha val="50000"/>
                </a:schemeClr>
              </a:gs>
              <a:gs pos="50000">
                <a:schemeClr val="accent1">
                  <a:tint val="44500"/>
                  <a:satMod val="160000"/>
                  <a:alpha val="50000"/>
                </a:schemeClr>
              </a:gs>
              <a:gs pos="100000">
                <a:schemeClr val="tx1">
                  <a:alpha val="5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F7F43F95-664D-21A9-2EA5-F223702B7EEC}"/>
              </a:ext>
            </a:extLst>
          </p:cNvPr>
          <p:cNvSpPr/>
          <p:nvPr/>
        </p:nvSpPr>
        <p:spPr>
          <a:xfrm>
            <a:off x="7518212" y="1755705"/>
            <a:ext cx="1500188" cy="1500188"/>
          </a:xfrm>
          <a:prstGeom prst="roundRect">
            <a:avLst>
              <a:gd name="adj" fmla="val 3334"/>
            </a:avLst>
          </a:prstGeom>
          <a:solidFill>
            <a:schemeClr val="tx1">
              <a:alpha val="50000"/>
            </a:schemeClr>
          </a:solidFill>
          <a:ln>
            <a:solidFill>
              <a:srgbClr val="FFFFFF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5" name="그림 134">
            <a:extLst>
              <a:ext uri="{FF2B5EF4-FFF2-40B4-BE49-F238E27FC236}">
                <a16:creationId xmlns:a16="http://schemas.microsoft.com/office/drawing/2014/main" id="{7EC4B8B8-FEED-AA39-5DB2-B17BC4A47D2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4" t="3950" r="48457" b="87160"/>
          <a:stretch/>
        </p:blipFill>
        <p:spPr>
          <a:xfrm>
            <a:off x="3107751" y="3695748"/>
            <a:ext cx="1146562" cy="273352"/>
          </a:xfrm>
          <a:prstGeom prst="rect">
            <a:avLst/>
          </a:prstGeom>
        </p:spPr>
      </p:pic>
      <p:pic>
        <p:nvPicPr>
          <p:cNvPr id="137" name="그림 136">
            <a:extLst>
              <a:ext uri="{FF2B5EF4-FFF2-40B4-BE49-F238E27FC236}">
                <a16:creationId xmlns:a16="http://schemas.microsoft.com/office/drawing/2014/main" id="{519585C1-3BB2-C4C1-EF9A-9287B8AD0CF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4" t="12840" r="48457" b="78270"/>
          <a:stretch/>
        </p:blipFill>
        <p:spPr>
          <a:xfrm>
            <a:off x="1694057" y="3695748"/>
            <a:ext cx="1146562" cy="273352"/>
          </a:xfrm>
          <a:prstGeom prst="rect">
            <a:avLst/>
          </a:prstGeom>
        </p:spPr>
      </p:pic>
      <p:pic>
        <p:nvPicPr>
          <p:cNvPr id="139" name="그림 138">
            <a:extLst>
              <a:ext uri="{FF2B5EF4-FFF2-40B4-BE49-F238E27FC236}">
                <a16:creationId xmlns:a16="http://schemas.microsoft.com/office/drawing/2014/main" id="{53AAF621-8E98-C129-AD94-FE27C5A63A1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4" t="21236" r="48457" b="69874"/>
          <a:stretch/>
        </p:blipFill>
        <p:spPr>
          <a:xfrm>
            <a:off x="4521445" y="3695748"/>
            <a:ext cx="1146562" cy="273352"/>
          </a:xfrm>
          <a:prstGeom prst="rect">
            <a:avLst/>
          </a:prstGeom>
        </p:spPr>
      </p:pic>
      <p:pic>
        <p:nvPicPr>
          <p:cNvPr id="141" name="그림 140">
            <a:extLst>
              <a:ext uri="{FF2B5EF4-FFF2-40B4-BE49-F238E27FC236}">
                <a16:creationId xmlns:a16="http://schemas.microsoft.com/office/drawing/2014/main" id="{B13F9197-959D-3708-9501-FEEBA5582F8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4" t="32549" r="52293" b="56585"/>
          <a:stretch/>
        </p:blipFill>
        <p:spPr>
          <a:xfrm>
            <a:off x="1694057" y="1160811"/>
            <a:ext cx="883462" cy="275690"/>
          </a:xfrm>
          <a:prstGeom prst="rect">
            <a:avLst/>
          </a:prstGeom>
        </p:spPr>
      </p:pic>
      <p:pic>
        <p:nvPicPr>
          <p:cNvPr id="143" name="그림 142">
            <a:extLst>
              <a:ext uri="{FF2B5EF4-FFF2-40B4-BE49-F238E27FC236}">
                <a16:creationId xmlns:a16="http://schemas.microsoft.com/office/drawing/2014/main" id="{C1DB01B9-B02C-6ED9-BE5C-C656E43844BA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3" t="48363" r="80466" b="41678"/>
          <a:stretch/>
        </p:blipFill>
        <p:spPr>
          <a:xfrm>
            <a:off x="9738491" y="3429324"/>
            <a:ext cx="311592" cy="267380"/>
          </a:xfrm>
          <a:prstGeom prst="rect">
            <a:avLst/>
          </a:prstGeom>
        </p:spPr>
      </p:pic>
      <p:pic>
        <p:nvPicPr>
          <p:cNvPr id="145" name="그림 144">
            <a:extLst>
              <a:ext uri="{FF2B5EF4-FFF2-40B4-BE49-F238E27FC236}">
                <a16:creationId xmlns:a16="http://schemas.microsoft.com/office/drawing/2014/main" id="{015F647E-B2EE-B114-F242-19E58586AD4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1" t="48363" r="65348" b="41567"/>
          <a:stretch/>
        </p:blipFill>
        <p:spPr>
          <a:xfrm>
            <a:off x="10035988" y="3429000"/>
            <a:ext cx="311592" cy="270364"/>
          </a:xfrm>
          <a:prstGeom prst="rect">
            <a:avLst/>
          </a:prstGeom>
        </p:spPr>
      </p:pic>
      <p:pic>
        <p:nvPicPr>
          <p:cNvPr id="147" name="그림 146">
            <a:extLst>
              <a:ext uri="{FF2B5EF4-FFF2-40B4-BE49-F238E27FC236}">
                <a16:creationId xmlns:a16="http://schemas.microsoft.com/office/drawing/2014/main" id="{B262C0F2-91EE-E402-A83E-98EA03AB669D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6" t="48363" r="49613" b="41678"/>
          <a:stretch/>
        </p:blipFill>
        <p:spPr>
          <a:xfrm>
            <a:off x="10333485" y="3429324"/>
            <a:ext cx="311592" cy="267380"/>
          </a:xfrm>
          <a:prstGeom prst="rect">
            <a:avLst/>
          </a:prstGeom>
        </p:spPr>
      </p:pic>
      <p:pic>
        <p:nvPicPr>
          <p:cNvPr id="149" name="그림 148">
            <a:extLst>
              <a:ext uri="{FF2B5EF4-FFF2-40B4-BE49-F238E27FC236}">
                <a16:creationId xmlns:a16="http://schemas.microsoft.com/office/drawing/2014/main" id="{B072B0B7-DFBF-CF38-4AA5-4C2DF40F7F3D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04" t="48363" r="34495" b="41678"/>
          <a:stretch/>
        </p:blipFill>
        <p:spPr>
          <a:xfrm>
            <a:off x="9738491" y="3709332"/>
            <a:ext cx="311592" cy="267380"/>
          </a:xfrm>
          <a:prstGeom prst="rect">
            <a:avLst/>
          </a:prstGeom>
        </p:spPr>
      </p:pic>
      <p:pic>
        <p:nvPicPr>
          <p:cNvPr id="151" name="그림 150">
            <a:extLst>
              <a:ext uri="{FF2B5EF4-FFF2-40B4-BE49-F238E27FC236}">
                <a16:creationId xmlns:a16="http://schemas.microsoft.com/office/drawing/2014/main" id="{78286E85-C888-DC80-3694-D65DCF0DE29F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22" t="48363" r="19377" b="41678"/>
          <a:stretch/>
        </p:blipFill>
        <p:spPr>
          <a:xfrm>
            <a:off x="10035988" y="3711680"/>
            <a:ext cx="311592" cy="267380"/>
          </a:xfrm>
          <a:prstGeom prst="rect">
            <a:avLst/>
          </a:prstGeom>
        </p:spPr>
      </p:pic>
      <p:pic>
        <p:nvPicPr>
          <p:cNvPr id="153" name="그림 152">
            <a:extLst>
              <a:ext uri="{FF2B5EF4-FFF2-40B4-BE49-F238E27FC236}">
                <a16:creationId xmlns:a16="http://schemas.microsoft.com/office/drawing/2014/main" id="{0D399CB5-CAB2-665C-0BBC-21C9F78749A0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32" t="48363" r="4567" b="41678"/>
          <a:stretch/>
        </p:blipFill>
        <p:spPr>
          <a:xfrm>
            <a:off x="10333485" y="3705522"/>
            <a:ext cx="311592" cy="267380"/>
          </a:xfrm>
          <a:prstGeom prst="rect">
            <a:avLst/>
          </a:prstGeom>
        </p:spPr>
      </p:pic>
      <p:pic>
        <p:nvPicPr>
          <p:cNvPr id="155" name="그림 154">
            <a:extLst>
              <a:ext uri="{FF2B5EF4-FFF2-40B4-BE49-F238E27FC236}">
                <a16:creationId xmlns:a16="http://schemas.microsoft.com/office/drawing/2014/main" id="{83560E96-FB24-DA2E-C12F-6DF39C6A8FF1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16" t="5077" r="4103" b="65473"/>
          <a:stretch/>
        </p:blipFill>
        <p:spPr>
          <a:xfrm>
            <a:off x="9781853" y="1162444"/>
            <a:ext cx="863224" cy="831834"/>
          </a:xfrm>
          <a:prstGeom prst="rect">
            <a:avLst/>
          </a:prstGeom>
        </p:spPr>
      </p:pic>
      <p:pic>
        <p:nvPicPr>
          <p:cNvPr id="157" name="그림 156">
            <a:extLst>
              <a:ext uri="{FF2B5EF4-FFF2-40B4-BE49-F238E27FC236}">
                <a16:creationId xmlns:a16="http://schemas.microsoft.com/office/drawing/2014/main" id="{6046368C-BE36-20F0-3711-1E6A2EEEC1C8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43" t="86222" r="36523" b="4704"/>
          <a:stretch/>
        </p:blipFill>
        <p:spPr>
          <a:xfrm>
            <a:off x="1694057" y="1442379"/>
            <a:ext cx="171464" cy="167066"/>
          </a:xfrm>
          <a:prstGeom prst="rect">
            <a:avLst/>
          </a:prstGeom>
        </p:spPr>
      </p:pic>
      <p:pic>
        <p:nvPicPr>
          <p:cNvPr id="160" name="그림 159">
            <a:extLst>
              <a:ext uri="{FF2B5EF4-FFF2-40B4-BE49-F238E27FC236}">
                <a16:creationId xmlns:a16="http://schemas.microsoft.com/office/drawing/2014/main" id="{464B488B-03EC-73A5-9F4B-442ECD42AFDC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231" y="2391967"/>
            <a:ext cx="710944" cy="473962"/>
          </a:xfrm>
          <a:prstGeom prst="rect">
            <a:avLst/>
          </a:prstGeom>
        </p:spPr>
      </p:pic>
      <p:pic>
        <p:nvPicPr>
          <p:cNvPr id="162" name="그림 161">
            <a:extLst>
              <a:ext uri="{FF2B5EF4-FFF2-40B4-BE49-F238E27FC236}">
                <a16:creationId xmlns:a16="http://schemas.microsoft.com/office/drawing/2014/main" id="{1826FF19-E87F-905D-697C-91FA0305D389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477" y="2333673"/>
            <a:ext cx="590550" cy="590550"/>
          </a:xfrm>
          <a:prstGeom prst="rect">
            <a:avLst/>
          </a:prstGeom>
        </p:spPr>
      </p:pic>
      <p:sp>
        <p:nvSpPr>
          <p:cNvPr id="169" name="TextBox 168">
            <a:extLst>
              <a:ext uri="{FF2B5EF4-FFF2-40B4-BE49-F238E27FC236}">
                <a16:creationId xmlns:a16="http://schemas.microsoft.com/office/drawing/2014/main" id="{FFB617A0-8F52-DFB2-46B9-1FDB7D29D35A}"/>
              </a:ext>
            </a:extLst>
          </p:cNvPr>
          <p:cNvSpPr txBox="1"/>
          <p:nvPr/>
        </p:nvSpPr>
        <p:spPr>
          <a:xfrm>
            <a:off x="3304992" y="2460253"/>
            <a:ext cx="1500188" cy="7550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들이마시기</a:t>
            </a:r>
            <a:endParaRPr lang="en-US" altLang="ko-KR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공기를 들이마시면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  증가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DA6DF7E-6C4B-BC73-6247-8518B4A42746}"/>
              </a:ext>
            </a:extLst>
          </p:cNvPr>
          <p:cNvSpPr txBox="1"/>
          <p:nvPr/>
        </p:nvSpPr>
        <p:spPr>
          <a:xfrm>
            <a:off x="5411602" y="2460253"/>
            <a:ext cx="1500188" cy="7550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숨 참기</a:t>
            </a:r>
            <a:endParaRPr lang="en-US" altLang="ko-KR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공기를 들이마시면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  증가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76C2AD28-E4C7-6739-C041-D453778A73F9}"/>
              </a:ext>
            </a:extLst>
          </p:cNvPr>
          <p:cNvSpPr txBox="1"/>
          <p:nvPr/>
        </p:nvSpPr>
        <p:spPr>
          <a:xfrm>
            <a:off x="7518212" y="2460253"/>
            <a:ext cx="1500188" cy="75507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내쉬기</a:t>
            </a:r>
            <a:endParaRPr lang="en-US" altLang="ko-KR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보유 공기를 </a:t>
            </a:r>
            <a:r>
              <a:rPr lang="ko-KR" altLang="en-US" sz="1000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내뱉어</a:t>
            </a:r>
            <a:endParaRPr lang="en-US" altLang="ko-KR" sz="10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 감소</a:t>
            </a:r>
          </a:p>
        </p:txBody>
      </p:sp>
      <p:pic>
        <p:nvPicPr>
          <p:cNvPr id="175" name="그림 174">
            <a:extLst>
              <a:ext uri="{FF2B5EF4-FFF2-40B4-BE49-F238E27FC236}">
                <a16:creationId xmlns:a16="http://schemas.microsoft.com/office/drawing/2014/main" id="{F31AF16F-6EFE-1216-6CD1-4B6F6BC1F8F9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642" y="2338927"/>
            <a:ext cx="590550" cy="590550"/>
          </a:xfrm>
          <a:prstGeom prst="rect">
            <a:avLst/>
          </a:prstGeom>
        </p:spPr>
      </p:pic>
      <p:pic>
        <p:nvPicPr>
          <p:cNvPr id="177" name="그림 176">
            <a:extLst>
              <a:ext uri="{FF2B5EF4-FFF2-40B4-BE49-F238E27FC236}">
                <a16:creationId xmlns:a16="http://schemas.microsoft.com/office/drawing/2014/main" id="{842B920B-E1D2-82CE-B279-46F1134E9ED2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988"/>
          <a:stretch>
            <a:fillRect/>
          </a:stretch>
        </p:blipFill>
        <p:spPr>
          <a:xfrm>
            <a:off x="7967473" y="1895954"/>
            <a:ext cx="612993" cy="551804"/>
          </a:xfrm>
          <a:prstGeom prst="rect">
            <a:avLst/>
          </a:prstGeom>
        </p:spPr>
      </p:pic>
      <p:pic>
        <p:nvPicPr>
          <p:cNvPr id="179" name="그림 178">
            <a:extLst>
              <a:ext uri="{FF2B5EF4-FFF2-40B4-BE49-F238E27FC236}">
                <a16:creationId xmlns:a16="http://schemas.microsoft.com/office/drawing/2014/main" id="{56BCFE01-85B6-B50D-FE9F-D577D2773E96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988"/>
          <a:stretch>
            <a:fillRect/>
          </a:stretch>
        </p:blipFill>
        <p:spPr>
          <a:xfrm>
            <a:off x="3712245" y="1895954"/>
            <a:ext cx="612993" cy="551804"/>
          </a:xfrm>
          <a:prstGeom prst="rect">
            <a:avLst/>
          </a:prstGeom>
        </p:spPr>
      </p:pic>
      <p:pic>
        <p:nvPicPr>
          <p:cNvPr id="181" name="그림 180">
            <a:extLst>
              <a:ext uri="{FF2B5EF4-FFF2-40B4-BE49-F238E27FC236}">
                <a16:creationId xmlns:a16="http://schemas.microsoft.com/office/drawing/2014/main" id="{2B813614-A910-6E68-D176-2EBF13C010B6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39987"/>
          <a:stretch>
            <a:fillRect/>
          </a:stretch>
        </p:blipFill>
        <p:spPr>
          <a:xfrm>
            <a:off x="5854222" y="1895954"/>
            <a:ext cx="612992" cy="55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597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BB8ACDC-A779-241E-5830-2A4867FD3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514797"/>
              </p:ext>
            </p:extLst>
          </p:nvPr>
        </p:nvGraphicFramePr>
        <p:xfrm>
          <a:off x="1571408" y="4316033"/>
          <a:ext cx="9182533" cy="1643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009">
                  <a:extLst>
                    <a:ext uri="{9D8B030D-6E8A-4147-A177-3AD203B41FA5}">
                      <a16:colId xmlns:a16="http://schemas.microsoft.com/office/drawing/2014/main" val="266497128"/>
                    </a:ext>
                  </a:extLst>
                </a:gridCol>
                <a:gridCol w="2749550">
                  <a:extLst>
                    <a:ext uri="{9D8B030D-6E8A-4147-A177-3AD203B41FA5}">
                      <a16:colId xmlns:a16="http://schemas.microsoft.com/office/drawing/2014/main" val="2118223418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057772909"/>
                    </a:ext>
                  </a:extLst>
                </a:gridCol>
                <a:gridCol w="2720474">
                  <a:extLst>
                    <a:ext uri="{9D8B030D-6E8A-4147-A177-3AD203B41FA5}">
                      <a16:colId xmlns:a16="http://schemas.microsoft.com/office/drawing/2014/main" val="626626223"/>
                    </a:ext>
                  </a:extLst>
                </a:gridCol>
              </a:tblGrid>
              <a:tr h="4107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 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3E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들이마시기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EE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숨 참기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E4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9495"/>
                  </a:ext>
                </a:extLst>
              </a:tr>
              <a:tr h="4107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3EA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시간만틈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호흡 게이지 충전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소음 억제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게이지 느린 소모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게이지 빠른 소모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보유 호흡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방츌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478481"/>
                  </a:ext>
                </a:extLst>
              </a:tr>
              <a:tr h="4107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확장 능력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3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흡입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근거리의 가벼운 오브젝트를 끌어당김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은신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적 탐지 회피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물리 소음 유지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강한 날숨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 조작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8877088"/>
                  </a:ext>
                </a:extLst>
              </a:tr>
              <a:tr h="4107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확장 능력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8E3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흡음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맑은 고딕"/>
                        </a:rPr>
                        <a:t>큰 소음 흡입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공중 부유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점프 후 입력 위치에서 천천히 하강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소음 방출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저장한 소음을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내보내 호흡 복구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770427"/>
                  </a:ext>
                </a:extLst>
              </a:tr>
            </a:tbl>
          </a:graphicData>
        </a:graphic>
      </p:graphicFrame>
      <p:sp>
        <p:nvSpPr>
          <p:cNvPr id="5" name="모서리가 둥근 직사각형 8">
            <a:extLst>
              <a:ext uri="{FF2B5EF4-FFF2-40B4-BE49-F238E27FC236}">
                <a16:creationId xmlns:a16="http://schemas.microsoft.com/office/drawing/2014/main" id="{0A1BE5DB-93DC-1926-77C7-767F80704C9F}"/>
              </a:ext>
            </a:extLst>
          </p:cNvPr>
          <p:cNvSpPr/>
          <p:nvPr/>
        </p:nvSpPr>
        <p:spPr>
          <a:xfrm>
            <a:off x="1571406" y="6195630"/>
            <a:ext cx="9182536" cy="362857"/>
          </a:xfrm>
          <a:prstGeom prst="roundRect">
            <a:avLst/>
          </a:prstGeom>
          <a:solidFill>
            <a:srgbClr val="F7D8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금지 규칙 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 버튼을 계속 추가하거나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번 시작한 호흡을 끝까지 강제하는 구조로 만들지 않음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32AE24-0B5E-765A-1D1C-427D1D1765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ED836D85-24F7-000E-662A-7C44DDC5E4B9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325364-5585-6C26-9B12-F7D989E832AB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7F0602-99FB-19EB-490E-7AF176446B57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3-1)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기본 규칙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FBD0067-A121-6B72-CF6B-C49A7E2439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>
          <a:xfrm>
            <a:off x="95250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878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6">
            <a:extLst>
              <a:ext uri="{FF2B5EF4-FFF2-40B4-BE49-F238E27FC236}">
                <a16:creationId xmlns:a16="http://schemas.microsoft.com/office/drawing/2014/main" id="{7C3D41E9-0485-A640-11F8-D6E5838CD022}"/>
              </a:ext>
            </a:extLst>
          </p:cNvPr>
          <p:cNvSpPr/>
          <p:nvPr/>
        </p:nvSpPr>
        <p:spPr>
          <a:xfrm>
            <a:off x="731520" y="1593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호흡 행동별 게이지 변화</a:t>
            </a:r>
            <a:endParaRPr lang="en-US" sz="10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F60BEDDA-BFB1-E824-3A3D-7F19544EB667}"/>
              </a:ext>
            </a:extLst>
          </p:cNvPr>
          <p:cNvSpPr/>
          <p:nvPr/>
        </p:nvSpPr>
        <p:spPr>
          <a:xfrm>
            <a:off x="731520" y="1894840"/>
            <a:ext cx="1143000" cy="36576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</a:t>
            </a:r>
            <a:endParaRPr lang="en-US" sz="8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4DCE5491-6A3E-6EE5-5E41-C034A33D5B29}"/>
              </a:ext>
            </a:extLst>
          </p:cNvPr>
          <p:cNvSpPr/>
          <p:nvPr/>
        </p:nvSpPr>
        <p:spPr>
          <a:xfrm>
            <a:off x="1874520" y="1894840"/>
            <a:ext cx="1143000" cy="36576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변화</a:t>
            </a:r>
            <a:endParaRPr lang="en-US" sz="8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948ABA4A-50A6-7FD6-1CBF-17F70652D582}"/>
              </a:ext>
            </a:extLst>
          </p:cNvPr>
          <p:cNvSpPr/>
          <p:nvPr/>
        </p:nvSpPr>
        <p:spPr>
          <a:xfrm>
            <a:off x="3017520" y="1894840"/>
            <a:ext cx="1234440" cy="36576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시간</a:t>
            </a:r>
            <a:endParaRPr lang="en-US" sz="8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4E603B88-9D49-E7FD-BDBD-5D0219D3AF7F}"/>
              </a:ext>
            </a:extLst>
          </p:cNvPr>
          <p:cNvSpPr/>
          <p:nvPr/>
        </p:nvSpPr>
        <p:spPr>
          <a:xfrm>
            <a:off x="4251960" y="1894840"/>
            <a:ext cx="1554480" cy="365760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결과</a:t>
            </a:r>
            <a:endParaRPr lang="en-US" sz="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C81B377-6786-9C91-5622-7BAEA34E7B96}"/>
              </a:ext>
            </a:extLst>
          </p:cNvPr>
          <p:cNvSpPr/>
          <p:nvPr/>
        </p:nvSpPr>
        <p:spPr>
          <a:xfrm>
            <a:off x="731520" y="226060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</a:t>
            </a:r>
            <a:endParaRPr lang="en-US" sz="8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8F80663-1C94-27B7-147B-DDC8FEDA3513}"/>
              </a:ext>
            </a:extLst>
          </p:cNvPr>
          <p:cNvSpPr/>
          <p:nvPr/>
        </p:nvSpPr>
        <p:spPr>
          <a:xfrm>
            <a:off x="1874520" y="226060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+33.3/s</a:t>
            </a:r>
            <a:endParaRPr lang="en-US" sz="8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F20F41D2-B241-22FE-6553-3C3BF605828E}"/>
              </a:ext>
            </a:extLst>
          </p:cNvPr>
          <p:cNvSpPr/>
          <p:nvPr/>
        </p:nvSpPr>
        <p:spPr>
          <a:xfrm>
            <a:off x="3017520" y="2260600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0→100 약 3초</a:t>
            </a:r>
            <a:endParaRPr lang="en-US" sz="8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2327149D-566E-DA8E-9111-7F82FBB12895}"/>
              </a:ext>
            </a:extLst>
          </p:cNvPr>
          <p:cNvSpPr/>
          <p:nvPr/>
        </p:nvSpPr>
        <p:spPr>
          <a:xfrm>
            <a:off x="4251960" y="2260600"/>
            <a:ext cx="155448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확보 / 환경 판정</a:t>
            </a:r>
            <a:endParaRPr lang="en-US" sz="8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B548DE22-8D83-E53E-9ED6-A382693BE441}"/>
              </a:ext>
            </a:extLst>
          </p:cNvPr>
          <p:cNvSpPr/>
          <p:nvPr/>
        </p:nvSpPr>
        <p:spPr>
          <a:xfrm>
            <a:off x="731520" y="262636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 참기</a:t>
            </a:r>
            <a:endParaRPr lang="en-US" sz="80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BF1441BB-DBF1-FF2C-F208-AB2EF03807CF}"/>
              </a:ext>
            </a:extLst>
          </p:cNvPr>
          <p:cNvSpPr/>
          <p:nvPr/>
        </p:nvSpPr>
        <p:spPr>
          <a:xfrm>
            <a:off x="1874520" y="262636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-11/s</a:t>
            </a:r>
            <a:endParaRPr lang="en-US" sz="800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615B517A-E8FA-8CBF-EC53-CDD0F41B6284}"/>
              </a:ext>
            </a:extLst>
          </p:cNvPr>
          <p:cNvSpPr/>
          <p:nvPr/>
        </p:nvSpPr>
        <p:spPr>
          <a:xfrm>
            <a:off x="3017520" y="2626360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100→0 약 9초</a:t>
            </a:r>
            <a:endParaRPr lang="en-US" sz="800" dirty="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D409DA97-9D96-7CCA-99E5-DD032E251FFB}"/>
              </a:ext>
            </a:extLst>
          </p:cNvPr>
          <p:cNvSpPr/>
          <p:nvPr/>
        </p:nvSpPr>
        <p:spPr>
          <a:xfrm>
            <a:off x="4251960" y="2626360"/>
            <a:ext cx="155448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억제 / 은신 유지</a:t>
            </a:r>
            <a:endParaRPr lang="en-US" sz="800" dirty="0"/>
          </a:p>
        </p:txBody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383D1DFF-FEF6-A6E4-843A-E7203E20DD2D}"/>
              </a:ext>
            </a:extLst>
          </p:cNvPr>
          <p:cNvSpPr/>
          <p:nvPr/>
        </p:nvSpPr>
        <p:spPr>
          <a:xfrm>
            <a:off x="731520" y="299212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내쉬기</a:t>
            </a:r>
            <a:endParaRPr lang="en-US" sz="800" dirty="0"/>
          </a:p>
        </p:txBody>
      </p:sp>
      <p:sp>
        <p:nvSpPr>
          <p:cNvPr id="31" name="Text 20">
            <a:extLst>
              <a:ext uri="{FF2B5EF4-FFF2-40B4-BE49-F238E27FC236}">
                <a16:creationId xmlns:a16="http://schemas.microsoft.com/office/drawing/2014/main" id="{4B8808B0-3205-B53A-B1A4-865239559DFF}"/>
              </a:ext>
            </a:extLst>
          </p:cNvPr>
          <p:cNvSpPr/>
          <p:nvPr/>
        </p:nvSpPr>
        <p:spPr>
          <a:xfrm>
            <a:off x="1874520" y="299212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-50/s</a:t>
            </a:r>
            <a:endParaRPr lang="en-US" sz="800" dirty="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7CDFE84D-9F67-C0DD-A692-3901C8A49A14}"/>
              </a:ext>
            </a:extLst>
          </p:cNvPr>
          <p:cNvSpPr/>
          <p:nvPr/>
        </p:nvSpPr>
        <p:spPr>
          <a:xfrm>
            <a:off x="3017520" y="2992120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100→0 약 2초</a:t>
            </a:r>
            <a:endParaRPr lang="en-US" sz="800" dirty="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158EDF36-5B5E-30CF-D9E1-4F5DAFBABC24}"/>
              </a:ext>
            </a:extLst>
          </p:cNvPr>
          <p:cNvSpPr/>
          <p:nvPr/>
        </p:nvSpPr>
        <p:spPr>
          <a:xfrm>
            <a:off x="4251960" y="2992120"/>
            <a:ext cx="155448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호흡 방출 / 일반 상태 복귀</a:t>
            </a:r>
            <a:endParaRPr lang="en-US" sz="800" dirty="0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3C8249FC-41EA-05EF-F9FC-5F4D97A8722B}"/>
              </a:ext>
            </a:extLst>
          </p:cNvPr>
          <p:cNvSpPr/>
          <p:nvPr/>
        </p:nvSpPr>
        <p:spPr>
          <a:xfrm>
            <a:off x="731520" y="335788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100 유지</a:t>
            </a:r>
            <a:endParaRPr lang="en-US" sz="800" dirty="0"/>
          </a:p>
        </p:txBody>
      </p:sp>
      <p:sp>
        <p:nvSpPr>
          <p:cNvPr id="39" name="Text 24">
            <a:extLst>
              <a:ext uri="{FF2B5EF4-FFF2-40B4-BE49-F238E27FC236}">
                <a16:creationId xmlns:a16="http://schemas.microsoft.com/office/drawing/2014/main" id="{E021A0F3-8E1C-CE6B-9516-73DA13819590}"/>
              </a:ext>
            </a:extLst>
          </p:cNvPr>
          <p:cNvSpPr/>
          <p:nvPr/>
        </p:nvSpPr>
        <p:spPr>
          <a:xfrm>
            <a:off x="1874520" y="3357880"/>
            <a:ext cx="114300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endParaRPr lang="en-US" sz="800" dirty="0"/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8BC1AF89-C6C6-A2E1-0242-A93ED2D63528}"/>
              </a:ext>
            </a:extLst>
          </p:cNvPr>
          <p:cNvSpPr/>
          <p:nvPr/>
        </p:nvSpPr>
        <p:spPr>
          <a:xfrm>
            <a:off x="3017520" y="3357880"/>
            <a:ext cx="123444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1.5초</a:t>
            </a:r>
            <a:endParaRPr lang="en-US" sz="800" dirty="0"/>
          </a:p>
        </p:txBody>
      </p:sp>
      <p:sp>
        <p:nvSpPr>
          <p:cNvPr id="43" name="Text 26">
            <a:extLst>
              <a:ext uri="{FF2B5EF4-FFF2-40B4-BE49-F238E27FC236}">
                <a16:creationId xmlns:a16="http://schemas.microsoft.com/office/drawing/2014/main" id="{7F75CD07-F244-3ADB-A62E-B21DFF3930AC}"/>
              </a:ext>
            </a:extLst>
          </p:cNvPr>
          <p:cNvSpPr/>
          <p:nvPr/>
        </p:nvSpPr>
        <p:spPr>
          <a:xfrm>
            <a:off x="4251960" y="3357880"/>
            <a:ext cx="155448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호흡 발동</a:t>
            </a:r>
            <a:endParaRPr lang="en-US" sz="800" dirty="0"/>
          </a:p>
        </p:txBody>
      </p:sp>
      <p:sp>
        <p:nvSpPr>
          <p:cNvPr id="45" name="Text 27">
            <a:extLst>
              <a:ext uri="{FF2B5EF4-FFF2-40B4-BE49-F238E27FC236}">
                <a16:creationId xmlns:a16="http://schemas.microsoft.com/office/drawing/2014/main" id="{9CE789F0-1753-60FA-F4B5-7E5E1362712C}"/>
              </a:ext>
            </a:extLst>
          </p:cNvPr>
          <p:cNvSpPr/>
          <p:nvPr/>
        </p:nvSpPr>
        <p:spPr>
          <a:xfrm>
            <a:off x="6172200" y="1593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환경별 판정 기준</a:t>
            </a:r>
            <a:endParaRPr lang="en-US" sz="1000" dirty="0"/>
          </a:p>
        </p:txBody>
      </p:sp>
      <p:sp>
        <p:nvSpPr>
          <p:cNvPr id="47" name="Text 28">
            <a:extLst>
              <a:ext uri="{FF2B5EF4-FFF2-40B4-BE49-F238E27FC236}">
                <a16:creationId xmlns:a16="http://schemas.microsoft.com/office/drawing/2014/main" id="{E038FC35-FCB4-3887-7D37-06FB036B2C4B}"/>
              </a:ext>
            </a:extLst>
          </p:cNvPr>
          <p:cNvSpPr/>
          <p:nvPr/>
        </p:nvSpPr>
        <p:spPr>
          <a:xfrm>
            <a:off x="6172200" y="1894840"/>
            <a:ext cx="822960" cy="346166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</a:t>
            </a:r>
            <a:endParaRPr lang="en-US" sz="750" dirty="0"/>
          </a:p>
        </p:txBody>
      </p:sp>
      <p:sp>
        <p:nvSpPr>
          <p:cNvPr id="49" name="Text 29">
            <a:extLst>
              <a:ext uri="{FF2B5EF4-FFF2-40B4-BE49-F238E27FC236}">
                <a16:creationId xmlns:a16="http://schemas.microsoft.com/office/drawing/2014/main" id="{F0232D18-B478-1C19-085B-2595993200C2}"/>
              </a:ext>
            </a:extLst>
          </p:cNvPr>
          <p:cNvSpPr/>
          <p:nvPr/>
        </p:nvSpPr>
        <p:spPr>
          <a:xfrm>
            <a:off x="6995160" y="1894840"/>
            <a:ext cx="960120" cy="346166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</a:t>
            </a:r>
            <a:endParaRPr lang="en-US" sz="750" dirty="0"/>
          </a:p>
        </p:txBody>
      </p:sp>
      <p:sp>
        <p:nvSpPr>
          <p:cNvPr id="51" name="Text 30">
            <a:extLst>
              <a:ext uri="{FF2B5EF4-FFF2-40B4-BE49-F238E27FC236}">
                <a16:creationId xmlns:a16="http://schemas.microsoft.com/office/drawing/2014/main" id="{FF6AF227-768A-F808-C1B6-308F2BB06148}"/>
              </a:ext>
            </a:extLst>
          </p:cNvPr>
          <p:cNvSpPr/>
          <p:nvPr/>
        </p:nvSpPr>
        <p:spPr>
          <a:xfrm>
            <a:off x="7955280" y="1894840"/>
            <a:ext cx="1051560" cy="346166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게이지</a:t>
            </a:r>
            <a:endParaRPr lang="en-US" sz="750" dirty="0"/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10551F45-85E9-259A-AD56-78E27019595E}"/>
              </a:ext>
            </a:extLst>
          </p:cNvPr>
          <p:cNvSpPr/>
          <p:nvPr/>
        </p:nvSpPr>
        <p:spPr>
          <a:xfrm>
            <a:off x="9006840" y="1894840"/>
            <a:ext cx="2377440" cy="346166"/>
          </a:xfrm>
          <a:prstGeom prst="rect">
            <a:avLst/>
          </a:prstGeom>
          <a:solidFill>
            <a:srgbClr val="1D858C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위험</a:t>
            </a:r>
            <a:endParaRPr lang="en-US" sz="750" dirty="0"/>
          </a:p>
        </p:txBody>
      </p:sp>
      <p:sp>
        <p:nvSpPr>
          <p:cNvPr id="55" name="Text 32">
            <a:extLst>
              <a:ext uri="{FF2B5EF4-FFF2-40B4-BE49-F238E27FC236}">
                <a16:creationId xmlns:a16="http://schemas.microsoft.com/office/drawing/2014/main" id="{01919CCF-262C-6DBF-D9A8-1C8E40EB0D67}"/>
              </a:ext>
            </a:extLst>
          </p:cNvPr>
          <p:cNvSpPr/>
          <p:nvPr/>
        </p:nvSpPr>
        <p:spPr>
          <a:xfrm>
            <a:off x="6172200" y="2241006"/>
            <a:ext cx="8229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750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D434AE37-AEBD-3612-840E-8E650A55E4B7}"/>
              </a:ext>
            </a:extLst>
          </p:cNvPr>
          <p:cNvSpPr/>
          <p:nvPr/>
        </p:nvSpPr>
        <p:spPr>
          <a:xfrm>
            <a:off x="6995160" y="2241006"/>
            <a:ext cx="96012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750" dirty="0"/>
          </a:p>
        </p:txBody>
      </p:sp>
      <p:sp>
        <p:nvSpPr>
          <p:cNvPr id="59" name="Text 34">
            <a:extLst>
              <a:ext uri="{FF2B5EF4-FFF2-40B4-BE49-F238E27FC236}">
                <a16:creationId xmlns:a16="http://schemas.microsoft.com/office/drawing/2014/main" id="{0CF9807D-B826-9ED4-6AAB-DE17D7FB0ACA}"/>
              </a:ext>
            </a:extLst>
          </p:cNvPr>
          <p:cNvSpPr/>
          <p:nvPr/>
        </p:nvSpPr>
        <p:spPr>
          <a:xfrm>
            <a:off x="7955280" y="2241006"/>
            <a:ext cx="10515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없음</a:t>
            </a:r>
            <a:endParaRPr lang="en-US" sz="750" dirty="0"/>
          </a:p>
        </p:txBody>
      </p:sp>
      <p:sp>
        <p:nvSpPr>
          <p:cNvPr id="61" name="Text 35">
            <a:extLst>
              <a:ext uri="{FF2B5EF4-FFF2-40B4-BE49-F238E27FC236}">
                <a16:creationId xmlns:a16="http://schemas.microsoft.com/office/drawing/2014/main" id="{8CC06DAE-E75B-FE24-D498-0FD162270A3E}"/>
              </a:ext>
            </a:extLst>
          </p:cNvPr>
          <p:cNvSpPr/>
          <p:nvPr/>
        </p:nvSpPr>
        <p:spPr>
          <a:xfrm>
            <a:off x="9006840" y="2241006"/>
            <a:ext cx="237744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유지 시 강제 호흡</a:t>
            </a:r>
            <a:endParaRPr lang="en-US" sz="750" dirty="0"/>
          </a:p>
        </p:txBody>
      </p:sp>
      <p:sp>
        <p:nvSpPr>
          <p:cNvPr id="63" name="Text 36">
            <a:extLst>
              <a:ext uri="{FF2B5EF4-FFF2-40B4-BE49-F238E27FC236}">
                <a16:creationId xmlns:a16="http://schemas.microsoft.com/office/drawing/2014/main" id="{9AD3A282-386B-6DAE-F121-037011D19FF9}"/>
              </a:ext>
            </a:extLst>
          </p:cNvPr>
          <p:cNvSpPr/>
          <p:nvPr/>
        </p:nvSpPr>
        <p:spPr>
          <a:xfrm>
            <a:off x="6172200" y="2587171"/>
            <a:ext cx="8229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먼지</a:t>
            </a:r>
            <a:endParaRPr lang="en-US" sz="750" dirty="0"/>
          </a:p>
        </p:txBody>
      </p:sp>
      <p:sp>
        <p:nvSpPr>
          <p:cNvPr id="65" name="Text 37">
            <a:extLst>
              <a:ext uri="{FF2B5EF4-FFF2-40B4-BE49-F238E27FC236}">
                <a16:creationId xmlns:a16="http://schemas.microsoft.com/office/drawing/2014/main" id="{C750E505-46D7-43F7-CDFE-6FFDD9759D43}"/>
              </a:ext>
            </a:extLst>
          </p:cNvPr>
          <p:cNvSpPr/>
          <p:nvPr/>
        </p:nvSpPr>
        <p:spPr>
          <a:xfrm>
            <a:off x="6995160" y="2587171"/>
            <a:ext cx="96012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750" dirty="0"/>
          </a:p>
        </p:txBody>
      </p:sp>
      <p:sp>
        <p:nvSpPr>
          <p:cNvPr id="67" name="Text 38">
            <a:extLst>
              <a:ext uri="{FF2B5EF4-FFF2-40B4-BE49-F238E27FC236}">
                <a16:creationId xmlns:a16="http://schemas.microsoft.com/office/drawing/2014/main" id="{6BA46783-E2A0-F941-5E62-DF573165DD03}"/>
              </a:ext>
            </a:extLst>
          </p:cNvPr>
          <p:cNvSpPr/>
          <p:nvPr/>
        </p:nvSpPr>
        <p:spPr>
          <a:xfrm>
            <a:off x="7955280" y="2587171"/>
            <a:ext cx="10515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endParaRPr lang="en-US" sz="750" dirty="0"/>
          </a:p>
        </p:txBody>
      </p:sp>
      <p:sp>
        <p:nvSpPr>
          <p:cNvPr id="69" name="Text 39">
            <a:extLst>
              <a:ext uri="{FF2B5EF4-FFF2-40B4-BE49-F238E27FC236}">
                <a16:creationId xmlns:a16="http://schemas.microsoft.com/office/drawing/2014/main" id="{4A8A71BA-53CA-A18C-7985-755500A82517}"/>
              </a:ext>
            </a:extLst>
          </p:cNvPr>
          <p:cNvSpPr/>
          <p:nvPr/>
        </p:nvSpPr>
        <p:spPr>
          <a:xfrm>
            <a:off x="9006840" y="2587171"/>
            <a:ext cx="237744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가능</a:t>
            </a:r>
            <a:endParaRPr lang="en-US" sz="750" dirty="0"/>
          </a:p>
        </p:txBody>
      </p:sp>
      <p:sp>
        <p:nvSpPr>
          <p:cNvPr id="71" name="Text 40">
            <a:extLst>
              <a:ext uri="{FF2B5EF4-FFF2-40B4-BE49-F238E27FC236}">
                <a16:creationId xmlns:a16="http://schemas.microsoft.com/office/drawing/2014/main" id="{1D839FAA-FA90-267D-B59F-5E0DDC170E9F}"/>
              </a:ext>
            </a:extLst>
          </p:cNvPr>
          <p:cNvSpPr/>
          <p:nvPr/>
        </p:nvSpPr>
        <p:spPr>
          <a:xfrm>
            <a:off x="6172200" y="2933337"/>
            <a:ext cx="8229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꽃가루</a:t>
            </a:r>
            <a:endParaRPr lang="en-US" sz="750" dirty="0"/>
          </a:p>
        </p:txBody>
      </p:sp>
      <p:sp>
        <p:nvSpPr>
          <p:cNvPr id="73" name="Text 41">
            <a:extLst>
              <a:ext uri="{FF2B5EF4-FFF2-40B4-BE49-F238E27FC236}">
                <a16:creationId xmlns:a16="http://schemas.microsoft.com/office/drawing/2014/main" id="{EB9982AE-60C2-6ED2-1ABF-1B7FCEB4A2A0}"/>
              </a:ext>
            </a:extLst>
          </p:cNvPr>
          <p:cNvSpPr/>
          <p:nvPr/>
        </p:nvSpPr>
        <p:spPr>
          <a:xfrm>
            <a:off x="6995160" y="2933337"/>
            <a:ext cx="96012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750" dirty="0"/>
          </a:p>
        </p:txBody>
      </p:sp>
      <p:sp>
        <p:nvSpPr>
          <p:cNvPr id="75" name="Text 42">
            <a:extLst>
              <a:ext uri="{FF2B5EF4-FFF2-40B4-BE49-F238E27FC236}">
                <a16:creationId xmlns:a16="http://schemas.microsoft.com/office/drawing/2014/main" id="{92D7C2AC-D27B-C29B-467D-57E01D72271F}"/>
              </a:ext>
            </a:extLst>
          </p:cNvPr>
          <p:cNvSpPr/>
          <p:nvPr/>
        </p:nvSpPr>
        <p:spPr>
          <a:xfrm>
            <a:off x="7955280" y="2933337"/>
            <a:ext cx="10515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endParaRPr lang="en-US" sz="750" dirty="0"/>
          </a:p>
        </p:txBody>
      </p:sp>
      <p:sp>
        <p:nvSpPr>
          <p:cNvPr id="77" name="Text 43">
            <a:extLst>
              <a:ext uri="{FF2B5EF4-FFF2-40B4-BE49-F238E27FC236}">
                <a16:creationId xmlns:a16="http://schemas.microsoft.com/office/drawing/2014/main" id="{19DFF134-C4E8-7AE5-D2BE-F047428E6E77}"/>
              </a:ext>
            </a:extLst>
          </p:cNvPr>
          <p:cNvSpPr/>
          <p:nvPr/>
        </p:nvSpPr>
        <p:spPr>
          <a:xfrm>
            <a:off x="9006840" y="2933337"/>
            <a:ext cx="237744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가능</a:t>
            </a:r>
            <a:endParaRPr lang="en-US" sz="750" dirty="0"/>
          </a:p>
        </p:txBody>
      </p:sp>
      <p:sp>
        <p:nvSpPr>
          <p:cNvPr id="79" name="Text 44">
            <a:extLst>
              <a:ext uri="{FF2B5EF4-FFF2-40B4-BE49-F238E27FC236}">
                <a16:creationId xmlns:a16="http://schemas.microsoft.com/office/drawing/2014/main" id="{58E03C0F-B479-18A8-AD51-0A0FA560560F}"/>
              </a:ext>
            </a:extLst>
          </p:cNvPr>
          <p:cNvSpPr/>
          <p:nvPr/>
        </p:nvSpPr>
        <p:spPr>
          <a:xfrm>
            <a:off x="6172200" y="3279503"/>
            <a:ext cx="8229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연기</a:t>
            </a:r>
            <a:endParaRPr lang="en-US" sz="750" dirty="0"/>
          </a:p>
        </p:txBody>
      </p:sp>
      <p:sp>
        <p:nvSpPr>
          <p:cNvPr id="81" name="Text 45">
            <a:extLst>
              <a:ext uri="{FF2B5EF4-FFF2-40B4-BE49-F238E27FC236}">
                <a16:creationId xmlns:a16="http://schemas.microsoft.com/office/drawing/2014/main" id="{C98F81B0-F5FF-C719-4814-C4559565625C}"/>
              </a:ext>
            </a:extLst>
          </p:cNvPr>
          <p:cNvSpPr/>
          <p:nvPr/>
        </p:nvSpPr>
        <p:spPr>
          <a:xfrm>
            <a:off x="6995160" y="3279503"/>
            <a:ext cx="96012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</a:t>
            </a:r>
            <a:endParaRPr lang="en-US" sz="750" dirty="0"/>
          </a:p>
        </p:txBody>
      </p:sp>
      <p:sp>
        <p:nvSpPr>
          <p:cNvPr id="83" name="Text 46">
            <a:extLst>
              <a:ext uri="{FF2B5EF4-FFF2-40B4-BE49-F238E27FC236}">
                <a16:creationId xmlns:a16="http://schemas.microsoft.com/office/drawing/2014/main" id="{15E3F8E7-8E95-18DC-A50F-619D4DC0CC02}"/>
              </a:ext>
            </a:extLst>
          </p:cNvPr>
          <p:cNvSpPr/>
          <p:nvPr/>
        </p:nvSpPr>
        <p:spPr>
          <a:xfrm>
            <a:off x="7955280" y="3279503"/>
            <a:ext cx="10515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endParaRPr lang="en-US" sz="750" dirty="0"/>
          </a:p>
        </p:txBody>
      </p:sp>
      <p:sp>
        <p:nvSpPr>
          <p:cNvPr id="85" name="Text 47">
            <a:extLst>
              <a:ext uri="{FF2B5EF4-FFF2-40B4-BE49-F238E27FC236}">
                <a16:creationId xmlns:a16="http://schemas.microsoft.com/office/drawing/2014/main" id="{B58241BD-E79A-60FC-CBC5-7E32BCBEFACE}"/>
              </a:ext>
            </a:extLst>
          </p:cNvPr>
          <p:cNvSpPr/>
          <p:nvPr/>
        </p:nvSpPr>
        <p:spPr>
          <a:xfrm>
            <a:off x="9006840" y="3279503"/>
            <a:ext cx="237744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시야 저하</a:t>
            </a:r>
            <a:endParaRPr lang="en-US" sz="750" dirty="0"/>
          </a:p>
        </p:txBody>
      </p:sp>
      <p:sp>
        <p:nvSpPr>
          <p:cNvPr id="87" name="Text 48">
            <a:extLst>
              <a:ext uri="{FF2B5EF4-FFF2-40B4-BE49-F238E27FC236}">
                <a16:creationId xmlns:a16="http://schemas.microsoft.com/office/drawing/2014/main" id="{4F33E560-1C10-547B-0D75-9B15F3D51ADD}"/>
              </a:ext>
            </a:extLst>
          </p:cNvPr>
          <p:cNvSpPr/>
          <p:nvPr/>
        </p:nvSpPr>
        <p:spPr>
          <a:xfrm>
            <a:off x="6172200" y="3625669"/>
            <a:ext cx="8229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독가스</a:t>
            </a:r>
            <a:endParaRPr lang="en-US" sz="750" dirty="0"/>
          </a:p>
        </p:txBody>
      </p:sp>
      <p:sp>
        <p:nvSpPr>
          <p:cNvPr id="89" name="Text 49">
            <a:extLst>
              <a:ext uri="{FF2B5EF4-FFF2-40B4-BE49-F238E27FC236}">
                <a16:creationId xmlns:a16="http://schemas.microsoft.com/office/drawing/2014/main" id="{552D9088-23AA-61C8-C389-EA3FDA4C2967}"/>
              </a:ext>
            </a:extLst>
          </p:cNvPr>
          <p:cNvSpPr/>
          <p:nvPr/>
        </p:nvSpPr>
        <p:spPr>
          <a:xfrm>
            <a:off x="6995160" y="3625669"/>
            <a:ext cx="96012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750" dirty="0"/>
          </a:p>
        </p:txBody>
      </p:sp>
      <p:sp>
        <p:nvSpPr>
          <p:cNvPr id="91" name="Text 50">
            <a:extLst>
              <a:ext uri="{FF2B5EF4-FFF2-40B4-BE49-F238E27FC236}">
                <a16:creationId xmlns:a16="http://schemas.microsoft.com/office/drawing/2014/main" id="{746CEE5C-7394-7B0B-82B3-331D30E1F706}"/>
              </a:ext>
            </a:extLst>
          </p:cNvPr>
          <p:cNvSpPr/>
          <p:nvPr/>
        </p:nvSpPr>
        <p:spPr>
          <a:xfrm>
            <a:off x="7955280" y="3625669"/>
            <a:ext cx="10515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endParaRPr lang="en-US" sz="750" dirty="0"/>
          </a:p>
        </p:txBody>
      </p:sp>
      <p:sp>
        <p:nvSpPr>
          <p:cNvPr id="93" name="Text 51">
            <a:extLst>
              <a:ext uri="{FF2B5EF4-FFF2-40B4-BE49-F238E27FC236}">
                <a16:creationId xmlns:a16="http://schemas.microsoft.com/office/drawing/2014/main" id="{664811A2-AEFF-BDE7-DAA4-21E56B734499}"/>
              </a:ext>
            </a:extLst>
          </p:cNvPr>
          <p:cNvSpPr/>
          <p:nvPr/>
        </p:nvSpPr>
        <p:spPr>
          <a:xfrm>
            <a:off x="9006840" y="3625669"/>
            <a:ext cx="237744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들숨 중 HP 감소 + 잔류 피해</a:t>
            </a:r>
            <a:endParaRPr lang="en-US" sz="750" dirty="0"/>
          </a:p>
        </p:txBody>
      </p:sp>
      <p:sp>
        <p:nvSpPr>
          <p:cNvPr id="95" name="Text 52">
            <a:extLst>
              <a:ext uri="{FF2B5EF4-FFF2-40B4-BE49-F238E27FC236}">
                <a16:creationId xmlns:a16="http://schemas.microsoft.com/office/drawing/2014/main" id="{BB061A4A-9139-91F2-E91E-CB85B778CBA5}"/>
              </a:ext>
            </a:extLst>
          </p:cNvPr>
          <p:cNvSpPr/>
          <p:nvPr/>
        </p:nvSpPr>
        <p:spPr>
          <a:xfrm>
            <a:off x="6172200" y="3971834"/>
            <a:ext cx="8229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수중</a:t>
            </a:r>
            <a:endParaRPr lang="en-US" sz="750" dirty="0"/>
          </a:p>
        </p:txBody>
      </p:sp>
      <p:sp>
        <p:nvSpPr>
          <p:cNvPr id="97" name="Text 53">
            <a:extLst>
              <a:ext uri="{FF2B5EF4-FFF2-40B4-BE49-F238E27FC236}">
                <a16:creationId xmlns:a16="http://schemas.microsoft.com/office/drawing/2014/main" id="{620D356B-E8C5-B42F-8FD1-FC4F49735396}"/>
              </a:ext>
            </a:extLst>
          </p:cNvPr>
          <p:cNvSpPr/>
          <p:nvPr/>
        </p:nvSpPr>
        <p:spPr>
          <a:xfrm>
            <a:off x="6995160" y="3971834"/>
            <a:ext cx="96012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</a:t>
            </a:r>
            <a:endParaRPr lang="en-US" sz="750" dirty="0"/>
          </a:p>
        </p:txBody>
      </p:sp>
      <p:sp>
        <p:nvSpPr>
          <p:cNvPr id="99" name="Text 54">
            <a:extLst>
              <a:ext uri="{FF2B5EF4-FFF2-40B4-BE49-F238E27FC236}">
                <a16:creationId xmlns:a16="http://schemas.microsoft.com/office/drawing/2014/main" id="{C26E2B2E-DA94-E896-9A4C-75344014AB00}"/>
              </a:ext>
            </a:extLst>
          </p:cNvPr>
          <p:cNvSpPr/>
          <p:nvPr/>
        </p:nvSpPr>
        <p:spPr>
          <a:xfrm>
            <a:off x="7955280" y="3971834"/>
            <a:ext cx="105156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없음</a:t>
            </a:r>
            <a:endParaRPr lang="en-US" sz="750" dirty="0"/>
          </a:p>
        </p:txBody>
      </p:sp>
      <p:sp>
        <p:nvSpPr>
          <p:cNvPr id="101" name="Text 55">
            <a:extLst>
              <a:ext uri="{FF2B5EF4-FFF2-40B4-BE49-F238E27FC236}">
                <a16:creationId xmlns:a16="http://schemas.microsoft.com/office/drawing/2014/main" id="{66CE56BC-5BF5-38C1-E27C-AABCAB40CDEF}"/>
              </a:ext>
            </a:extLst>
          </p:cNvPr>
          <p:cNvSpPr/>
          <p:nvPr/>
        </p:nvSpPr>
        <p:spPr>
          <a:xfrm>
            <a:off x="9006840" y="3971834"/>
            <a:ext cx="2377440" cy="346166"/>
          </a:xfrm>
          <a:prstGeom prst="rect">
            <a:avLst/>
          </a:prstGeom>
          <a:solidFill>
            <a:srgbClr val="FFFFFF"/>
          </a:solidFill>
          <a:ln w="8890">
            <a:solidFill>
              <a:srgbClr val="D6CDBD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보유 호흡만 사용</a:t>
            </a:r>
            <a:endParaRPr lang="en-US" sz="750" dirty="0"/>
          </a:p>
        </p:txBody>
      </p:sp>
      <p:sp>
        <p:nvSpPr>
          <p:cNvPr id="103" name="Text 56">
            <a:extLst>
              <a:ext uri="{FF2B5EF4-FFF2-40B4-BE49-F238E27FC236}">
                <a16:creationId xmlns:a16="http://schemas.microsoft.com/office/drawing/2014/main" id="{71983998-4540-F0AC-2F89-E7F4C4C1067B}"/>
              </a:ext>
            </a:extLst>
          </p:cNvPr>
          <p:cNvSpPr/>
          <p:nvPr/>
        </p:nvSpPr>
        <p:spPr>
          <a:xfrm>
            <a:off x="731520" y="4409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85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기침 판정 기준</a:t>
            </a:r>
            <a:endParaRPr lang="en-US" sz="1000" dirty="0"/>
          </a:p>
        </p:txBody>
      </p:sp>
      <p:sp>
        <p:nvSpPr>
          <p:cNvPr id="105" name="Text 57">
            <a:extLst>
              <a:ext uri="{FF2B5EF4-FFF2-40B4-BE49-F238E27FC236}">
                <a16:creationId xmlns:a16="http://schemas.microsoft.com/office/drawing/2014/main" id="{6C046EAB-557B-2DF6-3241-A4787FC8FC27}"/>
              </a:ext>
            </a:extLst>
          </p:cNvPr>
          <p:cNvSpPr/>
          <p:nvPr/>
        </p:nvSpPr>
        <p:spPr>
          <a:xfrm>
            <a:off x="868680" y="4866640"/>
            <a:ext cx="1417320" cy="530352"/>
          </a:xfrm>
          <a:prstGeom prst="rect">
            <a:avLst/>
          </a:prstGeom>
          <a:solidFill>
            <a:srgbClr val="F8D7D7"/>
          </a:solidFill>
          <a:ln w="12700">
            <a:solidFill>
              <a:srgbClr val="C94C4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게이지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900" dirty="0"/>
          </a:p>
        </p:txBody>
      </p:sp>
      <p:sp>
        <p:nvSpPr>
          <p:cNvPr id="107" name="Shape 58">
            <a:extLst>
              <a:ext uri="{FF2B5EF4-FFF2-40B4-BE49-F238E27FC236}">
                <a16:creationId xmlns:a16="http://schemas.microsoft.com/office/drawing/2014/main" id="{0A6D00FA-AEFB-838B-A691-B920573DE034}"/>
              </a:ext>
            </a:extLst>
          </p:cNvPr>
          <p:cNvSpPr/>
          <p:nvPr/>
        </p:nvSpPr>
        <p:spPr>
          <a:xfrm>
            <a:off x="2286000" y="5131816"/>
            <a:ext cx="41148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09" name="Text 59">
            <a:extLst>
              <a:ext uri="{FF2B5EF4-FFF2-40B4-BE49-F238E27FC236}">
                <a16:creationId xmlns:a16="http://schemas.microsoft.com/office/drawing/2014/main" id="{F6F1ED7E-E208-EA2B-9258-C094F36078F6}"/>
              </a:ext>
            </a:extLst>
          </p:cNvPr>
          <p:cNvSpPr/>
          <p:nvPr/>
        </p:nvSpPr>
        <p:spPr>
          <a:xfrm>
            <a:off x="2743200" y="4866640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기침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</a:t>
            </a:r>
            <a:endParaRPr lang="en-US" sz="900" dirty="0"/>
          </a:p>
        </p:txBody>
      </p:sp>
      <p:sp>
        <p:nvSpPr>
          <p:cNvPr id="111" name="Shape 60">
            <a:extLst>
              <a:ext uri="{FF2B5EF4-FFF2-40B4-BE49-F238E27FC236}">
                <a16:creationId xmlns:a16="http://schemas.microsoft.com/office/drawing/2014/main" id="{6AD0BE7A-9874-EED4-177B-7D8D5050BBB0}"/>
              </a:ext>
            </a:extLst>
          </p:cNvPr>
          <p:cNvSpPr/>
          <p:nvPr/>
        </p:nvSpPr>
        <p:spPr>
          <a:xfrm>
            <a:off x="4160520" y="5131816"/>
            <a:ext cx="41148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13" name="Text 61">
            <a:extLst>
              <a:ext uri="{FF2B5EF4-FFF2-40B4-BE49-F238E27FC236}">
                <a16:creationId xmlns:a16="http://schemas.microsoft.com/office/drawing/2014/main" id="{55F2A6AA-595B-78A4-CA3F-04069A6EB468}"/>
              </a:ext>
            </a:extLst>
          </p:cNvPr>
          <p:cNvSpPr/>
          <p:nvPr/>
        </p:nvSpPr>
        <p:spPr>
          <a:xfrm>
            <a:off x="4617720" y="4866640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이벤트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sz="900" dirty="0"/>
          </a:p>
        </p:txBody>
      </p:sp>
      <p:sp>
        <p:nvSpPr>
          <p:cNvPr id="115" name="Shape 62">
            <a:extLst>
              <a:ext uri="{FF2B5EF4-FFF2-40B4-BE49-F238E27FC236}">
                <a16:creationId xmlns:a16="http://schemas.microsoft.com/office/drawing/2014/main" id="{7CD35215-DAD0-3CBA-4342-118D7E35015C}"/>
              </a:ext>
            </a:extLst>
          </p:cNvPr>
          <p:cNvSpPr/>
          <p:nvPr/>
        </p:nvSpPr>
        <p:spPr>
          <a:xfrm>
            <a:off x="6035040" y="5131816"/>
            <a:ext cx="41148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17" name="Text 63">
            <a:extLst>
              <a:ext uri="{FF2B5EF4-FFF2-40B4-BE49-F238E27FC236}">
                <a16:creationId xmlns:a16="http://schemas.microsoft.com/office/drawing/2014/main" id="{D695696D-8AAB-FC32-6425-B50088A16411}"/>
              </a:ext>
            </a:extLst>
          </p:cNvPr>
          <p:cNvSpPr/>
          <p:nvPr/>
        </p:nvSpPr>
        <p:spPr>
          <a:xfrm>
            <a:off x="6492240" y="4866640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게이지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초기화</a:t>
            </a:r>
            <a:endParaRPr lang="en-US" sz="900" dirty="0"/>
          </a:p>
        </p:txBody>
      </p:sp>
      <p:sp>
        <p:nvSpPr>
          <p:cNvPr id="119" name="Shape 64">
            <a:extLst>
              <a:ext uri="{FF2B5EF4-FFF2-40B4-BE49-F238E27FC236}">
                <a16:creationId xmlns:a16="http://schemas.microsoft.com/office/drawing/2014/main" id="{76DE991A-7E16-EE22-2209-D6E2C0722A01}"/>
              </a:ext>
            </a:extLst>
          </p:cNvPr>
          <p:cNvSpPr/>
          <p:nvPr/>
        </p:nvSpPr>
        <p:spPr>
          <a:xfrm>
            <a:off x="7909560" y="5131816"/>
            <a:ext cx="411480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21" name="Text 65">
            <a:extLst>
              <a:ext uri="{FF2B5EF4-FFF2-40B4-BE49-F238E27FC236}">
                <a16:creationId xmlns:a16="http://schemas.microsoft.com/office/drawing/2014/main" id="{540345FA-98AC-DF30-51BA-2FEFD2C55232}"/>
              </a:ext>
            </a:extLst>
          </p:cNvPr>
          <p:cNvSpPr/>
          <p:nvPr/>
        </p:nvSpPr>
        <p:spPr>
          <a:xfrm>
            <a:off x="8366760" y="4866640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 고르기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0.5초</a:t>
            </a:r>
            <a:endParaRPr lang="en-US" sz="900" dirty="0"/>
          </a:p>
        </p:txBody>
      </p:sp>
      <p:sp>
        <p:nvSpPr>
          <p:cNvPr id="123" name="Text 66">
            <a:extLst>
              <a:ext uri="{FF2B5EF4-FFF2-40B4-BE49-F238E27FC236}">
                <a16:creationId xmlns:a16="http://schemas.microsoft.com/office/drawing/2014/main" id="{8905A1A8-CE23-0473-3340-5E88D643893A}"/>
              </a:ext>
            </a:extLst>
          </p:cNvPr>
          <p:cNvSpPr/>
          <p:nvPr/>
        </p:nvSpPr>
        <p:spPr>
          <a:xfrm>
            <a:off x="868680" y="5918200"/>
            <a:ext cx="6949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C94C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독가스 피해는 “독가스 환경 + 들이마시기 입력”이 동시에 성립할 때만 적용함.</a:t>
            </a:r>
            <a:endParaRPr lang="en-US" sz="1000" dirty="0"/>
          </a:p>
        </p:txBody>
      </p:sp>
      <p:sp>
        <p:nvSpPr>
          <p:cNvPr id="255" name="직사각형 254">
            <a:extLst>
              <a:ext uri="{FF2B5EF4-FFF2-40B4-BE49-F238E27FC236}">
                <a16:creationId xmlns:a16="http://schemas.microsoft.com/office/drawing/2014/main" id="{E7157AD2-64F0-FFAF-55B7-AC38F2A2E3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257" name="직사각형 256">
            <a:extLst>
              <a:ext uri="{FF2B5EF4-FFF2-40B4-BE49-F238E27FC236}">
                <a16:creationId xmlns:a16="http://schemas.microsoft.com/office/drawing/2014/main" id="{F225FEEC-E530-C1E9-C44E-DCC1CEBCB9BF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3-2)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세부 판정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59" name="직선 연결선 258">
            <a:extLst>
              <a:ext uri="{FF2B5EF4-FFF2-40B4-BE49-F238E27FC236}">
                <a16:creationId xmlns:a16="http://schemas.microsoft.com/office/drawing/2014/main" id="{0121A70A-D49E-DA67-156E-813854455FFF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1" name="직사각형 260">
            <a:extLst>
              <a:ext uri="{FF2B5EF4-FFF2-40B4-BE49-F238E27FC236}">
                <a16:creationId xmlns:a16="http://schemas.microsoft.com/office/drawing/2014/main" id="{B770887A-FBD9-E3CA-DCA0-CD9B29E43412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27970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E734CDE-E591-D651-18D0-BD914DBC4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898" y="589146"/>
            <a:ext cx="9432174" cy="55556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6A5DAD-BC5B-BC5B-B435-E2CE7BDCF6AD}"/>
              </a:ext>
            </a:extLst>
          </p:cNvPr>
          <p:cNvSpPr txBox="1"/>
          <p:nvPr/>
        </p:nvSpPr>
        <p:spPr>
          <a:xfrm>
            <a:off x="2207743" y="1938955"/>
            <a:ext cx="9610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먼지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341E70-8AB0-0148-95FB-1FDBF518C28A}"/>
              </a:ext>
            </a:extLst>
          </p:cNvPr>
          <p:cNvSpPr txBox="1"/>
          <p:nvPr/>
        </p:nvSpPr>
        <p:spPr>
          <a:xfrm>
            <a:off x="1843042" y="2309927"/>
            <a:ext cx="1242039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안전 한계 감소</a:t>
            </a:r>
            <a:endParaRPr lang="en-US" altLang="ko-KR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기침 자극 누적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2DE207-84D4-92EA-34FE-768A78CBE9F1}"/>
              </a:ext>
            </a:extLst>
          </p:cNvPr>
          <p:cNvSpPr txBox="1"/>
          <p:nvPr/>
        </p:nvSpPr>
        <p:spPr>
          <a:xfrm>
            <a:off x="1040530" y="4320812"/>
            <a:ext cx="152954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들이마시기</a:t>
            </a: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크기 제한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7FFB4F-AE2D-2080-5D93-58C40C3CAE43}"/>
              </a:ext>
            </a:extLst>
          </p:cNvPr>
          <p:cNvSpPr txBox="1"/>
          <p:nvPr/>
        </p:nvSpPr>
        <p:spPr>
          <a:xfrm>
            <a:off x="9446451" y="2280981"/>
            <a:ext cx="12420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안전 한계 감소</a:t>
            </a:r>
            <a:endParaRPr lang="en-US" altLang="ko-KR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재채기 자극 누적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643112-AC09-46E6-4378-D9E86E468E11}"/>
              </a:ext>
            </a:extLst>
          </p:cNvPr>
          <p:cNvSpPr txBox="1"/>
          <p:nvPr/>
        </p:nvSpPr>
        <p:spPr>
          <a:xfrm>
            <a:off x="9967721" y="4327688"/>
            <a:ext cx="17289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들이마시기 거의 불가</a:t>
            </a:r>
            <a:endParaRPr lang="en-US" altLang="ko-KR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상태 이상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08CF69-A219-F102-E20F-EB5B28C9E56B}"/>
              </a:ext>
            </a:extLst>
          </p:cNvPr>
          <p:cNvSpPr txBox="1"/>
          <p:nvPr/>
        </p:nvSpPr>
        <p:spPr>
          <a:xfrm>
            <a:off x="9901221" y="1910379"/>
            <a:ext cx="9610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꽃가루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0FC113-6BDE-B054-E3CF-95D5CBDECB74}"/>
              </a:ext>
            </a:extLst>
          </p:cNvPr>
          <p:cNvSpPr txBox="1"/>
          <p:nvPr/>
        </p:nvSpPr>
        <p:spPr>
          <a:xfrm>
            <a:off x="10471322" y="3957086"/>
            <a:ext cx="9610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독가스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88BFB4FE-BF2A-D708-9635-C2431AECCD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535" t="85187" r="75353" b="6733"/>
          <a:stretch/>
        </p:blipFill>
        <p:spPr>
          <a:xfrm>
            <a:off x="3466520" y="4995084"/>
            <a:ext cx="482138" cy="448887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E57D6858-72B4-2083-56B7-1C1942014DEE}"/>
              </a:ext>
            </a:extLst>
          </p:cNvPr>
          <p:cNvSpPr/>
          <p:nvPr/>
        </p:nvSpPr>
        <p:spPr>
          <a:xfrm>
            <a:off x="2901196" y="5208262"/>
            <a:ext cx="498824" cy="674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23795F-052E-C2F3-8279-565A84704C97}"/>
              </a:ext>
            </a:extLst>
          </p:cNvPr>
          <p:cNvSpPr txBox="1"/>
          <p:nvPr/>
        </p:nvSpPr>
        <p:spPr>
          <a:xfrm>
            <a:off x="3472549" y="5410721"/>
            <a:ext cx="124203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들이마시기 불가</a:t>
            </a:r>
            <a:endParaRPr lang="en-US" altLang="ko-KR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보유 호흡만 사용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306648-B9E2-D205-27C0-FE86263C68FD}"/>
              </a:ext>
            </a:extLst>
          </p:cNvPr>
          <p:cNvSpPr txBox="1"/>
          <p:nvPr/>
        </p:nvSpPr>
        <p:spPr>
          <a:xfrm>
            <a:off x="3874882" y="5048248"/>
            <a:ext cx="9610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수중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D832A95-E2EF-359E-0C24-18D481C5ED58}"/>
              </a:ext>
            </a:extLst>
          </p:cNvPr>
          <p:cNvSpPr/>
          <p:nvPr/>
        </p:nvSpPr>
        <p:spPr>
          <a:xfrm>
            <a:off x="1436070" y="3761953"/>
            <a:ext cx="312834" cy="60073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A5F5C7F9-D3FC-BEA2-D77F-CC095E04CD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98" t="59395" r="93359" b="33061"/>
          <a:stretch/>
        </p:blipFill>
        <p:spPr>
          <a:xfrm>
            <a:off x="1065930" y="3897421"/>
            <a:ext cx="419100" cy="4191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8CC52EF0-68E6-97F0-6DDE-F9502E1484F6}"/>
              </a:ext>
            </a:extLst>
          </p:cNvPr>
          <p:cNvSpPr txBox="1"/>
          <p:nvPr/>
        </p:nvSpPr>
        <p:spPr>
          <a:xfrm>
            <a:off x="1444186" y="3948732"/>
            <a:ext cx="9610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연기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CC40BE1C-007D-ECF5-2B31-2CCB2B7051CA}"/>
              </a:ext>
            </a:extLst>
          </p:cNvPr>
          <p:cNvSpPr/>
          <p:nvPr/>
        </p:nvSpPr>
        <p:spPr>
          <a:xfrm>
            <a:off x="3466520" y="2820986"/>
            <a:ext cx="281551" cy="1488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84CF66F-7539-62A2-89E8-8EEF25264C89}"/>
              </a:ext>
            </a:extLst>
          </p:cNvPr>
          <p:cNvSpPr/>
          <p:nvPr/>
        </p:nvSpPr>
        <p:spPr>
          <a:xfrm>
            <a:off x="5746725" y="1505749"/>
            <a:ext cx="1035496" cy="3156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9B2E2A51-C607-6937-5E0F-1C754009F162}"/>
              </a:ext>
            </a:extLst>
          </p:cNvPr>
          <p:cNvSpPr/>
          <p:nvPr/>
        </p:nvSpPr>
        <p:spPr>
          <a:xfrm>
            <a:off x="8585185" y="2848377"/>
            <a:ext cx="281551" cy="1488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D557E810-C3CD-62B7-F034-77B97A3D3535}"/>
              </a:ext>
            </a:extLst>
          </p:cNvPr>
          <p:cNvSpPr/>
          <p:nvPr/>
        </p:nvSpPr>
        <p:spPr>
          <a:xfrm rot="19390770">
            <a:off x="7824622" y="4858869"/>
            <a:ext cx="357894" cy="1808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B5A07D07-AD81-94C0-FC1A-D96DB441B5A4}"/>
              </a:ext>
            </a:extLst>
          </p:cNvPr>
          <p:cNvSpPr/>
          <p:nvPr/>
        </p:nvSpPr>
        <p:spPr>
          <a:xfrm rot="1083151">
            <a:off x="4248655" y="4814078"/>
            <a:ext cx="357782" cy="239986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8">
            <a:extLst>
              <a:ext uri="{FF2B5EF4-FFF2-40B4-BE49-F238E27FC236}">
                <a16:creationId xmlns:a16="http://schemas.microsoft.com/office/drawing/2014/main" id="{755FFA07-064F-0EAF-B320-A8CD24473A71}"/>
              </a:ext>
            </a:extLst>
          </p:cNvPr>
          <p:cNvSpPr>
            <a:spLocks noGrp="1"/>
          </p:cNvSpPr>
          <p:nvPr/>
        </p:nvSpPr>
        <p:spPr>
          <a:xfrm>
            <a:off x="457199" y="6057302"/>
            <a:ext cx="11239501" cy="461470"/>
          </a:xfrm>
          <a:prstGeom prst="roundRect">
            <a:avLst>
              <a:gd name="adj" fmla="val 10256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1000">
                <a:latin typeface="맑은 고딕"/>
                <a:ea typeface="맑은 고딕"/>
                <a:cs typeface="맑은 고딕"/>
              </a:rPr>
              <a:t>들이마시기 시 환경에 따라 캐릭터의 반응이 달라지며</a:t>
            </a:r>
            <a:r>
              <a:rPr lang="en-US" altLang="ko-KR" sz="1000"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000">
                <a:latin typeface="맑은 고딕"/>
                <a:ea typeface="맑은 고딕"/>
                <a:cs typeface="맑은 고딕"/>
              </a:rPr>
              <a:t>위험도는                                                                    순으로 낮아진다</a:t>
            </a:r>
            <a:r>
              <a:rPr lang="en-US" altLang="ko-KR" sz="1000">
                <a:latin typeface="맑은 고딕"/>
                <a:ea typeface="맑은 고딕"/>
                <a:cs typeface="맑은 고딕"/>
              </a:rPr>
              <a:t>.</a:t>
            </a:r>
            <a:endParaRPr sz="1000" dirty="0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80739C06-31AF-4FA8-6E52-C1DE9C3546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62" t="92408" r="68884" b="639"/>
          <a:stretch/>
        </p:blipFill>
        <p:spPr>
          <a:xfrm>
            <a:off x="5961969" y="6108295"/>
            <a:ext cx="385149" cy="362857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FBA65614-6AE3-A5B4-40D9-CDB5CB8C9D9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78" t="92408" r="63268" b="639"/>
          <a:stretch/>
        </p:blipFill>
        <p:spPr>
          <a:xfrm>
            <a:off x="6466199" y="6097170"/>
            <a:ext cx="385149" cy="362857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4021ADD-F867-A28D-59A3-6D7379B054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89" t="92408" r="46557" b="639"/>
          <a:stretch/>
        </p:blipFill>
        <p:spPr>
          <a:xfrm>
            <a:off x="7951442" y="6108295"/>
            <a:ext cx="385149" cy="362857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6CA956B6-7016-5870-945F-AB35208283C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42" t="92408" r="40804" b="639"/>
          <a:stretch/>
        </p:blipFill>
        <p:spPr>
          <a:xfrm>
            <a:off x="8458727" y="6097218"/>
            <a:ext cx="385149" cy="36285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0E627AF6-3A92-DB3E-E888-24461C3A3D04}"/>
              </a:ext>
            </a:extLst>
          </p:cNvPr>
          <p:cNvSpPr txBox="1"/>
          <p:nvPr/>
        </p:nvSpPr>
        <p:spPr>
          <a:xfrm>
            <a:off x="6301989" y="6128140"/>
            <a:ext cx="202614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&gt;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4544C8-AD1F-A5D3-E8EA-83A823386481}"/>
              </a:ext>
            </a:extLst>
          </p:cNvPr>
          <p:cNvSpPr txBox="1"/>
          <p:nvPr/>
        </p:nvSpPr>
        <p:spPr>
          <a:xfrm>
            <a:off x="6801473" y="6128139"/>
            <a:ext cx="202614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&gt;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616AB79-A5E4-88C6-1D79-29002D92DB59}"/>
              </a:ext>
            </a:extLst>
          </p:cNvPr>
          <p:cNvSpPr txBox="1"/>
          <p:nvPr/>
        </p:nvSpPr>
        <p:spPr>
          <a:xfrm>
            <a:off x="7308222" y="6128139"/>
            <a:ext cx="202614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&gt;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A17318-3B9D-BD14-78C8-B71EC6DC3F79}"/>
              </a:ext>
            </a:extLst>
          </p:cNvPr>
          <p:cNvSpPr txBox="1"/>
          <p:nvPr/>
        </p:nvSpPr>
        <p:spPr>
          <a:xfrm>
            <a:off x="7801099" y="6128139"/>
            <a:ext cx="202614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&gt;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D86FE4D-C011-BE58-DE97-212743336D86}"/>
              </a:ext>
            </a:extLst>
          </p:cNvPr>
          <p:cNvSpPr txBox="1"/>
          <p:nvPr/>
        </p:nvSpPr>
        <p:spPr>
          <a:xfrm>
            <a:off x="8293976" y="6128139"/>
            <a:ext cx="202614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>
                <a:latin typeface="맑은 고딕" panose="020B0503020000020004" pitchFamily="50" charset="-127"/>
                <a:ea typeface="맑은 고딕" panose="020B0503020000020004" pitchFamily="50" charset="-127"/>
                <a:cs typeface="맑은 고딕 Semilight" panose="020B0502040204020203" pitchFamily="50" charset="-127"/>
              </a:rPr>
              <a:t>&gt;</a:t>
            </a:r>
            <a:endParaRPr lang="ko-KR" altLang="en-US" sz="1000">
              <a:latin typeface="맑은 고딕" panose="020B0503020000020004" pitchFamily="50" charset="-127"/>
              <a:ea typeface="맑은 고딕" panose="020B0503020000020004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24BCAE2F-FB4A-E5D5-1820-762E605189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10" t="92408" r="52036" b="639"/>
          <a:stretch/>
        </p:blipFill>
        <p:spPr>
          <a:xfrm>
            <a:off x="7438497" y="6097868"/>
            <a:ext cx="385149" cy="362857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5B71A90C-3C5B-7DD4-9B8E-4EB4EC3634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94" t="92408" r="57652" b="639"/>
          <a:stretch/>
        </p:blipFill>
        <p:spPr>
          <a:xfrm>
            <a:off x="6956683" y="6108295"/>
            <a:ext cx="385149" cy="362857"/>
          </a:xfrm>
          <a:prstGeom prst="rect">
            <a:avLst/>
          </a:prstGeom>
        </p:spPr>
      </p:pic>
      <p:sp>
        <p:nvSpPr>
          <p:cNvPr id="67" name="직사각형 66">
            <a:extLst>
              <a:ext uri="{FF2B5EF4-FFF2-40B4-BE49-F238E27FC236}">
                <a16:creationId xmlns:a16="http://schemas.microsoft.com/office/drawing/2014/main" id="{1A1EB232-5E57-2821-DC09-A9B4F7ADF8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CB199A3E-11C2-2EB5-C525-CCAD80638E43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3-3)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환경별 반응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1" name="직선 연결선 70">
            <a:extLst>
              <a:ext uri="{FF2B5EF4-FFF2-40B4-BE49-F238E27FC236}">
                <a16:creationId xmlns:a16="http://schemas.microsoft.com/office/drawing/2014/main" id="{9A9EE809-1799-7AC8-58ED-A3356A89D5C5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37F5F82-FCD4-CC94-0976-83B71CE2A039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599141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98BF2-815A-0A44-0235-F6FDAD0F3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22E0AD5-55A0-4914-4842-D6B6CB996A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16CA4FFE-E37C-7F34-482C-7B9A83BE359C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F181915A-F9EF-497B-EA24-FE7AE5C76883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8C4B0F-4767-F52F-A35E-2ABB47FA2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066" y="1247801"/>
            <a:ext cx="7962601" cy="5173599"/>
          </a:xfrm>
          <a:prstGeom prst="rect">
            <a:avLst/>
          </a:prstGeom>
        </p:spPr>
      </p:pic>
      <p:sp>
        <p:nvSpPr>
          <p:cNvPr id="8" name="모서리가 둥근 직사각형 8">
            <a:extLst>
              <a:ext uri="{FF2B5EF4-FFF2-40B4-BE49-F238E27FC236}">
                <a16:creationId xmlns:a16="http://schemas.microsoft.com/office/drawing/2014/main" id="{25C2C4DB-29D7-143E-04B6-4B214764BB0F}"/>
              </a:ext>
            </a:extLst>
          </p:cNvPr>
          <p:cNvSpPr/>
          <p:nvPr/>
        </p:nvSpPr>
        <p:spPr>
          <a:xfrm>
            <a:off x="457199" y="2675067"/>
            <a:ext cx="2884246" cy="1507866"/>
          </a:xfrm>
          <a:prstGeom prst="roundRect">
            <a:avLst>
              <a:gd name="adj" fmla="val 7658"/>
            </a:avLst>
          </a:prstGeom>
          <a:noFill/>
          <a:ln w="38100">
            <a:solidFill>
              <a:srgbClr val="D9E4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 의도</a:t>
            </a:r>
            <a:endParaRPr lang="en-US" altLang="ko-KR" sz="1500" b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하나의 호흡 행동을 지속적으로 사용하는 플레이를 제한하고</a:t>
            </a:r>
            <a:r>
              <a:rPr lang="en-US" altLang="ko-KR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호흡의 순환과 사용 타이밍을 고려하도록 설계</a:t>
            </a:r>
            <a:r>
              <a:rPr lang="en-US" altLang="ko-KR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선 연결선 9">
            <a:extLst>
              <a:ext uri="{FF2B5EF4-FFF2-40B4-BE49-F238E27FC236}">
                <a16:creationId xmlns:a16="http://schemas.microsoft.com/office/drawing/2014/main" id="{A9F7E2CE-F768-AF9E-25BE-A5C16D480DBF}"/>
              </a:ext>
            </a:extLst>
          </p:cNvPr>
          <p:cNvSpPr>
            <a:spLocks noGrp="1"/>
          </p:cNvSpPr>
          <p:nvPr/>
        </p:nvSpPr>
        <p:spPr>
          <a:xfrm rot="5400000">
            <a:off x="49340" y="1827119"/>
            <a:ext cx="815719" cy="0"/>
          </a:xfrm>
          <a:prstGeom prst="line">
            <a:avLst/>
          </a:prstGeom>
          <a:noFill/>
          <a:ln w="76200">
            <a:solidFill>
              <a:srgbClr val="D8E3EA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97E871-5479-07AC-3777-F2AE7B4204D2}"/>
              </a:ext>
            </a:extLst>
          </p:cNvPr>
          <p:cNvSpPr txBox="1"/>
          <p:nvPr/>
        </p:nvSpPr>
        <p:spPr>
          <a:xfrm>
            <a:off x="606138" y="1450149"/>
            <a:ext cx="2932928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/>
              <a:t>강제 행동</a:t>
            </a:r>
            <a:endParaRPr lang="en-US" altLang="ko-KR" sz="1500"/>
          </a:p>
          <a:p>
            <a:pPr>
              <a:lnSpc>
                <a:spcPct val="150000"/>
              </a:lnSpc>
            </a:pPr>
            <a:r>
              <a:rPr lang="en-US" altLang="ko-KR" sz="1500" b="1"/>
              <a:t>“</a:t>
            </a:r>
            <a:r>
              <a:rPr lang="ko-KR" altLang="en-US" sz="1500" b="1"/>
              <a:t>계속 들이마시면 어떻게 될까</a:t>
            </a:r>
            <a:r>
              <a:rPr lang="en-US" altLang="ko-KR" sz="1500" b="1"/>
              <a:t>?”</a:t>
            </a:r>
            <a:endParaRPr lang="ko-KR" altLang="en-US" sz="1500" b="1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E1BBD06-0CB3-2E95-C0EA-062275204597}"/>
              </a:ext>
            </a:extLst>
          </p:cNvPr>
          <p:cNvSpPr>
            <a:spLocks noGrp="1"/>
          </p:cNvSpPr>
          <p:nvPr/>
        </p:nvSpPr>
        <p:spPr>
          <a:xfrm>
            <a:off x="457199" y="303096"/>
            <a:ext cx="3564965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3-4)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핵심 활용 스토리보드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6613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79E30-B020-1D5B-085E-EF763A703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31A9271-0915-0232-F636-3C8F5CF829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9CCEC93-ECF2-59DE-D532-34D7224669C7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3-5)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AI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121D6078-F8D2-662A-A6BD-995BCEB69DC0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B08D1314-14C9-C359-1D89-CA6D7F75099B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7B7A35F-9A63-86B9-D549-0994AD0D8A9A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6096000" cy="323850"/>
          </a:xfrm>
          <a:prstGeom prst="roundRect">
            <a:avLst>
              <a:gd name="adj" fmla="val 14706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77DA92-183B-EB8E-D535-48C53F754802}"/>
              </a:ext>
            </a:extLst>
          </p:cNvPr>
          <p:cNvSpPr>
            <a:spLocks noGrp="1"/>
          </p:cNvSpPr>
          <p:nvPr/>
        </p:nvSpPr>
        <p:spPr>
          <a:xfrm>
            <a:off x="523875" y="1257300"/>
            <a:ext cx="5962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공기 환경 속성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F32DC4C-6256-6D89-68A8-79A90A1A1A5B}"/>
              </a:ext>
            </a:extLst>
          </p:cNvPr>
          <p:cNvSpPr>
            <a:spLocks noGrp="1"/>
          </p:cNvSpPr>
          <p:nvPr/>
        </p:nvSpPr>
        <p:spPr>
          <a:xfrm>
            <a:off x="457200" y="165735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2092DA6-BE14-548B-1D3D-B19194F7FE1F}"/>
              </a:ext>
            </a:extLst>
          </p:cNvPr>
          <p:cNvSpPr>
            <a:spLocks noGrp="1"/>
          </p:cNvSpPr>
          <p:nvPr/>
        </p:nvSpPr>
        <p:spPr>
          <a:xfrm>
            <a:off x="1051214" y="168592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정상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492DFB9-FCFF-9337-27C0-1AD10FD96A7D}"/>
              </a:ext>
            </a:extLst>
          </p:cNvPr>
          <p:cNvSpPr>
            <a:spLocks noGrp="1"/>
          </p:cNvSpPr>
          <p:nvPr/>
        </p:nvSpPr>
        <p:spPr>
          <a:xfrm>
            <a:off x="2360313" y="168592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 한계 100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7C1FFA5-7AF6-82C5-EF98-E05EEDED2AC6}"/>
              </a:ext>
            </a:extLst>
          </p:cNvPr>
          <p:cNvSpPr>
            <a:spLocks noGrp="1"/>
          </p:cNvSpPr>
          <p:nvPr/>
        </p:nvSpPr>
        <p:spPr>
          <a:xfrm>
            <a:off x="4823114" y="168592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제약 없음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D786CFD-011A-4D28-A382-5032E621E5D5}"/>
              </a:ext>
            </a:extLst>
          </p:cNvPr>
          <p:cNvSpPr>
            <a:spLocks noGrp="1"/>
          </p:cNvSpPr>
          <p:nvPr/>
        </p:nvSpPr>
        <p:spPr>
          <a:xfrm>
            <a:off x="457200" y="213360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C49F631-B0BF-F46B-D719-97A3E66DE8B0}"/>
              </a:ext>
            </a:extLst>
          </p:cNvPr>
          <p:cNvSpPr>
            <a:spLocks noGrp="1"/>
          </p:cNvSpPr>
          <p:nvPr/>
        </p:nvSpPr>
        <p:spPr>
          <a:xfrm>
            <a:off x="1051214" y="216217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먼지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D0F40F-3BD3-E232-005E-1FDEEDE44A89}"/>
              </a:ext>
            </a:extLst>
          </p:cNvPr>
          <p:cNvSpPr>
            <a:spLocks noGrp="1"/>
          </p:cNvSpPr>
          <p:nvPr/>
        </p:nvSpPr>
        <p:spPr>
          <a:xfrm>
            <a:off x="2360313" y="216217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 한계 감소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19FF4C5-2060-6DC1-3108-D901425B85FA}"/>
              </a:ext>
            </a:extLst>
          </p:cNvPr>
          <p:cNvSpPr>
            <a:spLocks noGrp="1"/>
          </p:cNvSpPr>
          <p:nvPr/>
        </p:nvSpPr>
        <p:spPr>
          <a:xfrm>
            <a:off x="4823114" y="216217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기침 자극 누적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6775C123-7B21-2729-9975-B3D6C11EB496}"/>
              </a:ext>
            </a:extLst>
          </p:cNvPr>
          <p:cNvSpPr>
            <a:spLocks noGrp="1"/>
          </p:cNvSpPr>
          <p:nvPr/>
        </p:nvSpPr>
        <p:spPr>
          <a:xfrm>
            <a:off x="457200" y="260985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8839C27-8EBF-E142-FDFF-5D604A42FBA0}"/>
              </a:ext>
            </a:extLst>
          </p:cNvPr>
          <p:cNvSpPr>
            <a:spLocks noGrp="1"/>
          </p:cNvSpPr>
          <p:nvPr/>
        </p:nvSpPr>
        <p:spPr>
          <a:xfrm>
            <a:off x="1051214" y="263842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꽃가루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59165B6-43A4-41B7-AF9A-3C6F2182C582}"/>
              </a:ext>
            </a:extLst>
          </p:cNvPr>
          <p:cNvSpPr>
            <a:spLocks noGrp="1"/>
          </p:cNvSpPr>
          <p:nvPr/>
        </p:nvSpPr>
        <p:spPr>
          <a:xfrm>
            <a:off x="2360313" y="263842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 한계 감소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AF3048A-C540-AD89-43BA-13E7891B90B9}"/>
              </a:ext>
            </a:extLst>
          </p:cNvPr>
          <p:cNvSpPr>
            <a:spLocks noGrp="1"/>
          </p:cNvSpPr>
          <p:nvPr/>
        </p:nvSpPr>
        <p:spPr>
          <a:xfrm>
            <a:off x="4823114" y="263842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재채기 자극 누적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4F5E854-F2F4-CFCF-8FAF-9C59D6373C5E}"/>
              </a:ext>
            </a:extLst>
          </p:cNvPr>
          <p:cNvSpPr>
            <a:spLocks noGrp="1"/>
          </p:cNvSpPr>
          <p:nvPr/>
        </p:nvSpPr>
        <p:spPr>
          <a:xfrm>
            <a:off x="457200" y="308610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B98680D-CAE9-95D8-CB61-1CA2818F7BFE}"/>
              </a:ext>
            </a:extLst>
          </p:cNvPr>
          <p:cNvSpPr>
            <a:spLocks noGrp="1"/>
          </p:cNvSpPr>
          <p:nvPr/>
        </p:nvSpPr>
        <p:spPr>
          <a:xfrm>
            <a:off x="1051214" y="311467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연기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8C29EB77-EAF8-7188-C017-8EC1B5A606BB}"/>
              </a:ext>
            </a:extLst>
          </p:cNvPr>
          <p:cNvSpPr>
            <a:spLocks noGrp="1"/>
          </p:cNvSpPr>
          <p:nvPr/>
        </p:nvSpPr>
        <p:spPr>
          <a:xfrm>
            <a:off x="2360313" y="311467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 크게 제한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77D6623C-B74B-7FB9-ED42-ADBF72C0C4B1}"/>
              </a:ext>
            </a:extLst>
          </p:cNvPr>
          <p:cNvSpPr>
            <a:spLocks noGrp="1"/>
          </p:cNvSpPr>
          <p:nvPr/>
        </p:nvSpPr>
        <p:spPr>
          <a:xfrm>
            <a:off x="4823114" y="311467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기침 · 시야 저하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32278881-343B-5DBA-36C4-D6095F1FC7F9}"/>
              </a:ext>
            </a:extLst>
          </p:cNvPr>
          <p:cNvSpPr>
            <a:spLocks noGrp="1"/>
          </p:cNvSpPr>
          <p:nvPr/>
        </p:nvSpPr>
        <p:spPr>
          <a:xfrm>
            <a:off x="457200" y="356235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0DBEC56-34BD-2A7A-B486-B7B01DA85A79}"/>
              </a:ext>
            </a:extLst>
          </p:cNvPr>
          <p:cNvSpPr>
            <a:spLocks noGrp="1"/>
          </p:cNvSpPr>
          <p:nvPr/>
        </p:nvSpPr>
        <p:spPr>
          <a:xfrm>
            <a:off x="1051214" y="359092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독가스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8D5B051-E490-6C56-A770-694D4C89ABB3}"/>
              </a:ext>
            </a:extLst>
          </p:cNvPr>
          <p:cNvSpPr>
            <a:spLocks noGrp="1"/>
          </p:cNvSpPr>
          <p:nvPr/>
        </p:nvSpPr>
        <p:spPr>
          <a:xfrm>
            <a:off x="2360313" y="359092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 불가에 가까움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8CAE0E7-8685-88E6-3B95-4ED8B6387AA7}"/>
              </a:ext>
            </a:extLst>
          </p:cNvPr>
          <p:cNvSpPr>
            <a:spLocks noGrp="1"/>
          </p:cNvSpPr>
          <p:nvPr/>
        </p:nvSpPr>
        <p:spPr>
          <a:xfrm>
            <a:off x="4823114" y="359092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피해 · 상태이상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A565C000-A939-682C-DF0A-4FB1389F7D9C}"/>
              </a:ext>
            </a:extLst>
          </p:cNvPr>
          <p:cNvSpPr>
            <a:spLocks noGrp="1"/>
          </p:cNvSpPr>
          <p:nvPr/>
        </p:nvSpPr>
        <p:spPr>
          <a:xfrm>
            <a:off x="457200" y="4038600"/>
            <a:ext cx="6096000" cy="400050"/>
          </a:xfrm>
          <a:prstGeom prst="roundRect">
            <a:avLst>
              <a:gd name="adj" fmla="val 7143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3E4D1EB-C856-1C12-B357-080AD1F818DE}"/>
              </a:ext>
            </a:extLst>
          </p:cNvPr>
          <p:cNvSpPr>
            <a:spLocks noGrp="1"/>
          </p:cNvSpPr>
          <p:nvPr/>
        </p:nvSpPr>
        <p:spPr>
          <a:xfrm>
            <a:off x="1051214" y="4067175"/>
            <a:ext cx="85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수중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C57F29CC-EB9C-5E07-C1D7-78383E0007FF}"/>
              </a:ext>
            </a:extLst>
          </p:cNvPr>
          <p:cNvSpPr>
            <a:spLocks noGrp="1"/>
          </p:cNvSpPr>
          <p:nvPr/>
        </p:nvSpPr>
        <p:spPr>
          <a:xfrm>
            <a:off x="2360313" y="406717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 불가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E6285DF2-B1D8-5FE8-C9AB-1EC0D1160AF6}"/>
              </a:ext>
            </a:extLst>
          </p:cNvPr>
          <p:cNvSpPr>
            <a:spLocks noGrp="1"/>
          </p:cNvSpPr>
          <p:nvPr/>
        </p:nvSpPr>
        <p:spPr>
          <a:xfrm>
            <a:off x="4823114" y="4067175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보유 호흡만 사용</a:t>
            </a: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FDB28956-685C-EC2A-B6EB-673960FEA25E}"/>
              </a:ext>
            </a:extLst>
          </p:cNvPr>
          <p:cNvSpPr>
            <a:spLocks noGrp="1"/>
          </p:cNvSpPr>
          <p:nvPr/>
        </p:nvSpPr>
        <p:spPr>
          <a:xfrm>
            <a:off x="6934200" y="1257300"/>
            <a:ext cx="4686300" cy="323850"/>
          </a:xfrm>
          <a:prstGeom prst="roundRect">
            <a:avLst>
              <a:gd name="adj" fmla="val 14706"/>
            </a:avLst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B2C8299C-EB59-5D52-C8B7-43C50BCAD733}"/>
              </a:ext>
            </a:extLst>
          </p:cNvPr>
          <p:cNvSpPr>
            <a:spLocks noGrp="1"/>
          </p:cNvSpPr>
          <p:nvPr/>
        </p:nvSpPr>
        <p:spPr>
          <a:xfrm>
            <a:off x="7000875" y="1257300"/>
            <a:ext cx="455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 의심 게이지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8865B1B0-0C79-2582-AC30-6213EBEB3574}"/>
              </a:ext>
            </a:extLst>
          </p:cNvPr>
          <p:cNvSpPr>
            <a:spLocks noGrp="1"/>
          </p:cNvSpPr>
          <p:nvPr/>
        </p:nvSpPr>
        <p:spPr>
          <a:xfrm>
            <a:off x="7143750" y="1781175"/>
            <a:ext cx="1047750" cy="285750"/>
          </a:xfrm>
          <a:prstGeom prst="rect">
            <a:avLst/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852F2874-8058-E420-E2DE-66E551844DA6}"/>
              </a:ext>
            </a:extLst>
          </p:cNvPr>
          <p:cNvSpPr>
            <a:spLocks noGrp="1"/>
          </p:cNvSpPr>
          <p:nvPr/>
        </p:nvSpPr>
        <p:spPr>
          <a:xfrm>
            <a:off x="8191500" y="1781175"/>
            <a:ext cx="1047750" cy="285750"/>
          </a:xfrm>
          <a:prstGeom prst="rect">
            <a:avLst/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EDC8C59E-AAD4-AD50-1A15-C8054B1C9B3A}"/>
              </a:ext>
            </a:extLst>
          </p:cNvPr>
          <p:cNvSpPr>
            <a:spLocks noGrp="1"/>
          </p:cNvSpPr>
          <p:nvPr/>
        </p:nvSpPr>
        <p:spPr>
          <a:xfrm>
            <a:off x="9239250" y="1781175"/>
            <a:ext cx="1047750" cy="285750"/>
          </a:xfrm>
          <a:prstGeom prst="rect">
            <a:avLst/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707D505E-0566-F8CF-DC78-4D7445CBC25C}"/>
              </a:ext>
            </a:extLst>
          </p:cNvPr>
          <p:cNvSpPr>
            <a:spLocks noGrp="1"/>
          </p:cNvSpPr>
          <p:nvPr/>
        </p:nvSpPr>
        <p:spPr>
          <a:xfrm>
            <a:off x="10287000" y="1781175"/>
            <a:ext cx="1047750" cy="285750"/>
          </a:xfrm>
          <a:prstGeom prst="rect">
            <a:avLst/>
          </a:prstGeom>
          <a:solidFill>
            <a:srgbClr val="F7D8D8"/>
          </a:solidFill>
          <a:ln w="9525">
            <a:solidFill>
              <a:srgbClr val="F7D8D8"/>
            </a:solidFill>
            <a:prstDash val="solid"/>
          </a:ln>
        </p:spPr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252F92F5-E86E-9A1C-CCC6-D18BF4B32C06}"/>
              </a:ext>
            </a:extLst>
          </p:cNvPr>
          <p:cNvSpPr>
            <a:spLocks noGrp="1"/>
          </p:cNvSpPr>
          <p:nvPr/>
        </p:nvSpPr>
        <p:spPr>
          <a:xfrm>
            <a:off x="7143750" y="1781175"/>
            <a:ext cx="4191000" cy="285750"/>
          </a:xfrm>
          <a:prstGeom prst="roundRect">
            <a:avLst>
              <a:gd name="adj" fmla="val 13333"/>
            </a:avLst>
          </a:prstGeom>
          <a:noFill/>
          <a:ln w="9525">
            <a:solidFill>
              <a:srgbClr val="073B5C"/>
            </a:solidFill>
            <a:prstDash val="solid"/>
          </a:ln>
        </p:spPr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DB58947C-F3B4-CBF8-EFCD-8E675D158D76}"/>
              </a:ext>
            </a:extLst>
          </p:cNvPr>
          <p:cNvSpPr>
            <a:spLocks noGrp="1"/>
          </p:cNvSpPr>
          <p:nvPr/>
        </p:nvSpPr>
        <p:spPr>
          <a:xfrm>
            <a:off x="7143750" y="21145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0–24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ADF58CB7-62EB-7CE1-3436-CDDA0798EA9C}"/>
              </a:ext>
            </a:extLst>
          </p:cNvPr>
          <p:cNvSpPr>
            <a:spLocks noGrp="1"/>
          </p:cNvSpPr>
          <p:nvPr/>
        </p:nvSpPr>
        <p:spPr>
          <a:xfrm>
            <a:off x="7143750" y="232410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미탐지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B040981D-9EA7-40AC-5330-4829FA64BD5A}"/>
              </a:ext>
            </a:extLst>
          </p:cNvPr>
          <p:cNvSpPr>
            <a:spLocks noGrp="1"/>
          </p:cNvSpPr>
          <p:nvPr/>
        </p:nvSpPr>
        <p:spPr>
          <a:xfrm>
            <a:off x="8191500" y="21145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25–49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B20ED5B0-3CAE-AD70-7799-D29AC458D17F}"/>
              </a:ext>
            </a:extLst>
          </p:cNvPr>
          <p:cNvSpPr>
            <a:spLocks noGrp="1"/>
          </p:cNvSpPr>
          <p:nvPr/>
        </p:nvSpPr>
        <p:spPr>
          <a:xfrm>
            <a:off x="8191500" y="232410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의심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E5E7A669-5C51-1F1B-4369-D58A83C89F45}"/>
              </a:ext>
            </a:extLst>
          </p:cNvPr>
          <p:cNvSpPr>
            <a:spLocks noGrp="1"/>
          </p:cNvSpPr>
          <p:nvPr/>
        </p:nvSpPr>
        <p:spPr>
          <a:xfrm>
            <a:off x="9239250" y="21145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50–74</a:t>
            </a:r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A75ED7D7-DEA5-1C40-BAE4-9F6C8F4CE224}"/>
              </a:ext>
            </a:extLst>
          </p:cNvPr>
          <p:cNvSpPr>
            <a:spLocks noGrp="1"/>
          </p:cNvSpPr>
          <p:nvPr/>
        </p:nvSpPr>
        <p:spPr>
          <a:xfrm>
            <a:off x="9239250" y="232410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위치 조사</a:t>
            </a: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1E48FFAF-9D1E-DD2A-30A3-D0E09B987199}"/>
              </a:ext>
            </a:extLst>
          </p:cNvPr>
          <p:cNvSpPr>
            <a:spLocks noGrp="1"/>
          </p:cNvSpPr>
          <p:nvPr/>
        </p:nvSpPr>
        <p:spPr>
          <a:xfrm>
            <a:off x="10287000" y="211455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75–100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0C0A46FD-D928-68EE-D223-9721E94AEB77}"/>
              </a:ext>
            </a:extLst>
          </p:cNvPr>
          <p:cNvSpPr>
            <a:spLocks noGrp="1"/>
          </p:cNvSpPr>
          <p:nvPr/>
        </p:nvSpPr>
        <p:spPr>
          <a:xfrm>
            <a:off x="10287000" y="2324100"/>
            <a:ext cx="1000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발견 / 추격</a:t>
            </a:r>
          </a:p>
        </p:txBody>
      </p:sp>
      <p:sp>
        <p:nvSpPr>
          <p:cNvPr id="164" name="사각형: 둥근 모서리 163">
            <a:extLst>
              <a:ext uri="{FF2B5EF4-FFF2-40B4-BE49-F238E27FC236}">
                <a16:creationId xmlns:a16="http://schemas.microsoft.com/office/drawing/2014/main" id="{5419EFEF-7AF9-0FC4-7A11-1C6C19595BDA}"/>
              </a:ext>
            </a:extLst>
          </p:cNvPr>
          <p:cNvSpPr>
            <a:spLocks noGrp="1"/>
          </p:cNvSpPr>
          <p:nvPr/>
        </p:nvSpPr>
        <p:spPr>
          <a:xfrm>
            <a:off x="6934200" y="2743200"/>
            <a:ext cx="468630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3A47C233-0C84-485B-8A57-344E6EBCC254}"/>
              </a:ext>
            </a:extLst>
          </p:cNvPr>
          <p:cNvSpPr>
            <a:spLocks noGrp="1"/>
          </p:cNvSpPr>
          <p:nvPr/>
        </p:nvSpPr>
        <p:spPr>
          <a:xfrm>
            <a:off x="7200900" y="3022854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충전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6E9173B0-8D0F-FBA2-5EDA-4EC4E4BE1D3B}"/>
              </a:ext>
            </a:extLst>
          </p:cNvPr>
          <p:cNvSpPr>
            <a:spLocks noGrp="1"/>
          </p:cNvSpPr>
          <p:nvPr/>
        </p:nvSpPr>
        <p:spPr>
          <a:xfrm>
            <a:off x="7905750" y="3003804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호흡·발소리·충돌 소음이 청각 범위에 들어오면 상승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CC85AFE3-769F-73CA-C609-1F0354579DE5}"/>
              </a:ext>
            </a:extLst>
          </p:cNvPr>
          <p:cNvSpPr>
            <a:spLocks noGrp="1"/>
          </p:cNvSpPr>
          <p:nvPr/>
        </p:nvSpPr>
        <p:spPr>
          <a:xfrm>
            <a:off x="7200900" y="3422904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전환</a:t>
            </a: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A64B056A-B798-0BF5-E6A4-6D3BF427FEC2}"/>
              </a:ext>
            </a:extLst>
          </p:cNvPr>
          <p:cNvSpPr>
            <a:spLocks noGrp="1"/>
          </p:cNvSpPr>
          <p:nvPr/>
        </p:nvSpPr>
        <p:spPr>
          <a:xfrm>
            <a:off x="7905750" y="3403854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임계값을 넘을 때 의심 → 조사 → 추격으로 행동 변경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0BAC9867-8698-2842-D592-9EC7604E86C0}"/>
              </a:ext>
            </a:extLst>
          </p:cNvPr>
          <p:cNvSpPr>
            <a:spLocks noGrp="1"/>
          </p:cNvSpPr>
          <p:nvPr/>
        </p:nvSpPr>
        <p:spPr>
          <a:xfrm>
            <a:off x="7200900" y="3822954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감소</a:t>
            </a:r>
          </a:p>
        </p:txBody>
      </p: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A24E9F9D-0E88-45AC-D022-5D5D3023A7A6}"/>
              </a:ext>
            </a:extLst>
          </p:cNvPr>
          <p:cNvSpPr>
            <a:spLocks noGrp="1"/>
          </p:cNvSpPr>
          <p:nvPr/>
        </p:nvSpPr>
        <p:spPr>
          <a:xfrm>
            <a:off x="7905750" y="3803904"/>
            <a:ext cx="361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추가 기척이 없으면 시간 경과에 따라 감소·순찰 복귀</a:t>
            </a: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03680342-040A-9988-6780-527C79DDE425}"/>
              </a:ext>
            </a:extLst>
          </p:cNvPr>
          <p:cNvSpPr>
            <a:spLocks noGrp="1"/>
          </p:cNvSpPr>
          <p:nvPr/>
        </p:nvSpPr>
        <p:spPr>
          <a:xfrm>
            <a:off x="457200" y="4762500"/>
            <a:ext cx="11163300" cy="323850"/>
          </a:xfrm>
          <a:prstGeom prst="roundRect">
            <a:avLst>
              <a:gd name="adj" fmla="val 14706"/>
            </a:avLst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47DC349B-490A-85C1-6CA0-41992D335D58}"/>
              </a:ext>
            </a:extLst>
          </p:cNvPr>
          <p:cNvSpPr>
            <a:spLocks noGrp="1"/>
          </p:cNvSpPr>
          <p:nvPr/>
        </p:nvSpPr>
        <p:spPr>
          <a:xfrm>
            <a:off x="523875" y="4762500"/>
            <a:ext cx="11029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중복 / 덮어쓰기 규칙</a:t>
            </a:r>
          </a:p>
        </p:txBody>
      </p: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6EAC3688-8291-E489-BFFA-8751985D2B64}"/>
              </a:ext>
            </a:extLst>
          </p:cNvPr>
          <p:cNvSpPr>
            <a:spLocks noGrp="1"/>
          </p:cNvSpPr>
          <p:nvPr/>
        </p:nvSpPr>
        <p:spPr>
          <a:xfrm>
            <a:off x="457200" y="5181600"/>
            <a:ext cx="3621024" cy="685800"/>
          </a:xfrm>
          <a:prstGeom prst="roundRect">
            <a:avLst>
              <a:gd name="adj" fmla="val 9722"/>
            </a:avLst>
          </a:prstGeom>
          <a:solidFill>
            <a:srgbClr val="F7D8D8"/>
          </a:solidFill>
          <a:ln w="9525">
            <a:solidFill>
              <a:srgbClr val="F7D8D8"/>
            </a:solidFill>
            <a:prstDash val="solid"/>
          </a:ln>
        </p:spPr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D8D4FF93-6143-CB1F-1706-0B9468A9FC78}"/>
              </a:ext>
            </a:extLst>
          </p:cNvPr>
          <p:cNvSpPr>
            <a:spLocks noGrp="1"/>
          </p:cNvSpPr>
          <p:nvPr/>
        </p:nvSpPr>
        <p:spPr>
          <a:xfrm>
            <a:off x="457200" y="5250561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</a:t>
            </a: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D66E92DF-F222-242B-2272-05126E89505A}"/>
              </a:ext>
            </a:extLst>
          </p:cNvPr>
          <p:cNvSpPr>
            <a:spLocks noGrp="1"/>
          </p:cNvSpPr>
          <p:nvPr/>
        </p:nvSpPr>
        <p:spPr>
          <a:xfrm>
            <a:off x="572643" y="5364861"/>
            <a:ext cx="3390138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우선순위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수중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&gt;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독가스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&gt;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연기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&gt;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꽃가루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&gt;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먼지</a:t>
            </a:r>
            <a:r>
              <a:rPr sz="1000" b="1" dirty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&gt; </a:t>
            </a:r>
            <a:r>
              <a:rPr sz="1000" b="1" dirty="0" err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정상</a:t>
            </a:r>
            <a:endParaRPr sz="1000" b="1" dirty="0">
              <a:solidFill>
                <a:srgbClr val="163247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BD6EEAF2-C059-A581-AC9B-690B16E80D7A}"/>
              </a:ext>
            </a:extLst>
          </p:cNvPr>
          <p:cNvSpPr>
            <a:spLocks noGrp="1"/>
          </p:cNvSpPr>
          <p:nvPr/>
        </p:nvSpPr>
        <p:spPr>
          <a:xfrm>
            <a:off x="4228338" y="5181600"/>
            <a:ext cx="3621024" cy="685800"/>
          </a:xfrm>
          <a:prstGeom prst="roundRect">
            <a:avLst>
              <a:gd name="adj" fmla="val 9722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190" name="직사각형 189">
            <a:extLst>
              <a:ext uri="{FF2B5EF4-FFF2-40B4-BE49-F238E27FC236}">
                <a16:creationId xmlns:a16="http://schemas.microsoft.com/office/drawing/2014/main" id="{CDFFE016-A6EF-2519-2655-0257CCAF5B87}"/>
              </a:ext>
            </a:extLst>
          </p:cNvPr>
          <p:cNvSpPr>
            <a:spLocks noGrp="1"/>
          </p:cNvSpPr>
          <p:nvPr/>
        </p:nvSpPr>
        <p:spPr>
          <a:xfrm>
            <a:off x="4229100" y="5250561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</a:t>
            </a: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923CC18A-F9D3-8FDA-48E5-3D10A38ECB15}"/>
              </a:ext>
            </a:extLst>
          </p:cNvPr>
          <p:cNvSpPr>
            <a:spLocks noGrp="1"/>
          </p:cNvSpPr>
          <p:nvPr/>
        </p:nvSpPr>
        <p:spPr>
          <a:xfrm>
            <a:off x="4362831" y="5364861"/>
            <a:ext cx="3352038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동일 단계 중복  안전 한계는 최저값 적용 · 자극도는 누적</a:t>
            </a:r>
          </a:p>
        </p:txBody>
      </p:sp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2AC431A5-BF87-3E9D-591A-5BD45404361A}"/>
              </a:ext>
            </a:extLst>
          </p:cNvPr>
          <p:cNvSpPr>
            <a:spLocks noGrp="1"/>
          </p:cNvSpPr>
          <p:nvPr/>
        </p:nvSpPr>
        <p:spPr>
          <a:xfrm>
            <a:off x="7999476" y="5181600"/>
            <a:ext cx="3621024" cy="685800"/>
          </a:xfrm>
          <a:prstGeom prst="roundRect">
            <a:avLst>
              <a:gd name="adj" fmla="val 9722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7171FD1F-8536-ADE2-28DA-B6A1130C6FA2}"/>
              </a:ext>
            </a:extLst>
          </p:cNvPr>
          <p:cNvSpPr>
            <a:spLocks noGrp="1"/>
          </p:cNvSpPr>
          <p:nvPr/>
        </p:nvSpPr>
        <p:spPr>
          <a:xfrm>
            <a:off x="7999476" y="5250561"/>
            <a:ext cx="30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</a:t>
            </a: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11C3601F-7F80-3CB0-F2DB-38B8220B580C}"/>
              </a:ext>
            </a:extLst>
          </p:cNvPr>
          <p:cNvSpPr>
            <a:spLocks noGrp="1"/>
          </p:cNvSpPr>
          <p:nvPr/>
        </p:nvSpPr>
        <p:spPr>
          <a:xfrm>
            <a:off x="8454390" y="5248275"/>
            <a:ext cx="2449068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구역 이탈</a:t>
            </a:r>
            <a:r>
              <a:rPr lang="en-US"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</a:t>
            </a: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환경 효과 해제</a:t>
            </a:r>
            <a:r>
              <a:rPr lang="en-US"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.</a:t>
            </a:r>
          </a:p>
          <a:p>
            <a:pPr algn="l">
              <a:lnSpc>
                <a:spcPct val="150000"/>
              </a:lnSpc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이미 누적된 자극도는 시간에 따라 감소</a:t>
            </a:r>
          </a:p>
        </p:txBody>
      </p:sp>
    </p:spTree>
    <p:extLst>
      <p:ext uri="{BB962C8B-B14F-4D97-AF65-F5344CB8AC3E}">
        <p14:creationId xmlns:p14="http://schemas.microsoft.com/office/powerpoint/2010/main" val="412697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타원 151">
            <a:extLst>
              <a:ext uri="{FF2B5EF4-FFF2-40B4-BE49-F238E27FC236}">
                <a16:creationId xmlns:a16="http://schemas.microsoft.com/office/drawing/2014/main" id="{AEC6DB8D-3F0E-B021-AB22-B70D3648E17C}"/>
              </a:ext>
            </a:extLst>
          </p:cNvPr>
          <p:cNvSpPr/>
          <p:nvPr/>
        </p:nvSpPr>
        <p:spPr>
          <a:xfrm>
            <a:off x="5981953" y="4463636"/>
            <a:ext cx="1654036" cy="1654026"/>
          </a:xfrm>
          <a:prstGeom prst="ellipse">
            <a:avLst/>
          </a:prstGeom>
          <a:solidFill>
            <a:srgbClr val="D9F5F1"/>
          </a:solidFill>
          <a:ln w="12700">
            <a:solidFill>
              <a:srgbClr val="20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09B3BCE1-319B-5A10-3A70-C360EF83F0D1}"/>
              </a:ext>
            </a:extLst>
          </p:cNvPr>
          <p:cNvSpPr/>
          <p:nvPr/>
        </p:nvSpPr>
        <p:spPr>
          <a:xfrm>
            <a:off x="6547375" y="5030731"/>
            <a:ext cx="519838" cy="519836"/>
          </a:xfrm>
          <a:prstGeom prst="ellipse">
            <a:avLst/>
          </a:prstGeom>
          <a:solidFill>
            <a:srgbClr val="D9F5F1"/>
          </a:solidFill>
          <a:ln w="12700">
            <a:solidFill>
              <a:srgbClr val="20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DEA64F58-3ECF-67F5-FC16-33FFFECCE84E}"/>
              </a:ext>
            </a:extLst>
          </p:cNvPr>
          <p:cNvSpPr/>
          <p:nvPr/>
        </p:nvSpPr>
        <p:spPr>
          <a:xfrm>
            <a:off x="6626482" y="5108161"/>
            <a:ext cx="364978" cy="364976"/>
          </a:xfrm>
          <a:prstGeom prst="ellipse">
            <a:avLst/>
          </a:prstGeom>
          <a:solidFill>
            <a:srgbClr val="D9F5F1"/>
          </a:solidFill>
          <a:ln w="12700">
            <a:solidFill>
              <a:srgbClr val="20A6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6B6E2B-4C4C-4D4D-864C-66247EE041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63CF5EF-CD57-44F5-8384-E3B3A80454C7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97764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3-6)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소리 감지 범위 산출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7415A035-B966-46F7-896D-7E0D632352B9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1320549-F521-42D1-BCC4-3A435DFC93BD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규칙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5F457530-4771-48DD-B290-2701EC161BB7}"/>
              </a:ext>
            </a:extLst>
          </p:cNvPr>
          <p:cNvSpPr/>
          <p:nvPr/>
        </p:nvSpPr>
        <p:spPr>
          <a:xfrm>
            <a:off x="594360" y="1530969"/>
            <a:ext cx="6206490" cy="2176272"/>
          </a:xfrm>
          <a:prstGeom prst="roundRect">
            <a:avLst>
              <a:gd name="adj" fmla="val 5882"/>
            </a:avLst>
          </a:prstGeom>
          <a:noFill/>
          <a:ln w="13335">
            <a:solidFill>
              <a:srgbClr val="0C9EA5"/>
            </a:solidFill>
            <a:prstDash val="solid"/>
          </a:ln>
        </p:spPr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25C14858-594D-4CFE-A960-E6C56AA4D412}"/>
              </a:ext>
            </a:extLst>
          </p:cNvPr>
          <p:cNvSpPr/>
          <p:nvPr/>
        </p:nvSpPr>
        <p:spPr>
          <a:xfrm>
            <a:off x="841247" y="1376749"/>
            <a:ext cx="690699" cy="317949"/>
          </a:xfrm>
          <a:prstGeom prst="roundRect">
            <a:avLst>
              <a:gd name="adj" fmla="val 28571"/>
            </a:avLst>
          </a:prstGeom>
          <a:solidFill>
            <a:srgbClr val="FFC715"/>
          </a:solidFill>
          <a:ln w="7620">
            <a:solidFill>
              <a:srgbClr val="F2A23A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공식</a:t>
            </a: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268F02EB-C87E-445E-BCFC-46F0210D82E3}"/>
              </a:ext>
            </a:extLst>
          </p:cNvPr>
          <p:cNvSpPr/>
          <p:nvPr/>
        </p:nvSpPr>
        <p:spPr>
          <a:xfrm>
            <a:off x="841248" y="1795502"/>
            <a:ext cx="23317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호흡 소리 감지 범위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B6B3B978-62DB-4C84-B2C9-5EFCC7D5E467}"/>
              </a:ext>
            </a:extLst>
          </p:cNvPr>
          <p:cNvSpPr/>
          <p:nvPr/>
        </p:nvSpPr>
        <p:spPr>
          <a:xfrm>
            <a:off x="845382" y="2427663"/>
            <a:ext cx="119329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= </a:t>
            </a:r>
            <a:r>
              <a:rPr lang="en-US" sz="1000" b="1" dirty="0" err="1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최소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</a:t>
            </a:r>
            <a:r>
              <a:rPr lang="en-US" sz="1000" b="1" dirty="0" err="1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감지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</a:t>
            </a:r>
            <a:r>
              <a:rPr lang="en-US" sz="1000" b="1" dirty="0" err="1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범위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+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Shape 14">
            <a:extLst>
              <a:ext uri="{FF2B5EF4-FFF2-40B4-BE49-F238E27FC236}">
                <a16:creationId xmlns:a16="http://schemas.microsoft.com/office/drawing/2014/main" id="{EA0BFFAE-A81B-4A04-A8E4-7BDA7449C3D5}"/>
              </a:ext>
            </a:extLst>
          </p:cNvPr>
          <p:cNvSpPr/>
          <p:nvPr/>
        </p:nvSpPr>
        <p:spPr>
          <a:xfrm>
            <a:off x="2038674" y="2277829"/>
            <a:ext cx="2176272" cy="707617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CBD3D8"/>
            </a:solidFill>
            <a:prstDash val="solid"/>
          </a:ln>
        </p:spPr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D5104CCE-6BFD-4281-88C5-963AD032053A}"/>
              </a:ext>
            </a:extLst>
          </p:cNvPr>
          <p:cNvSpPr/>
          <p:nvPr/>
        </p:nvSpPr>
        <p:spPr>
          <a:xfrm>
            <a:off x="2038674" y="2356188"/>
            <a:ext cx="21762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9EA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현재까지 방출한 호흡량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C958C4A4-8BAF-4795-9B0D-882E991145E3}"/>
              </a:ext>
            </a:extLst>
          </p:cNvPr>
          <p:cNvSpPr/>
          <p:nvPr/>
        </p:nvSpPr>
        <p:spPr>
          <a:xfrm>
            <a:off x="2157546" y="2625301"/>
            <a:ext cx="1938528" cy="0"/>
          </a:xfrm>
          <a:prstGeom prst="line">
            <a:avLst/>
          </a:prstGeom>
          <a:noFill/>
          <a:ln w="10160">
            <a:solidFill>
              <a:srgbClr val="8B969E"/>
            </a:solidFill>
            <a:prstDash val="solid"/>
          </a:ln>
        </p:spPr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042894F4-F0BF-4507-8199-CB9BFB4646EE}"/>
              </a:ext>
            </a:extLst>
          </p:cNvPr>
          <p:cNvSpPr/>
          <p:nvPr/>
        </p:nvSpPr>
        <p:spPr>
          <a:xfrm>
            <a:off x="2102682" y="2707597"/>
            <a:ext cx="2048256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최대 호흡량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E78ECBC6-E9B7-4CD5-BA21-204847E61C50}"/>
              </a:ext>
            </a:extLst>
          </p:cNvPr>
          <p:cNvSpPr/>
          <p:nvPr/>
        </p:nvSpPr>
        <p:spPr>
          <a:xfrm>
            <a:off x="4311282" y="2433277"/>
            <a:ext cx="2273776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altLang="ko-KR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×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( 최대 감지 </a:t>
            </a:r>
            <a:r>
              <a:rPr lang="en-US" sz="1000" b="1" dirty="0" err="1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범위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- 최소 감지 범위 )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848DDB48-2F2B-41FA-96FE-BD8413372828}"/>
              </a:ext>
            </a:extLst>
          </p:cNvPr>
          <p:cNvSpPr/>
          <p:nvPr/>
        </p:nvSpPr>
        <p:spPr>
          <a:xfrm>
            <a:off x="796906" y="3155873"/>
            <a:ext cx="5788152" cy="0"/>
          </a:xfrm>
          <a:prstGeom prst="line">
            <a:avLst/>
          </a:prstGeom>
          <a:noFill/>
          <a:ln w="6985">
            <a:solidFill>
              <a:srgbClr val="0C9EA5">
                <a:alpha val="65000"/>
              </a:srgbClr>
            </a:solidFill>
            <a:prstDash val="solid"/>
          </a:ln>
        </p:spPr>
      </p:sp>
      <p:sp>
        <p:nvSpPr>
          <p:cNvPr id="20" name="Text 21">
            <a:extLst>
              <a:ext uri="{FF2B5EF4-FFF2-40B4-BE49-F238E27FC236}">
                <a16:creationId xmlns:a16="http://schemas.microsoft.com/office/drawing/2014/main" id="{F7309149-1574-4C6F-B8E9-5A2A9FAFB3AE}"/>
              </a:ext>
            </a:extLst>
          </p:cNvPr>
          <p:cNvSpPr/>
          <p:nvPr/>
        </p:nvSpPr>
        <p:spPr>
          <a:xfrm>
            <a:off x="969264" y="3319602"/>
            <a:ext cx="5669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※ 내쉬기 중 0.1초마다 현재 감지 범위 갱신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Shape 22">
            <a:extLst>
              <a:ext uri="{FF2B5EF4-FFF2-40B4-BE49-F238E27FC236}">
                <a16:creationId xmlns:a16="http://schemas.microsoft.com/office/drawing/2014/main" id="{157B1286-5280-4511-981F-544F1D5C53D6}"/>
              </a:ext>
            </a:extLst>
          </p:cNvPr>
          <p:cNvSpPr/>
          <p:nvPr/>
        </p:nvSpPr>
        <p:spPr>
          <a:xfrm>
            <a:off x="7003396" y="1530969"/>
            <a:ext cx="4575912" cy="2176272"/>
          </a:xfrm>
          <a:prstGeom prst="roundRect">
            <a:avLst>
              <a:gd name="adj" fmla="val 5462"/>
            </a:avLst>
          </a:prstGeom>
          <a:noFill/>
          <a:ln w="13335">
            <a:solidFill>
              <a:srgbClr val="D8E3EA"/>
            </a:solidFill>
            <a:prstDash val="solid"/>
          </a:ln>
        </p:spPr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6C043BBA-3284-4F53-9395-D0A7C1B38F17}"/>
              </a:ext>
            </a:extLst>
          </p:cNvPr>
          <p:cNvSpPr/>
          <p:nvPr/>
        </p:nvSpPr>
        <p:spPr>
          <a:xfrm>
            <a:off x="7293000" y="1376749"/>
            <a:ext cx="1074420" cy="317949"/>
          </a:xfrm>
          <a:prstGeom prst="roundRect">
            <a:avLst>
              <a:gd name="adj" fmla="val 28571"/>
            </a:avLst>
          </a:prstGeom>
          <a:solidFill>
            <a:srgbClr val="0C9EA5"/>
          </a:solidFill>
          <a:ln w="7620">
            <a:solidFill>
              <a:srgbClr val="0C9EA5"/>
            </a:solidFill>
            <a:prstDash val="solid"/>
          </a:ln>
        </p:spPr>
        <p:txBody>
          <a:bodyPr anchor="ctr"/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변수 설명</a:t>
            </a:r>
          </a:p>
        </p:txBody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B3F93B31-E01A-45FC-88B0-CEF42DC4AC7D}"/>
              </a:ext>
            </a:extLst>
          </p:cNvPr>
          <p:cNvSpPr/>
          <p:nvPr/>
        </p:nvSpPr>
        <p:spPr>
          <a:xfrm>
            <a:off x="7226287" y="2020002"/>
            <a:ext cx="146304" cy="146304"/>
          </a:xfrm>
          <a:prstGeom prst="ellipse">
            <a:avLst/>
          </a:prstGeom>
          <a:solidFill>
            <a:srgbClr val="19D3C5"/>
          </a:solidFill>
          <a:ln w="6350">
            <a:solidFill>
              <a:srgbClr val="0C9EA5"/>
            </a:solidFill>
            <a:prstDash val="solid"/>
          </a:ln>
        </p:spPr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A2679567-550C-4908-847A-DB840F6EE20E}"/>
              </a:ext>
            </a:extLst>
          </p:cNvPr>
          <p:cNvSpPr/>
          <p:nvPr/>
        </p:nvSpPr>
        <p:spPr>
          <a:xfrm>
            <a:off x="7445743" y="1983426"/>
            <a:ext cx="14447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현재까지 방출한 호흡량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 27">
            <a:extLst>
              <a:ext uri="{FF2B5EF4-FFF2-40B4-BE49-F238E27FC236}">
                <a16:creationId xmlns:a16="http://schemas.microsoft.com/office/drawing/2014/main" id="{E5536A72-88AD-40A0-B7C4-C701FA587626}"/>
              </a:ext>
            </a:extLst>
          </p:cNvPr>
          <p:cNvSpPr/>
          <p:nvPr/>
        </p:nvSpPr>
        <p:spPr>
          <a:xfrm>
            <a:off x="9004134" y="1983426"/>
            <a:ext cx="2349627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이번 내쉬기에서 지금까지 사용한 호흡량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Shape 29">
            <a:extLst>
              <a:ext uri="{FF2B5EF4-FFF2-40B4-BE49-F238E27FC236}">
                <a16:creationId xmlns:a16="http://schemas.microsoft.com/office/drawing/2014/main" id="{BAE8E5B1-9E3C-45D7-8BD7-FEB5076E393C}"/>
              </a:ext>
            </a:extLst>
          </p:cNvPr>
          <p:cNvSpPr/>
          <p:nvPr/>
        </p:nvSpPr>
        <p:spPr>
          <a:xfrm>
            <a:off x="7226287" y="2408964"/>
            <a:ext cx="146304" cy="146304"/>
          </a:xfrm>
          <a:prstGeom prst="ellipse">
            <a:avLst/>
          </a:prstGeom>
          <a:solidFill>
            <a:srgbClr val="EEF2F4"/>
          </a:solidFill>
          <a:ln w="6350">
            <a:solidFill>
              <a:srgbClr val="CBD3D8"/>
            </a:solidFill>
            <a:prstDash val="solid"/>
          </a:ln>
        </p:spPr>
      </p:sp>
      <p:sp>
        <p:nvSpPr>
          <p:cNvPr id="29" name="Text 30">
            <a:extLst>
              <a:ext uri="{FF2B5EF4-FFF2-40B4-BE49-F238E27FC236}">
                <a16:creationId xmlns:a16="http://schemas.microsoft.com/office/drawing/2014/main" id="{79CDAD32-F25E-46C7-B115-BAF6B7E2D312}"/>
              </a:ext>
            </a:extLst>
          </p:cNvPr>
          <p:cNvSpPr/>
          <p:nvPr/>
        </p:nvSpPr>
        <p:spPr>
          <a:xfrm>
            <a:off x="7445743" y="2372388"/>
            <a:ext cx="14447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최대 호흡량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 31">
            <a:extLst>
              <a:ext uri="{FF2B5EF4-FFF2-40B4-BE49-F238E27FC236}">
                <a16:creationId xmlns:a16="http://schemas.microsoft.com/office/drawing/2014/main" id="{234720B9-67B3-4BA4-8E0B-6784B03BB677}"/>
              </a:ext>
            </a:extLst>
          </p:cNvPr>
          <p:cNvSpPr/>
          <p:nvPr/>
        </p:nvSpPr>
        <p:spPr>
          <a:xfrm>
            <a:off x="9004134" y="2372388"/>
            <a:ext cx="2349627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호흡 게이지의 최대치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Shape 33">
            <a:extLst>
              <a:ext uri="{FF2B5EF4-FFF2-40B4-BE49-F238E27FC236}">
                <a16:creationId xmlns:a16="http://schemas.microsoft.com/office/drawing/2014/main" id="{4CCFEF8F-5223-4FCE-84A0-F198F5601126}"/>
              </a:ext>
            </a:extLst>
          </p:cNvPr>
          <p:cNvSpPr/>
          <p:nvPr/>
        </p:nvSpPr>
        <p:spPr>
          <a:xfrm>
            <a:off x="7226287" y="2828725"/>
            <a:ext cx="146304" cy="146304"/>
          </a:xfrm>
          <a:prstGeom prst="ellipse">
            <a:avLst/>
          </a:prstGeom>
          <a:solidFill>
            <a:srgbClr val="EEF2F4"/>
          </a:solidFill>
          <a:ln w="6350">
            <a:solidFill>
              <a:srgbClr val="CBD3D8"/>
            </a:solidFill>
            <a:prstDash val="solid"/>
          </a:ln>
        </p:spPr>
      </p:sp>
      <p:sp>
        <p:nvSpPr>
          <p:cNvPr id="33" name="Text 34">
            <a:extLst>
              <a:ext uri="{FF2B5EF4-FFF2-40B4-BE49-F238E27FC236}">
                <a16:creationId xmlns:a16="http://schemas.microsoft.com/office/drawing/2014/main" id="{81296AC0-F6EB-4C25-BA74-D888695D9DF6}"/>
              </a:ext>
            </a:extLst>
          </p:cNvPr>
          <p:cNvSpPr/>
          <p:nvPr/>
        </p:nvSpPr>
        <p:spPr>
          <a:xfrm>
            <a:off x="7445743" y="2792149"/>
            <a:ext cx="14447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최소 감지 범위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 35">
            <a:extLst>
              <a:ext uri="{FF2B5EF4-FFF2-40B4-BE49-F238E27FC236}">
                <a16:creationId xmlns:a16="http://schemas.microsoft.com/office/drawing/2014/main" id="{58B0426A-39AD-4D38-B414-645B0CF4A1DE}"/>
              </a:ext>
            </a:extLst>
          </p:cNvPr>
          <p:cNvSpPr/>
          <p:nvPr/>
        </p:nvSpPr>
        <p:spPr>
          <a:xfrm>
            <a:off x="9004134" y="2792149"/>
            <a:ext cx="2349627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내쉬기 시작 시 기본 감지 거리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Shape 37">
            <a:extLst>
              <a:ext uri="{FF2B5EF4-FFF2-40B4-BE49-F238E27FC236}">
                <a16:creationId xmlns:a16="http://schemas.microsoft.com/office/drawing/2014/main" id="{399F3402-5F02-4EA5-B3D0-0B414C23B197}"/>
              </a:ext>
            </a:extLst>
          </p:cNvPr>
          <p:cNvSpPr/>
          <p:nvPr/>
        </p:nvSpPr>
        <p:spPr>
          <a:xfrm>
            <a:off x="7226287" y="3244777"/>
            <a:ext cx="146304" cy="146304"/>
          </a:xfrm>
          <a:prstGeom prst="ellipse">
            <a:avLst/>
          </a:prstGeom>
          <a:solidFill>
            <a:srgbClr val="EEF2F4"/>
          </a:solidFill>
          <a:ln w="6350">
            <a:solidFill>
              <a:srgbClr val="CBD3D8"/>
            </a:solidFill>
            <a:prstDash val="solid"/>
          </a:ln>
        </p:spPr>
      </p:sp>
      <p:sp>
        <p:nvSpPr>
          <p:cNvPr id="37" name="Text 38">
            <a:extLst>
              <a:ext uri="{FF2B5EF4-FFF2-40B4-BE49-F238E27FC236}">
                <a16:creationId xmlns:a16="http://schemas.microsoft.com/office/drawing/2014/main" id="{3DC0876C-7BD9-49CA-8111-B48A46611EE4}"/>
              </a:ext>
            </a:extLst>
          </p:cNvPr>
          <p:cNvSpPr/>
          <p:nvPr/>
        </p:nvSpPr>
        <p:spPr>
          <a:xfrm>
            <a:off x="7445743" y="3208201"/>
            <a:ext cx="144475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최대 감지 범위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CD138FAF-F4D6-4F91-B8E2-DB3B7B6BD570}"/>
              </a:ext>
            </a:extLst>
          </p:cNvPr>
          <p:cNvSpPr/>
          <p:nvPr/>
        </p:nvSpPr>
        <p:spPr>
          <a:xfrm>
            <a:off x="9004134" y="3208201"/>
            <a:ext cx="2349627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최대 방출 시 도달 가능한 감지 거리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Shape 40">
            <a:extLst>
              <a:ext uri="{FF2B5EF4-FFF2-40B4-BE49-F238E27FC236}">
                <a16:creationId xmlns:a16="http://schemas.microsoft.com/office/drawing/2014/main" id="{10135AE0-9853-44B6-9299-84309D0AE92F}"/>
              </a:ext>
            </a:extLst>
          </p:cNvPr>
          <p:cNvSpPr/>
          <p:nvPr/>
        </p:nvSpPr>
        <p:spPr>
          <a:xfrm>
            <a:off x="594360" y="4137009"/>
            <a:ext cx="4983480" cy="2176272"/>
          </a:xfrm>
          <a:prstGeom prst="roundRect">
            <a:avLst>
              <a:gd name="adj" fmla="val 5462"/>
            </a:avLst>
          </a:prstGeom>
          <a:noFill/>
          <a:ln w="13335">
            <a:solidFill>
              <a:srgbClr val="D8E3EA"/>
            </a:solidFill>
            <a:prstDash val="solid"/>
          </a:ln>
        </p:spPr>
      </p:sp>
      <p:sp>
        <p:nvSpPr>
          <p:cNvPr id="40" name="Shape 41">
            <a:extLst>
              <a:ext uri="{FF2B5EF4-FFF2-40B4-BE49-F238E27FC236}">
                <a16:creationId xmlns:a16="http://schemas.microsoft.com/office/drawing/2014/main" id="{F89BF0DC-0C57-4C0A-A66C-B78E24A5FD8E}"/>
              </a:ext>
            </a:extLst>
          </p:cNvPr>
          <p:cNvSpPr/>
          <p:nvPr/>
        </p:nvSpPr>
        <p:spPr>
          <a:xfrm>
            <a:off x="841248" y="4001077"/>
            <a:ext cx="1074420" cy="317949"/>
          </a:xfrm>
          <a:prstGeom prst="roundRect">
            <a:avLst>
              <a:gd name="adj" fmla="val 28571"/>
            </a:avLst>
          </a:prstGeom>
          <a:solidFill>
            <a:srgbClr val="0C9EA5"/>
          </a:solidFill>
          <a:ln w="7620">
            <a:solidFill>
              <a:srgbClr val="0C9EA5"/>
            </a:solidFill>
            <a:prstDash val="solid"/>
          </a:ln>
        </p:spPr>
        <p:txBody>
          <a:bodyPr anchor="ctr"/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계산 예시</a:t>
            </a:r>
          </a:p>
        </p:txBody>
      </p:sp>
      <p:sp>
        <p:nvSpPr>
          <p:cNvPr id="42" name="Text 43">
            <a:extLst>
              <a:ext uri="{FF2B5EF4-FFF2-40B4-BE49-F238E27FC236}">
                <a16:creationId xmlns:a16="http://schemas.microsoft.com/office/drawing/2014/main" id="{B26A6BD6-A718-4268-981D-F82E450E1854}"/>
              </a:ext>
            </a:extLst>
          </p:cNvPr>
          <p:cNvSpPr/>
          <p:nvPr/>
        </p:nvSpPr>
        <p:spPr>
          <a:xfrm>
            <a:off x="841247" y="4489053"/>
            <a:ext cx="37109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조건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: </a:t>
            </a:r>
            <a:r>
              <a:rPr lang="ko-KR" altLang="en-US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최대 호흡량 </a:t>
            </a:r>
            <a:r>
              <a:rPr lang="en-US" altLang="ko-KR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100 / </a:t>
            </a:r>
            <a:r>
              <a:rPr lang="ko-KR" altLang="en-US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현재 방출 </a:t>
            </a:r>
            <a:r>
              <a:rPr lang="en-US" altLang="ko-KR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50 / </a:t>
            </a:r>
            <a:r>
              <a:rPr lang="ko-KR" altLang="en-US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최소 </a:t>
            </a:r>
            <a:r>
              <a:rPr lang="en-US" altLang="ko-KR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2m / </a:t>
            </a:r>
            <a:r>
              <a:rPr lang="ko-KR" altLang="en-US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최대 </a:t>
            </a:r>
            <a:r>
              <a:rPr lang="en-US" altLang="ko-KR" sz="1000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10m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 45">
            <a:extLst>
              <a:ext uri="{FF2B5EF4-FFF2-40B4-BE49-F238E27FC236}">
                <a16:creationId xmlns:a16="http://schemas.microsoft.com/office/drawing/2014/main" id="{CE2D29AA-E250-4022-BD4C-777A262C51F3}"/>
              </a:ext>
            </a:extLst>
          </p:cNvPr>
          <p:cNvSpPr/>
          <p:nvPr/>
        </p:nvSpPr>
        <p:spPr>
          <a:xfrm>
            <a:off x="1201673" y="5141345"/>
            <a:ext cx="299008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2 + ( 50 ÷ 100 ) × ( 10 − 2 ) =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Shape 47">
            <a:extLst>
              <a:ext uri="{FF2B5EF4-FFF2-40B4-BE49-F238E27FC236}">
                <a16:creationId xmlns:a16="http://schemas.microsoft.com/office/drawing/2014/main" id="{B034A5FB-504C-4DD4-87E6-4A97F6AC4F7F}"/>
              </a:ext>
            </a:extLst>
          </p:cNvPr>
          <p:cNvSpPr/>
          <p:nvPr/>
        </p:nvSpPr>
        <p:spPr>
          <a:xfrm>
            <a:off x="4215121" y="5090999"/>
            <a:ext cx="689652" cy="422236"/>
          </a:xfrm>
          <a:prstGeom prst="roundRect">
            <a:avLst>
              <a:gd name="adj" fmla="val 15000"/>
            </a:avLst>
          </a:prstGeom>
          <a:solidFill>
            <a:srgbClr val="E9FBFA"/>
          </a:solidFill>
          <a:ln w="13970">
            <a:solidFill>
              <a:srgbClr val="0C9EA5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500" b="1" dirty="0">
                <a:solidFill>
                  <a:srgbClr val="0C9EA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6m</a:t>
            </a:r>
            <a:endParaRPr lang="ko-KR" altLang="en-US" sz="1500" b="1" dirty="0">
              <a:solidFill>
                <a:srgbClr val="0C9EA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 49">
            <a:extLst>
              <a:ext uri="{FF2B5EF4-FFF2-40B4-BE49-F238E27FC236}">
                <a16:creationId xmlns:a16="http://schemas.microsoft.com/office/drawing/2014/main" id="{9E6FC00E-1B1B-4ACD-A535-0165A990B651}"/>
              </a:ext>
            </a:extLst>
          </p:cNvPr>
          <p:cNvSpPr/>
          <p:nvPr/>
        </p:nvSpPr>
        <p:spPr>
          <a:xfrm>
            <a:off x="864108" y="5847642"/>
            <a:ext cx="444398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50만큼 내쉬면, 호흡 소리 감지 범위는 6m가 된다.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Shape 50">
            <a:extLst>
              <a:ext uri="{FF2B5EF4-FFF2-40B4-BE49-F238E27FC236}">
                <a16:creationId xmlns:a16="http://schemas.microsoft.com/office/drawing/2014/main" id="{D46C8F4E-8708-4EEA-B8D9-2B323CAFA210}"/>
              </a:ext>
            </a:extLst>
          </p:cNvPr>
          <p:cNvSpPr/>
          <p:nvPr/>
        </p:nvSpPr>
        <p:spPr>
          <a:xfrm>
            <a:off x="5815584" y="4137009"/>
            <a:ext cx="5797296" cy="2176272"/>
          </a:xfrm>
          <a:prstGeom prst="roundRect">
            <a:avLst>
              <a:gd name="adj" fmla="val 5462"/>
            </a:avLst>
          </a:prstGeom>
          <a:noFill/>
          <a:ln w="13335">
            <a:solidFill>
              <a:srgbClr val="D8E3EA"/>
            </a:solidFill>
            <a:prstDash val="solid"/>
          </a:ln>
        </p:spPr>
      </p:sp>
      <p:sp>
        <p:nvSpPr>
          <p:cNvPr id="50" name="Shape 51">
            <a:extLst>
              <a:ext uri="{FF2B5EF4-FFF2-40B4-BE49-F238E27FC236}">
                <a16:creationId xmlns:a16="http://schemas.microsoft.com/office/drawing/2014/main" id="{BC695CF2-F10C-4798-BAAC-B8BFAB94A3C7}"/>
              </a:ext>
            </a:extLst>
          </p:cNvPr>
          <p:cNvSpPr/>
          <p:nvPr/>
        </p:nvSpPr>
        <p:spPr>
          <a:xfrm>
            <a:off x="6062472" y="4001077"/>
            <a:ext cx="1074420" cy="317949"/>
          </a:xfrm>
          <a:prstGeom prst="roundRect">
            <a:avLst>
              <a:gd name="adj" fmla="val 28571"/>
            </a:avLst>
          </a:prstGeom>
          <a:solidFill>
            <a:srgbClr val="FFC715"/>
          </a:solidFill>
          <a:ln w="7620">
            <a:solidFill>
              <a:srgbClr val="F2A23A"/>
            </a:solidFill>
            <a:prstDash val="solid"/>
          </a:ln>
        </p:spPr>
        <p:txBody>
          <a:bodyPr anchor="ctr"/>
          <a:lstStyle/>
          <a:p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탐지 판정</a:t>
            </a:r>
          </a:p>
        </p:txBody>
      </p:sp>
      <p:sp>
        <p:nvSpPr>
          <p:cNvPr id="61" name="Text 62">
            <a:extLst>
              <a:ext uri="{FF2B5EF4-FFF2-40B4-BE49-F238E27FC236}">
                <a16:creationId xmlns:a16="http://schemas.microsoft.com/office/drawing/2014/main" id="{65622DBF-56E1-42F3-A8BB-C0848538DA19}"/>
              </a:ext>
            </a:extLst>
          </p:cNvPr>
          <p:cNvSpPr/>
          <p:nvPr/>
        </p:nvSpPr>
        <p:spPr>
          <a:xfrm>
            <a:off x="8353854" y="4366512"/>
            <a:ext cx="31125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적과 호흡 발생 위치의 거리  ≤  </a:t>
            </a:r>
            <a:r>
              <a:rPr lang="ko-KR" alt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호흡 </a:t>
            </a:r>
            <a:r>
              <a:rPr lang="en-US" sz="1000" b="1" dirty="0" err="1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소리</a:t>
            </a:r>
            <a:r>
              <a:rPr lang="en-US" sz="1000" b="1" dirty="0">
                <a:solidFill>
                  <a:srgbClr val="18222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 감지 범위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3" name="Text 64">
            <a:extLst>
              <a:ext uri="{FF2B5EF4-FFF2-40B4-BE49-F238E27FC236}">
                <a16:creationId xmlns:a16="http://schemas.microsoft.com/office/drawing/2014/main" id="{29EFFFAB-49D7-4792-BC24-6315EA220F4C}"/>
              </a:ext>
            </a:extLst>
          </p:cNvPr>
          <p:cNvSpPr/>
          <p:nvPr/>
        </p:nvSpPr>
        <p:spPr>
          <a:xfrm>
            <a:off x="8964189" y="5347702"/>
            <a:ext cx="190195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C9EA5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호흡 소리 감지</a:t>
            </a:r>
            <a:endParaRPr lang="en-US"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Text 65">
            <a:extLst>
              <a:ext uri="{FF2B5EF4-FFF2-40B4-BE49-F238E27FC236}">
                <a16:creationId xmlns:a16="http://schemas.microsoft.com/office/drawing/2014/main" id="{F16D8756-0F71-4435-991B-FBAD05BF19C5}"/>
              </a:ext>
            </a:extLst>
          </p:cNvPr>
          <p:cNvSpPr/>
          <p:nvPr/>
        </p:nvSpPr>
        <p:spPr>
          <a:xfrm>
            <a:off x="8922660" y="5686335"/>
            <a:ext cx="198501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D596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4m · 5.5m : 감지  /  8m : 미감지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5" name="Text 67">
            <a:extLst>
              <a:ext uri="{FF2B5EF4-FFF2-40B4-BE49-F238E27FC236}">
                <a16:creationId xmlns:a16="http://schemas.microsoft.com/office/drawing/2014/main" id="{C3FD1179-954F-4121-A65A-9E264483FA78}"/>
              </a:ext>
            </a:extLst>
          </p:cNvPr>
          <p:cNvSpPr/>
          <p:nvPr/>
        </p:nvSpPr>
        <p:spPr>
          <a:xfrm>
            <a:off x="594360" y="6517517"/>
            <a:ext cx="9875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8B969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Noto Sans CJK KR" pitchFamily="34" charset="-120"/>
              </a:rPr>
              <a:t>기계 적은 호흡 위치를 추적하며, 1차 판정은 “거리 안에 들어왔는가”만 확인함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5" name="화살표: 아래쪽 74">
            <a:extLst>
              <a:ext uri="{FF2B5EF4-FFF2-40B4-BE49-F238E27FC236}">
                <a16:creationId xmlns:a16="http://schemas.microsoft.com/office/drawing/2014/main" id="{453C6524-0A7F-455D-99DB-3644D4B10BB0}"/>
              </a:ext>
            </a:extLst>
          </p:cNvPr>
          <p:cNvSpPr/>
          <p:nvPr/>
        </p:nvSpPr>
        <p:spPr>
          <a:xfrm>
            <a:off x="9853253" y="5053214"/>
            <a:ext cx="123825" cy="210312"/>
          </a:xfrm>
          <a:prstGeom prst="downArrow">
            <a:avLst/>
          </a:prstGeom>
          <a:solidFill>
            <a:srgbClr val="DEF5F4"/>
          </a:solidFill>
          <a:ln>
            <a:solidFill>
              <a:srgbClr val="0C9E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 4"/>
          <p:cNvSpPr/>
          <p:nvPr/>
        </p:nvSpPr>
        <p:spPr>
          <a:xfrm>
            <a:off x="594360" y="1010368"/>
            <a:ext cx="7863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4D596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내쉬기 중 방출량에 비례해 기계 적의 호흡 소리 감지 범위를 갱신함</a:t>
            </a:r>
            <a:endParaRPr lang="en-US" sz="1150" dirty="0"/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EC16AC77-E31B-7027-2FE7-805B027F948E}"/>
              </a:ext>
            </a:extLst>
          </p:cNvPr>
          <p:cNvSpPr/>
          <p:nvPr/>
        </p:nvSpPr>
        <p:spPr>
          <a:xfrm>
            <a:off x="7195286" y="2280454"/>
            <a:ext cx="4193381" cy="0"/>
          </a:xfrm>
          <a:prstGeom prst="line">
            <a:avLst/>
          </a:prstGeom>
          <a:noFill/>
          <a:ln w="8890">
            <a:solidFill>
              <a:srgbClr val="D8E3EA"/>
            </a:solidFill>
            <a:prstDash val="solid"/>
          </a:ln>
        </p:spPr>
      </p:sp>
      <p:sp>
        <p:nvSpPr>
          <p:cNvPr id="82" name="Shape 28">
            <a:extLst>
              <a:ext uri="{FF2B5EF4-FFF2-40B4-BE49-F238E27FC236}">
                <a16:creationId xmlns:a16="http://schemas.microsoft.com/office/drawing/2014/main" id="{66EF7C7C-6AB4-F1AD-52CF-8C08211EB35A}"/>
              </a:ext>
            </a:extLst>
          </p:cNvPr>
          <p:cNvSpPr/>
          <p:nvPr/>
        </p:nvSpPr>
        <p:spPr>
          <a:xfrm>
            <a:off x="7194661" y="2692887"/>
            <a:ext cx="4193381" cy="0"/>
          </a:xfrm>
          <a:prstGeom prst="line">
            <a:avLst/>
          </a:prstGeom>
          <a:noFill/>
          <a:ln w="8890">
            <a:solidFill>
              <a:srgbClr val="D8E3EA"/>
            </a:solidFill>
            <a:prstDash val="solid"/>
          </a:ln>
        </p:spPr>
      </p:sp>
      <p:sp>
        <p:nvSpPr>
          <p:cNvPr id="84" name="Shape 28">
            <a:extLst>
              <a:ext uri="{FF2B5EF4-FFF2-40B4-BE49-F238E27FC236}">
                <a16:creationId xmlns:a16="http://schemas.microsoft.com/office/drawing/2014/main" id="{F6253348-E384-5CB7-76E8-4958E11F16F3}"/>
              </a:ext>
            </a:extLst>
          </p:cNvPr>
          <p:cNvSpPr/>
          <p:nvPr/>
        </p:nvSpPr>
        <p:spPr>
          <a:xfrm>
            <a:off x="7194660" y="3120321"/>
            <a:ext cx="4193381" cy="0"/>
          </a:xfrm>
          <a:prstGeom prst="line">
            <a:avLst/>
          </a:prstGeom>
          <a:noFill/>
          <a:ln w="8890">
            <a:solidFill>
              <a:srgbClr val="D8E3EA"/>
            </a:solidFill>
            <a:prstDash val="solid"/>
          </a:ln>
        </p:spPr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1200B94B-B9F5-73C7-49B6-D9744512DA43}"/>
              </a:ext>
            </a:extLst>
          </p:cNvPr>
          <p:cNvSpPr/>
          <p:nvPr/>
        </p:nvSpPr>
        <p:spPr>
          <a:xfrm>
            <a:off x="7752908" y="4881734"/>
            <a:ext cx="816147" cy="817827"/>
          </a:xfrm>
          <a:prstGeom prst="roundRect">
            <a:avLst/>
          </a:prstGeom>
          <a:noFill/>
          <a:ln>
            <a:solidFill>
              <a:srgbClr val="0C9E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소리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감지 범위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6m</a:t>
            </a: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E858EA0E-D7C1-E38E-FBEE-E15E46F0E0FF}"/>
              </a:ext>
            </a:extLst>
          </p:cNvPr>
          <p:cNvCxnSpPr>
            <a:cxnSpLocks/>
            <a:stCxn id="152" idx="6"/>
            <a:endCxn id="88" idx="1"/>
          </p:cNvCxnSpPr>
          <p:nvPr/>
        </p:nvCxnSpPr>
        <p:spPr>
          <a:xfrm flipV="1">
            <a:off x="7635989" y="5290648"/>
            <a:ext cx="116919" cy="1"/>
          </a:xfrm>
          <a:prstGeom prst="straightConnector1">
            <a:avLst/>
          </a:prstGeom>
          <a:ln w="12700">
            <a:solidFill>
              <a:srgbClr val="0C9EA5"/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2C4B475D-D6AE-BD4B-5A82-8A502DD1C4E4}"/>
              </a:ext>
            </a:extLst>
          </p:cNvPr>
          <p:cNvSpPr txBox="1"/>
          <p:nvPr/>
        </p:nvSpPr>
        <p:spPr>
          <a:xfrm>
            <a:off x="6117291" y="4948908"/>
            <a:ext cx="5268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</a:p>
          <a:p>
            <a:pPr algn="ctr"/>
            <a:r>
              <a:rPr lang="en-US" altLang="ko-KR" sz="1000" b="1" dirty="0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4m</a:t>
            </a:r>
            <a:endParaRPr lang="ko-KR" altLang="en-US" sz="1000" b="1" dirty="0">
              <a:solidFill>
                <a:srgbClr val="D430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A00F76C-3DFA-CC9C-3722-7AD4BC51BECD}"/>
              </a:ext>
            </a:extLst>
          </p:cNvPr>
          <p:cNvSpPr txBox="1"/>
          <p:nvPr/>
        </p:nvSpPr>
        <p:spPr>
          <a:xfrm>
            <a:off x="7056545" y="5494557"/>
            <a:ext cx="613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</a:p>
          <a:p>
            <a:pPr algn="ctr"/>
            <a:r>
              <a:rPr lang="en-US" altLang="ko-KR" sz="1000" b="1" dirty="0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5.5m</a:t>
            </a:r>
            <a:endParaRPr lang="ko-KR" altLang="en-US" sz="1000" b="1" dirty="0">
              <a:solidFill>
                <a:srgbClr val="D430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34" name="그림 133">
            <a:extLst>
              <a:ext uri="{FF2B5EF4-FFF2-40B4-BE49-F238E27FC236}">
                <a16:creationId xmlns:a16="http://schemas.microsoft.com/office/drawing/2014/main" id="{FD32AD37-A722-C2EC-70A2-794A660CD34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646" y="4669850"/>
            <a:ext cx="281814" cy="281814"/>
          </a:xfrm>
          <a:prstGeom prst="rect">
            <a:avLst/>
          </a:prstGeom>
        </p:spPr>
      </p:pic>
      <p:pic>
        <p:nvPicPr>
          <p:cNvPr id="136" name="그림 135">
            <a:extLst>
              <a:ext uri="{FF2B5EF4-FFF2-40B4-BE49-F238E27FC236}">
                <a16:creationId xmlns:a16="http://schemas.microsoft.com/office/drawing/2014/main" id="{F40E8A36-190A-F82D-B3CE-D3014420CF1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541" y="5212743"/>
            <a:ext cx="281814" cy="281814"/>
          </a:xfrm>
          <a:prstGeom prst="rect">
            <a:avLst/>
          </a:prstGeom>
        </p:spPr>
      </p:pic>
      <p:sp>
        <p:nvSpPr>
          <p:cNvPr id="144" name="타원 143">
            <a:extLst>
              <a:ext uri="{FF2B5EF4-FFF2-40B4-BE49-F238E27FC236}">
                <a16:creationId xmlns:a16="http://schemas.microsoft.com/office/drawing/2014/main" id="{CF9B17A5-771F-189C-6E4F-074FE047CB27}"/>
              </a:ext>
            </a:extLst>
          </p:cNvPr>
          <p:cNvSpPr/>
          <p:nvPr/>
        </p:nvSpPr>
        <p:spPr>
          <a:xfrm>
            <a:off x="6684250" y="5165930"/>
            <a:ext cx="249442" cy="249438"/>
          </a:xfrm>
          <a:prstGeom prst="ellipse">
            <a:avLst/>
          </a:prstGeom>
          <a:solidFill>
            <a:srgbClr val="073B5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B430E1A-236C-F6CE-0BE8-2B89E6CE7309}"/>
              </a:ext>
            </a:extLst>
          </p:cNvPr>
          <p:cNvSpPr txBox="1"/>
          <p:nvPr/>
        </p:nvSpPr>
        <p:spPr>
          <a:xfrm>
            <a:off x="6511427" y="5541098"/>
            <a:ext cx="594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발생지</a:t>
            </a:r>
            <a:endParaRPr lang="ko-KR" altLang="en-US"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F352CFB6-A27F-B67E-B1C8-1C738F8E5554}"/>
              </a:ext>
            </a:extLst>
          </p:cNvPr>
          <p:cNvSpPr txBox="1"/>
          <p:nvPr/>
        </p:nvSpPr>
        <p:spPr>
          <a:xfrm>
            <a:off x="7940152" y="5721984"/>
            <a:ext cx="398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</a:p>
          <a:p>
            <a:pPr algn="ctr"/>
            <a:r>
              <a:rPr lang="en-US" altLang="ko-KR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8m</a:t>
            </a:r>
            <a:endParaRPr lang="ko-KR" altLang="en-US"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8" name="그림 167">
            <a:extLst>
              <a:ext uri="{FF2B5EF4-FFF2-40B4-BE49-F238E27FC236}">
                <a16:creationId xmlns:a16="http://schemas.microsoft.com/office/drawing/2014/main" id="{ECEE7009-EC2B-1361-DE9F-AFFEF077849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094" y="5750381"/>
            <a:ext cx="281814" cy="28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25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11A1D-FC2E-FCCF-0078-C2FBF81BA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855F2AB-BCB2-CE66-A001-043D26D8E6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E1F070-6799-7898-FFDE-8A8F90CD835A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4-1)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통합 플로우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01EBFDA6-FD13-0D22-F427-0088A7612E18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AD4C0C27-DD99-4A20-1863-08374EF2025A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구조도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73" name="Text 6">
            <a:extLst>
              <a:ext uri="{FF2B5EF4-FFF2-40B4-BE49-F238E27FC236}">
                <a16:creationId xmlns:a16="http://schemas.microsoft.com/office/drawing/2014/main" id="{22033DB9-654C-E202-782E-16B4F2D307AE}"/>
              </a:ext>
            </a:extLst>
          </p:cNvPr>
          <p:cNvSpPr/>
          <p:nvPr/>
        </p:nvSpPr>
        <p:spPr>
          <a:xfrm>
            <a:off x="1485900" y="1414034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입력 시작</a:t>
            </a:r>
            <a:endParaRPr lang="en-US" sz="900" dirty="0"/>
          </a:p>
        </p:txBody>
      </p:sp>
      <p:sp>
        <p:nvSpPr>
          <p:cNvPr id="177" name="Text 7">
            <a:extLst>
              <a:ext uri="{FF2B5EF4-FFF2-40B4-BE49-F238E27FC236}">
                <a16:creationId xmlns:a16="http://schemas.microsoft.com/office/drawing/2014/main" id="{69D0C3DC-9D8A-22AE-07B0-3DA00E847FD5}"/>
              </a:ext>
            </a:extLst>
          </p:cNvPr>
          <p:cNvSpPr/>
          <p:nvPr/>
        </p:nvSpPr>
        <p:spPr>
          <a:xfrm>
            <a:off x="3223260" y="1414034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환경 확인</a:t>
            </a:r>
            <a:endParaRPr lang="en-US" sz="900" dirty="0"/>
          </a:p>
        </p:txBody>
      </p:sp>
      <p:sp>
        <p:nvSpPr>
          <p:cNvPr id="180" name="Text 8">
            <a:extLst>
              <a:ext uri="{FF2B5EF4-FFF2-40B4-BE49-F238E27FC236}">
                <a16:creationId xmlns:a16="http://schemas.microsoft.com/office/drawing/2014/main" id="{F972E5C8-1726-FAD5-0C4A-13CB95C0B8EE}"/>
              </a:ext>
            </a:extLst>
          </p:cNvPr>
          <p:cNvSpPr/>
          <p:nvPr/>
        </p:nvSpPr>
        <p:spPr>
          <a:xfrm>
            <a:off x="4960620" y="1414034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호흡 상태 판정</a:t>
            </a:r>
            <a:endParaRPr lang="en-US" sz="900" dirty="0"/>
          </a:p>
        </p:txBody>
      </p:sp>
      <p:sp>
        <p:nvSpPr>
          <p:cNvPr id="182" name="Text 9">
            <a:extLst>
              <a:ext uri="{FF2B5EF4-FFF2-40B4-BE49-F238E27FC236}">
                <a16:creationId xmlns:a16="http://schemas.microsoft.com/office/drawing/2014/main" id="{6CA0004D-6D99-3118-8A49-4042F1DEEDA8}"/>
              </a:ext>
            </a:extLst>
          </p:cNvPr>
          <p:cNvSpPr/>
          <p:nvPr/>
        </p:nvSpPr>
        <p:spPr>
          <a:xfrm>
            <a:off x="6697980" y="1414034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상태별 규칙 적용</a:t>
            </a:r>
            <a:endParaRPr lang="en-US" sz="900" dirty="0"/>
          </a:p>
        </p:txBody>
      </p:sp>
      <p:sp>
        <p:nvSpPr>
          <p:cNvPr id="186" name="Text 11">
            <a:extLst>
              <a:ext uri="{FF2B5EF4-FFF2-40B4-BE49-F238E27FC236}">
                <a16:creationId xmlns:a16="http://schemas.microsoft.com/office/drawing/2014/main" id="{4A207C25-0691-815D-C7A4-845915B83428}"/>
              </a:ext>
            </a:extLst>
          </p:cNvPr>
          <p:cNvSpPr/>
          <p:nvPr/>
        </p:nvSpPr>
        <p:spPr>
          <a:xfrm>
            <a:off x="6699389" y="3014234"/>
            <a:ext cx="1508760" cy="548640"/>
          </a:xfrm>
          <a:prstGeom prst="rect">
            <a:avLst/>
          </a:prstGeom>
          <a:solidFill>
            <a:srgbClr val="F8D7D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호흡 / 강제 기침</a:t>
            </a:r>
            <a:endParaRPr lang="en-US" sz="900" dirty="0"/>
          </a:p>
        </p:txBody>
      </p:sp>
      <p:sp>
        <p:nvSpPr>
          <p:cNvPr id="188" name="Text 12">
            <a:extLst>
              <a:ext uri="{FF2B5EF4-FFF2-40B4-BE49-F238E27FC236}">
                <a16:creationId xmlns:a16="http://schemas.microsoft.com/office/drawing/2014/main" id="{A308E105-008C-0507-6170-3A7183AD56C8}"/>
              </a:ext>
            </a:extLst>
          </p:cNvPr>
          <p:cNvSpPr/>
          <p:nvPr/>
        </p:nvSpPr>
        <p:spPr>
          <a:xfrm>
            <a:off x="1687068" y="4614434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소음 발생 판정</a:t>
            </a:r>
            <a:endParaRPr lang="en-US" sz="900" dirty="0"/>
          </a:p>
        </p:txBody>
      </p:sp>
      <p:sp>
        <p:nvSpPr>
          <p:cNvPr id="192" name="Text 14">
            <a:extLst>
              <a:ext uri="{FF2B5EF4-FFF2-40B4-BE49-F238E27FC236}">
                <a16:creationId xmlns:a16="http://schemas.microsoft.com/office/drawing/2014/main" id="{87A4EF80-5194-CFB9-12EA-E6F016262C3F}"/>
              </a:ext>
            </a:extLst>
          </p:cNvPr>
          <p:cNvSpPr/>
          <p:nvPr/>
        </p:nvSpPr>
        <p:spPr>
          <a:xfrm>
            <a:off x="6699389" y="4614434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의심도 상승 / 조사</a:t>
            </a:r>
            <a:endParaRPr lang="en-US" sz="900" dirty="0"/>
          </a:p>
        </p:txBody>
      </p:sp>
      <p:sp>
        <p:nvSpPr>
          <p:cNvPr id="194" name="Text 15">
            <a:extLst>
              <a:ext uri="{FF2B5EF4-FFF2-40B4-BE49-F238E27FC236}">
                <a16:creationId xmlns:a16="http://schemas.microsoft.com/office/drawing/2014/main" id="{8F52FB8A-0E8F-4FA0-43BF-EDDC77089ABB}"/>
              </a:ext>
            </a:extLst>
          </p:cNvPr>
          <p:cNvSpPr/>
          <p:nvPr/>
        </p:nvSpPr>
        <p:spPr>
          <a:xfrm>
            <a:off x="9031109" y="4614434"/>
            <a:ext cx="150876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상태 유지 / 복귀</a:t>
            </a:r>
            <a:endParaRPr lang="en-US" sz="900" dirty="0"/>
          </a:p>
        </p:txBody>
      </p:sp>
      <p:sp>
        <p:nvSpPr>
          <p:cNvPr id="196" name="Shape 16">
            <a:extLst>
              <a:ext uri="{FF2B5EF4-FFF2-40B4-BE49-F238E27FC236}">
                <a16:creationId xmlns:a16="http://schemas.microsoft.com/office/drawing/2014/main" id="{0EA1B935-EC0A-820D-C5F4-BE7222AD72AA}"/>
              </a:ext>
            </a:extLst>
          </p:cNvPr>
          <p:cNvSpPr/>
          <p:nvPr/>
        </p:nvSpPr>
        <p:spPr>
          <a:xfrm>
            <a:off x="2994660" y="1688354"/>
            <a:ext cx="201168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98" name="Shape 17">
            <a:extLst>
              <a:ext uri="{FF2B5EF4-FFF2-40B4-BE49-F238E27FC236}">
                <a16:creationId xmlns:a16="http://schemas.microsoft.com/office/drawing/2014/main" id="{D57F9252-543A-3A5F-159F-00E4629974D1}"/>
              </a:ext>
            </a:extLst>
          </p:cNvPr>
          <p:cNvSpPr/>
          <p:nvPr/>
        </p:nvSpPr>
        <p:spPr>
          <a:xfrm>
            <a:off x="4732020" y="1688354"/>
            <a:ext cx="201168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00" name="Shape 18">
            <a:extLst>
              <a:ext uri="{FF2B5EF4-FFF2-40B4-BE49-F238E27FC236}">
                <a16:creationId xmlns:a16="http://schemas.microsoft.com/office/drawing/2014/main" id="{56B064A3-16EB-B4D1-886B-050FC50C6341}"/>
              </a:ext>
            </a:extLst>
          </p:cNvPr>
          <p:cNvSpPr/>
          <p:nvPr/>
        </p:nvSpPr>
        <p:spPr>
          <a:xfrm>
            <a:off x="6469380" y="1688354"/>
            <a:ext cx="201168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02" name="Shape 19">
            <a:extLst>
              <a:ext uri="{FF2B5EF4-FFF2-40B4-BE49-F238E27FC236}">
                <a16:creationId xmlns:a16="http://schemas.microsoft.com/office/drawing/2014/main" id="{8377EB6F-DCA8-A234-2722-1C9D3B88315A}"/>
              </a:ext>
            </a:extLst>
          </p:cNvPr>
          <p:cNvSpPr/>
          <p:nvPr/>
        </p:nvSpPr>
        <p:spPr>
          <a:xfrm>
            <a:off x="7429500" y="1962674"/>
            <a:ext cx="0" cy="1033272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04" name="Shape 20">
            <a:extLst>
              <a:ext uri="{FF2B5EF4-FFF2-40B4-BE49-F238E27FC236}">
                <a16:creationId xmlns:a16="http://schemas.microsoft.com/office/drawing/2014/main" id="{1A3FB963-83C1-DF6C-6851-21FA77C6E837}"/>
              </a:ext>
            </a:extLst>
          </p:cNvPr>
          <p:cNvSpPr/>
          <p:nvPr/>
        </p:nvSpPr>
        <p:spPr>
          <a:xfrm>
            <a:off x="5967869" y="3288554"/>
            <a:ext cx="685800" cy="0"/>
          </a:xfrm>
          <a:prstGeom prst="line">
            <a:avLst/>
          </a:prstGeom>
          <a:noFill/>
          <a:ln w="21590">
            <a:solidFill>
              <a:srgbClr val="C94C4C"/>
            </a:solidFill>
            <a:prstDash val="solid"/>
            <a:headEnd type="none"/>
            <a:tailEnd type="triangle"/>
          </a:ln>
        </p:spPr>
      </p:sp>
      <p:sp>
        <p:nvSpPr>
          <p:cNvPr id="206" name="Shape 21">
            <a:extLst>
              <a:ext uri="{FF2B5EF4-FFF2-40B4-BE49-F238E27FC236}">
                <a16:creationId xmlns:a16="http://schemas.microsoft.com/office/drawing/2014/main" id="{18F99F29-FB36-9803-807C-CE7AC585ACED}"/>
              </a:ext>
            </a:extLst>
          </p:cNvPr>
          <p:cNvSpPr/>
          <p:nvPr/>
        </p:nvSpPr>
        <p:spPr>
          <a:xfrm>
            <a:off x="4913318" y="3610568"/>
            <a:ext cx="0" cy="897186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08" name="Shape 22">
            <a:extLst>
              <a:ext uri="{FF2B5EF4-FFF2-40B4-BE49-F238E27FC236}">
                <a16:creationId xmlns:a16="http://schemas.microsoft.com/office/drawing/2014/main" id="{5CBACDDA-CDAA-908F-F67B-159BF8CC2DD0}"/>
              </a:ext>
            </a:extLst>
          </p:cNvPr>
          <p:cNvSpPr/>
          <p:nvPr/>
        </p:nvSpPr>
        <p:spPr>
          <a:xfrm>
            <a:off x="3195828" y="4888754"/>
            <a:ext cx="658368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210" name="Shape 23">
            <a:extLst>
              <a:ext uri="{FF2B5EF4-FFF2-40B4-BE49-F238E27FC236}">
                <a16:creationId xmlns:a16="http://schemas.microsoft.com/office/drawing/2014/main" id="{F7C33969-0AE6-8B14-8383-71C9623529A4}"/>
              </a:ext>
            </a:extLst>
          </p:cNvPr>
          <p:cNvSpPr/>
          <p:nvPr/>
        </p:nvSpPr>
        <p:spPr>
          <a:xfrm>
            <a:off x="5967869" y="4888754"/>
            <a:ext cx="685800" cy="0"/>
          </a:xfrm>
          <a:prstGeom prst="line">
            <a:avLst/>
          </a:prstGeom>
          <a:noFill/>
          <a:ln w="21590">
            <a:solidFill>
              <a:srgbClr val="C94C4C"/>
            </a:solidFill>
            <a:prstDash val="solid"/>
            <a:headEnd type="none"/>
            <a:tailEnd type="triangle"/>
          </a:ln>
        </p:spPr>
      </p:sp>
      <p:sp>
        <p:nvSpPr>
          <p:cNvPr id="212" name="Shape 24">
            <a:extLst>
              <a:ext uri="{FF2B5EF4-FFF2-40B4-BE49-F238E27FC236}">
                <a16:creationId xmlns:a16="http://schemas.microsoft.com/office/drawing/2014/main" id="{B1B7E234-944D-8353-077F-1213180347E1}"/>
              </a:ext>
            </a:extLst>
          </p:cNvPr>
          <p:cNvSpPr/>
          <p:nvPr/>
        </p:nvSpPr>
        <p:spPr>
          <a:xfrm>
            <a:off x="8208149" y="4888754"/>
            <a:ext cx="777240" cy="0"/>
          </a:xfrm>
          <a:prstGeom prst="line">
            <a:avLst/>
          </a:prstGeom>
          <a:noFill/>
          <a:ln w="21590">
            <a:solidFill>
              <a:srgbClr val="6B7476"/>
            </a:solidFill>
            <a:prstDash val="solid"/>
            <a:headEnd type="none"/>
            <a:tailEnd type="triangle"/>
          </a:ln>
        </p:spPr>
      </p:sp>
      <p:sp>
        <p:nvSpPr>
          <p:cNvPr id="214" name="순서도: 판단 213">
            <a:extLst>
              <a:ext uri="{FF2B5EF4-FFF2-40B4-BE49-F238E27FC236}">
                <a16:creationId xmlns:a16="http://schemas.microsoft.com/office/drawing/2014/main" id="{9E05F248-0D61-53AF-B469-8E73E6974633}"/>
              </a:ext>
            </a:extLst>
          </p:cNvPr>
          <p:cNvSpPr/>
          <p:nvPr/>
        </p:nvSpPr>
        <p:spPr>
          <a:xfrm>
            <a:off x="3878637" y="2951901"/>
            <a:ext cx="2109101" cy="658667"/>
          </a:xfrm>
          <a:prstGeom prst="flowChartDecision">
            <a:avLst/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altLang="ko-KR" sz="1000" dirty="0"/>
          </a:p>
        </p:txBody>
      </p:sp>
      <p:sp>
        <p:nvSpPr>
          <p:cNvPr id="216" name="순서도: 판단 215">
            <a:extLst>
              <a:ext uri="{FF2B5EF4-FFF2-40B4-BE49-F238E27FC236}">
                <a16:creationId xmlns:a16="http://schemas.microsoft.com/office/drawing/2014/main" id="{18591EE6-BFE7-ADAD-93BD-2D7A7DA31B22}"/>
              </a:ext>
            </a:extLst>
          </p:cNvPr>
          <p:cNvSpPr/>
          <p:nvPr/>
        </p:nvSpPr>
        <p:spPr>
          <a:xfrm>
            <a:off x="3858768" y="4559420"/>
            <a:ext cx="2109101" cy="658667"/>
          </a:xfrm>
          <a:prstGeom prst="flowChartDecision">
            <a:avLst/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 </a:t>
            </a:r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altLang="ko-KR" sz="1000" dirty="0"/>
          </a:p>
        </p:txBody>
      </p:sp>
      <p:sp>
        <p:nvSpPr>
          <p:cNvPr id="218" name="Text 25">
            <a:extLst>
              <a:ext uri="{FF2B5EF4-FFF2-40B4-BE49-F238E27FC236}">
                <a16:creationId xmlns:a16="http://schemas.microsoft.com/office/drawing/2014/main" id="{6938FAA2-BC83-F683-3DCF-0A0179C239F5}"/>
              </a:ext>
            </a:extLst>
          </p:cNvPr>
          <p:cNvSpPr/>
          <p:nvPr/>
        </p:nvSpPr>
        <p:spPr>
          <a:xfrm>
            <a:off x="2962275" y="5870059"/>
            <a:ext cx="6400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4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YES: 강제 상태 또는 AI 반응으로 이동 / NO: 일반 상태 유지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66117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7970E-11F9-393F-A219-DE193E08A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4FBD829-F17E-0961-E9FE-4AEBA06501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8FBFE28-1131-E4F9-0EEF-05ADDCA833E4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4-2)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플로우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D1BBBCBA-D257-B5C6-7ACD-CA0727FFDE53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7D25FA07-F9EC-304E-7D5E-C3E15FDD1ABF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구조도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55251EC-887A-640D-702C-A31CA32519C1}"/>
              </a:ext>
            </a:extLst>
          </p:cNvPr>
          <p:cNvSpPr>
            <a:spLocks noGrp="1"/>
          </p:cNvSpPr>
          <p:nvPr/>
        </p:nvSpPr>
        <p:spPr>
          <a:xfrm>
            <a:off x="2917889" y="6007219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50000"/>
              </a:lnSpc>
              <a:buNone/>
              <a:defRPr sz="1000" b="0">
                <a:solidFill>
                  <a:srgbClr val="667B8B"/>
                </a:solidFill>
              </a:defRPr>
            </a:pPr>
            <a:r>
              <a:rPr lang="ko-KR" altLang="en-US"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호흡 게이지는 들이마시기로 확보한 호흡량이며</a:t>
            </a:r>
            <a:r>
              <a:rPr lang="en-US" altLang="ko-KR"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lang="ko-KR" altLang="en-US"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숨 참기와 내쉬기에 따라 감소한다</a:t>
            </a:r>
            <a:r>
              <a:rPr lang="en-US" altLang="ko-KR"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sz="1000" b="0" dirty="0">
              <a:solidFill>
                <a:srgbClr val="667B8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1" name="Text 6">
            <a:extLst>
              <a:ext uri="{FF2B5EF4-FFF2-40B4-BE49-F238E27FC236}">
                <a16:creationId xmlns:a16="http://schemas.microsoft.com/office/drawing/2014/main" id="{EE99514F-922E-7DAB-24D6-EC94F74F7F33}"/>
              </a:ext>
            </a:extLst>
          </p:cNvPr>
          <p:cNvSpPr/>
          <p:nvPr/>
        </p:nvSpPr>
        <p:spPr>
          <a:xfrm>
            <a:off x="1015102" y="1549583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00" dirty="0"/>
          </a:p>
        </p:txBody>
      </p:sp>
      <p:sp>
        <p:nvSpPr>
          <p:cNvPr id="63" name="Text 7">
            <a:extLst>
              <a:ext uri="{FF2B5EF4-FFF2-40B4-BE49-F238E27FC236}">
                <a16:creationId xmlns:a16="http://schemas.microsoft.com/office/drawing/2014/main" id="{4FD495AD-C80B-2ABC-AE92-F11FB2729021}"/>
              </a:ext>
            </a:extLst>
          </p:cNvPr>
          <p:cNvSpPr/>
          <p:nvPr/>
        </p:nvSpPr>
        <p:spPr>
          <a:xfrm>
            <a:off x="2752462" y="1549583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증가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0→100 약 3초</a:t>
            </a:r>
            <a:endParaRPr lang="en-US" sz="900" dirty="0"/>
          </a:p>
        </p:txBody>
      </p:sp>
      <p:sp>
        <p:nvSpPr>
          <p:cNvPr id="133" name="Text 10">
            <a:extLst>
              <a:ext uri="{FF2B5EF4-FFF2-40B4-BE49-F238E27FC236}">
                <a16:creationId xmlns:a16="http://schemas.microsoft.com/office/drawing/2014/main" id="{9E6E9349-CD81-7C61-DA57-A9E425D4321A}"/>
              </a:ext>
            </a:extLst>
          </p:cNvPr>
          <p:cNvSpPr/>
          <p:nvPr/>
        </p:nvSpPr>
        <p:spPr>
          <a:xfrm>
            <a:off x="9482717" y="1549583"/>
            <a:ext cx="1508760" cy="566928"/>
          </a:xfrm>
          <a:prstGeom prst="rect">
            <a:avLst/>
          </a:prstGeom>
          <a:solidFill>
            <a:srgbClr val="F8D7D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호흡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약한 소음 · 2.5초</a:t>
            </a:r>
            <a:endParaRPr lang="en-US" sz="900" dirty="0"/>
          </a:p>
        </p:txBody>
      </p:sp>
      <p:sp>
        <p:nvSpPr>
          <p:cNvPr id="135" name="Text 11">
            <a:extLst>
              <a:ext uri="{FF2B5EF4-FFF2-40B4-BE49-F238E27FC236}">
                <a16:creationId xmlns:a16="http://schemas.microsoft.com/office/drawing/2014/main" id="{CA3B3FE5-24C6-E864-01DD-AA3A956DC5B1}"/>
              </a:ext>
            </a:extLst>
          </p:cNvPr>
          <p:cNvSpPr/>
          <p:nvPr/>
        </p:nvSpPr>
        <p:spPr>
          <a:xfrm>
            <a:off x="1198204" y="3286943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 참기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00" dirty="0"/>
          </a:p>
        </p:txBody>
      </p:sp>
      <p:sp>
        <p:nvSpPr>
          <p:cNvPr id="137" name="Text 12">
            <a:extLst>
              <a:ext uri="{FF2B5EF4-FFF2-40B4-BE49-F238E27FC236}">
                <a16:creationId xmlns:a16="http://schemas.microsoft.com/office/drawing/2014/main" id="{C0CB171C-D055-285D-27AB-639F58EF082E}"/>
              </a:ext>
            </a:extLst>
          </p:cNvPr>
          <p:cNvSpPr/>
          <p:nvPr/>
        </p:nvSpPr>
        <p:spPr>
          <a:xfrm>
            <a:off x="2935564" y="3286943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느리게 감소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100→0 약 9초</a:t>
            </a:r>
            <a:endParaRPr lang="en-US" sz="900" dirty="0"/>
          </a:p>
        </p:txBody>
      </p:sp>
      <p:sp>
        <p:nvSpPr>
          <p:cNvPr id="141" name="Text 14">
            <a:extLst>
              <a:ext uri="{FF2B5EF4-FFF2-40B4-BE49-F238E27FC236}">
                <a16:creationId xmlns:a16="http://schemas.microsoft.com/office/drawing/2014/main" id="{9445DC09-8E4C-B18D-BE24-942EA1370E71}"/>
              </a:ext>
            </a:extLst>
          </p:cNvPr>
          <p:cNvSpPr/>
          <p:nvPr/>
        </p:nvSpPr>
        <p:spPr>
          <a:xfrm>
            <a:off x="7379375" y="3286943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내쉬기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00" dirty="0"/>
          </a:p>
        </p:txBody>
      </p:sp>
      <p:sp>
        <p:nvSpPr>
          <p:cNvPr id="143" name="Text 15">
            <a:extLst>
              <a:ext uri="{FF2B5EF4-FFF2-40B4-BE49-F238E27FC236}">
                <a16:creationId xmlns:a16="http://schemas.microsoft.com/office/drawing/2014/main" id="{B089DFDC-23C7-A805-33FC-26B970182333}"/>
              </a:ext>
            </a:extLst>
          </p:cNvPr>
          <p:cNvSpPr/>
          <p:nvPr/>
        </p:nvSpPr>
        <p:spPr>
          <a:xfrm>
            <a:off x="9299615" y="3286943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빠르게 감소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100→0 약 2초</a:t>
            </a:r>
            <a:endParaRPr lang="en-US" sz="900" dirty="0"/>
          </a:p>
        </p:txBody>
      </p:sp>
      <p:sp>
        <p:nvSpPr>
          <p:cNvPr id="145" name="Text 16">
            <a:extLst>
              <a:ext uri="{FF2B5EF4-FFF2-40B4-BE49-F238E27FC236}">
                <a16:creationId xmlns:a16="http://schemas.microsoft.com/office/drawing/2014/main" id="{F7FFE599-AE59-EC75-8F6E-A0A806C50FD0}"/>
              </a:ext>
            </a:extLst>
          </p:cNvPr>
          <p:cNvSpPr/>
          <p:nvPr/>
        </p:nvSpPr>
        <p:spPr>
          <a:xfrm>
            <a:off x="9299615" y="4932863"/>
            <a:ext cx="1508760" cy="566928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상태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</a:t>
            </a:r>
            <a:endParaRPr lang="en-US" sz="900" dirty="0"/>
          </a:p>
        </p:txBody>
      </p:sp>
      <p:sp>
        <p:nvSpPr>
          <p:cNvPr id="147" name="Shape 17">
            <a:extLst>
              <a:ext uri="{FF2B5EF4-FFF2-40B4-BE49-F238E27FC236}">
                <a16:creationId xmlns:a16="http://schemas.microsoft.com/office/drawing/2014/main" id="{39D05085-84B9-3174-2783-A727091C763A}"/>
              </a:ext>
            </a:extLst>
          </p:cNvPr>
          <p:cNvSpPr/>
          <p:nvPr/>
        </p:nvSpPr>
        <p:spPr>
          <a:xfrm>
            <a:off x="2523862" y="1833047"/>
            <a:ext cx="21031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49" name="Shape 18">
            <a:extLst>
              <a:ext uri="{FF2B5EF4-FFF2-40B4-BE49-F238E27FC236}">
                <a16:creationId xmlns:a16="http://schemas.microsoft.com/office/drawing/2014/main" id="{BEB047C4-A9E6-DADB-D2CA-4105D012AFB6}"/>
              </a:ext>
            </a:extLst>
          </p:cNvPr>
          <p:cNvSpPr/>
          <p:nvPr/>
        </p:nvSpPr>
        <p:spPr>
          <a:xfrm>
            <a:off x="4261222" y="1833047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51" name="Shape 19">
            <a:extLst>
              <a:ext uri="{FF2B5EF4-FFF2-40B4-BE49-F238E27FC236}">
                <a16:creationId xmlns:a16="http://schemas.microsoft.com/office/drawing/2014/main" id="{C1BC2AC5-5EE0-2B9E-CA98-2ECF69F0B870}"/>
              </a:ext>
            </a:extLst>
          </p:cNvPr>
          <p:cNvSpPr/>
          <p:nvPr/>
        </p:nvSpPr>
        <p:spPr>
          <a:xfrm>
            <a:off x="6677657" y="1833047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53" name="Shape 20">
            <a:extLst>
              <a:ext uri="{FF2B5EF4-FFF2-40B4-BE49-F238E27FC236}">
                <a16:creationId xmlns:a16="http://schemas.microsoft.com/office/drawing/2014/main" id="{73F39664-E813-93FF-0C63-C0593C98AF76}"/>
              </a:ext>
            </a:extLst>
          </p:cNvPr>
          <p:cNvSpPr/>
          <p:nvPr/>
        </p:nvSpPr>
        <p:spPr>
          <a:xfrm>
            <a:off x="9071237" y="1833047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55" name="Shape 21">
            <a:extLst>
              <a:ext uri="{FF2B5EF4-FFF2-40B4-BE49-F238E27FC236}">
                <a16:creationId xmlns:a16="http://schemas.microsoft.com/office/drawing/2014/main" id="{BD443350-9E0E-9CD8-E41A-228B29D31081}"/>
              </a:ext>
            </a:extLst>
          </p:cNvPr>
          <p:cNvSpPr/>
          <p:nvPr/>
        </p:nvSpPr>
        <p:spPr>
          <a:xfrm>
            <a:off x="2706964" y="3570407"/>
            <a:ext cx="21031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57" name="Shape 22">
            <a:extLst>
              <a:ext uri="{FF2B5EF4-FFF2-40B4-BE49-F238E27FC236}">
                <a16:creationId xmlns:a16="http://schemas.microsoft.com/office/drawing/2014/main" id="{72A167E4-70CC-9D90-6570-6C0F5D060514}"/>
              </a:ext>
            </a:extLst>
          </p:cNvPr>
          <p:cNvSpPr/>
          <p:nvPr/>
        </p:nvSpPr>
        <p:spPr>
          <a:xfrm>
            <a:off x="4444324" y="3570407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60" name="Shape 23">
            <a:extLst>
              <a:ext uri="{FF2B5EF4-FFF2-40B4-BE49-F238E27FC236}">
                <a16:creationId xmlns:a16="http://schemas.microsoft.com/office/drawing/2014/main" id="{FC3BD0B9-AA32-8234-4CA8-E2F06840D6FA}"/>
              </a:ext>
            </a:extLst>
          </p:cNvPr>
          <p:cNvSpPr/>
          <p:nvPr/>
        </p:nvSpPr>
        <p:spPr>
          <a:xfrm>
            <a:off x="6967895" y="3570407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62" name="Shape 24">
            <a:extLst>
              <a:ext uri="{FF2B5EF4-FFF2-40B4-BE49-F238E27FC236}">
                <a16:creationId xmlns:a16="http://schemas.microsoft.com/office/drawing/2014/main" id="{F8B298AE-1B74-39D1-2C7A-50903991CD60}"/>
              </a:ext>
            </a:extLst>
          </p:cNvPr>
          <p:cNvSpPr/>
          <p:nvPr/>
        </p:nvSpPr>
        <p:spPr>
          <a:xfrm>
            <a:off x="8888135" y="3570407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64" name="Shape 25">
            <a:extLst>
              <a:ext uri="{FF2B5EF4-FFF2-40B4-BE49-F238E27FC236}">
                <a16:creationId xmlns:a16="http://schemas.microsoft.com/office/drawing/2014/main" id="{2E333146-3F99-384F-459E-FEBDE90D4725}"/>
              </a:ext>
            </a:extLst>
          </p:cNvPr>
          <p:cNvSpPr/>
          <p:nvPr/>
        </p:nvSpPr>
        <p:spPr>
          <a:xfrm>
            <a:off x="10049423" y="3853871"/>
            <a:ext cx="0" cy="1060704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166" name="Text 26">
            <a:extLst>
              <a:ext uri="{FF2B5EF4-FFF2-40B4-BE49-F238E27FC236}">
                <a16:creationId xmlns:a16="http://schemas.microsoft.com/office/drawing/2014/main" id="{87D2B4E3-95F8-D0C4-63BD-05D4FEEC2C2E}"/>
              </a:ext>
            </a:extLst>
          </p:cNvPr>
          <p:cNvSpPr/>
          <p:nvPr/>
        </p:nvSpPr>
        <p:spPr>
          <a:xfrm>
            <a:off x="7059335" y="4932863"/>
            <a:ext cx="1508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0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 참기 해제</a:t>
            </a:r>
            <a:endParaRPr lang="en-US" sz="900" dirty="0"/>
          </a:p>
        </p:txBody>
      </p:sp>
      <p:sp>
        <p:nvSpPr>
          <p:cNvPr id="170" name="Shape 28">
            <a:extLst>
              <a:ext uri="{FF2B5EF4-FFF2-40B4-BE49-F238E27FC236}">
                <a16:creationId xmlns:a16="http://schemas.microsoft.com/office/drawing/2014/main" id="{CA7336F1-83E5-1A88-462B-640A624137EA}"/>
              </a:ext>
            </a:extLst>
          </p:cNvPr>
          <p:cNvSpPr/>
          <p:nvPr/>
        </p:nvSpPr>
        <p:spPr>
          <a:xfrm>
            <a:off x="8568095" y="5216327"/>
            <a:ext cx="713232" cy="0"/>
          </a:xfrm>
          <a:prstGeom prst="line">
            <a:avLst/>
          </a:prstGeom>
          <a:noFill/>
          <a:ln w="21590">
            <a:solidFill>
              <a:srgbClr val="6B7476"/>
            </a:solidFill>
            <a:prstDash val="solid"/>
            <a:headEnd type="none"/>
            <a:tailEnd type="triangle"/>
          </a:ln>
        </p:spPr>
      </p:sp>
      <p:sp>
        <p:nvSpPr>
          <p:cNvPr id="172" name="순서도: 판단 171">
            <a:extLst>
              <a:ext uri="{FF2B5EF4-FFF2-40B4-BE49-F238E27FC236}">
                <a16:creationId xmlns:a16="http://schemas.microsoft.com/office/drawing/2014/main" id="{D76CD1D3-0C85-1A55-2452-51D48BA0D669}"/>
              </a:ext>
            </a:extLst>
          </p:cNvPr>
          <p:cNvSpPr/>
          <p:nvPr/>
        </p:nvSpPr>
        <p:spPr>
          <a:xfrm>
            <a:off x="4620629" y="1496479"/>
            <a:ext cx="2109101" cy="658667"/>
          </a:xfrm>
          <a:prstGeom prst="flowChartDecision">
            <a:avLst/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100</a:t>
            </a:r>
            <a:endParaRPr lang="en-US" altLang="ko-KR" sz="1000" dirty="0"/>
          </a:p>
          <a:p>
            <a:pPr algn="ctr"/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altLang="ko-KR" sz="1000" dirty="0"/>
          </a:p>
        </p:txBody>
      </p:sp>
      <p:sp>
        <p:nvSpPr>
          <p:cNvPr id="174" name="순서도: 판단 173">
            <a:extLst>
              <a:ext uri="{FF2B5EF4-FFF2-40B4-BE49-F238E27FC236}">
                <a16:creationId xmlns:a16="http://schemas.microsoft.com/office/drawing/2014/main" id="{2A97B96C-06B5-ABB6-47F0-738721755C8B}"/>
              </a:ext>
            </a:extLst>
          </p:cNvPr>
          <p:cNvSpPr/>
          <p:nvPr/>
        </p:nvSpPr>
        <p:spPr>
          <a:xfrm>
            <a:off x="7051673" y="1506987"/>
            <a:ext cx="2109101" cy="658667"/>
          </a:xfrm>
          <a:prstGeom prst="flowChartDecision">
            <a:avLst/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1.5초</a:t>
            </a:r>
            <a:endParaRPr lang="en-US" altLang="ko-KR" sz="1000" dirty="0"/>
          </a:p>
          <a:p>
            <a:pPr algn="ctr"/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경과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altLang="ko-KR" sz="1000" dirty="0"/>
          </a:p>
        </p:txBody>
      </p:sp>
      <p:cxnSp>
        <p:nvCxnSpPr>
          <p:cNvPr id="176" name="연결선: 꺾임 175">
            <a:extLst>
              <a:ext uri="{FF2B5EF4-FFF2-40B4-BE49-F238E27FC236}">
                <a16:creationId xmlns:a16="http://schemas.microsoft.com/office/drawing/2014/main" id="{EFFDE16E-A4FE-E08A-3724-354AA4FADF35}"/>
              </a:ext>
            </a:extLst>
          </p:cNvPr>
          <p:cNvCxnSpPr>
            <a:cxnSpLocks/>
            <a:stCxn id="178" idx="2"/>
            <a:endCxn id="166" idx="1"/>
          </p:cNvCxnSpPr>
          <p:nvPr/>
        </p:nvCxnSpPr>
        <p:spPr>
          <a:xfrm rot="16200000" flipH="1">
            <a:off x="5830306" y="3987297"/>
            <a:ext cx="1310573" cy="1147485"/>
          </a:xfrm>
          <a:prstGeom prst="bentConnector2">
            <a:avLst/>
          </a:prstGeom>
          <a:ln w="21590">
            <a:solidFill>
              <a:srgbClr val="6B747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순서도: 판단 177">
            <a:extLst>
              <a:ext uri="{FF2B5EF4-FFF2-40B4-BE49-F238E27FC236}">
                <a16:creationId xmlns:a16="http://schemas.microsoft.com/office/drawing/2014/main" id="{21280164-DA55-EE47-EE06-F4B9AC9A7180}"/>
              </a:ext>
            </a:extLst>
          </p:cNvPr>
          <p:cNvSpPr/>
          <p:nvPr/>
        </p:nvSpPr>
        <p:spPr>
          <a:xfrm>
            <a:off x="4857299" y="3247087"/>
            <a:ext cx="2109101" cy="658667"/>
          </a:xfrm>
          <a:prstGeom prst="flowChartDecision">
            <a:avLst/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</a:t>
            </a:r>
            <a:endParaRPr lang="en-US" altLang="ko-KR" sz="1000" dirty="0"/>
          </a:p>
          <a:p>
            <a:pPr algn="ctr"/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남았는가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3204798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E94D8-ABDF-7D03-7E6F-9B7874D06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D7FB49E-A5EC-82FB-1737-1DDE052885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DAB6F9-710B-5FB4-7B8B-DC43F1C6CE74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4-3)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플로우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4DCFE2F5-8DB8-0E56-3D96-DBFC47EEA973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A94C0C43-0089-2CD1-AD42-36E3521CAE6C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시스템 구조도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0ADDD7EA-51C1-9E0F-6B19-93D8BBDC8129}"/>
              </a:ext>
            </a:extLst>
          </p:cNvPr>
          <p:cNvSpPr/>
          <p:nvPr/>
        </p:nvSpPr>
        <p:spPr>
          <a:xfrm>
            <a:off x="390338" y="1471930"/>
            <a:ext cx="141732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9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A413088F-8F20-4B3C-A6B3-EDD5F303FF26}"/>
              </a:ext>
            </a:extLst>
          </p:cNvPr>
          <p:cNvSpPr/>
          <p:nvPr/>
        </p:nvSpPr>
        <p:spPr>
          <a:xfrm>
            <a:off x="2036258" y="1471930"/>
            <a:ext cx="141732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0.1초 내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파악</a:t>
            </a:r>
            <a:endParaRPr lang="en-US" sz="9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5BF3D990-12F5-D66E-8D0D-0D28CD7683ED}"/>
              </a:ext>
            </a:extLst>
          </p:cNvPr>
          <p:cNvSpPr/>
          <p:nvPr/>
        </p:nvSpPr>
        <p:spPr>
          <a:xfrm>
            <a:off x="6319968" y="1471930"/>
            <a:ext cx="1417320" cy="548640"/>
          </a:xfrm>
          <a:prstGeom prst="rect">
            <a:avLst/>
          </a:prstGeom>
          <a:solidFill>
            <a:srgbClr val="F8D7D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들이마시기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불가</a:t>
            </a:r>
            <a:endParaRPr lang="en-US" sz="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A47A5F2F-0CDD-504D-0EC5-02A2E94161C5}"/>
              </a:ext>
            </a:extLst>
          </p:cNvPr>
          <p:cNvSpPr/>
          <p:nvPr/>
        </p:nvSpPr>
        <p:spPr>
          <a:xfrm>
            <a:off x="6301680" y="2889250"/>
            <a:ext cx="141732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들숨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endParaRPr lang="en-US" sz="9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349E4469-25EC-9C63-A043-22503C26662C}"/>
              </a:ext>
            </a:extLst>
          </p:cNvPr>
          <p:cNvSpPr/>
          <p:nvPr/>
        </p:nvSpPr>
        <p:spPr>
          <a:xfrm>
            <a:off x="6301680" y="4306570"/>
            <a:ext cx="1417320" cy="548640"/>
          </a:xfrm>
          <a:prstGeom prst="rect">
            <a:avLst/>
          </a:prstGeom>
          <a:solidFill>
            <a:srgbClr val="CFEAEC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기침 게이지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endParaRPr lang="en-US" sz="900" dirty="0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0511D107-6FE3-2D3B-63D8-F7AB32AA054D}"/>
              </a:ext>
            </a:extLst>
          </p:cNvPr>
          <p:cNvSpPr/>
          <p:nvPr/>
        </p:nvSpPr>
        <p:spPr>
          <a:xfrm>
            <a:off x="10590275" y="4306570"/>
            <a:ext cx="1417320" cy="548640"/>
          </a:xfrm>
          <a:prstGeom prst="rect">
            <a:avLst/>
          </a:prstGeom>
          <a:solidFill>
            <a:srgbClr val="F8D7D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기침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게이지 초기화</a:t>
            </a:r>
            <a:endParaRPr lang="en-US" sz="900" dirty="0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DF1EE2E6-1F04-EF95-DB0B-7C083D43E074}"/>
              </a:ext>
            </a:extLst>
          </p:cNvPr>
          <p:cNvSpPr/>
          <p:nvPr/>
        </p:nvSpPr>
        <p:spPr>
          <a:xfrm>
            <a:off x="1807658" y="1746250"/>
            <a:ext cx="21031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51223306-C016-8A9F-A2DB-04982F918E26}"/>
              </a:ext>
            </a:extLst>
          </p:cNvPr>
          <p:cNvSpPr/>
          <p:nvPr/>
        </p:nvSpPr>
        <p:spPr>
          <a:xfrm>
            <a:off x="3453578" y="1746250"/>
            <a:ext cx="34747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37" name="Shape 18">
            <a:extLst>
              <a:ext uri="{FF2B5EF4-FFF2-40B4-BE49-F238E27FC236}">
                <a16:creationId xmlns:a16="http://schemas.microsoft.com/office/drawing/2014/main" id="{8036FCC9-C5DA-603F-EE76-A2BD10A222D6}"/>
              </a:ext>
            </a:extLst>
          </p:cNvPr>
          <p:cNvSpPr/>
          <p:nvPr/>
        </p:nvSpPr>
        <p:spPr>
          <a:xfrm>
            <a:off x="5862768" y="1746250"/>
            <a:ext cx="438912" cy="0"/>
          </a:xfrm>
          <a:prstGeom prst="line">
            <a:avLst/>
          </a:prstGeom>
          <a:noFill/>
          <a:ln w="21590">
            <a:solidFill>
              <a:srgbClr val="C94C4C"/>
            </a:solidFill>
            <a:prstDash val="solid"/>
            <a:headEnd type="none"/>
            <a:tailEnd type="triangle"/>
          </a:ln>
        </p:spPr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D0A7E945-8D80-0319-DDD3-835691639FFA}"/>
              </a:ext>
            </a:extLst>
          </p:cNvPr>
          <p:cNvSpPr/>
          <p:nvPr/>
        </p:nvSpPr>
        <p:spPr>
          <a:xfrm>
            <a:off x="4778668" y="2020570"/>
            <a:ext cx="0" cy="850392"/>
          </a:xfrm>
          <a:prstGeom prst="line">
            <a:avLst/>
          </a:prstGeom>
          <a:noFill/>
          <a:ln w="21590">
            <a:solidFill>
              <a:srgbClr val="6B7476"/>
            </a:solidFill>
            <a:prstDash val="solid"/>
            <a:headEnd type="none"/>
            <a:tailEnd type="triangle"/>
          </a:ln>
        </p:spPr>
      </p:sp>
      <p:sp>
        <p:nvSpPr>
          <p:cNvPr id="41" name="Shape 20">
            <a:extLst>
              <a:ext uri="{FF2B5EF4-FFF2-40B4-BE49-F238E27FC236}">
                <a16:creationId xmlns:a16="http://schemas.microsoft.com/office/drawing/2014/main" id="{9F8F0250-0B73-7E08-E203-E475715A55D8}"/>
              </a:ext>
            </a:extLst>
          </p:cNvPr>
          <p:cNvSpPr/>
          <p:nvPr/>
        </p:nvSpPr>
        <p:spPr>
          <a:xfrm>
            <a:off x="5844480" y="3163570"/>
            <a:ext cx="43891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B0F33214-6B69-2948-A544-0C22AE60037A}"/>
              </a:ext>
            </a:extLst>
          </p:cNvPr>
          <p:cNvSpPr/>
          <p:nvPr/>
        </p:nvSpPr>
        <p:spPr>
          <a:xfrm>
            <a:off x="4778668" y="3437890"/>
            <a:ext cx="0" cy="850392"/>
          </a:xfrm>
          <a:prstGeom prst="line">
            <a:avLst/>
          </a:prstGeom>
          <a:noFill/>
          <a:ln w="21590">
            <a:solidFill>
              <a:srgbClr val="6B7476"/>
            </a:solidFill>
            <a:prstDash val="solid"/>
            <a:headEnd type="none"/>
            <a:tailEnd type="triangle"/>
          </a:ln>
        </p:spPr>
      </p:sp>
      <p:sp>
        <p:nvSpPr>
          <p:cNvPr id="45" name="Shape 22">
            <a:extLst>
              <a:ext uri="{FF2B5EF4-FFF2-40B4-BE49-F238E27FC236}">
                <a16:creationId xmlns:a16="http://schemas.microsoft.com/office/drawing/2014/main" id="{27AC30F4-1D2A-EBD5-8782-3C46BE55C653}"/>
              </a:ext>
            </a:extLst>
          </p:cNvPr>
          <p:cNvSpPr/>
          <p:nvPr/>
        </p:nvSpPr>
        <p:spPr>
          <a:xfrm>
            <a:off x="5844480" y="4580890"/>
            <a:ext cx="43891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47" name="Shape 23">
            <a:extLst>
              <a:ext uri="{FF2B5EF4-FFF2-40B4-BE49-F238E27FC236}">
                <a16:creationId xmlns:a16="http://schemas.microsoft.com/office/drawing/2014/main" id="{F54B7BE1-D138-BC62-755F-C1F02693B308}"/>
              </a:ext>
            </a:extLst>
          </p:cNvPr>
          <p:cNvSpPr/>
          <p:nvPr/>
        </p:nvSpPr>
        <p:spPr>
          <a:xfrm>
            <a:off x="7719000" y="4580890"/>
            <a:ext cx="393192" cy="0"/>
          </a:xfrm>
          <a:prstGeom prst="line">
            <a:avLst/>
          </a:prstGeom>
          <a:noFill/>
          <a:ln w="21590">
            <a:solidFill>
              <a:srgbClr val="1D858C"/>
            </a:solidFill>
            <a:prstDash val="solid"/>
            <a:headEnd type="none"/>
            <a:tailEnd type="triangle"/>
          </a:ln>
        </p:spPr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4F173F09-9B97-8BCA-AEF2-9DF6EEAEDCD5}"/>
              </a:ext>
            </a:extLst>
          </p:cNvPr>
          <p:cNvSpPr/>
          <p:nvPr/>
        </p:nvSpPr>
        <p:spPr>
          <a:xfrm>
            <a:off x="10224515" y="4580890"/>
            <a:ext cx="347472" cy="0"/>
          </a:xfrm>
          <a:prstGeom prst="line">
            <a:avLst/>
          </a:prstGeom>
          <a:noFill/>
          <a:ln w="21590">
            <a:solidFill>
              <a:srgbClr val="C94C4C"/>
            </a:solidFill>
            <a:prstDash val="solid"/>
            <a:headEnd type="none"/>
            <a:tailEnd type="triangle"/>
          </a:ln>
        </p:spPr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EE520289-C41F-F3B1-2E7B-53D6C290CBB4}"/>
              </a:ext>
            </a:extLst>
          </p:cNvPr>
          <p:cNvSpPr/>
          <p:nvPr/>
        </p:nvSpPr>
        <p:spPr>
          <a:xfrm>
            <a:off x="1193800" y="5678170"/>
            <a:ext cx="5120640" cy="548640"/>
          </a:xfrm>
          <a:prstGeom prst="rect">
            <a:avLst/>
          </a:prstGeom>
          <a:solidFill>
            <a:srgbClr val="F8D7D7"/>
          </a:solidFill>
          <a:ln w="12700">
            <a:solidFill>
              <a:srgbClr val="FFFFFF"/>
            </a:solidFill>
          </a:ln>
        </p:spPr>
        <p:txBody>
          <a:bodyPr wrap="square" lIns="1016" tIns="1016" rIns="1016" bIns="1016" rtlCol="0" anchor="ctr">
            <a:normAutofit fontScale="925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독가스 추가 규칙</a:t>
            </a:r>
            <a:endParaRPr lang="en-US" sz="9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독가스 환경에서 들이마시는 동안 HP가 지속 감소하며, 입력 종료 후 약 1초 동안 잔류 피해가 유지된다.</a:t>
            </a:r>
            <a:endParaRPr lang="en-US" sz="900" dirty="0"/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30DDE494-09B2-FFAC-C60C-89F34DA4A28E}"/>
              </a:ext>
            </a:extLst>
          </p:cNvPr>
          <p:cNvSpPr/>
          <p:nvPr/>
        </p:nvSpPr>
        <p:spPr>
          <a:xfrm>
            <a:off x="6634480" y="5678170"/>
            <a:ext cx="4389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DB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전환 예시</a:t>
            </a:r>
            <a:endParaRPr lang="en-US" sz="9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먼지 65% → 꽃가루 진입 → 기침 게이지 65% 유지</a:t>
            </a:r>
            <a:endParaRPr lang="en-US" sz="900" dirty="0"/>
          </a:p>
        </p:txBody>
      </p:sp>
      <p:sp>
        <p:nvSpPr>
          <p:cNvPr id="57" name="순서도: 판단 56">
            <a:extLst>
              <a:ext uri="{FF2B5EF4-FFF2-40B4-BE49-F238E27FC236}">
                <a16:creationId xmlns:a16="http://schemas.microsoft.com/office/drawing/2014/main" id="{CA130937-6F43-5026-1864-D2E17763A573}"/>
              </a:ext>
            </a:extLst>
          </p:cNvPr>
          <p:cNvSpPr/>
          <p:nvPr/>
        </p:nvSpPr>
        <p:spPr>
          <a:xfrm>
            <a:off x="3774409" y="1407623"/>
            <a:ext cx="2109101" cy="658667"/>
          </a:xfrm>
          <a:prstGeom prst="flowChartDecision">
            <a:avLst/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수중인가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altLang="ko-KR" sz="1000" dirty="0"/>
          </a:p>
        </p:txBody>
      </p:sp>
      <p:sp>
        <p:nvSpPr>
          <p:cNvPr id="59" name="순서도: 판단 58">
            <a:extLst>
              <a:ext uri="{FF2B5EF4-FFF2-40B4-BE49-F238E27FC236}">
                <a16:creationId xmlns:a16="http://schemas.microsoft.com/office/drawing/2014/main" id="{54A2F789-C015-02A6-A67E-2D9D9D167679}"/>
              </a:ext>
            </a:extLst>
          </p:cNvPr>
          <p:cNvSpPr/>
          <p:nvPr/>
        </p:nvSpPr>
        <p:spPr>
          <a:xfrm>
            <a:off x="3774408" y="2843231"/>
            <a:ext cx="2109101" cy="658667"/>
          </a:xfrm>
          <a:prstGeom prst="flowChartDecision">
            <a:avLst/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정상인가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altLang="ko-KR" sz="1000" dirty="0"/>
          </a:p>
        </p:txBody>
      </p:sp>
      <p:sp>
        <p:nvSpPr>
          <p:cNvPr id="61" name="순서도: 판단 60">
            <a:extLst>
              <a:ext uri="{FF2B5EF4-FFF2-40B4-BE49-F238E27FC236}">
                <a16:creationId xmlns:a16="http://schemas.microsoft.com/office/drawing/2014/main" id="{2DEFC7E4-5D7F-7483-531C-6FED445AE3A1}"/>
              </a:ext>
            </a:extLst>
          </p:cNvPr>
          <p:cNvSpPr/>
          <p:nvPr/>
        </p:nvSpPr>
        <p:spPr>
          <a:xfrm>
            <a:off x="3728690" y="4260550"/>
            <a:ext cx="2109101" cy="658667"/>
          </a:xfrm>
          <a:prstGeom prst="flowChartDecision">
            <a:avLst/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b="1" dirty="0" err="1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환경인가</a:t>
            </a:r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altLang="ko-KR" sz="1000" dirty="0"/>
          </a:p>
        </p:txBody>
      </p:sp>
      <p:sp>
        <p:nvSpPr>
          <p:cNvPr id="63" name="순서도: 판단 62">
            <a:extLst>
              <a:ext uri="{FF2B5EF4-FFF2-40B4-BE49-F238E27FC236}">
                <a16:creationId xmlns:a16="http://schemas.microsoft.com/office/drawing/2014/main" id="{337CAC81-FD3B-B12B-FC4B-0D0CC1BCA525}"/>
              </a:ext>
            </a:extLst>
          </p:cNvPr>
          <p:cNvSpPr/>
          <p:nvPr/>
        </p:nvSpPr>
        <p:spPr>
          <a:xfrm>
            <a:off x="8100087" y="4251556"/>
            <a:ext cx="2109101" cy="658667"/>
          </a:xfrm>
          <a:prstGeom prst="flowChartDecision">
            <a:avLst/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b="1" dirty="0">
                <a:solidFill>
                  <a:srgbClr val="1D2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100%인가?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1826326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54AFE-DC1D-2527-8F12-1AD9ECE44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B4B5B65-936A-A5E7-8476-8A7210FAE8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C7936B-CBEB-0447-B537-238369A2A5C0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5-1)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예외 처리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991CD603-7134-F514-541E-BC26CA6BF21D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DD3107D2-EBB3-A2D9-E507-D36A3C292414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명세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21590C-1307-6756-8991-5D84AF6B1D23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2667000" cy="304800"/>
          </a:xfrm>
          <a:prstGeom prst="rect">
            <a:avLst/>
          </a:prstGeom>
          <a:solidFill>
            <a:srgbClr val="073B5C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예외 상황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54A27E1-781F-576C-3B65-34C6CD869B73}"/>
              </a:ext>
            </a:extLst>
          </p:cNvPr>
          <p:cNvSpPr>
            <a:spLocks noGrp="1"/>
          </p:cNvSpPr>
          <p:nvPr/>
        </p:nvSpPr>
        <p:spPr>
          <a:xfrm>
            <a:off x="3333750" y="1333500"/>
            <a:ext cx="3714750" cy="304800"/>
          </a:xfrm>
          <a:prstGeom prst="rect">
            <a:avLst/>
          </a:prstGeom>
          <a:solidFill>
            <a:srgbClr val="073B5C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발생 문제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55F2A7E-AE2B-E0DB-BF66-C7C6CFF83509}"/>
              </a:ext>
            </a:extLst>
          </p:cNvPr>
          <p:cNvSpPr>
            <a:spLocks noGrp="1"/>
          </p:cNvSpPr>
          <p:nvPr/>
        </p:nvSpPr>
        <p:spPr>
          <a:xfrm>
            <a:off x="7162800" y="1333500"/>
            <a:ext cx="4343400" cy="304800"/>
          </a:xfrm>
          <a:prstGeom prst="rect">
            <a:avLst/>
          </a:prstGeom>
          <a:solidFill>
            <a:srgbClr val="073B5C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 장치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9E5D559-F516-00C3-8012-2E9CE99CC5D1}"/>
              </a:ext>
            </a:extLst>
          </p:cNvPr>
          <p:cNvSpPr>
            <a:spLocks noGrp="1"/>
          </p:cNvSpPr>
          <p:nvPr/>
        </p:nvSpPr>
        <p:spPr>
          <a:xfrm>
            <a:off x="457200" y="1695450"/>
            <a:ext cx="11144250" cy="4953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3B62005-49D4-59B6-0FC7-8BE786D933CE}"/>
              </a:ext>
            </a:extLst>
          </p:cNvPr>
          <p:cNvSpPr>
            <a:spLocks noGrp="1"/>
          </p:cNvSpPr>
          <p:nvPr/>
        </p:nvSpPr>
        <p:spPr>
          <a:xfrm>
            <a:off x="590550" y="174307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흡음 중 추가 흡음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239F9D7-BF78-FE7E-9F87-9267D41BFB35}"/>
              </a:ext>
            </a:extLst>
          </p:cNvPr>
          <p:cNvSpPr>
            <a:spLocks noGrp="1"/>
          </p:cNvSpPr>
          <p:nvPr/>
        </p:nvSpPr>
        <p:spPr>
          <a:xfrm>
            <a:off x="3333750" y="174307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잠금과 저장 충돌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B37B759-D639-437F-E111-50BD75926279}"/>
              </a:ext>
            </a:extLst>
          </p:cNvPr>
          <p:cNvSpPr>
            <a:spLocks noGrp="1"/>
          </p:cNvSpPr>
          <p:nvPr/>
        </p:nvSpPr>
        <p:spPr>
          <a:xfrm>
            <a:off x="7162800" y="174307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추가 흡음 불가 · HUD 경고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E2CE85E-FCAF-4540-2270-3D6F0119F9B0}"/>
              </a:ext>
            </a:extLst>
          </p:cNvPr>
          <p:cNvSpPr>
            <a:spLocks noGrp="1"/>
          </p:cNvSpPr>
          <p:nvPr/>
        </p:nvSpPr>
        <p:spPr>
          <a:xfrm>
            <a:off x="457200" y="2286000"/>
            <a:ext cx="11144250" cy="495300"/>
          </a:xfrm>
          <a:prstGeom prst="roundRect">
            <a:avLst>
              <a:gd name="adj" fmla="val 7692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5ABCC15-1C17-1690-5F54-A4D49B44D4EB}"/>
              </a:ext>
            </a:extLst>
          </p:cNvPr>
          <p:cNvSpPr>
            <a:spLocks noGrp="1"/>
          </p:cNvSpPr>
          <p:nvPr/>
        </p:nvSpPr>
        <p:spPr>
          <a:xfrm>
            <a:off x="590550" y="233362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공중 부유 중 게이지 0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E511D61-550A-4FDC-1A6A-E67E0229E368}"/>
              </a:ext>
            </a:extLst>
          </p:cNvPr>
          <p:cNvSpPr>
            <a:spLocks noGrp="1"/>
          </p:cNvSpPr>
          <p:nvPr/>
        </p:nvSpPr>
        <p:spPr>
          <a:xfrm>
            <a:off x="3333750" y="233362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공중 정지 유지 불가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C0160B2-1E37-797B-DCE8-C629AF998461}"/>
              </a:ext>
            </a:extLst>
          </p:cNvPr>
          <p:cNvSpPr>
            <a:spLocks noGrp="1"/>
          </p:cNvSpPr>
          <p:nvPr/>
        </p:nvSpPr>
        <p:spPr>
          <a:xfrm>
            <a:off x="7162800" y="233362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강제 호흡 후 즉시 낙하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0266B77-7C97-CD75-01C6-A233BA6FBE51}"/>
              </a:ext>
            </a:extLst>
          </p:cNvPr>
          <p:cNvSpPr>
            <a:spLocks noGrp="1"/>
          </p:cNvSpPr>
          <p:nvPr/>
        </p:nvSpPr>
        <p:spPr>
          <a:xfrm>
            <a:off x="457200" y="2876550"/>
            <a:ext cx="11144250" cy="4953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3BDD4CA-753A-4D19-C9EF-C89C4CD0EFCB}"/>
              </a:ext>
            </a:extLst>
          </p:cNvPr>
          <p:cNvSpPr>
            <a:spLocks noGrp="1"/>
          </p:cNvSpPr>
          <p:nvPr/>
        </p:nvSpPr>
        <p:spPr>
          <a:xfrm>
            <a:off x="590550" y="292417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재채기 직전 수중 진입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33D1E93-9B74-3050-4BF2-36A6938858D8}"/>
              </a:ext>
            </a:extLst>
          </p:cNvPr>
          <p:cNvSpPr>
            <a:spLocks noGrp="1"/>
          </p:cNvSpPr>
          <p:nvPr/>
        </p:nvSpPr>
        <p:spPr>
          <a:xfrm>
            <a:off x="3333750" y="292417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자극 출력과 환경 우선순위 충돌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950E2F31-EE29-A198-F6D8-5CA04D755D83}"/>
              </a:ext>
            </a:extLst>
          </p:cNvPr>
          <p:cNvSpPr>
            <a:spLocks noGrp="1"/>
          </p:cNvSpPr>
          <p:nvPr/>
        </p:nvSpPr>
        <p:spPr>
          <a:xfrm>
            <a:off x="7162800" y="292417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재채기 취소 · 기침 상태 전환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581BE2DE-8685-A134-31FF-62CB13CCBF62}"/>
              </a:ext>
            </a:extLst>
          </p:cNvPr>
          <p:cNvSpPr>
            <a:spLocks noGrp="1"/>
          </p:cNvSpPr>
          <p:nvPr/>
        </p:nvSpPr>
        <p:spPr>
          <a:xfrm>
            <a:off x="457200" y="3467100"/>
            <a:ext cx="11144250" cy="495300"/>
          </a:xfrm>
          <a:prstGeom prst="roundRect">
            <a:avLst>
              <a:gd name="adj" fmla="val 7692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4D2C0E6-824F-A3A0-0485-A720D3917AD5}"/>
              </a:ext>
            </a:extLst>
          </p:cNvPr>
          <p:cNvSpPr>
            <a:spLocks noGrp="1"/>
          </p:cNvSpPr>
          <p:nvPr/>
        </p:nvSpPr>
        <p:spPr>
          <a:xfrm>
            <a:off x="590550" y="351472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기척 소거 중 충돌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65F8530-F93B-7803-FB50-559A920A14FA}"/>
              </a:ext>
            </a:extLst>
          </p:cNvPr>
          <p:cNvSpPr>
            <a:spLocks noGrp="1"/>
          </p:cNvSpPr>
          <p:nvPr/>
        </p:nvSpPr>
        <p:spPr>
          <a:xfrm>
            <a:off x="3333750" y="351472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시각 은신과 물리 흔적 충돌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1F03974-FC16-52DD-1E26-24AD649B054C}"/>
              </a:ext>
            </a:extLst>
          </p:cNvPr>
          <p:cNvSpPr>
            <a:spLocks noGrp="1"/>
          </p:cNvSpPr>
          <p:nvPr/>
        </p:nvSpPr>
        <p:spPr>
          <a:xfrm>
            <a:off x="7162800" y="351472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충돌음 유지 · 적 의심 증가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93CFDC9D-0490-51E4-E6C7-0303B97BE7CA}"/>
              </a:ext>
            </a:extLst>
          </p:cNvPr>
          <p:cNvSpPr>
            <a:spLocks noGrp="1"/>
          </p:cNvSpPr>
          <p:nvPr/>
        </p:nvSpPr>
        <p:spPr>
          <a:xfrm>
            <a:off x="457200" y="4057650"/>
            <a:ext cx="11144250" cy="4953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09CDCFE-56F6-B031-B9F2-88E4960BEE93}"/>
              </a:ext>
            </a:extLst>
          </p:cNvPr>
          <p:cNvSpPr>
            <a:spLocks noGrp="1"/>
          </p:cNvSpPr>
          <p:nvPr/>
        </p:nvSpPr>
        <p:spPr>
          <a:xfrm>
            <a:off x="590550" y="410527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비상 호흡 연속 사용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C230654-7314-4E14-A8D8-0A004AA360A8}"/>
              </a:ext>
            </a:extLst>
          </p:cNvPr>
          <p:cNvSpPr>
            <a:spLocks noGrp="1"/>
          </p:cNvSpPr>
          <p:nvPr/>
        </p:nvSpPr>
        <p:spPr>
          <a:xfrm>
            <a:off x="3333750" y="410527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무한 숨 참기 가능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304B985-BD60-DEEB-9365-73AF84248312}"/>
              </a:ext>
            </a:extLst>
          </p:cNvPr>
          <p:cNvSpPr>
            <a:spLocks noGrp="1"/>
          </p:cNvSpPr>
          <p:nvPr/>
        </p:nvSpPr>
        <p:spPr>
          <a:xfrm>
            <a:off x="7162800" y="410527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한 호흡 사이클당 1회 제한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9E580877-1F40-64CC-D0B1-9C37604AB3C9}"/>
              </a:ext>
            </a:extLst>
          </p:cNvPr>
          <p:cNvSpPr>
            <a:spLocks noGrp="1"/>
          </p:cNvSpPr>
          <p:nvPr/>
        </p:nvSpPr>
        <p:spPr>
          <a:xfrm>
            <a:off x="457200" y="4648200"/>
            <a:ext cx="11144250" cy="495300"/>
          </a:xfrm>
          <a:prstGeom prst="roundRect">
            <a:avLst>
              <a:gd name="adj" fmla="val 7692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42C9BED-8BE9-87EE-72C3-FB6447C68641}"/>
              </a:ext>
            </a:extLst>
          </p:cNvPr>
          <p:cNvSpPr>
            <a:spLocks noGrp="1"/>
          </p:cNvSpPr>
          <p:nvPr/>
        </p:nvSpPr>
        <p:spPr>
          <a:xfrm>
            <a:off x="590550" y="469582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필수 구간 소음 방출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C46F2FCE-1BB9-7782-F57B-F0CB23474258}"/>
              </a:ext>
            </a:extLst>
          </p:cNvPr>
          <p:cNvSpPr>
            <a:spLocks noGrp="1"/>
          </p:cNvSpPr>
          <p:nvPr/>
        </p:nvSpPr>
        <p:spPr>
          <a:xfrm>
            <a:off x="3333750" y="469582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 과다 유입으로 진행 불가</a:t>
            </a: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0C9D3373-AB29-BF4F-5111-7A91E4DF055A}"/>
              </a:ext>
            </a:extLst>
          </p:cNvPr>
          <p:cNvSpPr>
            <a:spLocks noGrp="1"/>
          </p:cNvSpPr>
          <p:nvPr/>
        </p:nvSpPr>
        <p:spPr>
          <a:xfrm>
            <a:off x="7162800" y="469582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방출 위치 제한 · 안전 구역 배치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C9983F9D-D11C-3A07-E964-96931F557AB9}"/>
              </a:ext>
            </a:extLst>
          </p:cNvPr>
          <p:cNvSpPr>
            <a:spLocks noGrp="1"/>
          </p:cNvSpPr>
          <p:nvPr/>
        </p:nvSpPr>
        <p:spPr>
          <a:xfrm>
            <a:off x="876300" y="5600700"/>
            <a:ext cx="2381250" cy="438150"/>
          </a:xfrm>
          <a:prstGeom prst="roundRect">
            <a:avLst>
              <a:gd name="adj" fmla="val 17391"/>
            </a:avLst>
          </a:prstGeom>
          <a:solidFill>
            <a:srgbClr val="F7D8D8"/>
          </a:solidFill>
          <a:ln w="9525">
            <a:solidFill>
              <a:srgbClr val="F7D8D8"/>
            </a:solidFill>
            <a:prstDash val="solid"/>
          </a:ln>
        </p:spPr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5C782DF1-DB1C-240E-43C4-83A038D72194}"/>
              </a:ext>
            </a:extLst>
          </p:cNvPr>
          <p:cNvSpPr>
            <a:spLocks noGrp="1"/>
          </p:cNvSpPr>
          <p:nvPr/>
        </p:nvSpPr>
        <p:spPr>
          <a:xfrm>
            <a:off x="914400" y="5619750"/>
            <a:ext cx="2305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  생존 / 진행 보장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AD616439-1817-5603-CCEE-5D4FDAE5AE53}"/>
              </a:ext>
            </a:extLst>
          </p:cNvPr>
          <p:cNvSpPr>
            <a:spLocks noGrp="1"/>
          </p:cNvSpPr>
          <p:nvPr/>
        </p:nvSpPr>
        <p:spPr>
          <a:xfrm>
            <a:off x="3352800" y="568642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5ED6EEE1-C030-01C6-DFEC-9B7EE4AB32BC}"/>
              </a:ext>
            </a:extLst>
          </p:cNvPr>
          <p:cNvSpPr>
            <a:spLocks noGrp="1"/>
          </p:cNvSpPr>
          <p:nvPr/>
        </p:nvSpPr>
        <p:spPr>
          <a:xfrm>
            <a:off x="3857625" y="5600700"/>
            <a:ext cx="2381250" cy="438150"/>
          </a:xfrm>
          <a:prstGeom prst="roundRect">
            <a:avLst>
              <a:gd name="adj" fmla="val 17391"/>
            </a:avLst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2A32357A-43D5-4E10-3016-CA447F90405E}"/>
              </a:ext>
            </a:extLst>
          </p:cNvPr>
          <p:cNvSpPr>
            <a:spLocks noGrp="1"/>
          </p:cNvSpPr>
          <p:nvPr/>
        </p:nvSpPr>
        <p:spPr>
          <a:xfrm>
            <a:off x="3895725" y="5619750"/>
            <a:ext cx="2305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  강제 상태 처리</a:t>
            </a: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F2841219-982A-3C3C-B6E8-67C0BDF66CB6}"/>
              </a:ext>
            </a:extLst>
          </p:cNvPr>
          <p:cNvSpPr>
            <a:spLocks noGrp="1"/>
          </p:cNvSpPr>
          <p:nvPr/>
        </p:nvSpPr>
        <p:spPr>
          <a:xfrm>
            <a:off x="6334125" y="568642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ED77722B-E4BD-475D-D54C-F5C464A0449C}"/>
              </a:ext>
            </a:extLst>
          </p:cNvPr>
          <p:cNvSpPr>
            <a:spLocks noGrp="1"/>
          </p:cNvSpPr>
          <p:nvPr/>
        </p:nvSpPr>
        <p:spPr>
          <a:xfrm>
            <a:off x="6838950" y="5600700"/>
            <a:ext cx="2381250" cy="438150"/>
          </a:xfrm>
          <a:prstGeom prst="roundRect">
            <a:avLst>
              <a:gd name="adj" fmla="val 17391"/>
            </a:avLst>
          </a:prstGeom>
          <a:solidFill>
            <a:srgbClr val="EDE4FA"/>
          </a:solidFill>
          <a:ln w="9525">
            <a:solidFill>
              <a:srgbClr val="EDE4FA"/>
            </a:solidFill>
            <a:prstDash val="solid"/>
          </a:ln>
        </p:spPr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40D62FA8-DE66-2BC5-8C4A-2A45FB6255BD}"/>
              </a:ext>
            </a:extLst>
          </p:cNvPr>
          <p:cNvSpPr>
            <a:spLocks noGrp="1"/>
          </p:cNvSpPr>
          <p:nvPr/>
        </p:nvSpPr>
        <p:spPr>
          <a:xfrm>
            <a:off x="6877050" y="5619750"/>
            <a:ext cx="2305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  능력·환경 효과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A432CB93-284D-B701-9C7B-E898BEF7E30B}"/>
              </a:ext>
            </a:extLst>
          </p:cNvPr>
          <p:cNvSpPr>
            <a:spLocks noGrp="1"/>
          </p:cNvSpPr>
          <p:nvPr/>
        </p:nvSpPr>
        <p:spPr>
          <a:xfrm>
            <a:off x="9315450" y="5686425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→</a:t>
            </a:r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F8C64AC5-401D-9197-B619-75CE5CCCD300}"/>
              </a:ext>
            </a:extLst>
          </p:cNvPr>
          <p:cNvSpPr>
            <a:spLocks noGrp="1"/>
          </p:cNvSpPr>
          <p:nvPr/>
        </p:nvSpPr>
        <p:spPr>
          <a:xfrm>
            <a:off x="9667875" y="5600700"/>
            <a:ext cx="1809750" cy="438150"/>
          </a:xfrm>
          <a:prstGeom prst="roundRect">
            <a:avLst>
              <a:gd name="adj" fmla="val 17391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A4A3462F-A7EC-0BA8-AB22-EFCE1A50D9D4}"/>
              </a:ext>
            </a:extLst>
          </p:cNvPr>
          <p:cNvSpPr>
            <a:spLocks noGrp="1"/>
          </p:cNvSpPr>
          <p:nvPr/>
        </p:nvSpPr>
        <p:spPr>
          <a:xfrm>
            <a:off x="9705975" y="5619750"/>
            <a:ext cx="1733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4  일반 입력 복귀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F9B325A1-23E4-BB1F-1DCD-DA51C3CE1DBF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144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안전장치는 규칙을 약하게 만드는 예외가 아니라, 규칙끼리 충돌해 플레이가 망가지지 않게 하는 처리 기준</a:t>
            </a:r>
          </a:p>
        </p:txBody>
      </p:sp>
    </p:spTree>
    <p:extLst>
      <p:ext uri="{BB962C8B-B14F-4D97-AF65-F5344CB8AC3E}">
        <p14:creationId xmlns:p14="http://schemas.microsoft.com/office/powerpoint/2010/main" val="4075863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73F9AE2-9719-208B-F9FF-6ECF1F49CF1A}"/>
              </a:ext>
            </a:extLst>
          </p:cNvPr>
          <p:cNvSpPr>
            <a:spLocks noGrp="1"/>
          </p:cNvSpPr>
          <p:nvPr/>
        </p:nvSpPr>
        <p:spPr>
          <a:xfrm>
            <a:off x="516189" y="1300626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1)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변경 시 즉시 재판정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122FCCD-01DA-D426-1C8E-95B76EB6DEBA}"/>
              </a:ext>
            </a:extLst>
          </p:cNvPr>
          <p:cNvSpPr>
            <a:spLocks noGrp="1"/>
          </p:cNvSpPr>
          <p:nvPr/>
        </p:nvSpPr>
        <p:spPr>
          <a:xfrm>
            <a:off x="6492659" y="1300626"/>
            <a:ext cx="298542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2)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강제 기침 중 중복 발동 장치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4" name="순서도: 판단 3">
            <a:extLst>
              <a:ext uri="{FF2B5EF4-FFF2-40B4-BE49-F238E27FC236}">
                <a16:creationId xmlns:a16="http://schemas.microsoft.com/office/drawing/2014/main" id="{E8F960CA-9DAE-D3A6-5D82-BB855D7CD2BF}"/>
              </a:ext>
            </a:extLst>
          </p:cNvPr>
          <p:cNvSpPr/>
          <p:nvPr/>
        </p:nvSpPr>
        <p:spPr>
          <a:xfrm>
            <a:off x="2325361" y="1832009"/>
            <a:ext cx="1560560" cy="658667"/>
          </a:xfrm>
          <a:prstGeom prst="flowChartDecision">
            <a:avLst/>
          </a:prstGeom>
          <a:solidFill>
            <a:srgbClr val="FFF2C7"/>
          </a:solidFill>
          <a:ln>
            <a:solidFill>
              <a:srgbClr val="FFD9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 중 환경이 바꼈나</a:t>
            </a:r>
            <a:r>
              <a:rPr lang="en-US" altLang="ko-KR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82DDD43-7375-C16A-C2A9-6F39C58EE256}"/>
              </a:ext>
            </a:extLst>
          </p:cNvPr>
          <p:cNvSpPr/>
          <p:nvPr/>
        </p:nvSpPr>
        <p:spPr>
          <a:xfrm>
            <a:off x="516189" y="1862683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시작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4FC9ED4-FCC2-A304-E208-E0461FBFC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496196"/>
              </p:ext>
            </p:extLst>
          </p:nvPr>
        </p:nvGraphicFramePr>
        <p:xfrm>
          <a:off x="516189" y="4968334"/>
          <a:ext cx="11159623" cy="1442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457">
                  <a:extLst>
                    <a:ext uri="{9D8B030D-6E8A-4147-A177-3AD203B41FA5}">
                      <a16:colId xmlns:a16="http://schemas.microsoft.com/office/drawing/2014/main" val="830709399"/>
                    </a:ext>
                  </a:extLst>
                </a:gridCol>
                <a:gridCol w="4801087">
                  <a:extLst>
                    <a:ext uri="{9D8B030D-6E8A-4147-A177-3AD203B41FA5}">
                      <a16:colId xmlns:a16="http://schemas.microsoft.com/office/drawing/2014/main" val="2374453036"/>
                    </a:ext>
                  </a:extLst>
                </a:gridCol>
                <a:gridCol w="3237079">
                  <a:extLst>
                    <a:ext uri="{9D8B030D-6E8A-4147-A177-3AD203B41FA5}">
                      <a16:colId xmlns:a16="http://schemas.microsoft.com/office/drawing/2014/main" val="1614851925"/>
                    </a:ext>
                  </a:extLst>
                </a:gridCol>
              </a:tblGrid>
              <a:tr h="288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예외 상황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 규칙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79067"/>
                  </a:ext>
                </a:extLst>
              </a:tr>
              <a:tr h="288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 전환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 환경 기준으로 즉시 재판정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판정 불일치 방지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139812"/>
                  </a:ext>
                </a:extLst>
              </a:tr>
              <a:tr h="288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기침 게이지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환경 전환 시 </a:t>
                      </a:r>
                      <a:r>
                        <a:rPr lang="ko-KR" altLang="en-US" sz="10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누적값</a:t>
                      </a:r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유지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경계선 악용 방지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657014"/>
                  </a:ext>
                </a:extLst>
              </a:tr>
              <a:tr h="288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호흡 게이지 최대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추가 충전 제한 </a:t>
                      </a:r>
                      <a:r>
                        <a:rPr kumimoji="0" lang="en-US" altLang="ko-K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/ </a:t>
                      </a: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조건 충족 시 강제 기침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무한 충전 방지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261517"/>
                  </a:ext>
                </a:extLst>
              </a:tr>
              <a:tr h="28840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강제 기침 처리 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Calibri"/>
                        </a:rPr>
                        <a:t>기존 처리 종료까지 중복 발동 제한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이벤트 중복 방지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207657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3D4D4C2-426E-2FC0-7870-CB87543CE5D2}"/>
              </a:ext>
            </a:extLst>
          </p:cNvPr>
          <p:cNvSpPr/>
          <p:nvPr/>
        </p:nvSpPr>
        <p:spPr>
          <a:xfrm>
            <a:off x="4606153" y="1862683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프로세스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유지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3E0FD02-2D3B-6504-6E7C-CAF11F6958E1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3885921" y="2161343"/>
            <a:ext cx="720232" cy="0"/>
          </a:xfrm>
          <a:prstGeom prst="straightConnector1">
            <a:avLst/>
          </a:prstGeom>
          <a:ln>
            <a:solidFill>
              <a:srgbClr val="F77D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F82B741-B77C-287F-4B6E-0694A45A513A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>
            <a:off x="3105641" y="2490676"/>
            <a:ext cx="1" cy="272610"/>
          </a:xfrm>
          <a:prstGeom prst="straightConnector1">
            <a:avLst/>
          </a:prstGeom>
          <a:ln>
            <a:solidFill>
              <a:srgbClr val="46AF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6992329-F740-44D7-0D93-20736DAF3ABC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1606458" y="2161343"/>
            <a:ext cx="718903" cy="0"/>
          </a:xfrm>
          <a:prstGeom prst="straightConnector1">
            <a:avLst/>
          </a:prstGeom>
          <a:ln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57F0540-FFC9-9CB9-A2A3-9F4803834FEE}"/>
              </a:ext>
            </a:extLst>
          </p:cNvPr>
          <p:cNvSpPr/>
          <p:nvPr/>
        </p:nvSpPr>
        <p:spPr>
          <a:xfrm>
            <a:off x="2560507" y="2763286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환경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재판정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11D1CB4-8D9E-BA0A-9A50-99709B7A9ED3}"/>
              </a:ext>
            </a:extLst>
          </p:cNvPr>
          <p:cNvSpPr>
            <a:spLocks noGrp="1"/>
          </p:cNvSpPr>
          <p:nvPr/>
        </p:nvSpPr>
        <p:spPr>
          <a:xfrm>
            <a:off x="519107" y="3583033"/>
            <a:ext cx="5215524" cy="623854"/>
          </a:xfrm>
          <a:prstGeom prst="roundRect">
            <a:avLst>
              <a:gd name="adj" fmla="val 9091"/>
            </a:avLst>
          </a:prstGeom>
          <a:noFill/>
          <a:ln w="9525">
            <a:solidFill>
              <a:srgbClr val="D8E3EA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 중 환경이 바뀌면 기존 판정을 유지하지 않고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현제 위치의 환경 속성을 기준으로 다시 처리함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D9CB95D-8F99-EAB6-7D8D-86DB32F6024F}"/>
              </a:ext>
            </a:extLst>
          </p:cNvPr>
          <p:cNvSpPr/>
          <p:nvPr/>
        </p:nvSpPr>
        <p:spPr>
          <a:xfrm>
            <a:off x="4606153" y="2758663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변경 환경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규칙 적용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5450DECD-6B16-77B4-99FE-24C79C761403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flipV="1">
            <a:off x="3650776" y="3057323"/>
            <a:ext cx="955377" cy="4623"/>
          </a:xfrm>
          <a:prstGeom prst="straightConnector1">
            <a:avLst/>
          </a:prstGeom>
          <a:ln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4658D83-6A29-A873-176A-A5B9D695AA4B}"/>
              </a:ext>
            </a:extLst>
          </p:cNvPr>
          <p:cNvSpPr>
            <a:spLocks noGrp="1"/>
          </p:cNvSpPr>
          <p:nvPr/>
        </p:nvSpPr>
        <p:spPr>
          <a:xfrm>
            <a:off x="516189" y="4537473"/>
            <a:ext cx="2985422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3)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안전 장치 요약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6" name="순서도: 판단 15">
            <a:extLst>
              <a:ext uri="{FF2B5EF4-FFF2-40B4-BE49-F238E27FC236}">
                <a16:creationId xmlns:a16="http://schemas.microsoft.com/office/drawing/2014/main" id="{77141E20-4BBE-E6C6-721A-9CCB8C8BB4B1}"/>
              </a:ext>
            </a:extLst>
          </p:cNvPr>
          <p:cNvSpPr/>
          <p:nvPr/>
        </p:nvSpPr>
        <p:spPr>
          <a:xfrm>
            <a:off x="8301831" y="1832009"/>
            <a:ext cx="1560560" cy="658667"/>
          </a:xfrm>
          <a:prstGeom prst="flowChartDecision">
            <a:avLst/>
          </a:prstGeom>
          <a:solidFill>
            <a:srgbClr val="FFF2C7"/>
          </a:solidFill>
          <a:ln>
            <a:solidFill>
              <a:srgbClr val="FFD96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처리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중인가</a:t>
            </a:r>
            <a:r>
              <a:rPr lang="en-US" altLang="ko-KR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8724754-55D1-E7B5-A9C8-254C41564883}"/>
              </a:ext>
            </a:extLst>
          </p:cNvPr>
          <p:cNvSpPr/>
          <p:nvPr/>
        </p:nvSpPr>
        <p:spPr>
          <a:xfrm>
            <a:off x="6492659" y="1862683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조건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충족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D3ADFDE-6AF6-E9FC-0DEC-C1765A9FC9B5}"/>
              </a:ext>
            </a:extLst>
          </p:cNvPr>
          <p:cNvSpPr/>
          <p:nvPr/>
        </p:nvSpPr>
        <p:spPr>
          <a:xfrm>
            <a:off x="10582623" y="1862683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 기침 실행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E797F0A-7B6D-33EA-E180-4F192F7BD566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9862391" y="2161343"/>
            <a:ext cx="720232" cy="0"/>
          </a:xfrm>
          <a:prstGeom prst="straightConnector1">
            <a:avLst/>
          </a:prstGeom>
          <a:ln>
            <a:solidFill>
              <a:srgbClr val="F77D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759871B-9DAB-0203-0641-1380914CED47}"/>
              </a:ext>
            </a:extLst>
          </p:cNvPr>
          <p:cNvCxnSpPr>
            <a:cxnSpLocks/>
            <a:stCxn id="16" idx="2"/>
            <a:endCxn id="22" idx="0"/>
          </p:cNvCxnSpPr>
          <p:nvPr/>
        </p:nvCxnSpPr>
        <p:spPr>
          <a:xfrm>
            <a:off x="9082111" y="2490676"/>
            <a:ext cx="1" cy="272610"/>
          </a:xfrm>
          <a:prstGeom prst="straightConnector1">
            <a:avLst/>
          </a:prstGeom>
          <a:ln>
            <a:solidFill>
              <a:srgbClr val="46AF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9D1A9F6-2EFE-D815-0770-49BE0622D31C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>
            <a:off x="7582928" y="2161343"/>
            <a:ext cx="718903" cy="0"/>
          </a:xfrm>
          <a:prstGeom prst="straightConnector1">
            <a:avLst/>
          </a:prstGeom>
          <a:ln>
            <a:solidFill>
              <a:srgbClr val="073B5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6043D18-D9AB-C3F0-009C-2ED515402D0E}"/>
              </a:ext>
            </a:extLst>
          </p:cNvPr>
          <p:cNvSpPr/>
          <p:nvPr/>
        </p:nvSpPr>
        <p:spPr>
          <a:xfrm>
            <a:off x="8536977" y="2763286"/>
            <a:ext cx="1090269" cy="597320"/>
          </a:xfrm>
          <a:prstGeom prst="roundRect">
            <a:avLst>
              <a:gd name="adj" fmla="val 12716"/>
            </a:avLst>
          </a:prstGeom>
          <a:noFill/>
          <a:ln>
            <a:solidFill>
              <a:srgbClr val="07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발동</a:t>
            </a:r>
            <a:endParaRPr lang="en-US" altLang="ko-KR" sz="10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B1F2E38-56E8-C7DC-3990-90AEB0EA4AB9}"/>
              </a:ext>
            </a:extLst>
          </p:cNvPr>
          <p:cNvSpPr>
            <a:spLocks noGrp="1"/>
          </p:cNvSpPr>
          <p:nvPr/>
        </p:nvSpPr>
        <p:spPr>
          <a:xfrm>
            <a:off x="6492659" y="3583032"/>
            <a:ext cx="5215524" cy="623854"/>
          </a:xfrm>
          <a:prstGeom prst="roundRect">
            <a:avLst>
              <a:gd name="adj" fmla="val 9091"/>
            </a:avLst>
          </a:prstGeom>
          <a:noFill/>
          <a:ln w="9525">
            <a:solidFill>
              <a:srgbClr val="D8E3EA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기침 이벤트가 이미 처리 중이면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동일 조건으로 발생한 추가 기침과 소음 이벤트는 처리하지 않음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A1FAB7-5FC3-9B15-3BEB-376665A32BCC}"/>
              </a:ext>
            </a:extLst>
          </p:cNvPr>
          <p:cNvSpPr txBox="1"/>
          <p:nvPr/>
        </p:nvSpPr>
        <p:spPr>
          <a:xfrm>
            <a:off x="3105640" y="2502068"/>
            <a:ext cx="26172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>
                <a:solidFill>
                  <a:srgbClr val="46AF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AA7C0E-F612-B0C5-7AA9-0D8E8CD9A405}"/>
              </a:ext>
            </a:extLst>
          </p:cNvPr>
          <p:cNvSpPr txBox="1"/>
          <p:nvPr/>
        </p:nvSpPr>
        <p:spPr>
          <a:xfrm>
            <a:off x="3940888" y="1913373"/>
            <a:ext cx="6156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F7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아니오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51BEB1-0184-1905-4FA1-F76D74B7F1E0}"/>
              </a:ext>
            </a:extLst>
          </p:cNvPr>
          <p:cNvSpPr txBox="1"/>
          <p:nvPr/>
        </p:nvSpPr>
        <p:spPr>
          <a:xfrm>
            <a:off x="9151059" y="2502068"/>
            <a:ext cx="261727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>
                <a:solidFill>
                  <a:srgbClr val="46AF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1C6D76-7F50-7B36-BD0C-D871264197F3}"/>
              </a:ext>
            </a:extLst>
          </p:cNvPr>
          <p:cNvSpPr txBox="1"/>
          <p:nvPr/>
        </p:nvSpPr>
        <p:spPr>
          <a:xfrm>
            <a:off x="9910085" y="1914952"/>
            <a:ext cx="6156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rgbClr val="F7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아니오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E4DD6FF-A30C-F981-F529-96F5AD3C0E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3CCE29-EBCF-C79D-0E53-1CD2FDC0A6F9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5-1)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예외 처리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2F97FA4-5541-5D5C-77CE-AFC17194066B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명세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5" name="직선 연결선 34">
            <a:extLst>
              <a:ext uri="{FF2B5EF4-FFF2-40B4-BE49-F238E27FC236}">
                <a16:creationId xmlns:a16="http://schemas.microsoft.com/office/drawing/2014/main" id="{34367C6F-45BF-14FC-BB61-1ED089BF6B33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6416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3074D-57DD-8D59-0D63-F837B6495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1A66DD1-F5D0-F728-A3DC-0A6613F5AC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66F52E8-29F7-85DD-CA31-64AA3B99BA33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3105150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5-2)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리소스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D3FA5F5C-20A3-B35F-09BA-9D2D7E98C85C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4E8FF7E7-E2F7-6AC5-3D84-2E0CC8EF580D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5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명세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66708DB-C523-BA5D-0E6F-31742DB3CD85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1428750" cy="1695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8F7C300-6D1E-B69B-4752-FBAF33DB3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90693" y="1333500"/>
            <a:ext cx="961764" cy="1200150"/>
          </a:xfrm>
          <a:prstGeom prst="roundRect">
            <a:avLst>
              <a:gd name="adj" fmla="val 6349"/>
            </a:avLst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6DBF4BC-F4C8-4BF6-BC05-B2865DD087A7}"/>
              </a:ext>
            </a:extLst>
          </p:cNvPr>
          <p:cNvSpPr>
            <a:spLocks noGrp="1"/>
          </p:cNvSpPr>
          <p:nvPr/>
        </p:nvSpPr>
        <p:spPr>
          <a:xfrm>
            <a:off x="533400" y="25717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C848730-CDBA-DE2F-B5A6-6BE9A59EF9FC}"/>
              </a:ext>
            </a:extLst>
          </p:cNvPr>
          <p:cNvSpPr>
            <a:spLocks noGrp="1"/>
          </p:cNvSpPr>
          <p:nvPr/>
        </p:nvSpPr>
        <p:spPr>
          <a:xfrm>
            <a:off x="2028825" y="1257300"/>
            <a:ext cx="1428750" cy="1695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D6DD7B61-3852-1FB2-C3EF-E00F694E5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43125" y="1333500"/>
            <a:ext cx="1200150" cy="1200150"/>
          </a:xfrm>
          <a:prstGeom prst="roundRect">
            <a:avLst>
              <a:gd name="adj" fmla="val 6349"/>
            </a:avLst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A2880BE8-16C1-1A8F-1B28-4696DE8ACE73}"/>
              </a:ext>
            </a:extLst>
          </p:cNvPr>
          <p:cNvSpPr>
            <a:spLocks noGrp="1"/>
          </p:cNvSpPr>
          <p:nvPr/>
        </p:nvSpPr>
        <p:spPr>
          <a:xfrm>
            <a:off x="2105025" y="25717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 참기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EE5A328-69E8-1AB1-E7FE-BF912878E09E}"/>
              </a:ext>
            </a:extLst>
          </p:cNvPr>
          <p:cNvSpPr>
            <a:spLocks noGrp="1"/>
          </p:cNvSpPr>
          <p:nvPr/>
        </p:nvSpPr>
        <p:spPr>
          <a:xfrm>
            <a:off x="3600450" y="1257300"/>
            <a:ext cx="1428750" cy="1695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278F4BC3-83C1-3BC2-4F6A-43BB1B9DF9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676650" y="1349415"/>
            <a:ext cx="1276350" cy="1168320"/>
          </a:xfrm>
          <a:prstGeom prst="roundRect">
            <a:avLst>
              <a:gd name="adj" fmla="val 6349"/>
            </a:avLst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9E8EB37A-EB6F-4CA0-27BA-3AF00B6DD21D}"/>
              </a:ext>
            </a:extLst>
          </p:cNvPr>
          <p:cNvSpPr>
            <a:spLocks noGrp="1"/>
          </p:cNvSpPr>
          <p:nvPr/>
        </p:nvSpPr>
        <p:spPr>
          <a:xfrm>
            <a:off x="3676650" y="25717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한계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2B1EAB6-8BAC-8539-29AF-25600685A080}"/>
              </a:ext>
            </a:extLst>
          </p:cNvPr>
          <p:cNvSpPr>
            <a:spLocks noGrp="1"/>
          </p:cNvSpPr>
          <p:nvPr/>
        </p:nvSpPr>
        <p:spPr>
          <a:xfrm>
            <a:off x="5172075" y="1257300"/>
            <a:ext cx="1428750" cy="1695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E1A90EF6-E289-13DB-E11C-21777FCB9D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405568" y="1333500"/>
            <a:ext cx="961764" cy="1200150"/>
          </a:xfrm>
          <a:prstGeom prst="roundRect">
            <a:avLst>
              <a:gd name="adj" fmla="val 6349"/>
            </a:avLst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7A9BCB75-5131-092A-4E91-F101B0B5C87F}"/>
              </a:ext>
            </a:extLst>
          </p:cNvPr>
          <p:cNvSpPr>
            <a:spLocks noGrp="1"/>
          </p:cNvSpPr>
          <p:nvPr/>
        </p:nvSpPr>
        <p:spPr>
          <a:xfrm>
            <a:off x="5248275" y="25717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내쉬기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331ACF47-9208-CA4F-F21A-E86DBD50F4D7}"/>
              </a:ext>
            </a:extLst>
          </p:cNvPr>
          <p:cNvSpPr>
            <a:spLocks noGrp="1"/>
          </p:cNvSpPr>
          <p:nvPr/>
        </p:nvSpPr>
        <p:spPr>
          <a:xfrm>
            <a:off x="7000875" y="1257300"/>
            <a:ext cx="1381125" cy="169545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1ABAF422-9D0E-8A8C-63BC-99698AE6B9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191375" y="1352550"/>
            <a:ext cx="1000125" cy="1000125"/>
          </a:xfrm>
          <a:prstGeom prst="roundRect">
            <a:avLst>
              <a:gd name="adj" fmla="val 7619"/>
            </a:avLst>
          </a:prstGeom>
        </p:spPr>
      </p:pic>
      <p:sp>
        <p:nvSpPr>
          <p:cNvPr id="41" name="직사각형 40">
            <a:extLst>
              <a:ext uri="{FF2B5EF4-FFF2-40B4-BE49-F238E27FC236}">
                <a16:creationId xmlns:a16="http://schemas.microsoft.com/office/drawing/2014/main" id="{CBBDDB06-3702-170A-3B7C-ABE5EE8358A9}"/>
              </a:ext>
            </a:extLst>
          </p:cNvPr>
          <p:cNvSpPr>
            <a:spLocks noGrp="1"/>
          </p:cNvSpPr>
          <p:nvPr/>
        </p:nvSpPr>
        <p:spPr>
          <a:xfrm>
            <a:off x="7096125" y="2362200"/>
            <a:ext cx="1190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먼지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C3725DB-51D0-E624-BE96-771141FDC944}"/>
              </a:ext>
            </a:extLst>
          </p:cNvPr>
          <p:cNvSpPr>
            <a:spLocks noGrp="1"/>
          </p:cNvSpPr>
          <p:nvPr/>
        </p:nvSpPr>
        <p:spPr>
          <a:xfrm>
            <a:off x="7096125" y="2600325"/>
            <a:ext cx="1190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기침 위험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A3C5843D-6708-6E79-59B1-0891CEDB19CB}"/>
              </a:ext>
            </a:extLst>
          </p:cNvPr>
          <p:cNvSpPr>
            <a:spLocks noGrp="1"/>
          </p:cNvSpPr>
          <p:nvPr/>
        </p:nvSpPr>
        <p:spPr>
          <a:xfrm>
            <a:off x="8524875" y="1257300"/>
            <a:ext cx="1381125" cy="169545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8798220F-1FA1-C294-7E7E-0CB8D3F22B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715375" y="1352550"/>
            <a:ext cx="1000125" cy="1000125"/>
          </a:xfrm>
          <a:prstGeom prst="roundRect">
            <a:avLst>
              <a:gd name="adj" fmla="val 7619"/>
            </a:avLst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9C95B650-43EC-6451-BA24-41EB6937B91D}"/>
              </a:ext>
            </a:extLst>
          </p:cNvPr>
          <p:cNvSpPr>
            <a:spLocks noGrp="1"/>
          </p:cNvSpPr>
          <p:nvPr/>
        </p:nvSpPr>
        <p:spPr>
          <a:xfrm>
            <a:off x="8620125" y="2362200"/>
            <a:ext cx="1190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꽃가루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9B39689-D4A1-C8BB-A8D6-A5E826B8021B}"/>
              </a:ext>
            </a:extLst>
          </p:cNvPr>
          <p:cNvSpPr>
            <a:spLocks noGrp="1"/>
          </p:cNvSpPr>
          <p:nvPr/>
        </p:nvSpPr>
        <p:spPr>
          <a:xfrm>
            <a:off x="8620125" y="2600325"/>
            <a:ext cx="1190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재채기 위험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AA9ED8E5-ACCA-3FFD-8E33-DDB96DD16583}"/>
              </a:ext>
            </a:extLst>
          </p:cNvPr>
          <p:cNvSpPr>
            <a:spLocks noGrp="1"/>
          </p:cNvSpPr>
          <p:nvPr/>
        </p:nvSpPr>
        <p:spPr>
          <a:xfrm>
            <a:off x="10048875" y="1257300"/>
            <a:ext cx="1381125" cy="169545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AA5AAF12-601A-4F30-8C09-C24D8AEF08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239375" y="1352550"/>
            <a:ext cx="1000125" cy="1000125"/>
          </a:xfrm>
          <a:prstGeom prst="roundRect">
            <a:avLst>
              <a:gd name="adj" fmla="val 7619"/>
            </a:avLst>
          </a:prstGeom>
        </p:spPr>
      </p:pic>
      <p:sp>
        <p:nvSpPr>
          <p:cNvPr id="57" name="직사각형 56">
            <a:extLst>
              <a:ext uri="{FF2B5EF4-FFF2-40B4-BE49-F238E27FC236}">
                <a16:creationId xmlns:a16="http://schemas.microsoft.com/office/drawing/2014/main" id="{A44DADD2-2ABB-CDA5-61CD-8DF209072F73}"/>
              </a:ext>
            </a:extLst>
          </p:cNvPr>
          <p:cNvSpPr>
            <a:spLocks noGrp="1"/>
          </p:cNvSpPr>
          <p:nvPr/>
        </p:nvSpPr>
        <p:spPr>
          <a:xfrm>
            <a:off x="10144125" y="2362200"/>
            <a:ext cx="1190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연기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56B8945-E230-B295-5A05-717F50FCDD3E}"/>
              </a:ext>
            </a:extLst>
          </p:cNvPr>
          <p:cNvSpPr>
            <a:spLocks noGrp="1"/>
          </p:cNvSpPr>
          <p:nvPr/>
        </p:nvSpPr>
        <p:spPr>
          <a:xfrm>
            <a:off x="10144125" y="2600325"/>
            <a:ext cx="1190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 제한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088A452D-DFA7-951E-AFAB-649F1E9711EF}"/>
              </a:ext>
            </a:extLst>
          </p:cNvPr>
          <p:cNvSpPr>
            <a:spLocks noGrp="1"/>
          </p:cNvSpPr>
          <p:nvPr/>
        </p:nvSpPr>
        <p:spPr>
          <a:xfrm>
            <a:off x="457200" y="3295650"/>
            <a:ext cx="11144250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CE8506B-8373-B763-F0D8-7EC1CD32CD1B}"/>
              </a:ext>
            </a:extLst>
          </p:cNvPr>
          <p:cNvSpPr>
            <a:spLocks noGrp="1"/>
          </p:cNvSpPr>
          <p:nvPr/>
        </p:nvSpPr>
        <p:spPr>
          <a:xfrm>
            <a:off x="590550" y="332422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UI</a:t>
            </a: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50B79624-31C9-55A2-F2BD-C4367D4A64B6}"/>
              </a:ext>
            </a:extLst>
          </p:cNvPr>
          <p:cNvSpPr>
            <a:spLocks noGrp="1"/>
          </p:cNvSpPr>
          <p:nvPr/>
        </p:nvSpPr>
        <p:spPr>
          <a:xfrm>
            <a:off x="1952625" y="332422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게이지 · 안전 한계선 · 소음/의심 표시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F6D2AEF2-48AF-9016-9D0D-3A204C35263F}"/>
              </a:ext>
            </a:extLst>
          </p:cNvPr>
          <p:cNvSpPr>
            <a:spLocks noGrp="1"/>
          </p:cNvSpPr>
          <p:nvPr/>
        </p:nvSpPr>
        <p:spPr>
          <a:xfrm>
            <a:off x="6858000" y="332422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현재 상태와 다음 판단 전달</a:t>
            </a: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C9C07D2B-2C97-38B6-B845-FEDF1600365B}"/>
              </a:ext>
            </a:extLst>
          </p:cNvPr>
          <p:cNvSpPr>
            <a:spLocks noGrp="1"/>
          </p:cNvSpPr>
          <p:nvPr/>
        </p:nvSpPr>
        <p:spPr>
          <a:xfrm>
            <a:off x="457200" y="3810000"/>
            <a:ext cx="11144250" cy="419100"/>
          </a:xfrm>
          <a:prstGeom prst="roundRect">
            <a:avLst>
              <a:gd name="adj" fmla="val 9091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01DAF7F6-8AD9-BC63-8D30-67713B30B5A5}"/>
              </a:ext>
            </a:extLst>
          </p:cNvPr>
          <p:cNvSpPr>
            <a:spLocks noGrp="1"/>
          </p:cNvSpPr>
          <p:nvPr/>
        </p:nvSpPr>
        <p:spPr>
          <a:xfrm>
            <a:off x="590550" y="383857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애니메이션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985C9CBB-D1CC-6C37-39DD-121ED9EDF796}"/>
              </a:ext>
            </a:extLst>
          </p:cNvPr>
          <p:cNvSpPr>
            <a:spLocks noGrp="1"/>
          </p:cNvSpPr>
          <p:nvPr/>
        </p:nvSpPr>
        <p:spPr>
          <a:xfrm>
            <a:off x="1952625" y="383857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들이마시기 · 숨 참기 · 내쉬기 · 흡음/공명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3AE5DC4B-5B7F-BD52-C26B-8576A416DFCC}"/>
              </a:ext>
            </a:extLst>
          </p:cNvPr>
          <p:cNvSpPr>
            <a:spLocks noGrp="1"/>
          </p:cNvSpPr>
          <p:nvPr/>
        </p:nvSpPr>
        <p:spPr>
          <a:xfrm>
            <a:off x="6858000" y="383857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행동·한계·능력 사용 구분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4F36D6B4-F0CE-DFB4-C25F-E334E5BD0B68}"/>
              </a:ext>
            </a:extLst>
          </p:cNvPr>
          <p:cNvSpPr>
            <a:spLocks noGrp="1"/>
          </p:cNvSpPr>
          <p:nvPr/>
        </p:nvSpPr>
        <p:spPr>
          <a:xfrm>
            <a:off x="457200" y="4324350"/>
            <a:ext cx="11144250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FFF014A3-5E13-0DF0-311B-BA8E90BBAA29}"/>
              </a:ext>
            </a:extLst>
          </p:cNvPr>
          <p:cNvSpPr>
            <a:spLocks noGrp="1"/>
          </p:cNvSpPr>
          <p:nvPr/>
        </p:nvSpPr>
        <p:spPr>
          <a:xfrm>
            <a:off x="590550" y="435292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SFX</a:t>
            </a:r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36746A4D-16E9-635A-48F9-ED15BC63411B}"/>
              </a:ext>
            </a:extLst>
          </p:cNvPr>
          <p:cNvSpPr>
            <a:spLocks noGrp="1"/>
          </p:cNvSpPr>
          <p:nvPr/>
        </p:nvSpPr>
        <p:spPr>
          <a:xfrm>
            <a:off x="1952625" y="435292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짧은/깊은 들숨 · 날숨 · 한계 호흡 · 재채기</a:t>
            </a: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6810D3A3-2E1F-8FCA-B69B-374E190A1FA0}"/>
              </a:ext>
            </a:extLst>
          </p:cNvPr>
          <p:cNvSpPr>
            <a:spLocks noGrp="1"/>
          </p:cNvSpPr>
          <p:nvPr/>
        </p:nvSpPr>
        <p:spPr>
          <a:xfrm>
            <a:off x="6858000" y="435292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소음 단계와 AI 반응 기준 전달</a:t>
            </a:r>
          </a:p>
        </p:txBody>
      </p: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AE5D7EF0-FD41-ED83-0E2C-7B7CAC4455E9}"/>
              </a:ext>
            </a:extLst>
          </p:cNvPr>
          <p:cNvSpPr>
            <a:spLocks noGrp="1"/>
          </p:cNvSpPr>
          <p:nvPr/>
        </p:nvSpPr>
        <p:spPr>
          <a:xfrm>
            <a:off x="457200" y="4838700"/>
            <a:ext cx="11144250" cy="419100"/>
          </a:xfrm>
          <a:prstGeom prst="roundRect">
            <a:avLst>
              <a:gd name="adj" fmla="val 9091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9507744A-3B3D-88D1-2E23-997257951E21}"/>
              </a:ext>
            </a:extLst>
          </p:cNvPr>
          <p:cNvSpPr>
            <a:spLocks noGrp="1"/>
          </p:cNvSpPr>
          <p:nvPr/>
        </p:nvSpPr>
        <p:spPr>
          <a:xfrm>
            <a:off x="590550" y="486727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VFX</a:t>
            </a: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8DA8DFE1-354D-9C44-50DB-AE74BA49CE22}"/>
              </a:ext>
            </a:extLst>
          </p:cNvPr>
          <p:cNvSpPr>
            <a:spLocks noGrp="1"/>
          </p:cNvSpPr>
          <p:nvPr/>
        </p:nvSpPr>
        <p:spPr>
          <a:xfrm>
            <a:off x="1952625" y="486727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먼지 · 꽃가루 · 연기 · 소리 파동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8BDCD7BF-BC3F-A967-D0BB-86388B154BD1}"/>
              </a:ext>
            </a:extLst>
          </p:cNvPr>
          <p:cNvSpPr>
            <a:spLocks noGrp="1"/>
          </p:cNvSpPr>
          <p:nvPr/>
        </p:nvSpPr>
        <p:spPr>
          <a:xfrm>
            <a:off x="6858000" y="486727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위험과 능력 범위 전달</a:t>
            </a:r>
          </a:p>
        </p:txBody>
      </p:sp>
      <p:sp>
        <p:nvSpPr>
          <p:cNvPr id="157" name="사각형: 둥근 모서리 156">
            <a:extLst>
              <a:ext uri="{FF2B5EF4-FFF2-40B4-BE49-F238E27FC236}">
                <a16:creationId xmlns:a16="http://schemas.microsoft.com/office/drawing/2014/main" id="{0FF3BDB8-D640-A832-5FDD-B7709B2FED47}"/>
              </a:ext>
            </a:extLst>
          </p:cNvPr>
          <p:cNvSpPr>
            <a:spLocks noGrp="1"/>
          </p:cNvSpPr>
          <p:nvPr/>
        </p:nvSpPr>
        <p:spPr>
          <a:xfrm>
            <a:off x="457200" y="5353050"/>
            <a:ext cx="11144250" cy="4191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0A028005-285B-89B9-2C79-360BA28396BD}"/>
              </a:ext>
            </a:extLst>
          </p:cNvPr>
          <p:cNvSpPr>
            <a:spLocks noGrp="1"/>
          </p:cNvSpPr>
          <p:nvPr/>
        </p:nvSpPr>
        <p:spPr>
          <a:xfrm>
            <a:off x="590550" y="538162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데이터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986791EB-7077-7FDC-6F2D-8EB2456DDA06}"/>
              </a:ext>
            </a:extLst>
          </p:cNvPr>
          <p:cNvSpPr>
            <a:spLocks noGrp="1"/>
          </p:cNvSpPr>
          <p:nvPr/>
        </p:nvSpPr>
        <p:spPr>
          <a:xfrm>
            <a:off x="1952625" y="538162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환경별 안전 한계 · 적 청각 범위 · 소비/회복량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F9CDA429-6C09-3C0B-D59B-6585E86E231D}"/>
              </a:ext>
            </a:extLst>
          </p:cNvPr>
          <p:cNvSpPr>
            <a:spLocks noGrp="1"/>
          </p:cNvSpPr>
          <p:nvPr/>
        </p:nvSpPr>
        <p:spPr>
          <a:xfrm>
            <a:off x="6858000" y="538162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레벨·AI 밸런싱 기준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6ED245FE-F4D5-092D-48AD-D9D39D1716A7}"/>
              </a:ext>
            </a:extLst>
          </p:cNvPr>
          <p:cNvSpPr>
            <a:spLocks noGrp="1"/>
          </p:cNvSpPr>
          <p:nvPr/>
        </p:nvSpPr>
        <p:spPr>
          <a:xfrm>
            <a:off x="457200" y="6019800"/>
            <a:ext cx="1114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제작 우선순위  UI 상태색 → 기본 호흡 모션/SFX → 위험 환경 VFX → 특수 능력 모션</a:t>
            </a:r>
          </a:p>
        </p:txBody>
      </p:sp>
    </p:spTree>
    <p:extLst>
      <p:ext uri="{BB962C8B-B14F-4D97-AF65-F5344CB8AC3E}">
        <p14:creationId xmlns:p14="http://schemas.microsoft.com/office/powerpoint/2010/main" val="6815683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BDE19-3637-38B0-D777-757C31BA3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9915BC9-5F18-127D-4923-FA7085F510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B09EDA3-3557-D16D-942F-436DCCEE089D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4796118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6-1)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「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Death Stranding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」 비교 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·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차별화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2FB84BDC-AD96-7C2F-3716-869EA06917CB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BA5A6D80-46D8-4F6E-45C7-71037EAF451D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6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레퍼런스 분석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5" name="모서리가 둥근 직사각형 24">
            <a:extLst>
              <a:ext uri="{FF2B5EF4-FFF2-40B4-BE49-F238E27FC236}">
                <a16:creationId xmlns:a16="http://schemas.microsoft.com/office/drawing/2014/main" id="{1A24AA8C-1D0E-C8DC-C2AF-7FDC86A8A70F}"/>
              </a:ext>
            </a:extLst>
          </p:cNvPr>
          <p:cNvSpPr/>
          <p:nvPr/>
        </p:nvSpPr>
        <p:spPr>
          <a:xfrm>
            <a:off x="742136" y="1896826"/>
            <a:ext cx="3297874" cy="2194046"/>
          </a:xfrm>
          <a:prstGeom prst="roundRect">
            <a:avLst>
              <a:gd name="adj" fmla="val 11328"/>
            </a:avLst>
          </a:prstGeom>
          <a:blipFill dpi="0" rotWithShape="0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-1000"/>
            </a:stretch>
          </a:blipFill>
          <a:ln w="38100">
            <a:solidFill>
              <a:srgbClr val="89D3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4A77DAA-1257-9A77-3768-690EF9061691}"/>
              </a:ext>
            </a:extLst>
          </p:cNvPr>
          <p:cNvSpPr>
            <a:spLocks noGrp="1"/>
          </p:cNvSpPr>
          <p:nvPr/>
        </p:nvSpPr>
        <p:spPr>
          <a:xfrm>
            <a:off x="457200" y="1262343"/>
            <a:ext cx="8471647" cy="2756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&lt;DEATH STRANDING&gt;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의 검증된 신체 자원 관리 구조를 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‘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호흡 조작</a:t>
            </a:r>
            <a:r>
              <a:rPr lang="en-US" altLang="ko-KR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’ </a:t>
            </a:r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중심으로 재해석</a:t>
            </a:r>
            <a:endParaRPr sz="15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7C1A9-9F0E-FFBD-676F-92626A5285BD}"/>
              </a:ext>
            </a:extLst>
          </p:cNvPr>
          <p:cNvSpPr>
            <a:spLocks noGrp="1"/>
          </p:cNvSpPr>
          <p:nvPr/>
        </p:nvSpPr>
        <p:spPr>
          <a:xfrm>
            <a:off x="808802" y="4337194"/>
            <a:ext cx="3164542" cy="319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① 신체 자원을 지속적으로 관리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73E0870-91F5-B57E-7BEE-5EE893EBC79D}"/>
              </a:ext>
            </a:extLst>
          </p:cNvPr>
          <p:cNvSpPr>
            <a:spLocks noGrp="1"/>
          </p:cNvSpPr>
          <p:nvPr/>
        </p:nvSpPr>
        <p:spPr>
          <a:xfrm>
            <a:off x="4494679" y="4337171"/>
            <a:ext cx="3164542" cy="319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② 환경에 따라 자원 관리 방식 변화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92026E6-F032-2945-716D-237AD96DF0A6}"/>
              </a:ext>
            </a:extLst>
          </p:cNvPr>
          <p:cNvSpPr>
            <a:spLocks noGrp="1"/>
          </p:cNvSpPr>
          <p:nvPr/>
        </p:nvSpPr>
        <p:spPr>
          <a:xfrm>
            <a:off x="8180556" y="4337171"/>
            <a:ext cx="3164542" cy="3198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163247"/>
                </a:solidFill>
              </a:defRPr>
            </a:pPr>
            <a:r>
              <a:rPr lang="ko-KR" altLang="en-US" sz="1500" b="1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③ 자원과 은신 행동의 연결</a:t>
            </a:r>
            <a:endParaRPr sz="1500" b="1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22" name="사각형: 둥근 모서리 131">
            <a:extLst>
              <a:ext uri="{FF2B5EF4-FFF2-40B4-BE49-F238E27FC236}">
                <a16:creationId xmlns:a16="http://schemas.microsoft.com/office/drawing/2014/main" id="{846622AE-3F81-E150-EF75-3F0F343C8F4E}"/>
              </a:ext>
            </a:extLst>
          </p:cNvPr>
          <p:cNvSpPr/>
          <p:nvPr/>
        </p:nvSpPr>
        <p:spPr>
          <a:xfrm>
            <a:off x="4428012" y="5729157"/>
            <a:ext cx="3297874" cy="538776"/>
          </a:xfrm>
          <a:prstGeom prst="roundRect">
            <a:avLst>
              <a:gd name="adj" fmla="val 9314"/>
            </a:avLst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하나의 자원 → </a:t>
            </a:r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다양한 플레이</a:t>
            </a:r>
            <a:r>
              <a:rPr lang="ko-KR" altLang="en-US" sz="10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확장</a:t>
            </a:r>
            <a:endParaRPr lang="ko-KR" altLang="en-US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사각형: 둥근 모서리 133">
            <a:extLst>
              <a:ext uri="{FF2B5EF4-FFF2-40B4-BE49-F238E27FC236}">
                <a16:creationId xmlns:a16="http://schemas.microsoft.com/office/drawing/2014/main" id="{FB810181-A8A2-560F-F7FB-6AE69C98F9CD}"/>
              </a:ext>
            </a:extLst>
          </p:cNvPr>
          <p:cNvSpPr/>
          <p:nvPr/>
        </p:nvSpPr>
        <p:spPr>
          <a:xfrm>
            <a:off x="742136" y="5729157"/>
            <a:ext cx="3297874" cy="538776"/>
          </a:xfrm>
          <a:prstGeom prst="roundRect">
            <a:avLst>
              <a:gd name="adj" fmla="val 9314"/>
            </a:avLst>
          </a:prstGeom>
          <a:solidFill>
            <a:srgbClr val="D9F5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단일 행동 → </a:t>
            </a:r>
            <a:r>
              <a:rPr lang="ko-KR" altLang="en-US" sz="1000" b="1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 순환 구조</a:t>
            </a:r>
            <a:r>
              <a:rPr lang="ko-KR" altLang="en-US" sz="100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확장</a:t>
            </a:r>
          </a:p>
        </p:txBody>
      </p:sp>
      <p:sp>
        <p:nvSpPr>
          <p:cNvPr id="27" name="사각형: 둥근 모서리 141">
            <a:extLst>
              <a:ext uri="{FF2B5EF4-FFF2-40B4-BE49-F238E27FC236}">
                <a16:creationId xmlns:a16="http://schemas.microsoft.com/office/drawing/2014/main" id="{E9F6B11E-54DC-7095-AC0C-75DF7613A839}"/>
              </a:ext>
            </a:extLst>
          </p:cNvPr>
          <p:cNvSpPr/>
          <p:nvPr/>
        </p:nvSpPr>
        <p:spPr>
          <a:xfrm>
            <a:off x="8113888" y="5732332"/>
            <a:ext cx="3297874" cy="538776"/>
          </a:xfrm>
          <a:prstGeom prst="roundRect">
            <a:avLst>
              <a:gd name="adj" fmla="val 9314"/>
            </a:avLst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관리 → </a:t>
            </a:r>
            <a:r>
              <a:rPr lang="ko-KR" altLang="en-US" sz="1000" b="1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전략적 활용</a:t>
            </a:r>
            <a:r>
              <a:rPr lang="ko-KR" altLang="en-US" sz="100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확장</a:t>
            </a:r>
            <a:endParaRPr lang="ko-KR" altLang="en-US" sz="1000" dirty="0">
              <a:solidFill>
                <a:sysClr val="windowText" lastClr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C914429-1ABA-A854-C547-557CE28E38B6}"/>
              </a:ext>
            </a:extLst>
          </p:cNvPr>
          <p:cNvSpPr>
            <a:spLocks noGrp="1"/>
          </p:cNvSpPr>
          <p:nvPr/>
        </p:nvSpPr>
        <p:spPr>
          <a:xfrm>
            <a:off x="808802" y="4687016"/>
            <a:ext cx="3164542" cy="5833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행동에 따라 자원이 변화하고</a:t>
            </a:r>
            <a:endParaRPr lang="en-US" altLang="ko-KR" sz="1000" b="0" dirty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 dirty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자원 상태가 행동 성능에 영향을 미침</a:t>
            </a:r>
            <a:endParaRPr sz="1000" b="0" dirty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B5520DF-577E-97CF-181A-1C305E6B5544}"/>
              </a:ext>
            </a:extLst>
          </p:cNvPr>
          <p:cNvSpPr>
            <a:spLocks noGrp="1"/>
          </p:cNvSpPr>
          <p:nvPr/>
        </p:nvSpPr>
        <p:spPr>
          <a:xfrm>
            <a:off x="4494679" y="4689174"/>
            <a:ext cx="3164542" cy="5833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지형과 상황에 따라</a:t>
            </a:r>
            <a:endParaRPr lang="en-US" altLang="ko-KR"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자원 소모와 위험도가 달라짐</a:t>
            </a:r>
            <a:endParaRPr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513A3BC-85C1-BD3A-22CB-1D1791D33CB8}"/>
              </a:ext>
            </a:extLst>
          </p:cNvPr>
          <p:cNvSpPr>
            <a:spLocks noGrp="1"/>
          </p:cNvSpPr>
          <p:nvPr/>
        </p:nvSpPr>
        <p:spPr>
          <a:xfrm>
            <a:off x="8169832" y="4689174"/>
            <a:ext cx="3164542" cy="5833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숨 참기를 통해 위험 지역에서</a:t>
            </a:r>
            <a:endParaRPr lang="en-US" altLang="ko-KR"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  <a:p>
            <a:pPr algn="ctr">
              <a:lnSpc>
                <a:spcPct val="160000"/>
              </a:lnSpc>
              <a:defRPr sz="1000" b="0">
                <a:solidFill>
                  <a:srgbClr val="163247"/>
                </a:solidFill>
              </a:defRPr>
            </a:pPr>
            <a:r>
              <a:rPr lang="ko-KR" altLang="en-US" sz="1000" b="0"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탐지 가능성을 낮춤</a:t>
            </a:r>
            <a:endParaRPr sz="1000" b="0"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5" name="모서리가 둥근 직사각형 25">
            <a:extLst>
              <a:ext uri="{FF2B5EF4-FFF2-40B4-BE49-F238E27FC236}">
                <a16:creationId xmlns:a16="http://schemas.microsoft.com/office/drawing/2014/main" id="{BDFD50D9-AB4A-758A-44C6-0264CDFE3970}"/>
              </a:ext>
            </a:extLst>
          </p:cNvPr>
          <p:cNvSpPr/>
          <p:nvPr/>
        </p:nvSpPr>
        <p:spPr>
          <a:xfrm>
            <a:off x="4428012" y="1892301"/>
            <a:ext cx="3297874" cy="2194046"/>
          </a:xfrm>
          <a:prstGeom prst="roundRect">
            <a:avLst>
              <a:gd name="adj" fmla="val 11328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967E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26">
            <a:extLst>
              <a:ext uri="{FF2B5EF4-FFF2-40B4-BE49-F238E27FC236}">
                <a16:creationId xmlns:a16="http://schemas.microsoft.com/office/drawing/2014/main" id="{7FF09FB2-FA58-9877-77F2-133DD79D5FEA}"/>
              </a:ext>
            </a:extLst>
          </p:cNvPr>
          <p:cNvSpPr/>
          <p:nvPr/>
        </p:nvSpPr>
        <p:spPr>
          <a:xfrm>
            <a:off x="8113890" y="1895856"/>
            <a:ext cx="3297874" cy="2194046"/>
          </a:xfrm>
          <a:prstGeom prst="roundRect">
            <a:avLst>
              <a:gd name="adj" fmla="val 11328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F9CD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3ED4DD2D-3C3B-78BD-3607-E6D21F30CBBA}"/>
              </a:ext>
            </a:extLst>
          </p:cNvPr>
          <p:cNvSpPr>
            <a:spLocks noGrp="1"/>
          </p:cNvSpPr>
          <p:nvPr/>
        </p:nvSpPr>
        <p:spPr>
          <a:xfrm>
            <a:off x="742136" y="5435600"/>
            <a:ext cx="3297874" cy="0"/>
          </a:xfrm>
          <a:prstGeom prst="line">
            <a:avLst/>
          </a:prstGeom>
          <a:noFill/>
          <a:ln w="25400">
            <a:solidFill>
              <a:srgbClr val="20A6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직선 연결선 40">
            <a:extLst>
              <a:ext uri="{FF2B5EF4-FFF2-40B4-BE49-F238E27FC236}">
                <a16:creationId xmlns:a16="http://schemas.microsoft.com/office/drawing/2014/main" id="{DD473250-40DD-3DD9-DE5A-802B6F462B35}"/>
              </a:ext>
            </a:extLst>
          </p:cNvPr>
          <p:cNvSpPr>
            <a:spLocks noGrp="1"/>
          </p:cNvSpPr>
          <p:nvPr/>
        </p:nvSpPr>
        <p:spPr>
          <a:xfrm>
            <a:off x="4428012" y="5435600"/>
            <a:ext cx="3297874" cy="0"/>
          </a:xfrm>
          <a:prstGeom prst="line">
            <a:avLst/>
          </a:prstGeom>
          <a:noFill/>
          <a:ln w="25400">
            <a:solidFill>
              <a:srgbClr val="967E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직선 연결선 42">
            <a:extLst>
              <a:ext uri="{FF2B5EF4-FFF2-40B4-BE49-F238E27FC236}">
                <a16:creationId xmlns:a16="http://schemas.microsoft.com/office/drawing/2014/main" id="{25E02E19-23DA-CE53-6C41-777AD783F250}"/>
              </a:ext>
            </a:extLst>
          </p:cNvPr>
          <p:cNvSpPr>
            <a:spLocks noGrp="1"/>
          </p:cNvSpPr>
          <p:nvPr/>
        </p:nvSpPr>
        <p:spPr>
          <a:xfrm>
            <a:off x="8113888" y="5435600"/>
            <a:ext cx="3297874" cy="0"/>
          </a:xfrm>
          <a:prstGeom prst="line">
            <a:avLst/>
          </a:prstGeom>
          <a:noFill/>
          <a:ln w="25400">
            <a:solidFill>
              <a:srgbClr val="F9CD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816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84F9F-4E40-2CA5-8318-7154ECCD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DEF686B-62EA-225F-6452-0B0F5BEC78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D00FC3F-EFC2-64D8-66DB-CE13135D6089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4796118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7-1)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연출 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–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소음 유도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34C02EBD-9B34-2971-5373-5926DC0219A2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D01E8F1F-351A-717F-FD92-3D9D809C21E1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적용 예시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" name="모서리가 둥근 직사각형 20">
            <a:extLst>
              <a:ext uri="{FF2B5EF4-FFF2-40B4-BE49-F238E27FC236}">
                <a16:creationId xmlns:a16="http://schemas.microsoft.com/office/drawing/2014/main" id="{3C359045-1025-7967-6CDC-0F9084129A4C}"/>
              </a:ext>
            </a:extLst>
          </p:cNvPr>
          <p:cNvSpPr/>
          <p:nvPr/>
        </p:nvSpPr>
        <p:spPr>
          <a:xfrm>
            <a:off x="488950" y="2491050"/>
            <a:ext cx="3436051" cy="1623040"/>
          </a:xfrm>
          <a:prstGeom prst="roundRect">
            <a:avLst>
              <a:gd name="adj" fmla="val 6742"/>
            </a:avLst>
          </a:prstGeom>
          <a:blipFill dpi="0"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F9CD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25">
            <a:extLst>
              <a:ext uri="{FF2B5EF4-FFF2-40B4-BE49-F238E27FC236}">
                <a16:creationId xmlns:a16="http://schemas.microsoft.com/office/drawing/2014/main" id="{F134D7F1-0157-67E0-08D8-FA9387F2BDA1}"/>
              </a:ext>
            </a:extLst>
          </p:cNvPr>
          <p:cNvSpPr/>
          <p:nvPr/>
        </p:nvSpPr>
        <p:spPr>
          <a:xfrm>
            <a:off x="4409724" y="2491050"/>
            <a:ext cx="3436051" cy="1623040"/>
          </a:xfrm>
          <a:prstGeom prst="roundRect">
            <a:avLst>
              <a:gd name="adj" fmla="val 6742"/>
            </a:avLst>
          </a:prstGeom>
          <a:blipFill dpi="0" rotWithShape="1"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F295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모서리가 둥근 직사각형 27">
            <a:extLst>
              <a:ext uri="{FF2B5EF4-FFF2-40B4-BE49-F238E27FC236}">
                <a16:creationId xmlns:a16="http://schemas.microsoft.com/office/drawing/2014/main" id="{8108B8E4-844E-F560-FF46-F9675C5760ED}"/>
              </a:ext>
            </a:extLst>
          </p:cNvPr>
          <p:cNvSpPr/>
          <p:nvPr/>
        </p:nvSpPr>
        <p:spPr>
          <a:xfrm>
            <a:off x="8330498" y="2491050"/>
            <a:ext cx="3436051" cy="1623040"/>
          </a:xfrm>
          <a:prstGeom prst="roundRect">
            <a:avLst>
              <a:gd name="adj" fmla="val 6742"/>
            </a:avLst>
          </a:prstGeom>
          <a:blipFill dpi="0" rotWithShape="1"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379B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0967192-0342-4F0E-013F-5CAB1EC79680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07" y="2925294"/>
            <a:ext cx="179625" cy="2078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2F0D8C-1A73-3080-25F2-519167A0FC93}"/>
              </a:ext>
            </a:extLst>
          </p:cNvPr>
          <p:cNvSpPr txBox="1"/>
          <p:nvPr/>
        </p:nvSpPr>
        <p:spPr>
          <a:xfrm>
            <a:off x="752244" y="1991749"/>
            <a:ext cx="1519008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상황 파악</a:t>
            </a:r>
            <a:endParaRPr lang="en-US" altLang="ko-KR"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070EC5-978A-B071-A2E1-7D280F849717}"/>
              </a:ext>
            </a:extLst>
          </p:cNvPr>
          <p:cNvSpPr txBox="1"/>
          <p:nvPr/>
        </p:nvSpPr>
        <p:spPr>
          <a:xfrm>
            <a:off x="4409724" y="4402149"/>
            <a:ext cx="3436051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냄비를 흔들어 큰 충돌음을 만듦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 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가 순찰에서 소음 조사 상태로 전환함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717396-B65F-1FE5-AD7E-9CFF4A1C3677}"/>
              </a:ext>
            </a:extLst>
          </p:cNvPr>
          <p:cNvSpPr txBox="1"/>
          <p:nvPr/>
        </p:nvSpPr>
        <p:spPr>
          <a:xfrm>
            <a:off x="8330497" y="4402149"/>
            <a:ext cx="3436051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적이 소음 지점을 조사할 때 문으로 이동함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전투 없이 시선과 동선을 갈라 이탈함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4B28D13-5E82-D184-BC6E-211A2F3A37D3}"/>
              </a:ext>
            </a:extLst>
          </p:cNvPr>
          <p:cNvSpPr/>
          <p:nvPr/>
        </p:nvSpPr>
        <p:spPr>
          <a:xfrm>
            <a:off x="488950" y="2018083"/>
            <a:ext cx="264402" cy="264402"/>
          </a:xfrm>
          <a:prstGeom prst="ellipse">
            <a:avLst/>
          </a:prstGeom>
          <a:solidFill>
            <a:srgbClr val="F9CD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１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48EE65-6699-8C35-6619-6DF48DAB1BDD}"/>
              </a:ext>
            </a:extLst>
          </p:cNvPr>
          <p:cNvSpPr txBox="1"/>
          <p:nvPr/>
        </p:nvSpPr>
        <p:spPr>
          <a:xfrm>
            <a:off x="488950" y="4402149"/>
            <a:ext cx="3436051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몬스터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출구 </a:t>
            </a:r>
            <a:r>
              <a: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오브젝트 위치 확인</a:t>
            </a: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소음 발생 오브젝트 대상과 이탈 경로 선택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선 연결선 17">
            <a:extLst>
              <a:ext uri="{FF2B5EF4-FFF2-40B4-BE49-F238E27FC236}">
                <a16:creationId xmlns:a16="http://schemas.microsoft.com/office/drawing/2014/main" id="{54766DE4-796B-FE31-352D-BA9F1AC85C16}"/>
              </a:ext>
            </a:extLst>
          </p:cNvPr>
          <p:cNvSpPr>
            <a:spLocks noGrp="1"/>
          </p:cNvSpPr>
          <p:nvPr/>
        </p:nvSpPr>
        <p:spPr>
          <a:xfrm>
            <a:off x="470301" y="5214454"/>
            <a:ext cx="3474240" cy="0"/>
          </a:xfrm>
          <a:prstGeom prst="line">
            <a:avLst/>
          </a:prstGeom>
          <a:noFill/>
          <a:ln w="25400">
            <a:solidFill>
              <a:srgbClr val="F9CD5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직선 연결선 19">
            <a:extLst>
              <a:ext uri="{FF2B5EF4-FFF2-40B4-BE49-F238E27FC236}">
                <a16:creationId xmlns:a16="http://schemas.microsoft.com/office/drawing/2014/main" id="{2F23C010-C3B9-5EEF-4B9D-6149652F9970}"/>
              </a:ext>
            </a:extLst>
          </p:cNvPr>
          <p:cNvSpPr>
            <a:spLocks noGrp="1"/>
          </p:cNvSpPr>
          <p:nvPr/>
        </p:nvSpPr>
        <p:spPr>
          <a:xfrm>
            <a:off x="4388251" y="5214454"/>
            <a:ext cx="3474240" cy="0"/>
          </a:xfrm>
          <a:prstGeom prst="line">
            <a:avLst/>
          </a:prstGeom>
          <a:noFill/>
          <a:ln w="25400">
            <a:solidFill>
              <a:srgbClr val="F29569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직선 연결선 21">
            <a:extLst>
              <a:ext uri="{FF2B5EF4-FFF2-40B4-BE49-F238E27FC236}">
                <a16:creationId xmlns:a16="http://schemas.microsoft.com/office/drawing/2014/main" id="{15C07087-0151-EAF0-D214-693140FFAD5F}"/>
              </a:ext>
            </a:extLst>
          </p:cNvPr>
          <p:cNvSpPr>
            <a:spLocks noGrp="1"/>
          </p:cNvSpPr>
          <p:nvPr/>
        </p:nvSpPr>
        <p:spPr>
          <a:xfrm>
            <a:off x="8308977" y="5214454"/>
            <a:ext cx="3474240" cy="0"/>
          </a:xfrm>
          <a:prstGeom prst="line">
            <a:avLst/>
          </a:prstGeom>
          <a:noFill/>
          <a:ln w="25400">
            <a:solidFill>
              <a:srgbClr val="379B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854521-ED90-902C-E682-C0AF1E20691D}"/>
              </a:ext>
            </a:extLst>
          </p:cNvPr>
          <p:cNvSpPr txBox="1"/>
          <p:nvPr/>
        </p:nvSpPr>
        <p:spPr>
          <a:xfrm>
            <a:off x="488949" y="5502514"/>
            <a:ext cx="3436051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b="1" dirty="0">
                <a:solidFill>
                  <a:srgbClr val="F9CD5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SITUATION</a:t>
            </a:r>
            <a:endParaRPr lang="en-US" altLang="ko-KR" sz="1000" dirty="0">
              <a:solidFill>
                <a:srgbClr val="F9CD5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92E9F2-9C62-9A1A-0295-BFE69EE7FFD9}"/>
              </a:ext>
            </a:extLst>
          </p:cNvPr>
          <p:cNvSpPr txBox="1"/>
          <p:nvPr/>
        </p:nvSpPr>
        <p:spPr>
          <a:xfrm>
            <a:off x="4409724" y="5502514"/>
            <a:ext cx="3436051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b="1" dirty="0">
                <a:solidFill>
                  <a:srgbClr val="F2956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DIVERSION</a:t>
            </a:r>
            <a:endParaRPr lang="en-US" altLang="ko-KR" sz="1000" dirty="0">
              <a:solidFill>
                <a:srgbClr val="F29569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E192A9-B6AA-7AC2-6D0D-B9FEE888E136}"/>
              </a:ext>
            </a:extLst>
          </p:cNvPr>
          <p:cNvSpPr txBox="1"/>
          <p:nvPr/>
        </p:nvSpPr>
        <p:spPr>
          <a:xfrm>
            <a:off x="8328071" y="5502514"/>
            <a:ext cx="3436051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000" b="1" dirty="0">
                <a:solidFill>
                  <a:srgbClr val="379B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ESCAPE</a:t>
            </a:r>
            <a:endParaRPr lang="en-US" altLang="ko-KR" sz="1000" dirty="0">
              <a:solidFill>
                <a:srgbClr val="379B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64874C-D953-7D07-07EB-64DA3999E8EB}"/>
              </a:ext>
            </a:extLst>
          </p:cNvPr>
          <p:cNvSpPr txBox="1"/>
          <p:nvPr/>
        </p:nvSpPr>
        <p:spPr>
          <a:xfrm>
            <a:off x="4673018" y="1991749"/>
            <a:ext cx="1519008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소음 유도</a:t>
            </a:r>
            <a:endParaRPr lang="en-US" altLang="ko-KR"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B31B6300-52AD-CA22-A40A-E3AA31900655}"/>
              </a:ext>
            </a:extLst>
          </p:cNvPr>
          <p:cNvSpPr/>
          <p:nvPr/>
        </p:nvSpPr>
        <p:spPr>
          <a:xfrm>
            <a:off x="4409724" y="2018083"/>
            <a:ext cx="264402" cy="264402"/>
          </a:xfrm>
          <a:prstGeom prst="ellipse">
            <a:avLst/>
          </a:prstGeom>
          <a:solidFill>
            <a:srgbClr val="F295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15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393FCC-AACB-539F-E441-636DF5F41872}"/>
              </a:ext>
            </a:extLst>
          </p:cNvPr>
          <p:cNvSpPr txBox="1"/>
          <p:nvPr/>
        </p:nvSpPr>
        <p:spPr>
          <a:xfrm>
            <a:off x="8572271" y="1991749"/>
            <a:ext cx="1519008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반대 경로 이탈</a:t>
            </a:r>
            <a:endParaRPr lang="en-US" altLang="ko-KR" sz="1000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7BF4548E-604B-F1BF-0078-5E6CC1262426}"/>
              </a:ext>
            </a:extLst>
          </p:cNvPr>
          <p:cNvSpPr/>
          <p:nvPr/>
        </p:nvSpPr>
        <p:spPr>
          <a:xfrm>
            <a:off x="8308977" y="2018083"/>
            <a:ext cx="264402" cy="264402"/>
          </a:xfrm>
          <a:prstGeom prst="ellipse">
            <a:avLst/>
          </a:prstGeom>
          <a:solidFill>
            <a:srgbClr val="379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15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C55AAFB2-6128-5081-C624-1DCDF7ED27D8}"/>
              </a:ext>
            </a:extLst>
          </p:cNvPr>
          <p:cNvSpPr/>
          <p:nvPr/>
        </p:nvSpPr>
        <p:spPr>
          <a:xfrm>
            <a:off x="2460098" y="2881313"/>
            <a:ext cx="902227" cy="309562"/>
          </a:xfrm>
          <a:prstGeom prst="ellipse">
            <a:avLst/>
          </a:prstGeom>
          <a:solidFill>
            <a:srgbClr val="D9E4ED">
              <a:alpha val="30000"/>
            </a:srgbClr>
          </a:solidFill>
          <a:ln w="6350">
            <a:solidFill>
              <a:srgbClr val="D9E4ED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32" name="구부러진 연결선 5">
            <a:extLst>
              <a:ext uri="{FF2B5EF4-FFF2-40B4-BE49-F238E27FC236}">
                <a16:creationId xmlns:a16="http://schemas.microsoft.com/office/drawing/2014/main" id="{9A42BF61-69E5-8103-090D-6EB0A7DCB25E}"/>
              </a:ext>
            </a:extLst>
          </p:cNvPr>
          <p:cNvCxnSpPr>
            <a:endCxn id="31" idx="2"/>
          </p:cNvCxnSpPr>
          <p:nvPr/>
        </p:nvCxnSpPr>
        <p:spPr>
          <a:xfrm flipV="1">
            <a:off x="1176338" y="3036094"/>
            <a:ext cx="1283760" cy="266476"/>
          </a:xfrm>
          <a:prstGeom prst="curvedConnector3">
            <a:avLst>
              <a:gd name="adj1" fmla="val 50000"/>
            </a:avLst>
          </a:prstGeom>
          <a:ln w="12700">
            <a:solidFill>
              <a:srgbClr val="D9E4E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099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/>
        </p:nvSpPr>
        <p:spPr>
          <a:xfrm>
            <a:off x="621792" y="1468853"/>
            <a:ext cx="10972800" cy="2816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2E426366-ABEB-72A1-E17F-7B5810F4B9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914" b="41497"/>
          <a:stretch/>
        </p:blipFill>
        <p:spPr>
          <a:xfrm>
            <a:off x="783554" y="2377434"/>
            <a:ext cx="10628157" cy="1829711"/>
          </a:xfrm>
          <a:prstGeom prst="rect">
            <a:avLst/>
          </a:prstGeom>
          <a:effectLst>
            <a:softEdge rad="12700"/>
          </a:effectLst>
        </p:spPr>
      </p:pic>
      <p:sp>
        <p:nvSpPr>
          <p:cNvPr id="6" name="TextBox 5"/>
          <p:cNvSpPr txBox="1"/>
          <p:nvPr/>
        </p:nvSpPr>
        <p:spPr>
          <a:xfrm>
            <a:off x="621792" y="1096959"/>
            <a:ext cx="18288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3435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  구간별 플레이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642589"/>
            <a:ext cx="3188655" cy="603504"/>
          </a:xfrm>
          <a:prstGeom prst="roundRect">
            <a:avLst/>
          </a:prstGeom>
          <a:solidFill>
            <a:srgbClr val="FCFDFD"/>
          </a:solidFill>
          <a:ln w="16510">
            <a:solidFill>
              <a:srgbClr val="20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0976" y="1710347"/>
            <a:ext cx="30175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 구간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946809"/>
            <a:ext cx="30175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37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 · 들이마시기 준비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5508" y="1642589"/>
            <a:ext cx="3188655" cy="603504"/>
          </a:xfrm>
          <a:prstGeom prst="roundRect">
            <a:avLst/>
          </a:prstGeom>
          <a:solidFill>
            <a:srgbClr val="FCFDFD"/>
          </a:solidFill>
          <a:ln w="16510">
            <a:solidFill>
              <a:srgbClr val="E8B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11812" y="1710347"/>
            <a:ext cx="30175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8B53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주의 구간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1812" y="1946809"/>
            <a:ext cx="30175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37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악취 신호 확인 · 숨 참기 준비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28783" y="1642589"/>
            <a:ext cx="3840480" cy="603504"/>
          </a:xfrm>
          <a:prstGeom prst="roundRect">
            <a:avLst/>
          </a:prstGeom>
          <a:solidFill>
            <a:srgbClr val="FCFDFD"/>
          </a:solidFill>
          <a:ln w="16510">
            <a:solidFill>
              <a:srgbClr val="765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75087" y="1710347"/>
            <a:ext cx="369417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653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구간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5087" y="1946809"/>
            <a:ext cx="369417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6737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유지 · 악취 오브젝트 통과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2392397"/>
            <a:ext cx="3063239" cy="0"/>
          </a:xfrm>
          <a:prstGeom prst="line">
            <a:avLst/>
          </a:prstGeom>
          <a:ln w="27940">
            <a:solidFill>
              <a:srgbClr val="20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24528" y="2392397"/>
            <a:ext cx="3072384" cy="0"/>
          </a:xfrm>
          <a:prstGeom prst="line">
            <a:avLst/>
          </a:prstGeom>
          <a:ln w="27940">
            <a:solidFill>
              <a:srgbClr val="E8B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43800" y="2392397"/>
            <a:ext cx="3721608" cy="0"/>
          </a:xfrm>
          <a:prstGeom prst="line">
            <a:avLst/>
          </a:prstGeom>
          <a:ln w="27940">
            <a:solidFill>
              <a:srgbClr val="765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78992" y="3892012"/>
            <a:ext cx="1325880" cy="274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0A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78992" y="3929834"/>
            <a:ext cx="132588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3712" y="3892012"/>
            <a:ext cx="1600200" cy="274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B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53712" y="3929834"/>
            <a:ext cx="16002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E8B53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3568" y="3892012"/>
            <a:ext cx="1600200" cy="274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65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73568" y="3929834"/>
            <a:ext cx="16002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7653A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471095"/>
            <a:ext cx="201168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C2494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  실패 흐름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4471095"/>
            <a:ext cx="201168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  플레이 규칙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4861277"/>
            <a:ext cx="5559552" cy="1627632"/>
          </a:xfrm>
          <a:prstGeom prst="roundRect">
            <a:avLst/>
          </a:prstGeom>
          <a:solidFill>
            <a:srgbClr val="F8FAFA"/>
          </a:solidFill>
          <a:ln w="10160"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3051047" y="5172173"/>
            <a:ext cx="93268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65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3974209" y="5492213"/>
            <a:ext cx="121539" cy="0"/>
          </a:xfrm>
          <a:prstGeom prst="line">
            <a:avLst/>
          </a:prstGeom>
          <a:ln w="17780">
            <a:solidFill>
              <a:srgbClr val="6673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078224" y="5172173"/>
            <a:ext cx="93268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078224" y="5283014"/>
            <a:ext cx="93268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기침 ·</a:t>
            </a:r>
            <a:r>
              <a:rPr lang="en-US" sz="1000" b="1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소음</a:t>
            </a:r>
            <a:br>
              <a:rPr sz="1000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sz="1000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발생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5010912" y="5492213"/>
            <a:ext cx="135445" cy="0"/>
          </a:xfrm>
          <a:prstGeom prst="line">
            <a:avLst/>
          </a:prstGeom>
          <a:ln w="17780">
            <a:solidFill>
              <a:srgbClr val="6673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116830" y="5172173"/>
            <a:ext cx="93268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2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116830" y="5283014"/>
            <a:ext cx="93268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 경계</a:t>
            </a:r>
            <a:endParaRPr lang="en-US" sz="1000" b="1">
              <a:solidFill>
                <a:srgbClr val="D430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sz="1000" b="1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</a:t>
            </a:r>
            <a:r>
              <a:rPr lang="en-US" sz="1000" b="1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>
                <a:solidFill>
                  <a:srgbClr val="D430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탐색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01568" y="5956716"/>
            <a:ext cx="2395728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66737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구간에서 해제 시 즉시 리스크 발생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56832" y="4861277"/>
            <a:ext cx="4937760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0E7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6903720" y="5035013"/>
            <a:ext cx="347472" cy="347472"/>
          </a:xfrm>
          <a:prstGeom prst="ellipse">
            <a:avLst/>
          </a:prstGeom>
          <a:solidFill>
            <a:srgbClr val="20A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903720" y="5082738"/>
            <a:ext cx="347472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8352" y="5081791"/>
            <a:ext cx="102412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3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0768" y="5089485"/>
            <a:ext cx="2697480" cy="238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6737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 구간에서 호흡 확보</a:t>
            </a:r>
          </a:p>
        </p:txBody>
      </p:sp>
      <p:sp>
        <p:nvSpPr>
          <p:cNvPr id="45" name="Oval 44"/>
          <p:cNvSpPr/>
          <p:nvPr/>
        </p:nvSpPr>
        <p:spPr>
          <a:xfrm>
            <a:off x="6903720" y="5464780"/>
            <a:ext cx="347472" cy="347472"/>
          </a:xfrm>
          <a:prstGeom prst="ellipse">
            <a:avLst/>
          </a:prstGeom>
          <a:solidFill>
            <a:srgbClr val="76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903720" y="5512506"/>
            <a:ext cx="347472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8352" y="5511558"/>
            <a:ext cx="102412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3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30768" y="5519252"/>
            <a:ext cx="2697480" cy="238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6737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구간 통과 중 유지</a:t>
            </a:r>
          </a:p>
        </p:txBody>
      </p:sp>
      <p:sp>
        <p:nvSpPr>
          <p:cNvPr id="49" name="Oval 48"/>
          <p:cNvSpPr/>
          <p:nvPr/>
        </p:nvSpPr>
        <p:spPr>
          <a:xfrm>
            <a:off x="6903720" y="5894548"/>
            <a:ext cx="347472" cy="347472"/>
          </a:xfrm>
          <a:prstGeom prst="ellipse">
            <a:avLst/>
          </a:prstGeom>
          <a:solidFill>
            <a:srgbClr val="E8B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903720" y="5942274"/>
            <a:ext cx="347472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88352" y="5941326"/>
            <a:ext cx="102412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2D373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내쉬기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0768" y="5949020"/>
            <a:ext cx="2697480" cy="23852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66737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 구간 진입 후 호흡 방출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3720" y="6203604"/>
            <a:ext cx="4160520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 신호를 읽고 호흡 타이밍을 선택하도록 유도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51047" y="5283013"/>
            <a:ext cx="93268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7633D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</a:t>
            </a:r>
            <a:br>
              <a:rPr sz="1000">
                <a:solidFill>
                  <a:srgbClr val="7633D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sz="1000">
                <a:solidFill>
                  <a:srgbClr val="7633D9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해제</a:t>
            </a:r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E94ABE94-AD75-C0F7-4937-9712A3E8014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0" t="67624" r="23146" b="-1131"/>
          <a:stretch>
            <a:fillRect/>
          </a:stretch>
        </p:blipFill>
        <p:spPr>
          <a:xfrm>
            <a:off x="804672" y="5314840"/>
            <a:ext cx="2109152" cy="720506"/>
          </a:xfrm>
          <a:prstGeom prst="rect">
            <a:avLst/>
          </a:prstGeom>
        </p:spPr>
      </p:pic>
      <p:sp>
        <p:nvSpPr>
          <p:cNvPr id="63" name="직사각형 62">
            <a:extLst>
              <a:ext uri="{FF2B5EF4-FFF2-40B4-BE49-F238E27FC236}">
                <a16:creationId xmlns:a16="http://schemas.microsoft.com/office/drawing/2014/main" id="{2CD1BE60-1E57-96A4-9096-47009156F6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64" name="직선 연결선 63">
            <a:extLst>
              <a:ext uri="{FF2B5EF4-FFF2-40B4-BE49-F238E27FC236}">
                <a16:creationId xmlns:a16="http://schemas.microsoft.com/office/drawing/2014/main" id="{C841650F-7982-A6BF-7F3D-4755568E516A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E395638-1706-2264-EB95-E0CD517B6EE4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적용 예시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E8041FD-33B8-0C77-7A3D-EC4FC7694C29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4796118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7-2)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연출 </a:t>
            </a:r>
            <a:r>
              <a:rPr lang="en-US" altLang="ko-KR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–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악취 구간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95593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169C-E813-5E62-DF0F-DCAC588AA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B583C0D-5588-9FAE-9967-926161C747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F83ED57-62B5-5021-1B42-E12057C757FB}"/>
              </a:ext>
            </a:extLst>
          </p:cNvPr>
          <p:cNvSpPr>
            <a:spLocks noGrp="1"/>
          </p:cNvSpPr>
          <p:nvPr/>
        </p:nvSpPr>
        <p:spPr>
          <a:xfrm>
            <a:off x="457200" y="303096"/>
            <a:ext cx="4796118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7-3)</a:t>
            </a:r>
            <a:r>
              <a:rPr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 </a:t>
            </a:r>
            <a:r>
              <a:rPr lang="ko-KR" altLang="en-US" sz="2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맵 적용 예시</a:t>
            </a:r>
            <a:endParaRPr sz="2000" b="1" dirty="0">
              <a:solidFill>
                <a:srgbClr val="073B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6" name="직선 연결선 5">
            <a:extLst>
              <a:ext uri="{FF2B5EF4-FFF2-40B4-BE49-F238E27FC236}">
                <a16:creationId xmlns:a16="http://schemas.microsoft.com/office/drawing/2014/main" id="{7AF8BCDF-EAD9-B8DF-0103-439E411B09CD}"/>
              </a:ext>
            </a:extLst>
          </p:cNvPr>
          <p:cNvSpPr>
            <a:spLocks noGrp="1"/>
          </p:cNvSpPr>
          <p:nvPr/>
        </p:nvSpPr>
        <p:spPr>
          <a:xfrm>
            <a:off x="457200" y="850781"/>
            <a:ext cx="11410950" cy="0"/>
          </a:xfrm>
          <a:prstGeom prst="line">
            <a:avLst/>
          </a:prstGeom>
          <a:noFill/>
          <a:ln w="12700">
            <a:solidFill>
              <a:srgbClr val="D8E3E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97ED979C-53B7-C46C-EEDE-456D7ABB2DCA}"/>
              </a:ext>
            </a:extLst>
          </p:cNvPr>
          <p:cNvSpPr>
            <a:spLocks noGrp="1"/>
          </p:cNvSpPr>
          <p:nvPr/>
        </p:nvSpPr>
        <p:spPr>
          <a:xfrm>
            <a:off x="9820776" y="480941"/>
            <a:ext cx="2047374" cy="3714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r">
              <a:lnSpc>
                <a:spcPct val="150000"/>
              </a:lnSpc>
              <a:buNone/>
              <a:defRPr sz="1000" b="1">
                <a:solidFill>
                  <a:srgbClr val="20A6A0"/>
                </a:solidFill>
              </a:defRPr>
            </a:pPr>
            <a:r>
              <a:rPr lang="en-US" sz="1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7 </a:t>
            </a:r>
            <a:r>
              <a:rPr lang="ko-KR" altLang="en-US" sz="1000" b="1" dirty="0">
                <a:solidFill>
                  <a:srgbClr val="667B8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적용 예시</a:t>
            </a:r>
            <a:endParaRPr sz="1000" b="1" dirty="0">
              <a:solidFill>
                <a:srgbClr val="667B8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0566C690-98E4-199C-92FC-C5E5C02E741E}"/>
              </a:ext>
            </a:extLst>
          </p:cNvPr>
          <p:cNvSpPr/>
          <p:nvPr/>
        </p:nvSpPr>
        <p:spPr>
          <a:xfrm>
            <a:off x="777184" y="2834902"/>
            <a:ext cx="119089" cy="119087"/>
          </a:xfrm>
          <a:prstGeom prst="ellipse">
            <a:avLst/>
          </a:prstGeom>
          <a:noFill/>
          <a:ln w="25400">
            <a:solidFill>
              <a:srgbClr val="20A6A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A4C7C654-8383-6B48-D77E-CC566FD5C105}"/>
              </a:ext>
            </a:extLst>
          </p:cNvPr>
          <p:cNvSpPr/>
          <p:nvPr/>
        </p:nvSpPr>
        <p:spPr>
          <a:xfrm>
            <a:off x="777184" y="3246345"/>
            <a:ext cx="119089" cy="119087"/>
          </a:xfrm>
          <a:prstGeom prst="ellipse">
            <a:avLst/>
          </a:prstGeom>
          <a:noFill/>
          <a:ln w="25400">
            <a:solidFill>
              <a:srgbClr val="D4303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4448E03-9579-57B8-E9A6-4121E63A7C80}"/>
              </a:ext>
            </a:extLst>
          </p:cNvPr>
          <p:cNvSpPr/>
          <p:nvPr/>
        </p:nvSpPr>
        <p:spPr>
          <a:xfrm>
            <a:off x="777184" y="2006075"/>
            <a:ext cx="119089" cy="119087"/>
          </a:xfrm>
          <a:prstGeom prst="ellipse">
            <a:avLst/>
          </a:prstGeom>
          <a:noFill/>
          <a:ln w="25400">
            <a:solidFill>
              <a:srgbClr val="FFC715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81BD98-F79C-AC38-294F-4DDDB7DB2ADB}"/>
              </a:ext>
            </a:extLst>
          </p:cNvPr>
          <p:cNvSpPr txBox="1"/>
          <p:nvPr/>
        </p:nvSpPr>
        <p:spPr>
          <a:xfrm>
            <a:off x="896274" y="2771896"/>
            <a:ext cx="1219200" cy="246221"/>
          </a:xfrm>
          <a:prstGeom prst="rect">
            <a:avLst/>
          </a:prstGeom>
          <a:noFill/>
          <a:effectLst>
            <a:glow rad="101600">
              <a:srgbClr val="1464F4">
                <a:alpha val="60000"/>
              </a:srgbClr>
            </a:glow>
          </a:effectLst>
        </p:spPr>
        <p:txBody>
          <a:bodyPr wrap="square" rtlCol="0" anchor="ctr">
            <a:spAutoFit/>
          </a:bodyPr>
          <a:lstStyle/>
          <a:p>
            <a:r>
              <a:rPr lang="ko-KR" altLang="en-US" sz="1000" b="1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플레이어 캐릭터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AA048E-558D-1CCF-0296-FE6F956F0F0B}"/>
              </a:ext>
            </a:extLst>
          </p:cNvPr>
          <p:cNvSpPr txBox="1"/>
          <p:nvPr/>
        </p:nvSpPr>
        <p:spPr>
          <a:xfrm>
            <a:off x="896274" y="3182779"/>
            <a:ext cx="12192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몬스터 </a:t>
            </a: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DF5361-B9A9-CB18-27EE-38C83DC7F9E4}"/>
              </a:ext>
            </a:extLst>
          </p:cNvPr>
          <p:cNvSpPr txBox="1"/>
          <p:nvPr/>
        </p:nvSpPr>
        <p:spPr>
          <a:xfrm>
            <a:off x="896273" y="1945410"/>
            <a:ext cx="187348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아이템 </a:t>
            </a:r>
            <a:r>
              <a:rPr lang="en-US" altLang="ko-KR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상호작용 오브젝트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C0354D5E-88A7-8B31-9794-38D5C16CF871}"/>
              </a:ext>
            </a:extLst>
          </p:cNvPr>
          <p:cNvSpPr/>
          <p:nvPr/>
        </p:nvSpPr>
        <p:spPr>
          <a:xfrm>
            <a:off x="777184" y="2420556"/>
            <a:ext cx="119089" cy="119087"/>
          </a:xfrm>
          <a:prstGeom prst="ellipse">
            <a:avLst/>
          </a:prstGeom>
          <a:noFill/>
          <a:ln w="25400">
            <a:solidFill>
              <a:srgbClr val="7633D9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3B9C67-3FD3-524E-0B73-07D36AC797E6}"/>
              </a:ext>
            </a:extLst>
          </p:cNvPr>
          <p:cNvSpPr txBox="1"/>
          <p:nvPr/>
        </p:nvSpPr>
        <p:spPr>
          <a:xfrm>
            <a:off x="896273" y="2359891"/>
            <a:ext cx="187348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0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활용 위치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B7A2D8-F7F5-A3E8-1B8D-3C4732554E1B}"/>
              </a:ext>
            </a:extLst>
          </p:cNvPr>
          <p:cNvSpPr txBox="1"/>
          <p:nvPr/>
        </p:nvSpPr>
        <p:spPr>
          <a:xfrm>
            <a:off x="704995" y="1474548"/>
            <a:ext cx="1873480" cy="3231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ko-KR" altLang="en-US" sz="1500" b="1" dirty="0">
                <a:solidFill>
                  <a:srgbClr val="073B5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맵 요소 범례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30" b="7018"/>
          <a:stretch/>
        </p:blipFill>
        <p:spPr>
          <a:xfrm>
            <a:off x="2724634" y="1092536"/>
            <a:ext cx="9144000" cy="555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025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3093</Words>
  <Application>Microsoft Office PowerPoint</Application>
  <PresentationFormat>와이드스크린</PresentationFormat>
  <Paragraphs>660</Paragraphs>
  <Slides>24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9" baseType="lpstr">
      <vt:lpstr>Noto Sans CJK KR</vt:lpstr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musukie52@gmail.com</dc:creator>
  <cp:lastModifiedBy>musukie52@gmail.com</cp:lastModifiedBy>
  <cp:revision>23</cp:revision>
  <dcterms:created xsi:type="dcterms:W3CDTF">2026-09-04T01:09:29Z</dcterms:created>
  <dcterms:modified xsi:type="dcterms:W3CDTF">2026-09-22T14:46:46Z</dcterms:modified>
</cp:coreProperties>
</file>