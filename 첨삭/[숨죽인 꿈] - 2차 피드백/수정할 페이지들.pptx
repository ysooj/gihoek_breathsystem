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13" r:id="rId2"/>
    <p:sldId id="300" r:id="rId3"/>
    <p:sldId id="304" r:id="rId4"/>
    <p:sldId id="308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63C3B6-91B1-4BDC-8518-A2041F6A766C}" v="1" dt="2026-10-27T12:50:29.1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100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custSel addSld delSld modSld">
      <pc:chgData name="musukie52@gmail.com" userId="017bd91f96aa8751" providerId="LiveId" clId="{5B2C3894-F97E-4CAB-8812-5BB4D83AAC6A}" dt="2026-10-28T02:46:26.386" v="6" actId="21"/>
      <pc:docMkLst>
        <pc:docMk/>
      </pc:docMkLst>
      <pc:sldChg chg="new del">
        <pc:chgData name="musukie52@gmail.com" userId="017bd91f96aa8751" providerId="LiveId" clId="{5B2C3894-F97E-4CAB-8812-5BB4D83AAC6A}" dt="2026-10-27T12:50:30.789" v="2" actId="47"/>
        <pc:sldMkLst>
          <pc:docMk/>
          <pc:sldMk cId="2406418699" sldId="256"/>
        </pc:sldMkLst>
      </pc:sldChg>
      <pc:sldChg chg="delSp add mod">
        <pc:chgData name="musukie52@gmail.com" userId="017bd91f96aa8751" providerId="LiveId" clId="{5B2C3894-F97E-4CAB-8812-5BB4D83AAC6A}" dt="2026-10-28T02:45:56.772" v="4" actId="21"/>
        <pc:sldMkLst>
          <pc:docMk/>
          <pc:sldMk cId="3746318518" sldId="300"/>
        </pc:sldMkLst>
        <pc:spChg chg="del">
          <ac:chgData name="musukie52@gmail.com" userId="017bd91f96aa8751" providerId="LiveId" clId="{5B2C3894-F97E-4CAB-8812-5BB4D83AAC6A}" dt="2026-10-28T02:45:56.772" v="4" actId="21"/>
          <ac:spMkLst>
            <pc:docMk/>
            <pc:sldMk cId="3746318518" sldId="300"/>
            <ac:spMk id="9" creationId="{04805B40-6F48-B64E-AFE2-D70E2A172AF3}"/>
          </ac:spMkLst>
        </pc:spChg>
      </pc:sldChg>
      <pc:sldChg chg="delSp add mod">
        <pc:chgData name="musukie52@gmail.com" userId="017bd91f96aa8751" providerId="LiveId" clId="{5B2C3894-F97E-4CAB-8812-5BB4D83AAC6A}" dt="2026-10-28T02:46:16.995" v="5" actId="21"/>
        <pc:sldMkLst>
          <pc:docMk/>
          <pc:sldMk cId="2530194072" sldId="304"/>
        </pc:sldMkLst>
        <pc:spChg chg="del">
          <ac:chgData name="musukie52@gmail.com" userId="017bd91f96aa8751" providerId="LiveId" clId="{5B2C3894-F97E-4CAB-8812-5BB4D83AAC6A}" dt="2026-10-28T02:46:16.995" v="5" actId="21"/>
          <ac:spMkLst>
            <pc:docMk/>
            <pc:sldMk cId="2530194072" sldId="304"/>
            <ac:spMk id="6" creationId="{2D97FA92-6366-549C-6BF9-81C1D6FC82EF}"/>
          </ac:spMkLst>
        </pc:spChg>
      </pc:sldChg>
      <pc:sldChg chg="delSp add mod">
        <pc:chgData name="musukie52@gmail.com" userId="017bd91f96aa8751" providerId="LiveId" clId="{5B2C3894-F97E-4CAB-8812-5BB4D83AAC6A}" dt="2026-10-28T02:46:26.386" v="6" actId="21"/>
        <pc:sldMkLst>
          <pc:docMk/>
          <pc:sldMk cId="2174233081" sldId="308"/>
        </pc:sldMkLst>
        <pc:spChg chg="del">
          <ac:chgData name="musukie52@gmail.com" userId="017bd91f96aa8751" providerId="LiveId" clId="{5B2C3894-F97E-4CAB-8812-5BB4D83AAC6A}" dt="2026-10-28T02:46:26.386" v="6" actId="21"/>
          <ac:spMkLst>
            <pc:docMk/>
            <pc:sldMk cId="2174233081" sldId="308"/>
            <ac:spMk id="8" creationId="{CCAB7044-EBAB-FDFA-EDB2-3B6A1DB3709C}"/>
          </ac:spMkLst>
        </pc:spChg>
      </pc:sldChg>
      <pc:sldChg chg="delSp add mod">
        <pc:chgData name="musukie52@gmail.com" userId="017bd91f96aa8751" providerId="LiveId" clId="{5B2C3894-F97E-4CAB-8812-5BB4D83AAC6A}" dt="2026-10-28T02:45:47.663" v="3" actId="21"/>
        <pc:sldMkLst>
          <pc:docMk/>
          <pc:sldMk cId="4119273129" sldId="313"/>
        </pc:sldMkLst>
        <pc:spChg chg="del">
          <ac:chgData name="musukie52@gmail.com" userId="017bd91f96aa8751" providerId="LiveId" clId="{5B2C3894-F97E-4CAB-8812-5BB4D83AAC6A}" dt="2026-10-28T02:45:47.663" v="3" actId="21"/>
          <ac:spMkLst>
            <pc:docMk/>
            <pc:sldMk cId="4119273129" sldId="313"/>
            <ac:spMk id="6" creationId="{44A48FDE-D706-DA38-866A-1EAA51678AB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EEC965-4F10-49F7-B9F8-D3FCBD5EF990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FB3B72-FF6F-42B6-BA2F-C827C0AD5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593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3C2B19-1302-43F3-BA17-55E428EF332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1579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1823F7-4C91-1C77-E949-86DB65222D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B6A4ECE-1546-4867-CC4E-502EB20520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25B1DA-8296-27F7-0287-B199300A8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0170F-85F2-41E3-8D75-CC225E9D9CAD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6971BA-7D01-EF96-5C40-5722B75BE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7B22DA-269D-76DD-4C1F-F4F940F06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FDB3C-37CD-40D2-A56D-E129AC1A3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579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FCCC5A-F5A8-D1D1-AFC6-C588A73B8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73C192-7634-C1FB-96BD-CAF1F7BB8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FDE2E4-A4D7-314F-0345-A29A832EB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0170F-85F2-41E3-8D75-CC225E9D9CAD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B338AD-AB9F-12C5-ED6E-BD8105BF2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7B9A99-3A5F-20F6-FA98-B190DE430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FDB3C-37CD-40D2-A56D-E129AC1A3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3174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B47C4E-D849-2365-2097-8C75129A8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7A887E-6484-4952-8429-8EED22839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418A09-0CC4-FE80-942E-7E53B1B1E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0170F-85F2-41E3-8D75-CC225E9D9CAD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51DD48-D89A-1DDA-AE4A-903B83A02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A518C1-3405-C114-EB3A-6E7BB644E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FDB3C-37CD-40D2-A56D-E129AC1A3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8843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9FA6E2-9522-3815-926F-849B01E13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DABE9D-99BA-619A-6F3A-97CD755BE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EA2422D-2F18-3124-4C8C-7FDD537F64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484F0C-0C83-65E7-0866-82F886A05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0170F-85F2-41E3-8D75-CC225E9D9CAD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08E993-2CD2-697C-9174-BD1CE2ABD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C2BA36-3557-9FD2-FB2F-E91644D8B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FDB3C-37CD-40D2-A56D-E129AC1A3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3709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9829DC-39D1-5684-D453-B7FA1F613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A142E6-F53F-52A0-718A-87667F9B2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40932EF-E802-11AE-CC49-46F135792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7B8149B-C7A4-7C12-78D6-8D5AFA8207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C9223FD-0BC3-6772-5A44-F172EC3414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6B6CCC7-8579-52AD-1FB8-77B4C68B0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0170F-85F2-41E3-8D75-CC225E9D9CAD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49AD3F4-B024-2FC1-FFAD-0FA3F5BEB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06F467A-E48F-76BB-EDE9-722524645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FDB3C-37CD-40D2-A56D-E129AC1A3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807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242B90-6FA4-0367-43E0-867C65BD0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6D79B96-14AD-8561-DED9-8606325B0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0170F-85F2-41E3-8D75-CC225E9D9CAD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818F511-8486-1778-8441-EE7D5CCE6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42442ED-92DA-16E9-5B40-D6466E0D0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FDB3C-37CD-40D2-A56D-E129AC1A3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516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785103D-4001-30A1-F81E-6F74423F5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0170F-85F2-41E3-8D75-CC225E9D9CAD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59279C5-D98A-661B-9DF6-E76E8C695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B5E615-C6DF-DFB3-B0E8-33C2543CA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FDB3C-37CD-40D2-A56D-E129AC1A3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1403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A6099A-2DB3-3A2A-5771-FFADD7B83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64522B-28B7-5C0A-39E3-EE97A41EE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9B5062-9071-BE9B-2B4C-4043750E3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F1B397-D985-389E-C94C-D93342CFD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0170F-85F2-41E3-8D75-CC225E9D9CAD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A7B5974-9A15-2482-FBBB-DDD3DC231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82FCAA-80B5-28D4-FBB9-8FFE9FF20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FDB3C-37CD-40D2-A56D-E129AC1A3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3515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985539-4CAE-1D80-1C79-5C2866A6D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F6B3724-BC17-05B6-2755-CD938A237EC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3098640-B32D-0383-0152-51A8443E2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BA1AEF-529D-D614-C4C7-001DB00EE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0170F-85F2-41E3-8D75-CC225E9D9CAD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3D9C29-23C1-06B8-B5E3-F246D1DF0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2B9B088-F30A-4B4F-891D-FFCA3DA44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FDB3C-37CD-40D2-A56D-E129AC1A3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315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951D73-1D6E-137E-A074-0DCCEA932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61CA4AC-27FA-21D6-71B1-6C921D6836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E4DF1C-7795-7315-8A15-E9E184D93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0170F-85F2-41E3-8D75-CC225E9D9CAD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F91F3D-17FF-CEE2-32F6-25B60EFDC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B8359A-348B-6659-AF0B-F2F6FEB83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FDB3C-37CD-40D2-A56D-E129AC1A3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074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12A59DF-34FD-056F-9A03-84D2FEB446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974087-B8CB-E492-C20C-E7ED93B70C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4F106A-A1E2-3B85-39E9-6B2D0496C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0170F-85F2-41E3-8D75-CC225E9D9CAD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BCD508-912F-3FF6-9E9D-B47D4B482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440870-C61F-623A-90BC-5D5EC9337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FDB3C-37CD-40D2-A56D-E129AC1A3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6612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77B30FD-3AE1-CF4B-6B79-FF19BE484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6CB161-0E64-44BD-B208-265BD9DF7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5243D9-43BB-2B75-EEE3-3A082B4589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30170F-85F2-41E3-8D75-CC225E9D9CAD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C54542-965B-5E89-F79D-2E3FAB0991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972FC5-0A78-1FCA-61F7-9A092A1EE5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5FDB3C-37CD-40D2-A56D-E129AC1A3A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5637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1DD2A-DA9B-B8F3-DF70-395D3D1DD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사각형: 둥근 모서리 419">
            <a:extLst>
              <a:ext uri="{FF2B5EF4-FFF2-40B4-BE49-F238E27FC236}">
                <a16:creationId xmlns:a16="http://schemas.microsoft.com/office/drawing/2014/main" id="{E79CE544-1F66-7B17-88C3-5595FF011653}"/>
              </a:ext>
            </a:extLst>
          </p:cNvPr>
          <p:cNvSpPr/>
          <p:nvPr/>
        </p:nvSpPr>
        <p:spPr>
          <a:xfrm>
            <a:off x="3539017" y="1649157"/>
            <a:ext cx="2515546" cy="488774"/>
          </a:xfrm>
          <a:prstGeom prst="roundRect">
            <a:avLst/>
          </a:prstGeom>
          <a:solidFill>
            <a:srgbClr val="758171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2" name="사각형: 둥근 모서리 421">
            <a:extLst>
              <a:ext uri="{FF2B5EF4-FFF2-40B4-BE49-F238E27FC236}">
                <a16:creationId xmlns:a16="http://schemas.microsoft.com/office/drawing/2014/main" id="{1F3EA077-C84E-098A-FB3A-5CA3F4446577}"/>
              </a:ext>
            </a:extLst>
          </p:cNvPr>
          <p:cNvSpPr/>
          <p:nvPr/>
        </p:nvSpPr>
        <p:spPr>
          <a:xfrm>
            <a:off x="3537978" y="2173963"/>
            <a:ext cx="2515546" cy="488774"/>
          </a:xfrm>
          <a:prstGeom prst="roundRect">
            <a:avLst/>
          </a:prstGeom>
          <a:solidFill>
            <a:srgbClr val="84719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4" name="사각형: 둥근 모서리 423">
            <a:extLst>
              <a:ext uri="{FF2B5EF4-FFF2-40B4-BE49-F238E27FC236}">
                <a16:creationId xmlns:a16="http://schemas.microsoft.com/office/drawing/2014/main" id="{165C904A-849A-FAF3-8B67-0AA927CF36BE}"/>
              </a:ext>
            </a:extLst>
          </p:cNvPr>
          <p:cNvSpPr/>
          <p:nvPr/>
        </p:nvSpPr>
        <p:spPr>
          <a:xfrm>
            <a:off x="3537411" y="2698838"/>
            <a:ext cx="2515546" cy="488774"/>
          </a:xfrm>
          <a:prstGeom prst="roundRect">
            <a:avLst/>
          </a:prstGeom>
          <a:solidFill>
            <a:srgbClr val="A07B6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83A66CE-A8C7-CED9-47C9-E88561AE57BC}"/>
              </a:ext>
            </a:extLst>
          </p:cNvPr>
          <p:cNvSpPr txBox="1"/>
          <p:nvPr/>
        </p:nvSpPr>
        <p:spPr>
          <a:xfrm>
            <a:off x="300437" y="576734"/>
            <a:ext cx="21467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1) </a:t>
            </a:r>
            <a:r>
              <a:rPr lang="ko-KR" altLang="en-US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호흡 행동 규칙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E51BC8C-C8C7-2E40-15DC-27ADB637A21F}"/>
              </a:ext>
            </a:extLst>
          </p:cNvPr>
          <p:cNvSpPr txBox="1"/>
          <p:nvPr/>
        </p:nvSpPr>
        <p:spPr>
          <a:xfrm>
            <a:off x="312341" y="260477"/>
            <a:ext cx="8258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rgbClr val="A07B6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3</a:t>
            </a:r>
            <a:r>
              <a:rPr lang="en-US" altLang="ko-KR" sz="8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시스템 규칙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158E3D-99E5-02DF-3B09-3591D2EBAC65}"/>
              </a:ext>
            </a:extLst>
          </p:cNvPr>
          <p:cNvSpPr txBox="1"/>
          <p:nvPr/>
        </p:nvSpPr>
        <p:spPr>
          <a:xfrm>
            <a:off x="300437" y="976844"/>
            <a:ext cx="47660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들숨으로 확보한 호흡량을 참기로 활용하고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 </a:t>
            </a: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날숨으로 소모하여 평상 호흡으로 복귀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637A96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446A2E-A79A-B978-C0A2-DF1271466E5B}"/>
              </a:ext>
            </a:extLst>
          </p:cNvPr>
          <p:cNvSpPr txBox="1"/>
          <p:nvPr/>
        </p:nvSpPr>
        <p:spPr>
          <a:xfrm>
            <a:off x="475590" y="1248545"/>
            <a:ext cx="140615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호흡</a:t>
            </a:r>
            <a:r>
              <a:rPr lang="en-US" altLang="ko-KR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행동 전환</a:t>
            </a:r>
            <a:endParaRPr lang="ko-KR" altLang="en-US" sz="15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3E9BA4E-E588-B6F0-BB6B-05792D4F6AD5}"/>
              </a:ext>
            </a:extLst>
          </p:cNvPr>
          <p:cNvSpPr/>
          <p:nvPr/>
        </p:nvSpPr>
        <p:spPr>
          <a:xfrm>
            <a:off x="710171" y="1754424"/>
            <a:ext cx="819214" cy="350526"/>
          </a:xfrm>
          <a:prstGeom prst="roundRect">
            <a:avLst/>
          </a:prstGeom>
          <a:solidFill>
            <a:srgbClr val="637A9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평상 호흡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8B170E0-7735-B45F-C302-00DE6E1F5B15}"/>
              </a:ext>
            </a:extLst>
          </p:cNvPr>
          <p:cNvSpPr/>
          <p:nvPr/>
        </p:nvSpPr>
        <p:spPr>
          <a:xfrm>
            <a:off x="2137072" y="1754424"/>
            <a:ext cx="819214" cy="350526"/>
          </a:xfrm>
          <a:prstGeom prst="roundRect">
            <a:avLst/>
          </a:prstGeom>
          <a:solidFill>
            <a:srgbClr val="758171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들숨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6D9E365-0C08-A951-9951-ECC041FB4222}"/>
              </a:ext>
            </a:extLst>
          </p:cNvPr>
          <p:cNvSpPr/>
          <p:nvPr/>
        </p:nvSpPr>
        <p:spPr>
          <a:xfrm>
            <a:off x="710171" y="2590891"/>
            <a:ext cx="819214" cy="350526"/>
          </a:xfrm>
          <a:prstGeom prst="roundRect">
            <a:avLst/>
          </a:prstGeom>
          <a:solidFill>
            <a:srgbClr val="A07B6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날숨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91A5B503-2DE7-1687-9460-05E98A3D04D9}"/>
              </a:ext>
            </a:extLst>
          </p:cNvPr>
          <p:cNvSpPr/>
          <p:nvPr/>
        </p:nvSpPr>
        <p:spPr>
          <a:xfrm>
            <a:off x="2137072" y="2590891"/>
            <a:ext cx="819214" cy="350526"/>
          </a:xfrm>
          <a:prstGeom prst="roundRect">
            <a:avLst/>
          </a:prstGeom>
          <a:solidFill>
            <a:srgbClr val="84719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참기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6B4B0C4C-697E-C422-1E21-3EDEA00DA44B}"/>
              </a:ext>
            </a:extLst>
          </p:cNvPr>
          <p:cNvCxnSpPr>
            <a:cxnSpLocks/>
          </p:cNvCxnSpPr>
          <p:nvPr/>
        </p:nvCxnSpPr>
        <p:spPr>
          <a:xfrm>
            <a:off x="1670199" y="1929687"/>
            <a:ext cx="326058" cy="0"/>
          </a:xfrm>
          <a:prstGeom prst="straightConnector1">
            <a:avLst/>
          </a:prstGeom>
          <a:ln w="12700">
            <a:gradFill>
              <a:gsLst>
                <a:gs pos="0">
                  <a:srgbClr val="637A96"/>
                </a:gs>
                <a:gs pos="100000">
                  <a:srgbClr val="758171"/>
                </a:gs>
              </a:gsLst>
              <a:lin ang="5400000" scaled="1"/>
            </a:gra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C39D1CC3-418B-D97A-4C60-80A89FA55AF1}"/>
              </a:ext>
            </a:extLst>
          </p:cNvPr>
          <p:cNvCxnSpPr>
            <a:cxnSpLocks/>
          </p:cNvCxnSpPr>
          <p:nvPr/>
        </p:nvCxnSpPr>
        <p:spPr>
          <a:xfrm>
            <a:off x="2470479" y="2185186"/>
            <a:ext cx="0" cy="325469"/>
          </a:xfrm>
          <a:prstGeom prst="straightConnector1">
            <a:avLst/>
          </a:prstGeom>
          <a:ln w="12700">
            <a:gradFill>
              <a:gsLst>
                <a:gs pos="0">
                  <a:srgbClr val="758171"/>
                </a:gs>
                <a:gs pos="100000">
                  <a:srgbClr val="847190"/>
                </a:gs>
              </a:gsLst>
              <a:lin ang="5400000" scaled="1"/>
            </a:gra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EB44A66E-C70E-730B-9686-500D9EAE54E1}"/>
              </a:ext>
            </a:extLst>
          </p:cNvPr>
          <p:cNvCxnSpPr>
            <a:cxnSpLocks/>
          </p:cNvCxnSpPr>
          <p:nvPr/>
        </p:nvCxnSpPr>
        <p:spPr>
          <a:xfrm flipH="1">
            <a:off x="1670199" y="2766154"/>
            <a:ext cx="326058" cy="0"/>
          </a:xfrm>
          <a:prstGeom prst="straightConnector1">
            <a:avLst/>
          </a:prstGeom>
          <a:ln w="12700">
            <a:gradFill>
              <a:gsLst>
                <a:gs pos="0">
                  <a:srgbClr val="847190"/>
                </a:gs>
                <a:gs pos="100000">
                  <a:srgbClr val="A07B60"/>
                </a:gs>
              </a:gsLst>
              <a:lin ang="5400000" scaled="1"/>
            </a:gra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2380F5D9-9DA2-EDC0-876D-178B3D72CAFC}"/>
              </a:ext>
            </a:extLst>
          </p:cNvPr>
          <p:cNvCxnSpPr>
            <a:cxnSpLocks/>
          </p:cNvCxnSpPr>
          <p:nvPr/>
        </p:nvCxnSpPr>
        <p:spPr>
          <a:xfrm flipV="1">
            <a:off x="1119778" y="2185186"/>
            <a:ext cx="0" cy="325469"/>
          </a:xfrm>
          <a:prstGeom prst="straightConnector1">
            <a:avLst/>
          </a:prstGeom>
          <a:ln w="12700">
            <a:gradFill>
              <a:gsLst>
                <a:gs pos="0">
                  <a:srgbClr val="A07B60"/>
                </a:gs>
                <a:gs pos="100000">
                  <a:srgbClr val="637A96"/>
                </a:gs>
              </a:gsLst>
              <a:lin ang="5400000" scaled="1"/>
            </a:gra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E19774B6-80AC-546C-92BC-580D9E0B821D}"/>
              </a:ext>
            </a:extLst>
          </p:cNvPr>
          <p:cNvCxnSpPr>
            <a:cxnSpLocks/>
          </p:cNvCxnSpPr>
          <p:nvPr/>
        </p:nvCxnSpPr>
        <p:spPr>
          <a:xfrm flipH="1" flipV="1">
            <a:off x="1641240" y="2153043"/>
            <a:ext cx="377428" cy="370920"/>
          </a:xfrm>
          <a:prstGeom prst="straightConnector1">
            <a:avLst/>
          </a:prstGeom>
          <a:ln w="12700">
            <a:gradFill>
              <a:gsLst>
                <a:gs pos="0">
                  <a:srgbClr val="847190"/>
                </a:gs>
                <a:gs pos="100000">
                  <a:srgbClr val="637A96"/>
                </a:gs>
              </a:gsLst>
              <a:lin ang="5400000" scaled="1"/>
            </a:gra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F2D59AEA-4036-4A54-8DF3-5E4CBF8A5B9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637986" y="2153247"/>
            <a:ext cx="377428" cy="370920"/>
          </a:xfrm>
          <a:prstGeom prst="straightConnector1">
            <a:avLst/>
          </a:prstGeom>
          <a:ln w="12700">
            <a:gradFill>
              <a:gsLst>
                <a:gs pos="0">
                  <a:srgbClr val="A07B60"/>
                </a:gs>
                <a:gs pos="100000">
                  <a:srgbClr val="758171"/>
                </a:gs>
              </a:gsLst>
              <a:lin ang="5400000" scaled="1"/>
            </a:gra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7E6A1B1F-179D-9358-64E5-F5B2CB6CBFA1}"/>
              </a:ext>
            </a:extLst>
          </p:cNvPr>
          <p:cNvSpPr txBox="1"/>
          <p:nvPr/>
        </p:nvSpPr>
        <p:spPr>
          <a:xfrm>
            <a:off x="3445231" y="1253862"/>
            <a:ext cx="159050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게임 플레이 예시</a:t>
            </a:r>
            <a:endParaRPr lang="ko-KR" altLang="en-US" sz="15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F0933AA5-023E-4585-C975-FC2D501CFB6D}"/>
              </a:ext>
            </a:extLst>
          </p:cNvPr>
          <p:cNvCxnSpPr>
            <a:cxnSpLocks/>
          </p:cNvCxnSpPr>
          <p:nvPr/>
        </p:nvCxnSpPr>
        <p:spPr>
          <a:xfrm flipV="1">
            <a:off x="416723" y="3302753"/>
            <a:ext cx="11358554" cy="46846"/>
          </a:xfrm>
          <a:prstGeom prst="line">
            <a:avLst/>
          </a:prstGeom>
          <a:ln w="12700">
            <a:solidFill>
              <a:srgbClr val="A07B6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89A24878-A366-F044-7854-81B313C89C3B}"/>
              </a:ext>
            </a:extLst>
          </p:cNvPr>
          <p:cNvSpPr txBox="1"/>
          <p:nvPr/>
        </p:nvSpPr>
        <p:spPr>
          <a:xfrm>
            <a:off x="475590" y="3486448"/>
            <a:ext cx="195919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행동별 시스템 데이터</a:t>
            </a:r>
            <a:endParaRPr lang="ko-KR" altLang="en-US" sz="15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0D7D16C5-F3A7-F1C5-3544-18AFFA6F6398}"/>
              </a:ext>
            </a:extLst>
          </p:cNvPr>
          <p:cNvSpPr txBox="1"/>
          <p:nvPr/>
        </p:nvSpPr>
        <p:spPr>
          <a:xfrm>
            <a:off x="475590" y="5218567"/>
            <a:ext cx="140615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조작 판정 규칙</a:t>
            </a:r>
            <a:endParaRPr lang="ko-KR" altLang="en-US" sz="15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8EF6BBC2-AAD4-92FC-723C-30762C831169}"/>
              </a:ext>
            </a:extLst>
          </p:cNvPr>
          <p:cNvSpPr txBox="1"/>
          <p:nvPr/>
        </p:nvSpPr>
        <p:spPr>
          <a:xfrm>
            <a:off x="458798" y="5523804"/>
            <a:ext cx="2356735" cy="491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  부분 사용</a:t>
            </a:r>
            <a:endParaRPr lang="en-US" altLang="ko-KR" sz="10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게이지가 가득 차지 않아도 참기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날숨 사용 가능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8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23" name="타원 122">
            <a:extLst>
              <a:ext uri="{FF2B5EF4-FFF2-40B4-BE49-F238E27FC236}">
                <a16:creationId xmlns:a16="http://schemas.microsoft.com/office/drawing/2014/main" id="{5727F6B7-6F86-E779-82AC-1D9D9B8FE303}"/>
              </a:ext>
            </a:extLst>
          </p:cNvPr>
          <p:cNvSpPr/>
          <p:nvPr/>
        </p:nvSpPr>
        <p:spPr>
          <a:xfrm>
            <a:off x="561153" y="5673381"/>
            <a:ext cx="60747" cy="60747"/>
          </a:xfrm>
          <a:prstGeom prst="ellipse">
            <a:avLst/>
          </a:prstGeom>
          <a:solidFill>
            <a:srgbClr val="637A96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3C73B81F-3843-E9E0-2C72-094274A983A3}"/>
              </a:ext>
            </a:extLst>
          </p:cNvPr>
          <p:cNvSpPr txBox="1"/>
          <p:nvPr/>
        </p:nvSpPr>
        <p:spPr>
          <a:xfrm>
            <a:off x="8484228" y="5523804"/>
            <a:ext cx="3273186" cy="491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  사망 판정</a:t>
            </a:r>
            <a:endParaRPr lang="en-US" altLang="ko-KR" sz="10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지상에서 호흡량 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0</a:t>
            </a: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은 사망 조건이 아니지만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 </a:t>
            </a: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수중에서 호흡량 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0</a:t>
            </a: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은 익사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8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31" name="타원 130">
            <a:extLst>
              <a:ext uri="{FF2B5EF4-FFF2-40B4-BE49-F238E27FC236}">
                <a16:creationId xmlns:a16="http://schemas.microsoft.com/office/drawing/2014/main" id="{49A56366-670E-9F89-AFBE-EA1845FE994A}"/>
              </a:ext>
            </a:extLst>
          </p:cNvPr>
          <p:cNvSpPr/>
          <p:nvPr/>
        </p:nvSpPr>
        <p:spPr>
          <a:xfrm>
            <a:off x="8586583" y="5673381"/>
            <a:ext cx="60747" cy="60747"/>
          </a:xfrm>
          <a:prstGeom prst="ellipse">
            <a:avLst/>
          </a:prstGeom>
          <a:solidFill>
            <a:srgbClr val="A07B60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2C38006A-3851-0E4D-BC12-499E631A2CBC}"/>
              </a:ext>
            </a:extLst>
          </p:cNvPr>
          <p:cNvSpPr txBox="1"/>
          <p:nvPr/>
        </p:nvSpPr>
        <p:spPr>
          <a:xfrm>
            <a:off x="2892431" y="5518980"/>
            <a:ext cx="2673315" cy="491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  자동 날숨</a:t>
            </a:r>
            <a:endParaRPr lang="en-US" altLang="ko-KR" sz="10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 행동 키 입력 해제 후 다른 입력이 없으면 자동 진행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8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47" name="타원 146">
            <a:extLst>
              <a:ext uri="{FF2B5EF4-FFF2-40B4-BE49-F238E27FC236}">
                <a16:creationId xmlns:a16="http://schemas.microsoft.com/office/drawing/2014/main" id="{4C43C3A5-29BC-9361-9D0C-8735648A3F37}"/>
              </a:ext>
            </a:extLst>
          </p:cNvPr>
          <p:cNvSpPr/>
          <p:nvPr/>
        </p:nvSpPr>
        <p:spPr>
          <a:xfrm>
            <a:off x="2994786" y="5668557"/>
            <a:ext cx="60747" cy="60747"/>
          </a:xfrm>
          <a:prstGeom prst="ellipse">
            <a:avLst/>
          </a:prstGeom>
          <a:solidFill>
            <a:srgbClr val="758171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343768B1-8E8D-AF75-CDD4-C1AA35A81380}"/>
              </a:ext>
            </a:extLst>
          </p:cNvPr>
          <p:cNvSpPr txBox="1"/>
          <p:nvPr/>
        </p:nvSpPr>
        <p:spPr>
          <a:xfrm>
            <a:off x="5641261" y="5523413"/>
            <a:ext cx="2769292" cy="491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  행동 종료</a:t>
            </a:r>
            <a:endParaRPr lang="en-US" altLang="ko-KR" sz="10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참기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날숨으로 호흡량이 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0</a:t>
            </a: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에 도달하면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평상 호흡으로 복귀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8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145477A4-C895-1594-3276-5A725B961E2B}"/>
              </a:ext>
            </a:extLst>
          </p:cNvPr>
          <p:cNvSpPr/>
          <p:nvPr/>
        </p:nvSpPr>
        <p:spPr>
          <a:xfrm>
            <a:off x="5743616" y="5672990"/>
            <a:ext cx="60747" cy="60747"/>
          </a:xfrm>
          <a:prstGeom prst="ellipse">
            <a:avLst/>
          </a:prstGeom>
          <a:solidFill>
            <a:srgbClr val="847190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사각형: 둥근 모서리 189">
            <a:extLst>
              <a:ext uri="{FF2B5EF4-FFF2-40B4-BE49-F238E27FC236}">
                <a16:creationId xmlns:a16="http://schemas.microsoft.com/office/drawing/2014/main" id="{98EE6776-93EC-4660-01DF-7F0DAB970858}"/>
              </a:ext>
            </a:extLst>
          </p:cNvPr>
          <p:cNvSpPr/>
          <p:nvPr/>
        </p:nvSpPr>
        <p:spPr>
          <a:xfrm>
            <a:off x="579016" y="3908670"/>
            <a:ext cx="2247871" cy="948602"/>
          </a:xfrm>
          <a:prstGeom prst="roundRect">
            <a:avLst>
              <a:gd name="adj" fmla="val 5048"/>
            </a:avLst>
          </a:prstGeom>
          <a:solidFill>
            <a:srgbClr val="637A96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A2D86FAC-BECB-786C-64DA-A5F4028CCDE7}"/>
              </a:ext>
            </a:extLst>
          </p:cNvPr>
          <p:cNvSpPr txBox="1"/>
          <p:nvPr/>
        </p:nvSpPr>
        <p:spPr>
          <a:xfrm>
            <a:off x="631021" y="3972062"/>
            <a:ext cx="2087431" cy="8299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평상 호흡</a:t>
            </a:r>
            <a:endParaRPr lang="en-US" altLang="ko-KR" sz="10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rgbClr val="637A96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0 </a:t>
            </a:r>
            <a:r>
              <a:rPr lang="ko-KR" altLang="en-US" sz="1000" dirty="0">
                <a:solidFill>
                  <a:srgbClr val="637A96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유지</a:t>
            </a:r>
            <a:endParaRPr lang="en-US" altLang="ko-KR" sz="1000" dirty="0">
              <a:solidFill>
                <a:srgbClr val="637A96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입력이 없는 기본 상태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소리</a:t>
            </a:r>
            <a:r>
              <a:rPr lang="en-US" altLang="ko-KR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ko-KR" altLang="en-US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반경 </a:t>
            </a:r>
            <a:r>
              <a:rPr lang="en-US" altLang="ko-KR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4m / </a:t>
            </a:r>
            <a:r>
              <a:rPr lang="ko-KR" altLang="en-US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위험 공기 흡입 배율 </a:t>
            </a:r>
            <a:r>
              <a:rPr lang="en-US" altLang="ko-KR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× 0.5</a:t>
            </a:r>
            <a:endParaRPr lang="en-US" altLang="ko-KR" sz="8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CA955808-C2E6-A35F-72C3-F9D6F8B30F07}"/>
              </a:ext>
            </a:extLst>
          </p:cNvPr>
          <p:cNvCxnSpPr>
            <a:cxnSpLocks/>
          </p:cNvCxnSpPr>
          <p:nvPr/>
        </p:nvCxnSpPr>
        <p:spPr>
          <a:xfrm>
            <a:off x="597378" y="3925888"/>
            <a:ext cx="0" cy="914400"/>
          </a:xfrm>
          <a:prstGeom prst="line">
            <a:avLst/>
          </a:prstGeom>
          <a:ln w="38100" cap="rnd">
            <a:solidFill>
              <a:srgbClr val="637A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사각형: 둥근 모서리 198">
            <a:extLst>
              <a:ext uri="{FF2B5EF4-FFF2-40B4-BE49-F238E27FC236}">
                <a16:creationId xmlns:a16="http://schemas.microsoft.com/office/drawing/2014/main" id="{E10DECE2-3EBA-64E8-B56B-D5D3AC91DC90}"/>
              </a:ext>
            </a:extLst>
          </p:cNvPr>
          <p:cNvSpPr/>
          <p:nvPr/>
        </p:nvSpPr>
        <p:spPr>
          <a:xfrm>
            <a:off x="3500242" y="3908670"/>
            <a:ext cx="2247871" cy="948602"/>
          </a:xfrm>
          <a:prstGeom prst="roundRect">
            <a:avLst>
              <a:gd name="adj" fmla="val 5048"/>
            </a:avLst>
          </a:prstGeom>
          <a:solidFill>
            <a:srgbClr val="758171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95E2D252-54F8-7CBB-23E4-672298D96F53}"/>
              </a:ext>
            </a:extLst>
          </p:cNvPr>
          <p:cNvSpPr txBox="1"/>
          <p:nvPr/>
        </p:nvSpPr>
        <p:spPr>
          <a:xfrm>
            <a:off x="3549455" y="3972061"/>
            <a:ext cx="2039341" cy="8299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들숨</a:t>
            </a:r>
            <a:endParaRPr lang="en-US" altLang="ko-KR" sz="10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rgbClr val="758171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+50/s  </a:t>
            </a:r>
            <a:r>
              <a:rPr lang="ko-KR" altLang="en-US" sz="800" dirty="0">
                <a:solidFill>
                  <a:srgbClr val="75817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게이지 </a:t>
            </a:r>
            <a:r>
              <a:rPr lang="en-US" altLang="ko-KR" sz="800" dirty="0">
                <a:solidFill>
                  <a:srgbClr val="75817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0</a:t>
            </a:r>
            <a:r>
              <a:rPr lang="ko-KR" altLang="en-US" sz="800" dirty="0">
                <a:solidFill>
                  <a:srgbClr val="75817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→</a:t>
            </a:r>
            <a:r>
              <a:rPr lang="en-US" altLang="ko-KR" sz="800" dirty="0">
                <a:solidFill>
                  <a:srgbClr val="75817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100</a:t>
            </a:r>
            <a:r>
              <a:rPr lang="ko-KR" altLang="en-US" sz="800" dirty="0">
                <a:solidFill>
                  <a:srgbClr val="75817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도달 시간 </a:t>
            </a:r>
            <a:r>
              <a:rPr lang="en-US" altLang="ko-KR" sz="800" dirty="0">
                <a:solidFill>
                  <a:srgbClr val="758171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2</a:t>
            </a:r>
            <a:r>
              <a:rPr lang="ko-KR" altLang="en-US" sz="800" dirty="0">
                <a:solidFill>
                  <a:srgbClr val="758171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초</a:t>
            </a:r>
            <a:r>
              <a:rPr lang="en-US" altLang="ko-KR" sz="800" dirty="0">
                <a:solidFill>
                  <a:srgbClr val="75817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en-US" altLang="ko-KR" sz="800" dirty="0">
              <a:solidFill>
                <a:srgbClr val="758171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호흡량 확보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소리</a:t>
            </a:r>
            <a:r>
              <a:rPr lang="en-US" altLang="ko-KR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ko-KR" altLang="en-US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반경 </a:t>
            </a:r>
            <a:r>
              <a:rPr lang="en-US" altLang="ko-KR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6m / </a:t>
            </a:r>
            <a:r>
              <a:rPr lang="ko-KR" altLang="en-US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위험 공기 흡입 배율 </a:t>
            </a:r>
            <a:r>
              <a:rPr lang="en-US" altLang="ko-KR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× 1.0</a:t>
            </a:r>
            <a:endParaRPr lang="ko-KR" altLang="en-US" sz="8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201" name="직선 연결선 200">
            <a:extLst>
              <a:ext uri="{FF2B5EF4-FFF2-40B4-BE49-F238E27FC236}">
                <a16:creationId xmlns:a16="http://schemas.microsoft.com/office/drawing/2014/main" id="{8EB24864-729B-263B-DB94-2433922BA110}"/>
              </a:ext>
            </a:extLst>
          </p:cNvPr>
          <p:cNvCxnSpPr>
            <a:cxnSpLocks/>
          </p:cNvCxnSpPr>
          <p:nvPr/>
        </p:nvCxnSpPr>
        <p:spPr>
          <a:xfrm>
            <a:off x="3518604" y="3925888"/>
            <a:ext cx="0" cy="914400"/>
          </a:xfrm>
          <a:prstGeom prst="line">
            <a:avLst/>
          </a:prstGeom>
          <a:ln w="38100" cap="rnd">
            <a:solidFill>
              <a:srgbClr val="758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사각형: 둥근 모서리 201">
            <a:extLst>
              <a:ext uri="{FF2B5EF4-FFF2-40B4-BE49-F238E27FC236}">
                <a16:creationId xmlns:a16="http://schemas.microsoft.com/office/drawing/2014/main" id="{B52B12A1-8E17-00E1-7112-6551C83CF168}"/>
              </a:ext>
            </a:extLst>
          </p:cNvPr>
          <p:cNvSpPr/>
          <p:nvPr/>
        </p:nvSpPr>
        <p:spPr>
          <a:xfrm>
            <a:off x="9346751" y="3908670"/>
            <a:ext cx="2247871" cy="948602"/>
          </a:xfrm>
          <a:prstGeom prst="roundRect">
            <a:avLst>
              <a:gd name="adj" fmla="val 5048"/>
            </a:avLst>
          </a:prstGeom>
          <a:solidFill>
            <a:srgbClr val="A07B6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D9DFD01A-79F6-CB3D-3E8B-914F31B14352}"/>
              </a:ext>
            </a:extLst>
          </p:cNvPr>
          <p:cNvSpPr txBox="1"/>
          <p:nvPr/>
        </p:nvSpPr>
        <p:spPr>
          <a:xfrm>
            <a:off x="9399810" y="3972060"/>
            <a:ext cx="2164375" cy="8299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날숨</a:t>
            </a:r>
            <a:endParaRPr lang="en-US" altLang="ko-KR" sz="10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rgbClr val="A07B6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-66.7/s  </a:t>
            </a:r>
            <a:r>
              <a:rPr lang="ko-KR" altLang="en-US" sz="800" dirty="0">
                <a:solidFill>
                  <a:srgbClr val="A07B6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게이지 </a:t>
            </a:r>
            <a:r>
              <a:rPr lang="en-US" altLang="ko-KR" sz="800" dirty="0">
                <a:solidFill>
                  <a:srgbClr val="A07B6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100</a:t>
            </a:r>
            <a:r>
              <a:rPr lang="ko-KR" altLang="en-US" sz="800" dirty="0">
                <a:solidFill>
                  <a:srgbClr val="A07B6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→</a:t>
            </a:r>
            <a:r>
              <a:rPr lang="en-US" altLang="ko-KR" sz="800" dirty="0">
                <a:solidFill>
                  <a:srgbClr val="A07B6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0</a:t>
            </a:r>
            <a:r>
              <a:rPr lang="ko-KR" altLang="en-US" sz="800" dirty="0">
                <a:solidFill>
                  <a:srgbClr val="A07B6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도달 시간 </a:t>
            </a:r>
            <a:r>
              <a:rPr lang="en-US" altLang="ko-KR" sz="800" dirty="0">
                <a:solidFill>
                  <a:srgbClr val="A07B6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1.5</a:t>
            </a:r>
            <a:r>
              <a:rPr lang="ko-KR" altLang="en-US" sz="800" dirty="0">
                <a:solidFill>
                  <a:srgbClr val="A07B6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초</a:t>
            </a:r>
            <a:r>
              <a:rPr lang="en-US" altLang="ko-KR" sz="800" dirty="0">
                <a:solidFill>
                  <a:srgbClr val="A07B6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en-US" altLang="ko-KR" sz="800" dirty="0">
              <a:solidFill>
                <a:srgbClr val="A07B60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확보한 자원을 비우고 평상 호흡으로 복귀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소리</a:t>
            </a:r>
            <a:r>
              <a:rPr lang="en-US" altLang="ko-KR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ko-KR" altLang="en-US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반경 </a:t>
            </a:r>
            <a:r>
              <a:rPr lang="en-US" altLang="ko-KR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7m / </a:t>
            </a:r>
            <a:r>
              <a:rPr lang="ko-KR" altLang="en-US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위험 공기 흡입 배율 </a:t>
            </a:r>
            <a:r>
              <a:rPr lang="en-US" altLang="ko-KR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× 0</a:t>
            </a:r>
            <a:endParaRPr lang="ko-KR" altLang="en-US" sz="8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204" name="직선 연결선 203">
            <a:extLst>
              <a:ext uri="{FF2B5EF4-FFF2-40B4-BE49-F238E27FC236}">
                <a16:creationId xmlns:a16="http://schemas.microsoft.com/office/drawing/2014/main" id="{20A07404-33E4-B200-A0E8-CCA74D081A88}"/>
              </a:ext>
            </a:extLst>
          </p:cNvPr>
          <p:cNvCxnSpPr>
            <a:cxnSpLocks/>
          </p:cNvCxnSpPr>
          <p:nvPr/>
        </p:nvCxnSpPr>
        <p:spPr>
          <a:xfrm>
            <a:off x="9365113" y="3925888"/>
            <a:ext cx="0" cy="914400"/>
          </a:xfrm>
          <a:prstGeom prst="line">
            <a:avLst/>
          </a:prstGeom>
          <a:ln w="38100" cap="rnd">
            <a:solidFill>
              <a:srgbClr val="A07B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사각형: 둥근 모서리 204">
            <a:extLst>
              <a:ext uri="{FF2B5EF4-FFF2-40B4-BE49-F238E27FC236}">
                <a16:creationId xmlns:a16="http://schemas.microsoft.com/office/drawing/2014/main" id="{ECC3390F-50BC-2347-4488-989F1F39C306}"/>
              </a:ext>
            </a:extLst>
          </p:cNvPr>
          <p:cNvSpPr/>
          <p:nvPr/>
        </p:nvSpPr>
        <p:spPr>
          <a:xfrm>
            <a:off x="6421468" y="3908670"/>
            <a:ext cx="2247871" cy="948602"/>
          </a:xfrm>
          <a:prstGeom prst="roundRect">
            <a:avLst>
              <a:gd name="adj" fmla="val 5048"/>
            </a:avLst>
          </a:prstGeom>
          <a:solidFill>
            <a:srgbClr val="84719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74E8D17B-152B-0C08-9B55-52F16EDE8DDB}"/>
              </a:ext>
            </a:extLst>
          </p:cNvPr>
          <p:cNvSpPr txBox="1"/>
          <p:nvPr/>
        </p:nvSpPr>
        <p:spPr>
          <a:xfrm>
            <a:off x="6471954" y="3972061"/>
            <a:ext cx="2063385" cy="8299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참기</a:t>
            </a:r>
            <a:endParaRPr lang="en-US" altLang="ko-KR" sz="10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rgbClr val="84719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-10/s  </a:t>
            </a:r>
            <a:r>
              <a:rPr lang="ko-KR" altLang="en-US" sz="800" dirty="0">
                <a:solidFill>
                  <a:srgbClr val="84719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게이지 </a:t>
            </a:r>
            <a:r>
              <a:rPr lang="en-US" altLang="ko-KR" sz="800" dirty="0">
                <a:solidFill>
                  <a:srgbClr val="84719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100</a:t>
            </a:r>
            <a:r>
              <a:rPr lang="ko-KR" altLang="en-US" sz="800" dirty="0">
                <a:solidFill>
                  <a:srgbClr val="84719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→</a:t>
            </a:r>
            <a:r>
              <a:rPr lang="en-US" altLang="ko-KR" sz="800" dirty="0">
                <a:solidFill>
                  <a:srgbClr val="84719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0</a:t>
            </a:r>
            <a:r>
              <a:rPr lang="ko-KR" altLang="en-US" sz="800" dirty="0">
                <a:solidFill>
                  <a:srgbClr val="84719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도달 시간 </a:t>
            </a:r>
            <a:r>
              <a:rPr lang="en-US" altLang="ko-KR" sz="800" dirty="0">
                <a:solidFill>
                  <a:srgbClr val="84719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10</a:t>
            </a:r>
            <a:r>
              <a:rPr lang="ko-KR" altLang="en-US" sz="800" dirty="0">
                <a:solidFill>
                  <a:srgbClr val="84719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초</a:t>
            </a:r>
            <a:r>
              <a:rPr lang="en-US" altLang="ko-KR" sz="800" dirty="0">
                <a:solidFill>
                  <a:srgbClr val="84719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en-US" altLang="ko-KR" sz="800" dirty="0">
              <a:solidFill>
                <a:srgbClr val="847190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 소리와 위험 공기 흡입 차단</a:t>
            </a:r>
            <a:r>
              <a:rPr lang="en-US" altLang="ko-KR" sz="8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소리</a:t>
            </a:r>
            <a:r>
              <a:rPr lang="en-US" altLang="ko-KR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ko-KR" altLang="en-US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반경 </a:t>
            </a:r>
            <a:r>
              <a:rPr lang="en-US" altLang="ko-KR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0m / </a:t>
            </a:r>
            <a:r>
              <a:rPr lang="ko-KR" altLang="en-US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위험 공기 흡입 배율 </a:t>
            </a:r>
            <a:r>
              <a:rPr lang="en-US" altLang="ko-KR" sz="8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× 0</a:t>
            </a:r>
            <a:endParaRPr lang="ko-KR" altLang="en-US" sz="8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207" name="직선 연결선 206">
            <a:extLst>
              <a:ext uri="{FF2B5EF4-FFF2-40B4-BE49-F238E27FC236}">
                <a16:creationId xmlns:a16="http://schemas.microsoft.com/office/drawing/2014/main" id="{0F411C8E-F2E1-31E6-B262-B8775EF065F3}"/>
              </a:ext>
            </a:extLst>
          </p:cNvPr>
          <p:cNvCxnSpPr>
            <a:cxnSpLocks/>
          </p:cNvCxnSpPr>
          <p:nvPr/>
        </p:nvCxnSpPr>
        <p:spPr>
          <a:xfrm>
            <a:off x="6439830" y="3925888"/>
            <a:ext cx="0" cy="914400"/>
          </a:xfrm>
          <a:prstGeom prst="line">
            <a:avLst/>
          </a:prstGeom>
          <a:ln w="38100" cap="rnd">
            <a:solidFill>
              <a:srgbClr val="8471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직선 연결선 227">
            <a:extLst>
              <a:ext uri="{FF2B5EF4-FFF2-40B4-BE49-F238E27FC236}">
                <a16:creationId xmlns:a16="http://schemas.microsoft.com/office/drawing/2014/main" id="{58B2358E-28AF-5222-3091-AF6A369BE8F3}"/>
              </a:ext>
            </a:extLst>
          </p:cNvPr>
          <p:cNvCxnSpPr>
            <a:cxnSpLocks/>
          </p:cNvCxnSpPr>
          <p:nvPr/>
        </p:nvCxnSpPr>
        <p:spPr>
          <a:xfrm flipV="1">
            <a:off x="416723" y="5040072"/>
            <a:ext cx="11358554" cy="46846"/>
          </a:xfrm>
          <a:prstGeom prst="line">
            <a:avLst/>
          </a:prstGeom>
          <a:ln w="12700">
            <a:solidFill>
              <a:srgbClr val="A07B6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사각형: 둥근 모서리 229">
            <a:extLst>
              <a:ext uri="{FF2B5EF4-FFF2-40B4-BE49-F238E27FC236}">
                <a16:creationId xmlns:a16="http://schemas.microsoft.com/office/drawing/2014/main" id="{2E950D6A-AA25-330A-5F9F-BC72572F0B0F}"/>
              </a:ext>
            </a:extLst>
          </p:cNvPr>
          <p:cNvSpPr/>
          <p:nvPr/>
        </p:nvSpPr>
        <p:spPr>
          <a:xfrm>
            <a:off x="475590" y="6169338"/>
            <a:ext cx="11222460" cy="323165"/>
          </a:xfrm>
          <a:prstGeom prst="roundRect">
            <a:avLst/>
          </a:prstGeom>
          <a:solidFill>
            <a:srgbClr val="031223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※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수중 환경에서도 기본 호흡 행동 규칙은 동일하게 적용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단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들숨 및 호흡량 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0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도달 시에는 수중 전용 규칙에 따라 지상과 다른 결과 발생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154" name="직선 연결선 153">
            <a:extLst>
              <a:ext uri="{FF2B5EF4-FFF2-40B4-BE49-F238E27FC236}">
                <a16:creationId xmlns:a16="http://schemas.microsoft.com/office/drawing/2014/main" id="{8DD775F5-9A3F-7066-B7C8-EBCED7553E3C}"/>
              </a:ext>
            </a:extLst>
          </p:cNvPr>
          <p:cNvCxnSpPr>
            <a:cxnSpLocks/>
          </p:cNvCxnSpPr>
          <p:nvPr/>
        </p:nvCxnSpPr>
        <p:spPr>
          <a:xfrm>
            <a:off x="3315813" y="1237998"/>
            <a:ext cx="0" cy="2092942"/>
          </a:xfrm>
          <a:prstGeom prst="line">
            <a:avLst/>
          </a:prstGeom>
          <a:ln w="12700">
            <a:solidFill>
              <a:srgbClr val="A07B6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8" name="그림 347">
            <a:extLst>
              <a:ext uri="{FF2B5EF4-FFF2-40B4-BE49-F238E27FC236}">
                <a16:creationId xmlns:a16="http://schemas.microsoft.com/office/drawing/2014/main" id="{20F22DAA-0DC0-7AB1-CE7A-3316FD1741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7" b="21908"/>
          <a:stretch>
            <a:fillRect/>
          </a:stretch>
        </p:blipFill>
        <p:spPr>
          <a:xfrm>
            <a:off x="6280984" y="886635"/>
            <a:ext cx="5332000" cy="2300934"/>
          </a:xfrm>
          <a:prstGeom prst="roundRect">
            <a:avLst>
              <a:gd name="adj" fmla="val 4568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349" name="그림 348">
            <a:extLst>
              <a:ext uri="{FF2B5EF4-FFF2-40B4-BE49-F238E27FC236}">
                <a16:creationId xmlns:a16="http://schemas.microsoft.com/office/drawing/2014/main" id="{141CF4EE-ED2C-FAB3-6FAB-008B43FB74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9" t="25397" r="66199" b="26772"/>
          <a:stretch>
            <a:fillRect/>
          </a:stretch>
        </p:blipFill>
        <p:spPr>
          <a:xfrm>
            <a:off x="6485632" y="1899914"/>
            <a:ext cx="1400645" cy="1181141"/>
          </a:xfrm>
          <a:prstGeom prst="rect">
            <a:avLst/>
          </a:prstGeom>
        </p:spPr>
      </p:pic>
      <p:pic>
        <p:nvPicPr>
          <p:cNvPr id="350" name="그림 349">
            <a:extLst>
              <a:ext uri="{FF2B5EF4-FFF2-40B4-BE49-F238E27FC236}">
                <a16:creationId xmlns:a16="http://schemas.microsoft.com/office/drawing/2014/main" id="{29CB5C51-3ADA-D5BA-1B8E-0CB3BBC28D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9" t="25397" r="66199" b="26772"/>
          <a:stretch>
            <a:fillRect/>
          </a:stretch>
        </p:blipFill>
        <p:spPr>
          <a:xfrm>
            <a:off x="8246661" y="1899407"/>
            <a:ext cx="1400645" cy="1181141"/>
          </a:xfrm>
          <a:prstGeom prst="rect">
            <a:avLst/>
          </a:prstGeom>
        </p:spPr>
      </p:pic>
      <p:pic>
        <p:nvPicPr>
          <p:cNvPr id="351" name="그림 350">
            <a:extLst>
              <a:ext uri="{FF2B5EF4-FFF2-40B4-BE49-F238E27FC236}">
                <a16:creationId xmlns:a16="http://schemas.microsoft.com/office/drawing/2014/main" id="{6C5D603E-EAE1-E58B-E64C-7652482868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9" t="25397" r="66199" b="26772"/>
          <a:stretch>
            <a:fillRect/>
          </a:stretch>
        </p:blipFill>
        <p:spPr>
          <a:xfrm>
            <a:off x="10010822" y="1899407"/>
            <a:ext cx="1400645" cy="1181141"/>
          </a:xfrm>
          <a:prstGeom prst="rect">
            <a:avLst/>
          </a:prstGeom>
        </p:spPr>
      </p:pic>
      <p:sp>
        <p:nvSpPr>
          <p:cNvPr id="352" name="TextBox 351">
            <a:extLst>
              <a:ext uri="{FF2B5EF4-FFF2-40B4-BE49-F238E27FC236}">
                <a16:creationId xmlns:a16="http://schemas.microsoft.com/office/drawing/2014/main" id="{A86739C4-9655-1481-138B-A4F66DE31D55}"/>
              </a:ext>
            </a:extLst>
          </p:cNvPr>
          <p:cNvSpPr txBox="1"/>
          <p:nvPr/>
        </p:nvSpPr>
        <p:spPr>
          <a:xfrm>
            <a:off x="6746049" y="1981695"/>
            <a:ext cx="55816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들숨 진행</a:t>
            </a: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06E74E9D-50E7-203D-B2A9-293659916133}"/>
              </a:ext>
            </a:extLst>
          </p:cNvPr>
          <p:cNvSpPr txBox="1"/>
          <p:nvPr/>
        </p:nvSpPr>
        <p:spPr>
          <a:xfrm>
            <a:off x="8518590" y="1984076"/>
            <a:ext cx="55816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참기 진행</a:t>
            </a: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A448A5F9-4F16-0016-19E7-8DAAA365F931}"/>
              </a:ext>
            </a:extLst>
          </p:cNvPr>
          <p:cNvSpPr txBox="1"/>
          <p:nvPr/>
        </p:nvSpPr>
        <p:spPr>
          <a:xfrm>
            <a:off x="10283728" y="1981695"/>
            <a:ext cx="55816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날숨 진행</a:t>
            </a:r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921F6D76-E386-1394-95D7-DF4F0464AD8D}"/>
              </a:ext>
            </a:extLst>
          </p:cNvPr>
          <p:cNvSpPr txBox="1"/>
          <p:nvPr/>
        </p:nvSpPr>
        <p:spPr>
          <a:xfrm>
            <a:off x="6885761" y="2199844"/>
            <a:ext cx="912429" cy="3129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마우스 좌클릭을 길게 눌러</a:t>
            </a:r>
            <a:endParaRPr lang="en-US" altLang="ko-KR" sz="500" dirty="0">
              <a:solidFill>
                <a:srgbClr val="FDFDFE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숨을 들이마시세요</a:t>
            </a:r>
            <a:r>
              <a:rPr lang="en-US" altLang="ko-KR" sz="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500" dirty="0">
              <a:solidFill>
                <a:srgbClr val="FDFDFE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2BF7C2E8-D2D4-4717-7007-02FCDF962252}"/>
              </a:ext>
            </a:extLst>
          </p:cNvPr>
          <p:cNvSpPr txBox="1"/>
          <p:nvPr/>
        </p:nvSpPr>
        <p:spPr>
          <a:xfrm>
            <a:off x="8654284" y="2197585"/>
            <a:ext cx="912429" cy="3129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마우스 </a:t>
            </a:r>
            <a:r>
              <a:rPr lang="ko-KR" altLang="en-US" sz="500" dirty="0" err="1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우클릭을</a:t>
            </a:r>
            <a:r>
              <a:rPr lang="ko-KR" altLang="en-US" sz="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길게 눌러</a:t>
            </a:r>
            <a:endParaRPr lang="en-US" altLang="ko-KR" sz="500" dirty="0">
              <a:solidFill>
                <a:srgbClr val="FDFDFE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숨을 참으세요</a:t>
            </a:r>
            <a:r>
              <a:rPr lang="en-US" altLang="ko-KR" sz="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500" dirty="0">
              <a:solidFill>
                <a:srgbClr val="FDFDFE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DFAEBF07-5FCE-D33B-76EB-D43831D2CEDD}"/>
              </a:ext>
            </a:extLst>
          </p:cNvPr>
          <p:cNvSpPr txBox="1"/>
          <p:nvPr/>
        </p:nvSpPr>
        <p:spPr>
          <a:xfrm>
            <a:off x="10562811" y="2188102"/>
            <a:ext cx="651140" cy="3129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R </a:t>
            </a:r>
            <a:r>
              <a:rPr lang="ko-KR" altLang="en-US" sz="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키를 길게 눌러</a:t>
            </a:r>
            <a:endParaRPr lang="en-US" altLang="ko-KR" sz="500" dirty="0">
              <a:solidFill>
                <a:srgbClr val="FDFDFE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숨을 내쉬세요</a:t>
            </a:r>
            <a:r>
              <a:rPr lang="en-US" altLang="ko-KR" sz="5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500" dirty="0">
              <a:solidFill>
                <a:srgbClr val="FDFDFE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pic>
        <p:nvPicPr>
          <p:cNvPr id="358" name="그림 357">
            <a:extLst>
              <a:ext uri="{FF2B5EF4-FFF2-40B4-BE49-F238E27FC236}">
                <a16:creationId xmlns:a16="http://schemas.microsoft.com/office/drawing/2014/main" id="{86878BF6-BAFC-2661-18DD-6E13C5CF7C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492" y="2130787"/>
            <a:ext cx="467732" cy="467732"/>
          </a:xfrm>
          <a:prstGeom prst="rect">
            <a:avLst/>
          </a:prstGeom>
        </p:spPr>
      </p:pic>
      <p:sp>
        <p:nvSpPr>
          <p:cNvPr id="359" name="타원 358">
            <a:extLst>
              <a:ext uri="{FF2B5EF4-FFF2-40B4-BE49-F238E27FC236}">
                <a16:creationId xmlns:a16="http://schemas.microsoft.com/office/drawing/2014/main" id="{A57CF736-CDC5-343B-8B66-69533C6DBBE0}"/>
              </a:ext>
            </a:extLst>
          </p:cNvPr>
          <p:cNvSpPr/>
          <p:nvPr/>
        </p:nvSpPr>
        <p:spPr>
          <a:xfrm>
            <a:off x="6567901" y="1983680"/>
            <a:ext cx="198770" cy="198770"/>
          </a:xfrm>
          <a:prstGeom prst="ellipse">
            <a:avLst/>
          </a:prstGeom>
          <a:solidFill>
            <a:srgbClr val="758171"/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60" name="TextBox 359">
            <a:extLst>
              <a:ext uri="{FF2B5EF4-FFF2-40B4-BE49-F238E27FC236}">
                <a16:creationId xmlns:a16="http://schemas.microsoft.com/office/drawing/2014/main" id="{C7ACF2A6-83C2-3578-9122-06B9753896A1}"/>
              </a:ext>
            </a:extLst>
          </p:cNvPr>
          <p:cNvSpPr txBox="1"/>
          <p:nvPr/>
        </p:nvSpPr>
        <p:spPr>
          <a:xfrm>
            <a:off x="6544496" y="1975343"/>
            <a:ext cx="2455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</a:t>
            </a:r>
            <a:endParaRPr lang="ko-KR" altLang="en-US" sz="800" dirty="0">
              <a:solidFill>
                <a:srgbClr val="FDFDFE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61" name="타원 360">
            <a:extLst>
              <a:ext uri="{FF2B5EF4-FFF2-40B4-BE49-F238E27FC236}">
                <a16:creationId xmlns:a16="http://schemas.microsoft.com/office/drawing/2014/main" id="{044E9D5C-169E-EBD4-4E78-B4778F724068}"/>
              </a:ext>
            </a:extLst>
          </p:cNvPr>
          <p:cNvSpPr/>
          <p:nvPr/>
        </p:nvSpPr>
        <p:spPr>
          <a:xfrm>
            <a:off x="8335880" y="1983680"/>
            <a:ext cx="198770" cy="198770"/>
          </a:xfrm>
          <a:prstGeom prst="ellipse">
            <a:avLst/>
          </a:prstGeom>
          <a:solidFill>
            <a:srgbClr val="847190"/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62" name="TextBox 361">
            <a:extLst>
              <a:ext uri="{FF2B5EF4-FFF2-40B4-BE49-F238E27FC236}">
                <a16:creationId xmlns:a16="http://schemas.microsoft.com/office/drawing/2014/main" id="{4D933710-0DD4-BF6A-EEE1-76CA37BA46B3}"/>
              </a:ext>
            </a:extLst>
          </p:cNvPr>
          <p:cNvSpPr txBox="1"/>
          <p:nvPr/>
        </p:nvSpPr>
        <p:spPr>
          <a:xfrm>
            <a:off x="8312475" y="1970809"/>
            <a:ext cx="2455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2</a:t>
            </a:r>
            <a:endParaRPr lang="ko-KR" altLang="en-US" sz="800" dirty="0">
              <a:solidFill>
                <a:srgbClr val="FDFDFE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63" name="타원 362">
            <a:extLst>
              <a:ext uri="{FF2B5EF4-FFF2-40B4-BE49-F238E27FC236}">
                <a16:creationId xmlns:a16="http://schemas.microsoft.com/office/drawing/2014/main" id="{1CCF160C-08A0-0E01-96A7-BFB0D6B51A9C}"/>
              </a:ext>
            </a:extLst>
          </p:cNvPr>
          <p:cNvSpPr/>
          <p:nvPr/>
        </p:nvSpPr>
        <p:spPr>
          <a:xfrm>
            <a:off x="10097938" y="1983223"/>
            <a:ext cx="198770" cy="198770"/>
          </a:xfrm>
          <a:prstGeom prst="ellipse">
            <a:avLst/>
          </a:prstGeom>
          <a:solidFill>
            <a:srgbClr val="A07B60"/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7C833DFB-B073-3AE6-46A5-B2327F585B3C}"/>
              </a:ext>
            </a:extLst>
          </p:cNvPr>
          <p:cNvSpPr txBox="1"/>
          <p:nvPr/>
        </p:nvSpPr>
        <p:spPr>
          <a:xfrm>
            <a:off x="10074533" y="1975343"/>
            <a:ext cx="2455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rgbClr val="FDFDFE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3</a:t>
            </a:r>
            <a:endParaRPr lang="ko-KR" altLang="en-US" sz="800" dirty="0">
              <a:solidFill>
                <a:srgbClr val="FDFDFE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pic>
        <p:nvPicPr>
          <p:cNvPr id="365" name="그림 364">
            <a:extLst>
              <a:ext uri="{FF2B5EF4-FFF2-40B4-BE49-F238E27FC236}">
                <a16:creationId xmlns:a16="http://schemas.microsoft.com/office/drawing/2014/main" id="{9026BE9B-30A9-D8D2-3FA7-EFFA195C67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74" t="33704" r="61458" b="22871"/>
          <a:stretch>
            <a:fillRect/>
          </a:stretch>
        </p:blipFill>
        <p:spPr>
          <a:xfrm>
            <a:off x="6667286" y="2237070"/>
            <a:ext cx="218475" cy="262888"/>
          </a:xfrm>
          <a:prstGeom prst="rect">
            <a:avLst/>
          </a:prstGeom>
        </p:spPr>
      </p:pic>
      <p:pic>
        <p:nvPicPr>
          <p:cNvPr id="366" name="그림 365">
            <a:extLst>
              <a:ext uri="{FF2B5EF4-FFF2-40B4-BE49-F238E27FC236}">
                <a16:creationId xmlns:a16="http://schemas.microsoft.com/office/drawing/2014/main" id="{769F2511-0F6E-0104-5F08-971478FC84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650" t="33704" r="11282" b="22871"/>
          <a:stretch>
            <a:fillRect/>
          </a:stretch>
        </p:blipFill>
        <p:spPr>
          <a:xfrm>
            <a:off x="8435265" y="2237070"/>
            <a:ext cx="218475" cy="262888"/>
          </a:xfrm>
          <a:prstGeom prst="rect">
            <a:avLst/>
          </a:prstGeom>
        </p:spPr>
      </p:pic>
      <p:pic>
        <p:nvPicPr>
          <p:cNvPr id="367" name="그림 366">
            <a:extLst>
              <a:ext uri="{FF2B5EF4-FFF2-40B4-BE49-F238E27FC236}">
                <a16:creationId xmlns:a16="http://schemas.microsoft.com/office/drawing/2014/main" id="{9DC5A0CF-952F-AEFF-3D64-EA96F88CD3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86" t="61250" r="727" b="2084"/>
          <a:stretch>
            <a:fillRect/>
          </a:stretch>
        </p:blipFill>
        <p:spPr>
          <a:xfrm>
            <a:off x="10822321" y="2523975"/>
            <a:ext cx="402838" cy="450564"/>
          </a:xfrm>
          <a:prstGeom prst="rect">
            <a:avLst/>
          </a:prstGeom>
        </p:spPr>
      </p:pic>
      <p:pic>
        <p:nvPicPr>
          <p:cNvPr id="368" name="그림 367">
            <a:extLst>
              <a:ext uri="{FF2B5EF4-FFF2-40B4-BE49-F238E27FC236}">
                <a16:creationId xmlns:a16="http://schemas.microsoft.com/office/drawing/2014/main" id="{6B3BFC35-6BEB-200F-3789-4D02A6CA19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76" t="61250" r="30911" b="2084"/>
          <a:stretch>
            <a:fillRect/>
          </a:stretch>
        </p:blipFill>
        <p:spPr>
          <a:xfrm>
            <a:off x="9076756" y="2523975"/>
            <a:ext cx="322984" cy="450564"/>
          </a:xfrm>
          <a:prstGeom prst="rect">
            <a:avLst/>
          </a:prstGeom>
        </p:spPr>
      </p:pic>
      <p:pic>
        <p:nvPicPr>
          <p:cNvPr id="369" name="그림 368">
            <a:extLst>
              <a:ext uri="{FF2B5EF4-FFF2-40B4-BE49-F238E27FC236}">
                <a16:creationId xmlns:a16="http://schemas.microsoft.com/office/drawing/2014/main" id="{D8D0EDE8-0D2C-9E33-F8E8-F6A3B99920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64" t="61250" r="50349" b="2084"/>
          <a:stretch>
            <a:fillRect/>
          </a:stretch>
        </p:blipFill>
        <p:spPr>
          <a:xfrm>
            <a:off x="7282069" y="2523975"/>
            <a:ext cx="402838" cy="450564"/>
          </a:xfrm>
          <a:prstGeom prst="rect">
            <a:avLst/>
          </a:prstGeom>
        </p:spPr>
      </p:pic>
      <p:pic>
        <p:nvPicPr>
          <p:cNvPr id="370" name="그림 369">
            <a:extLst>
              <a:ext uri="{FF2B5EF4-FFF2-40B4-BE49-F238E27FC236}">
                <a16:creationId xmlns:a16="http://schemas.microsoft.com/office/drawing/2014/main" id="{9F8A7C3E-D716-1565-B6C4-D4955DCFC4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" t="61250" r="75146" b="2084"/>
          <a:stretch>
            <a:fillRect/>
          </a:stretch>
        </p:blipFill>
        <p:spPr>
          <a:xfrm>
            <a:off x="6683921" y="2523975"/>
            <a:ext cx="402838" cy="450564"/>
          </a:xfrm>
          <a:prstGeom prst="rect">
            <a:avLst/>
          </a:prstGeom>
        </p:spPr>
      </p:pic>
      <p:pic>
        <p:nvPicPr>
          <p:cNvPr id="371" name="그림 370">
            <a:extLst>
              <a:ext uri="{FF2B5EF4-FFF2-40B4-BE49-F238E27FC236}">
                <a16:creationId xmlns:a16="http://schemas.microsoft.com/office/drawing/2014/main" id="{FEE57214-FAF0-D6FD-E539-AB8E288353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" t="61250" r="75146" b="2084"/>
          <a:stretch>
            <a:fillRect/>
          </a:stretch>
        </p:blipFill>
        <p:spPr>
          <a:xfrm>
            <a:off x="8452321" y="2523975"/>
            <a:ext cx="402838" cy="450564"/>
          </a:xfrm>
          <a:prstGeom prst="rect">
            <a:avLst/>
          </a:prstGeom>
        </p:spPr>
      </p:pic>
      <p:pic>
        <p:nvPicPr>
          <p:cNvPr id="372" name="그림 371">
            <a:extLst>
              <a:ext uri="{FF2B5EF4-FFF2-40B4-BE49-F238E27FC236}">
                <a16:creationId xmlns:a16="http://schemas.microsoft.com/office/drawing/2014/main" id="{6A2B304D-5009-6558-B6C1-9AEA09390D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" t="61250" r="75146" b="2084"/>
          <a:stretch>
            <a:fillRect/>
          </a:stretch>
        </p:blipFill>
        <p:spPr>
          <a:xfrm>
            <a:off x="10257386" y="2523975"/>
            <a:ext cx="402838" cy="450564"/>
          </a:xfrm>
          <a:prstGeom prst="rect">
            <a:avLst/>
          </a:prstGeom>
        </p:spPr>
      </p:pic>
      <p:cxnSp>
        <p:nvCxnSpPr>
          <p:cNvPr id="373" name="직선 화살표 연결선 372">
            <a:extLst>
              <a:ext uri="{FF2B5EF4-FFF2-40B4-BE49-F238E27FC236}">
                <a16:creationId xmlns:a16="http://schemas.microsoft.com/office/drawing/2014/main" id="{7AC3773C-83D9-3DDE-E732-6683CD331685}"/>
              </a:ext>
            </a:extLst>
          </p:cNvPr>
          <p:cNvCxnSpPr>
            <a:cxnSpLocks/>
          </p:cNvCxnSpPr>
          <p:nvPr/>
        </p:nvCxnSpPr>
        <p:spPr>
          <a:xfrm>
            <a:off x="7094994" y="2746640"/>
            <a:ext cx="154575" cy="0"/>
          </a:xfrm>
          <a:prstGeom prst="straightConnector1">
            <a:avLst/>
          </a:prstGeom>
          <a:ln w="12700" cap="rnd">
            <a:solidFill>
              <a:srgbClr val="FDFDFE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직선 화살표 연결선 373">
            <a:extLst>
              <a:ext uri="{FF2B5EF4-FFF2-40B4-BE49-F238E27FC236}">
                <a16:creationId xmlns:a16="http://schemas.microsoft.com/office/drawing/2014/main" id="{27D6A8D1-E70B-A1B4-AA72-1AEE272176D8}"/>
              </a:ext>
            </a:extLst>
          </p:cNvPr>
          <p:cNvCxnSpPr>
            <a:cxnSpLocks/>
          </p:cNvCxnSpPr>
          <p:nvPr/>
        </p:nvCxnSpPr>
        <p:spPr>
          <a:xfrm>
            <a:off x="8869530" y="2746640"/>
            <a:ext cx="154575" cy="0"/>
          </a:xfrm>
          <a:prstGeom prst="straightConnector1">
            <a:avLst/>
          </a:prstGeom>
          <a:ln w="12700" cap="rnd">
            <a:solidFill>
              <a:srgbClr val="FDFDFE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직선 화살표 연결선 374">
            <a:extLst>
              <a:ext uri="{FF2B5EF4-FFF2-40B4-BE49-F238E27FC236}">
                <a16:creationId xmlns:a16="http://schemas.microsoft.com/office/drawing/2014/main" id="{3C8125D2-CAFA-3F84-73B1-8E8910BBAB86}"/>
              </a:ext>
            </a:extLst>
          </p:cNvPr>
          <p:cNvCxnSpPr>
            <a:cxnSpLocks/>
          </p:cNvCxnSpPr>
          <p:nvPr/>
        </p:nvCxnSpPr>
        <p:spPr>
          <a:xfrm>
            <a:off x="10629215" y="2746640"/>
            <a:ext cx="154575" cy="0"/>
          </a:xfrm>
          <a:prstGeom prst="straightConnector1">
            <a:avLst/>
          </a:prstGeom>
          <a:ln w="12700" cap="rnd">
            <a:solidFill>
              <a:srgbClr val="FDFDFE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6" name="그림 375">
            <a:extLst>
              <a:ext uri="{FF2B5EF4-FFF2-40B4-BE49-F238E27FC236}">
                <a16:creationId xmlns:a16="http://schemas.microsoft.com/office/drawing/2014/main" id="{6E00834E-FFCC-9398-5BA7-5B309850462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31" t="51624" r="80754" b="43705"/>
          <a:stretch>
            <a:fillRect/>
          </a:stretch>
        </p:blipFill>
        <p:spPr>
          <a:xfrm>
            <a:off x="6998749" y="1875179"/>
            <a:ext cx="328871" cy="141362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377" name="그림 376">
            <a:extLst>
              <a:ext uri="{FF2B5EF4-FFF2-40B4-BE49-F238E27FC236}">
                <a16:creationId xmlns:a16="http://schemas.microsoft.com/office/drawing/2014/main" id="{1A8E0847-F560-23C1-79BC-822687D8B3A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7500"/>
                    </a14:imgEffect>
                    <a14:imgEffect>
                      <a14:saturation sat="150000"/>
                    </a14:imgEffect>
                    <a14:imgEffect>
                      <a14:brightnessContrast bright="-10000" contras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04" t="5648" r="63334" b="41389"/>
          <a:stretch>
            <a:fillRect/>
          </a:stretch>
        </p:blipFill>
        <p:spPr>
          <a:xfrm>
            <a:off x="6970485" y="1275376"/>
            <a:ext cx="558167" cy="674686"/>
          </a:xfrm>
          <a:prstGeom prst="rect">
            <a:avLst/>
          </a:prstGeom>
        </p:spPr>
      </p:pic>
      <p:pic>
        <p:nvPicPr>
          <p:cNvPr id="378" name="그림 377">
            <a:extLst>
              <a:ext uri="{FF2B5EF4-FFF2-40B4-BE49-F238E27FC236}">
                <a16:creationId xmlns:a16="http://schemas.microsoft.com/office/drawing/2014/main" id="{BA3881A3-C0C6-EDA6-1B5C-F2761D00452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006" t="50964" r="49758" b="43734"/>
          <a:stretch>
            <a:fillRect/>
          </a:stretch>
        </p:blipFill>
        <p:spPr>
          <a:xfrm>
            <a:off x="8522567" y="1847794"/>
            <a:ext cx="496770" cy="160484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379" name="그림 378">
            <a:extLst>
              <a:ext uri="{FF2B5EF4-FFF2-40B4-BE49-F238E27FC236}">
                <a16:creationId xmlns:a16="http://schemas.microsoft.com/office/drawing/2014/main" id="{CFA50FCA-ADFB-BFB9-F12E-702B691FC22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5000"/>
                    </a14:imgEffect>
                    <a14:imgEffect>
                      <a14:saturation sat="168000"/>
                    </a14:imgEffect>
                    <a14:imgEffect>
                      <a14:brightnessContrast bright="-34000" contras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667" t="5648" r="38740" b="41389"/>
          <a:stretch>
            <a:fillRect/>
          </a:stretch>
        </p:blipFill>
        <p:spPr>
          <a:xfrm>
            <a:off x="8731240" y="1286075"/>
            <a:ext cx="417717" cy="674686"/>
          </a:xfrm>
          <a:prstGeom prst="rect">
            <a:avLst/>
          </a:prstGeom>
        </p:spPr>
      </p:pic>
      <p:pic>
        <p:nvPicPr>
          <p:cNvPr id="380" name="그림 379">
            <a:extLst>
              <a:ext uri="{FF2B5EF4-FFF2-40B4-BE49-F238E27FC236}">
                <a16:creationId xmlns:a16="http://schemas.microsoft.com/office/drawing/2014/main" id="{D2C80ECF-DA1A-E7E4-EF0E-9016E3948D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76" t="51430" r="16701" b="43828"/>
          <a:stretch>
            <a:fillRect/>
          </a:stretch>
        </p:blipFill>
        <p:spPr>
          <a:xfrm>
            <a:off x="10346651" y="1875686"/>
            <a:ext cx="496076" cy="143535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381" name="그림 380">
            <a:extLst>
              <a:ext uri="{FF2B5EF4-FFF2-40B4-BE49-F238E27FC236}">
                <a16:creationId xmlns:a16="http://schemas.microsoft.com/office/drawing/2014/main" id="{9DF96AE0-28F4-A58C-C251-564623A6432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6700"/>
                    </a14:imgEffect>
                    <a14:imgEffect>
                      <a14:saturation sat="190000"/>
                    </a14:imgEffect>
                    <a14:imgEffect>
                      <a14:brightnessContrast bright="-20000" contrast="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5551" t="5648" r="943" b="41389"/>
          <a:stretch>
            <a:fillRect/>
          </a:stretch>
        </p:blipFill>
        <p:spPr>
          <a:xfrm>
            <a:off x="10482498" y="1300657"/>
            <a:ext cx="569102" cy="674686"/>
          </a:xfrm>
          <a:prstGeom prst="rect">
            <a:avLst/>
          </a:prstGeom>
        </p:spPr>
      </p:pic>
      <p:sp>
        <p:nvSpPr>
          <p:cNvPr id="386" name="타원 385">
            <a:extLst>
              <a:ext uri="{FF2B5EF4-FFF2-40B4-BE49-F238E27FC236}">
                <a16:creationId xmlns:a16="http://schemas.microsoft.com/office/drawing/2014/main" id="{6A93F942-5605-5C72-0A5F-09F5C8D08726}"/>
              </a:ext>
            </a:extLst>
          </p:cNvPr>
          <p:cNvSpPr/>
          <p:nvPr/>
        </p:nvSpPr>
        <p:spPr>
          <a:xfrm>
            <a:off x="3604766" y="2236140"/>
            <a:ext cx="161374" cy="161372"/>
          </a:xfrm>
          <a:prstGeom prst="ellipse">
            <a:avLst/>
          </a:prstGeom>
          <a:solidFill>
            <a:srgbClr val="84719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8" name="TextBox 387">
            <a:extLst>
              <a:ext uri="{FF2B5EF4-FFF2-40B4-BE49-F238E27FC236}">
                <a16:creationId xmlns:a16="http://schemas.microsoft.com/office/drawing/2014/main" id="{D27D3BEB-83EF-6FB6-7013-83D811E1B56C}"/>
              </a:ext>
            </a:extLst>
          </p:cNvPr>
          <p:cNvSpPr txBox="1"/>
          <p:nvPr/>
        </p:nvSpPr>
        <p:spPr>
          <a:xfrm>
            <a:off x="3562663" y="2209104"/>
            <a:ext cx="2455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rgbClr val="FDFDFE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2</a:t>
            </a:r>
            <a:endParaRPr lang="ko-KR" altLang="en-US" sz="800" dirty="0">
              <a:solidFill>
                <a:srgbClr val="FDFDFE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390" name="TextBox 389">
            <a:extLst>
              <a:ext uri="{FF2B5EF4-FFF2-40B4-BE49-F238E27FC236}">
                <a16:creationId xmlns:a16="http://schemas.microsoft.com/office/drawing/2014/main" id="{F8327E7B-98F9-6D86-A9D9-9F694CB06BB1}"/>
              </a:ext>
            </a:extLst>
          </p:cNvPr>
          <p:cNvSpPr txBox="1"/>
          <p:nvPr/>
        </p:nvSpPr>
        <p:spPr>
          <a:xfrm>
            <a:off x="3766461" y="2193715"/>
            <a:ext cx="4315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참기</a:t>
            </a:r>
            <a:endParaRPr lang="ko-KR" altLang="en-US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92" name="타원 391">
            <a:extLst>
              <a:ext uri="{FF2B5EF4-FFF2-40B4-BE49-F238E27FC236}">
                <a16:creationId xmlns:a16="http://schemas.microsoft.com/office/drawing/2014/main" id="{5AFF3474-C445-07A9-4868-0C820442BF5A}"/>
              </a:ext>
            </a:extLst>
          </p:cNvPr>
          <p:cNvSpPr/>
          <p:nvPr/>
        </p:nvSpPr>
        <p:spPr>
          <a:xfrm>
            <a:off x="3604445" y="2760096"/>
            <a:ext cx="161374" cy="161372"/>
          </a:xfrm>
          <a:prstGeom prst="ellipse">
            <a:avLst/>
          </a:prstGeom>
          <a:solidFill>
            <a:srgbClr val="A07B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4" name="TextBox 393">
            <a:extLst>
              <a:ext uri="{FF2B5EF4-FFF2-40B4-BE49-F238E27FC236}">
                <a16:creationId xmlns:a16="http://schemas.microsoft.com/office/drawing/2014/main" id="{85BE04DB-E25D-E234-7AB4-6B66C7EABB69}"/>
              </a:ext>
            </a:extLst>
          </p:cNvPr>
          <p:cNvSpPr txBox="1"/>
          <p:nvPr/>
        </p:nvSpPr>
        <p:spPr>
          <a:xfrm>
            <a:off x="3562342" y="2733060"/>
            <a:ext cx="2455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rgbClr val="FDFDFE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3</a:t>
            </a:r>
            <a:endParaRPr lang="ko-KR" altLang="en-US" sz="800" dirty="0">
              <a:solidFill>
                <a:srgbClr val="FDFDFE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6FDBE8AA-B56E-0591-9AA4-D54F85D318E2}"/>
              </a:ext>
            </a:extLst>
          </p:cNvPr>
          <p:cNvSpPr txBox="1"/>
          <p:nvPr/>
        </p:nvSpPr>
        <p:spPr>
          <a:xfrm>
            <a:off x="3766140" y="2717671"/>
            <a:ext cx="4388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날숨</a:t>
            </a:r>
            <a:endParaRPr lang="ko-KR" altLang="en-US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931A3716-A935-EDA9-65B2-9DE60D7F55D7}"/>
              </a:ext>
            </a:extLst>
          </p:cNvPr>
          <p:cNvSpPr txBox="1"/>
          <p:nvPr/>
        </p:nvSpPr>
        <p:spPr>
          <a:xfrm>
            <a:off x="4145094" y="2127101"/>
            <a:ext cx="1279517" cy="5334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마우스 </a:t>
            </a:r>
            <a:r>
              <a:rPr lang="ko-KR" altLang="en-US" sz="1000" dirty="0" err="1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우클릭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유지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게이지 천천히 감소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717E3EB4-170A-B493-6FDD-3885CCB752F2}"/>
              </a:ext>
            </a:extLst>
          </p:cNvPr>
          <p:cNvSpPr txBox="1"/>
          <p:nvPr/>
        </p:nvSpPr>
        <p:spPr>
          <a:xfrm>
            <a:off x="4145094" y="2651355"/>
            <a:ext cx="1279517" cy="5334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R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키 유지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게이지 빠르게 감소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pic>
        <p:nvPicPr>
          <p:cNvPr id="402" name="그림 401">
            <a:extLst>
              <a:ext uri="{FF2B5EF4-FFF2-40B4-BE49-F238E27FC236}">
                <a16:creationId xmlns:a16="http://schemas.microsoft.com/office/drawing/2014/main" id="{39DD22DF-100C-D892-C3C5-FE9855B1D4D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27" t="39983" r="5217" b="34675"/>
          <a:stretch>
            <a:fillRect/>
          </a:stretch>
        </p:blipFill>
        <p:spPr>
          <a:xfrm>
            <a:off x="5382224" y="2465054"/>
            <a:ext cx="593713" cy="126288"/>
          </a:xfrm>
          <a:prstGeom prst="rect">
            <a:avLst/>
          </a:prstGeom>
        </p:spPr>
      </p:pic>
      <p:pic>
        <p:nvPicPr>
          <p:cNvPr id="404" name="그림 403">
            <a:extLst>
              <a:ext uri="{FF2B5EF4-FFF2-40B4-BE49-F238E27FC236}">
                <a16:creationId xmlns:a16="http://schemas.microsoft.com/office/drawing/2014/main" id="{0D3B3B26-7224-3F87-CAB7-F903780AAD6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27" t="67477" r="5217" b="7181"/>
          <a:stretch>
            <a:fillRect/>
          </a:stretch>
        </p:blipFill>
        <p:spPr>
          <a:xfrm>
            <a:off x="5383844" y="2993475"/>
            <a:ext cx="593713" cy="126288"/>
          </a:xfrm>
          <a:prstGeom prst="rect">
            <a:avLst/>
          </a:prstGeom>
        </p:spPr>
      </p:pic>
      <p:sp>
        <p:nvSpPr>
          <p:cNvPr id="406" name="타원 405">
            <a:extLst>
              <a:ext uri="{FF2B5EF4-FFF2-40B4-BE49-F238E27FC236}">
                <a16:creationId xmlns:a16="http://schemas.microsoft.com/office/drawing/2014/main" id="{8709DB6C-3ECA-B79E-FA61-61041238E049}"/>
              </a:ext>
            </a:extLst>
          </p:cNvPr>
          <p:cNvSpPr/>
          <p:nvPr/>
        </p:nvSpPr>
        <p:spPr>
          <a:xfrm>
            <a:off x="3604766" y="1713808"/>
            <a:ext cx="161374" cy="161372"/>
          </a:xfrm>
          <a:prstGeom prst="ellipse">
            <a:avLst/>
          </a:prstGeom>
          <a:solidFill>
            <a:srgbClr val="7581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8" name="TextBox 407">
            <a:extLst>
              <a:ext uri="{FF2B5EF4-FFF2-40B4-BE49-F238E27FC236}">
                <a16:creationId xmlns:a16="http://schemas.microsoft.com/office/drawing/2014/main" id="{083C0F7D-7183-20F9-EAD1-C3BB9970BF33}"/>
              </a:ext>
            </a:extLst>
          </p:cNvPr>
          <p:cNvSpPr txBox="1"/>
          <p:nvPr/>
        </p:nvSpPr>
        <p:spPr>
          <a:xfrm>
            <a:off x="3562663" y="1686772"/>
            <a:ext cx="2455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>
                <a:solidFill>
                  <a:srgbClr val="FDFDFE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1</a:t>
            </a:r>
            <a:endParaRPr lang="ko-KR" altLang="en-US" sz="800" dirty="0">
              <a:solidFill>
                <a:srgbClr val="FDFDFE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D94F79D6-3611-2BB1-7A87-5D339E883124}"/>
              </a:ext>
            </a:extLst>
          </p:cNvPr>
          <p:cNvSpPr txBox="1"/>
          <p:nvPr/>
        </p:nvSpPr>
        <p:spPr>
          <a:xfrm>
            <a:off x="3766461" y="1671383"/>
            <a:ext cx="4315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들숨</a:t>
            </a:r>
            <a:endParaRPr lang="ko-KR" altLang="en-US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412" name="TextBox 411">
            <a:extLst>
              <a:ext uri="{FF2B5EF4-FFF2-40B4-BE49-F238E27FC236}">
                <a16:creationId xmlns:a16="http://schemas.microsoft.com/office/drawing/2014/main" id="{74DA6BB9-AFB1-EA71-3057-3AEADE995317}"/>
              </a:ext>
            </a:extLst>
          </p:cNvPr>
          <p:cNvSpPr txBox="1"/>
          <p:nvPr/>
        </p:nvSpPr>
        <p:spPr>
          <a:xfrm>
            <a:off x="4148319" y="1608439"/>
            <a:ext cx="1279517" cy="5334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마우스 </a:t>
            </a:r>
            <a:r>
              <a:rPr lang="ko-KR" altLang="en-US" sz="1000" dirty="0" err="1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좌클릭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유지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게이지 증가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pic>
        <p:nvPicPr>
          <p:cNvPr id="414" name="그림 413">
            <a:extLst>
              <a:ext uri="{FF2B5EF4-FFF2-40B4-BE49-F238E27FC236}">
                <a16:creationId xmlns:a16="http://schemas.microsoft.com/office/drawing/2014/main" id="{90BCC3F1-C025-E16A-CF5F-F8380FC99BF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27" t="11682" r="5217" b="62976"/>
          <a:stretch>
            <a:fillRect/>
          </a:stretch>
        </p:blipFill>
        <p:spPr>
          <a:xfrm>
            <a:off x="5387621" y="1950569"/>
            <a:ext cx="593713" cy="1262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57430A-530E-FEF4-824C-E9057A85F0EC}"/>
              </a:ext>
            </a:extLst>
          </p:cNvPr>
          <p:cNvSpPr txBox="1"/>
          <p:nvPr/>
        </p:nvSpPr>
        <p:spPr>
          <a:xfrm>
            <a:off x="11812654" y="6499017"/>
            <a:ext cx="2455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7</a:t>
            </a:r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161AA1C6-2500-D0ED-0F39-0A250C3F1F3E}"/>
              </a:ext>
            </a:extLst>
          </p:cNvPr>
          <p:cNvCxnSpPr>
            <a:cxnSpLocks/>
            <a:stCxn id="44" idx="3"/>
          </p:cNvCxnSpPr>
          <p:nvPr/>
        </p:nvCxnSpPr>
        <p:spPr>
          <a:xfrm>
            <a:off x="2447179" y="776789"/>
            <a:ext cx="9388299" cy="3272"/>
          </a:xfrm>
          <a:prstGeom prst="line">
            <a:avLst/>
          </a:prstGeom>
          <a:ln w="12700">
            <a:solidFill>
              <a:srgbClr val="A07B6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9273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CD422-F5B3-D867-ABFE-7948FA460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F771E45-906C-A1D9-A6F4-6A04BA265DD1}"/>
              </a:ext>
            </a:extLst>
          </p:cNvPr>
          <p:cNvSpPr/>
          <p:nvPr/>
        </p:nvSpPr>
        <p:spPr>
          <a:xfrm flipV="1">
            <a:off x="416723" y="5173996"/>
            <a:ext cx="11358553" cy="327822"/>
          </a:xfrm>
          <a:prstGeom prst="roundRect">
            <a:avLst>
              <a:gd name="adj" fmla="val 12147"/>
            </a:avLst>
          </a:prstGeom>
          <a:solidFill>
            <a:srgbClr val="0312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70BC99-5A1B-71B7-6C43-D066E964B90D}"/>
              </a:ext>
            </a:extLst>
          </p:cNvPr>
          <p:cNvSpPr txBox="1"/>
          <p:nvPr/>
        </p:nvSpPr>
        <p:spPr>
          <a:xfrm>
            <a:off x="1442096" y="2563184"/>
            <a:ext cx="12490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강제</a:t>
            </a:r>
            <a:r>
              <a:rPr lang="en-US" altLang="ko-KR" sz="2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ko-KR" altLang="en-US" sz="2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호흡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64F8428-2554-39CE-A593-B8F2E3F41ACF}"/>
              </a:ext>
            </a:extLst>
          </p:cNvPr>
          <p:cNvSpPr txBox="1"/>
          <p:nvPr/>
        </p:nvSpPr>
        <p:spPr>
          <a:xfrm>
            <a:off x="300437" y="576734"/>
            <a:ext cx="24352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2) </a:t>
            </a:r>
            <a:r>
              <a:rPr lang="ko-KR" altLang="en-US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강제 호흡</a:t>
            </a:r>
            <a:r>
              <a:rPr lang="en-US" altLang="ko-KR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·</a:t>
            </a:r>
            <a:r>
              <a:rPr lang="ko-KR" altLang="en-US" sz="2000" dirty="0" err="1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과흡입</a:t>
            </a:r>
            <a:endParaRPr lang="ko-KR" altLang="en-US" sz="2000" dirty="0"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B1C4B4F-C712-AD38-575E-40E1326ACA2A}"/>
              </a:ext>
            </a:extLst>
          </p:cNvPr>
          <p:cNvSpPr txBox="1"/>
          <p:nvPr/>
        </p:nvSpPr>
        <p:spPr>
          <a:xfrm>
            <a:off x="312341" y="260477"/>
            <a:ext cx="8258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rgbClr val="A07B6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3</a:t>
            </a:r>
            <a:r>
              <a:rPr lang="en-US" altLang="ko-KR" sz="8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시스템 규칙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CCBEC7-41B9-2D1B-6770-99C4F4D789ED}"/>
              </a:ext>
            </a:extLst>
          </p:cNvPr>
          <p:cNvSpPr txBox="1"/>
          <p:nvPr/>
        </p:nvSpPr>
        <p:spPr>
          <a:xfrm>
            <a:off x="300437" y="976844"/>
            <a:ext cx="64059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호흡량의 상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하한에서 유효하지 않은 조작을 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</a:t>
            </a: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초 이상 유지하면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 </a:t>
            </a: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 제어에 실패하고 거친 호흡 상태로 진입함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637A96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CCEDA6-2248-BE5E-45CB-9D377EA4BFE8}"/>
              </a:ext>
            </a:extLst>
          </p:cNvPr>
          <p:cNvSpPr txBox="1"/>
          <p:nvPr/>
        </p:nvSpPr>
        <p:spPr>
          <a:xfrm>
            <a:off x="440394" y="1396485"/>
            <a:ext cx="262764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호흡량 경계에 따른 실패 판정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139DA04-0E14-3C90-32AB-1F6C1B4CD09D}"/>
              </a:ext>
            </a:extLst>
          </p:cNvPr>
          <p:cNvSpPr/>
          <p:nvPr/>
        </p:nvSpPr>
        <p:spPr>
          <a:xfrm>
            <a:off x="2507461" y="1938170"/>
            <a:ext cx="7177078" cy="176238"/>
          </a:xfrm>
          <a:prstGeom prst="roundRect">
            <a:avLst>
              <a:gd name="adj" fmla="val 50000"/>
            </a:avLst>
          </a:prstGeom>
          <a:solidFill>
            <a:srgbClr val="031223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916E9066-CE00-4AD8-DB0F-47F6D4A29615}"/>
              </a:ext>
            </a:extLst>
          </p:cNvPr>
          <p:cNvSpPr/>
          <p:nvPr/>
        </p:nvSpPr>
        <p:spPr>
          <a:xfrm>
            <a:off x="2366973" y="1885802"/>
            <a:ext cx="280976" cy="280974"/>
          </a:xfrm>
          <a:prstGeom prst="ellipse">
            <a:avLst/>
          </a:prstGeom>
          <a:solidFill>
            <a:srgbClr val="AF72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E8F25D4-6EB3-324B-F7C2-AF97EA94390E}"/>
              </a:ext>
            </a:extLst>
          </p:cNvPr>
          <p:cNvSpPr/>
          <p:nvPr/>
        </p:nvSpPr>
        <p:spPr>
          <a:xfrm>
            <a:off x="9544051" y="1885801"/>
            <a:ext cx="280976" cy="280974"/>
          </a:xfrm>
          <a:prstGeom prst="ellipse">
            <a:avLst/>
          </a:prstGeom>
          <a:solidFill>
            <a:srgbClr val="AF72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518E3E-DE5F-D7C3-B0FA-1E2CCB49A582}"/>
              </a:ext>
            </a:extLst>
          </p:cNvPr>
          <p:cNvSpPr txBox="1"/>
          <p:nvPr/>
        </p:nvSpPr>
        <p:spPr>
          <a:xfrm>
            <a:off x="9419081" y="2166775"/>
            <a:ext cx="53091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5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100</a:t>
            </a:r>
            <a:endParaRPr lang="ko-KR" altLang="en-US" sz="1500" dirty="0">
              <a:solidFill>
                <a:srgbClr val="AF727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F54ABF-C5DF-3E50-2C4C-44EFBAB0A734}"/>
              </a:ext>
            </a:extLst>
          </p:cNvPr>
          <p:cNvSpPr txBox="1"/>
          <p:nvPr/>
        </p:nvSpPr>
        <p:spPr>
          <a:xfrm>
            <a:off x="2357419" y="2166775"/>
            <a:ext cx="30008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5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0</a:t>
            </a:r>
            <a:endParaRPr lang="ko-KR" altLang="en-US" sz="1500" dirty="0">
              <a:solidFill>
                <a:srgbClr val="AF727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5862F1DF-434C-4316-BC55-4A0417DC3BB5}"/>
              </a:ext>
            </a:extLst>
          </p:cNvPr>
          <p:cNvCxnSpPr>
            <a:cxnSpLocks/>
          </p:cNvCxnSpPr>
          <p:nvPr/>
        </p:nvCxnSpPr>
        <p:spPr>
          <a:xfrm>
            <a:off x="1386346" y="2663176"/>
            <a:ext cx="0" cy="200127"/>
          </a:xfrm>
          <a:prstGeom prst="line">
            <a:avLst/>
          </a:prstGeom>
          <a:ln w="38100" cap="rnd">
            <a:solidFill>
              <a:srgbClr val="AF7273"/>
            </a:solidFill>
            <a:headEnd type="none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그림 30">
            <a:extLst>
              <a:ext uri="{FF2B5EF4-FFF2-40B4-BE49-F238E27FC236}">
                <a16:creationId xmlns:a16="http://schemas.microsoft.com/office/drawing/2014/main" id="{9904BFA6-BB79-A94F-0EC7-40E80C92AB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75" r="52939"/>
          <a:stretch>
            <a:fillRect/>
          </a:stretch>
        </p:blipFill>
        <p:spPr>
          <a:xfrm>
            <a:off x="4026603" y="2563184"/>
            <a:ext cx="1137809" cy="1165645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F33E8FE5-41BA-2F5A-9505-145C8C6E07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82" r="7869"/>
          <a:stretch>
            <a:fillRect/>
          </a:stretch>
        </p:blipFill>
        <p:spPr>
          <a:xfrm>
            <a:off x="9543774" y="2473188"/>
            <a:ext cx="1006926" cy="1279486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46CC383B-67B1-6620-2A0B-384D5BF6C6B3}"/>
              </a:ext>
            </a:extLst>
          </p:cNvPr>
          <p:cNvSpPr txBox="1"/>
          <p:nvPr/>
        </p:nvSpPr>
        <p:spPr>
          <a:xfrm>
            <a:off x="6836335" y="2563184"/>
            <a:ext cx="9252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 err="1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과흡입</a:t>
            </a:r>
            <a:endParaRPr lang="ko-KR" altLang="en-US" sz="20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C169F0EC-69A0-991A-B43E-FA7D0F02E3A6}"/>
              </a:ext>
            </a:extLst>
          </p:cNvPr>
          <p:cNvCxnSpPr>
            <a:cxnSpLocks/>
          </p:cNvCxnSpPr>
          <p:nvPr/>
        </p:nvCxnSpPr>
        <p:spPr>
          <a:xfrm>
            <a:off x="6780585" y="2663176"/>
            <a:ext cx="0" cy="200127"/>
          </a:xfrm>
          <a:prstGeom prst="line">
            <a:avLst/>
          </a:prstGeom>
          <a:ln w="38100" cap="rnd">
            <a:solidFill>
              <a:srgbClr val="AF7273"/>
            </a:solidFill>
            <a:headEnd type="arrow" w="sm" len="sm"/>
            <a:tailEnd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E4848C1-3DF9-282E-7042-29BF600350E3}"/>
              </a:ext>
            </a:extLst>
          </p:cNvPr>
          <p:cNvSpPr txBox="1"/>
          <p:nvPr/>
        </p:nvSpPr>
        <p:spPr>
          <a:xfrm>
            <a:off x="1442096" y="2978870"/>
            <a:ext cx="9765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하한</a:t>
            </a:r>
            <a:r>
              <a:rPr lang="en-US" altLang="ko-KR" sz="10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·</a:t>
            </a:r>
            <a:r>
              <a:rPr lang="ko-KR" altLang="en-US" sz="10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호흡량 </a:t>
            </a:r>
            <a:r>
              <a:rPr lang="en-US" altLang="ko-KR" sz="10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9943A3F-1A01-A84B-CDB0-A9B1F7838974}"/>
              </a:ext>
            </a:extLst>
          </p:cNvPr>
          <p:cNvSpPr txBox="1"/>
          <p:nvPr/>
        </p:nvSpPr>
        <p:spPr>
          <a:xfrm>
            <a:off x="6836335" y="2970519"/>
            <a:ext cx="11304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상한</a:t>
            </a:r>
            <a:r>
              <a:rPr lang="en-US" altLang="ko-KR" sz="10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·</a:t>
            </a:r>
            <a:r>
              <a:rPr lang="ko-KR" altLang="en-US" sz="10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호흡량 </a:t>
            </a:r>
            <a:r>
              <a:rPr lang="en-US" altLang="ko-KR" sz="10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100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9C1E580-5CC6-EA05-3CE5-F5001EB53FD7}"/>
              </a:ext>
            </a:extLst>
          </p:cNvPr>
          <p:cNvSpPr txBox="1"/>
          <p:nvPr/>
        </p:nvSpPr>
        <p:spPr>
          <a:xfrm>
            <a:off x="1442096" y="3225091"/>
            <a:ext cx="1943161" cy="5334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평상 호흡에서 참기 또는 날숨을</a:t>
            </a:r>
            <a:endParaRPr lang="en-US" altLang="ko-KR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새로 입력하고 </a:t>
            </a: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1</a:t>
            </a: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초 이상 유지</a:t>
            </a: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5121B0E-E894-4594-018E-9CE3EE34F824}"/>
              </a:ext>
            </a:extLst>
          </p:cNvPr>
          <p:cNvSpPr txBox="1"/>
          <p:nvPr/>
        </p:nvSpPr>
        <p:spPr>
          <a:xfrm>
            <a:off x="6780585" y="3219194"/>
            <a:ext cx="1641796" cy="5334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호흡량이 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100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일 때 들숨을</a:t>
            </a:r>
            <a:endParaRPr lang="en-US" altLang="ko-KR" sz="1000" dirty="0">
              <a:solidFill>
                <a:srgbClr val="031223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1</a:t>
            </a: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초 이상 유지</a:t>
            </a: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.</a:t>
            </a: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24F6CB78-0ABD-179F-7C28-91324BA79434}"/>
              </a:ext>
            </a:extLst>
          </p:cNvPr>
          <p:cNvCxnSpPr>
            <a:cxnSpLocks/>
          </p:cNvCxnSpPr>
          <p:nvPr/>
        </p:nvCxnSpPr>
        <p:spPr>
          <a:xfrm flipV="1">
            <a:off x="416723" y="3890229"/>
            <a:ext cx="11358554" cy="46846"/>
          </a:xfrm>
          <a:prstGeom prst="line">
            <a:avLst/>
          </a:prstGeom>
          <a:ln w="12700">
            <a:solidFill>
              <a:srgbClr val="A07B6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E4DCF3CA-9786-06A6-0D1E-484E2A72782F}"/>
              </a:ext>
            </a:extLst>
          </p:cNvPr>
          <p:cNvSpPr txBox="1"/>
          <p:nvPr/>
        </p:nvSpPr>
        <p:spPr>
          <a:xfrm>
            <a:off x="440394" y="4058146"/>
            <a:ext cx="10021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637A96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입력 판정 예외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BACDD44-6C53-55CF-A97C-FB2D8B75B9BE}"/>
              </a:ext>
            </a:extLst>
          </p:cNvPr>
          <p:cNvSpPr txBox="1"/>
          <p:nvPr/>
        </p:nvSpPr>
        <p:spPr>
          <a:xfrm>
            <a:off x="1677986" y="4059468"/>
            <a:ext cx="61350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참기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날숨 중 호흡량이 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0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에 도달하면 행동 종료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 0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에 도달하기 전부터 유지한 입력은 새 입력으로 보지 않음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F2785D8-415A-E441-B7C9-E4976F6E3DB2}"/>
              </a:ext>
            </a:extLst>
          </p:cNvPr>
          <p:cNvGraphicFramePr>
            <a:graphicFrameLocks noGrp="1"/>
          </p:cNvGraphicFramePr>
          <p:nvPr/>
        </p:nvGraphicFramePr>
        <p:xfrm>
          <a:off x="416723" y="5162071"/>
          <a:ext cx="11358553" cy="132120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893092">
                  <a:extLst>
                    <a:ext uri="{9D8B030D-6E8A-4147-A177-3AD203B41FA5}">
                      <a16:colId xmlns:a16="http://schemas.microsoft.com/office/drawing/2014/main" val="1370420926"/>
                    </a:ext>
                  </a:extLst>
                </a:gridCol>
                <a:gridCol w="2835926">
                  <a:extLst>
                    <a:ext uri="{9D8B030D-6E8A-4147-A177-3AD203B41FA5}">
                      <a16:colId xmlns:a16="http://schemas.microsoft.com/office/drawing/2014/main" val="686055307"/>
                    </a:ext>
                  </a:extLst>
                </a:gridCol>
                <a:gridCol w="1416424">
                  <a:extLst>
                    <a:ext uri="{9D8B030D-6E8A-4147-A177-3AD203B41FA5}">
                      <a16:colId xmlns:a16="http://schemas.microsoft.com/office/drawing/2014/main" val="1735435186"/>
                    </a:ext>
                  </a:extLst>
                </a:gridCol>
                <a:gridCol w="1416424">
                  <a:extLst>
                    <a:ext uri="{9D8B030D-6E8A-4147-A177-3AD203B41FA5}">
                      <a16:colId xmlns:a16="http://schemas.microsoft.com/office/drawing/2014/main" val="3585137349"/>
                    </a:ext>
                  </a:extLst>
                </a:gridCol>
                <a:gridCol w="1416424">
                  <a:extLst>
                    <a:ext uri="{9D8B030D-6E8A-4147-A177-3AD203B41FA5}">
                      <a16:colId xmlns:a16="http://schemas.microsoft.com/office/drawing/2014/main" val="1945752824"/>
                    </a:ext>
                  </a:extLst>
                </a:gridCol>
                <a:gridCol w="2380263">
                  <a:extLst>
                    <a:ext uri="{9D8B030D-6E8A-4147-A177-3AD203B41FA5}">
                      <a16:colId xmlns:a16="http://schemas.microsoft.com/office/drawing/2014/main" val="2080545273"/>
                    </a:ext>
                  </a:extLst>
                </a:gridCol>
              </a:tblGrid>
              <a:tr h="3303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rgbClr val="FDFDFE"/>
                          </a:solidFill>
                          <a:latin typeface="KoddiUD 온고딕 Bold" panose="020B0803000000000000" pitchFamily="50" charset="-127"/>
                          <a:ea typeface="KoddiUD 온고딕 Bold" panose="020B0803000000000000" pitchFamily="50" charset="-127"/>
                        </a:rPr>
                        <a:t>이벤트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rgbClr val="FDF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rgbClr val="FDFDFE"/>
                          </a:solidFill>
                          <a:latin typeface="KoddiUD 온고딕 Bold" panose="020B0803000000000000" pitchFamily="50" charset="-127"/>
                          <a:ea typeface="KoddiUD 온고딕 Bold" panose="020B0803000000000000" pitchFamily="50" charset="-127"/>
                        </a:rPr>
                        <a:t>발생 조건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DF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DF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rgbClr val="FDFDFE"/>
                          </a:solidFill>
                          <a:latin typeface="KoddiUD 온고딕 Bold" panose="020B0803000000000000" pitchFamily="50" charset="-127"/>
                          <a:ea typeface="KoddiUD 온고딕 Bold" panose="020B0803000000000000" pitchFamily="50" charset="-127"/>
                        </a:rPr>
                        <a:t>유예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DF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DF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rgbClr val="FDFDFE"/>
                          </a:solidFill>
                          <a:latin typeface="KoddiUD 온고딕 Bold" panose="020B0803000000000000" pitchFamily="50" charset="-127"/>
                          <a:ea typeface="KoddiUD 온고딕 Bold" panose="020B0803000000000000" pitchFamily="50" charset="-127"/>
                        </a:rPr>
                        <a:t>지속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DF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DF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rgbClr val="FDFDFE"/>
                          </a:solidFill>
                          <a:latin typeface="KoddiUD 온고딕 Bold" panose="020B0803000000000000" pitchFamily="50" charset="-127"/>
                          <a:ea typeface="KoddiUD 온고딕 Bold" panose="020B0803000000000000" pitchFamily="50" charset="-127"/>
                        </a:rPr>
                        <a:t>소리 반경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DF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DF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rgbClr val="FDFDFE"/>
                          </a:solidFill>
                          <a:latin typeface="KoddiUD 온고딕 Bold" panose="020B0803000000000000" pitchFamily="50" charset="-127"/>
                          <a:ea typeface="KoddiUD 온고딕 Bold" panose="020B0803000000000000" pitchFamily="50" charset="-127"/>
                        </a:rPr>
                        <a:t>종료 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FDFD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8833562"/>
                  </a:ext>
                </a:extLst>
              </a:tr>
              <a:tr h="3303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 err="1">
                          <a:solidFill>
                            <a:srgbClr val="031223"/>
                          </a:solidFill>
                          <a:latin typeface="KoddiUD 온고딕 Bold" panose="020B0803000000000000" pitchFamily="50" charset="-127"/>
                          <a:ea typeface="KoddiUD 온고딕 Bold" panose="020B0803000000000000" pitchFamily="50" charset="-127"/>
                        </a:rPr>
                        <a:t>과흡입</a:t>
                      </a:r>
                      <a:endParaRPr lang="ko-KR" altLang="en-US" sz="1000" b="0" dirty="0">
                        <a:solidFill>
                          <a:srgbClr val="031223"/>
                        </a:solidFill>
                        <a:latin typeface="KoddiUD 온고딕 Bold" panose="020B0803000000000000" pitchFamily="50" charset="-127"/>
                        <a:ea typeface="KoddiUD 온고딕 Bold" panose="020B08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100</a:t>
                      </a:r>
                      <a:r>
                        <a:rPr lang="ko-KR" altLang="en-US" sz="1000" b="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에서 들숨 입력 계속 유지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1</a:t>
                      </a:r>
                      <a:r>
                        <a:rPr lang="ko-KR" altLang="en-US" sz="1000" b="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</a:t>
                      </a:r>
                      <a:r>
                        <a:rPr lang="ko-KR" altLang="en-US" sz="1000" b="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8m</a:t>
                      </a:r>
                      <a:endParaRPr lang="ko-KR" altLang="en-US" sz="1000" b="0" dirty="0">
                        <a:solidFill>
                          <a:srgbClr val="031223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호흡량 </a:t>
                      </a:r>
                      <a:r>
                        <a:rPr lang="en-US" altLang="ko-KR" sz="1000" b="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0 / </a:t>
                      </a:r>
                      <a:r>
                        <a:rPr lang="ko-KR" altLang="en-US" sz="1000" b="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평상 호흡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9481714"/>
                  </a:ext>
                </a:extLst>
              </a:tr>
              <a:tr h="3303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rgbClr val="031223"/>
                          </a:solidFill>
                          <a:latin typeface="KoddiUD 온고딕 Bold" panose="020B0803000000000000" pitchFamily="50" charset="-127"/>
                          <a:ea typeface="KoddiUD 온고딕 Bold" panose="020B0803000000000000" pitchFamily="50" charset="-127"/>
                        </a:rPr>
                        <a:t>참기 강제 호흡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평상 호흡</a:t>
                      </a:r>
                      <a:r>
                        <a:rPr lang="en-US" altLang="ko-KR" sz="100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(0)</a:t>
                      </a:r>
                      <a:r>
                        <a:rPr lang="ko-KR" altLang="en-US" sz="100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에서 참기 새 입력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1</a:t>
                      </a:r>
                      <a:r>
                        <a:rPr lang="ko-KR" altLang="en-US" sz="100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</a:t>
                      </a:r>
                      <a:r>
                        <a:rPr lang="ko-KR" altLang="en-US" sz="100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8m</a:t>
                      </a:r>
                      <a:endParaRPr lang="ko-KR" altLang="en-US" sz="1000" dirty="0">
                        <a:solidFill>
                          <a:srgbClr val="031223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호흡량 </a:t>
                      </a:r>
                      <a:r>
                        <a:rPr lang="en-US" altLang="ko-KR" sz="1000" b="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0 / </a:t>
                      </a:r>
                      <a:r>
                        <a:rPr lang="ko-KR" altLang="en-US" sz="1000" b="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평상 호흡</a:t>
                      </a:r>
                      <a:endParaRPr lang="ko-KR" altLang="en-US" sz="1000" dirty="0">
                        <a:solidFill>
                          <a:srgbClr val="031223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682841"/>
                  </a:ext>
                </a:extLst>
              </a:tr>
              <a:tr h="33030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rgbClr val="031223"/>
                          </a:solidFill>
                          <a:latin typeface="KoddiUD 온고딕 Bold" panose="020B0803000000000000" pitchFamily="50" charset="-127"/>
                          <a:ea typeface="KoddiUD 온고딕 Bold" panose="020B0803000000000000" pitchFamily="50" charset="-127"/>
                        </a:rPr>
                        <a:t>날숨 강제 호흡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평상 호흡</a:t>
                      </a:r>
                      <a:r>
                        <a:rPr lang="en-US" altLang="ko-KR" sz="100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(0)</a:t>
                      </a:r>
                      <a:r>
                        <a:rPr lang="ko-KR" altLang="en-US" sz="100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에서 날숨 새 입력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1</a:t>
                      </a:r>
                      <a:r>
                        <a:rPr lang="ko-KR" altLang="en-US" sz="100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2</a:t>
                      </a:r>
                      <a:r>
                        <a:rPr lang="ko-KR" altLang="en-US" sz="100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8m</a:t>
                      </a:r>
                      <a:endParaRPr lang="ko-KR" altLang="en-US" sz="1000" dirty="0">
                        <a:solidFill>
                          <a:srgbClr val="031223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호흡량 </a:t>
                      </a:r>
                      <a:r>
                        <a:rPr lang="en-US" altLang="ko-KR" sz="1000" b="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0 / </a:t>
                      </a:r>
                      <a:r>
                        <a:rPr lang="ko-KR" altLang="en-US" sz="1000" b="0" dirty="0">
                          <a:solidFill>
                            <a:srgbClr val="031223"/>
                          </a:solidFill>
                          <a:latin typeface="KoddiUD 온고딕 Regular" panose="020B0503000000000000" pitchFamily="50" charset="-127"/>
                          <a:ea typeface="KoddiUD 온고딕 Regular" panose="020B0503000000000000" pitchFamily="50" charset="-127"/>
                        </a:rPr>
                        <a:t>평상 호흡</a:t>
                      </a:r>
                      <a:endParaRPr lang="ko-KR" altLang="en-US" sz="1000" dirty="0">
                        <a:solidFill>
                          <a:srgbClr val="031223"/>
                        </a:solidFill>
                        <a:latin typeface="KoddiUD 온고딕 Regular" panose="020B0503000000000000" pitchFamily="50" charset="-127"/>
                        <a:ea typeface="KoddiUD 온고딕 Regular" panose="020B0503000000000000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312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3730510"/>
                  </a:ext>
                </a:extLst>
              </a:tr>
            </a:tbl>
          </a:graphicData>
        </a:graphic>
      </p:graphicFrame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B46014DB-6AEA-D3A4-05BD-9085B23127D6}"/>
              </a:ext>
            </a:extLst>
          </p:cNvPr>
          <p:cNvSpPr/>
          <p:nvPr/>
        </p:nvSpPr>
        <p:spPr>
          <a:xfrm flipV="1">
            <a:off x="416723" y="4401004"/>
            <a:ext cx="11358553" cy="583101"/>
          </a:xfrm>
          <a:prstGeom prst="roundRect">
            <a:avLst>
              <a:gd name="adj" fmla="val 12147"/>
            </a:avLst>
          </a:prstGeom>
          <a:solidFill>
            <a:srgbClr val="031223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53C035D-0789-8C44-46CF-B7076069418A}"/>
              </a:ext>
            </a:extLst>
          </p:cNvPr>
          <p:cNvSpPr txBox="1"/>
          <p:nvPr/>
        </p:nvSpPr>
        <p:spPr>
          <a:xfrm>
            <a:off x="1331211" y="4448897"/>
            <a:ext cx="1624163" cy="48731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호흡량 상</a:t>
            </a:r>
            <a:r>
              <a:rPr lang="en-US" altLang="ko-KR" sz="8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8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하한에서 키 입력 유지</a:t>
            </a:r>
            <a:endParaRPr lang="en-US" altLang="ko-KR" sz="800" dirty="0">
              <a:solidFill>
                <a:srgbClr val="637A96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1</a:t>
            </a: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초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05DEB59-99A5-858A-0BD0-D356C827772B}"/>
              </a:ext>
            </a:extLst>
          </p:cNvPr>
          <p:cNvSpPr txBox="1"/>
          <p:nvPr/>
        </p:nvSpPr>
        <p:spPr>
          <a:xfrm>
            <a:off x="4546301" y="4448896"/>
            <a:ext cx="1683474" cy="48731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강제 호흡 </a:t>
            </a:r>
            <a:r>
              <a:rPr lang="en-US" altLang="ko-KR" sz="8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/ </a:t>
            </a:r>
            <a:r>
              <a:rPr lang="ko-KR" altLang="en-US" sz="800" dirty="0" err="1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과흡입</a:t>
            </a:r>
            <a:r>
              <a:rPr lang="ko-KR" altLang="en-US" sz="8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상태 지속 시간</a:t>
            </a:r>
            <a:endParaRPr lang="en-US" altLang="ko-KR" sz="800" dirty="0">
              <a:solidFill>
                <a:srgbClr val="637A96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2</a:t>
            </a: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초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D19EC8-62D9-DE68-D5DA-D091D8DB3CBB}"/>
              </a:ext>
            </a:extLst>
          </p:cNvPr>
          <p:cNvSpPr txBox="1"/>
          <p:nvPr/>
        </p:nvSpPr>
        <p:spPr>
          <a:xfrm>
            <a:off x="7852062" y="4445960"/>
            <a:ext cx="606256" cy="48731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소리 반경</a:t>
            </a:r>
            <a:endParaRPr lang="en-US" altLang="ko-KR" sz="800" dirty="0">
              <a:solidFill>
                <a:srgbClr val="637A96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8m</a:t>
            </a:r>
            <a:endParaRPr lang="ko-KR" altLang="en-US" sz="10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A5D2F3D-FE25-A5E7-8158-6C7D56E62F57}"/>
              </a:ext>
            </a:extLst>
          </p:cNvPr>
          <p:cNvSpPr txBox="1"/>
          <p:nvPr/>
        </p:nvSpPr>
        <p:spPr>
          <a:xfrm>
            <a:off x="10068166" y="4445960"/>
            <a:ext cx="1261884" cy="48731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종료 후</a:t>
            </a:r>
            <a:endParaRPr lang="en-US" altLang="ko-KR" sz="800" dirty="0">
              <a:solidFill>
                <a:srgbClr val="637A96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호흡량 </a:t>
            </a: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0·</a:t>
            </a: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평상 호흡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962EE41-0A55-4BA9-FC5F-CD589B44862A}"/>
              </a:ext>
            </a:extLst>
          </p:cNvPr>
          <p:cNvSpPr txBox="1"/>
          <p:nvPr/>
        </p:nvSpPr>
        <p:spPr>
          <a:xfrm>
            <a:off x="11812654" y="6499017"/>
            <a:ext cx="2455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8</a:t>
            </a:r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20C83436-5C87-E9E0-4E2E-81DAB66E81A8}"/>
              </a:ext>
            </a:extLst>
          </p:cNvPr>
          <p:cNvCxnSpPr>
            <a:cxnSpLocks/>
          </p:cNvCxnSpPr>
          <p:nvPr/>
        </p:nvCxnSpPr>
        <p:spPr>
          <a:xfrm>
            <a:off x="3361443" y="4711961"/>
            <a:ext cx="326058" cy="0"/>
          </a:xfrm>
          <a:prstGeom prst="straightConnector1">
            <a:avLst/>
          </a:prstGeom>
          <a:ln w="12700">
            <a:solidFill>
              <a:srgbClr val="637A96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0833B09E-00F1-0E07-EED0-56B4B40107C1}"/>
              </a:ext>
            </a:extLst>
          </p:cNvPr>
          <p:cNvCxnSpPr>
            <a:cxnSpLocks/>
          </p:cNvCxnSpPr>
          <p:nvPr/>
        </p:nvCxnSpPr>
        <p:spPr>
          <a:xfrm>
            <a:off x="6649492" y="4711961"/>
            <a:ext cx="326058" cy="0"/>
          </a:xfrm>
          <a:prstGeom prst="straightConnector1">
            <a:avLst/>
          </a:prstGeom>
          <a:ln w="12700">
            <a:solidFill>
              <a:srgbClr val="637A96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B0C231ED-17AC-ADE7-F9E8-4338CDCFA3B1}"/>
              </a:ext>
            </a:extLst>
          </p:cNvPr>
          <p:cNvCxnSpPr>
            <a:cxnSpLocks/>
          </p:cNvCxnSpPr>
          <p:nvPr/>
        </p:nvCxnSpPr>
        <p:spPr>
          <a:xfrm>
            <a:off x="8876934" y="4711961"/>
            <a:ext cx="326058" cy="0"/>
          </a:xfrm>
          <a:prstGeom prst="straightConnector1">
            <a:avLst/>
          </a:prstGeom>
          <a:ln w="12700">
            <a:solidFill>
              <a:srgbClr val="637A96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ADD906F8-91FE-EB3B-3D44-EE7BA7FEDC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8178" y="4511425"/>
            <a:ext cx="374442" cy="374442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B3E0CDFC-0B89-2BC9-03BB-50FF5611A2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2192" y="4502395"/>
            <a:ext cx="374442" cy="374442"/>
          </a:xfrm>
          <a:prstGeom prst="rect">
            <a:avLst/>
          </a:prstGeom>
        </p:spPr>
      </p:pic>
      <p:pic>
        <p:nvPicPr>
          <p:cNvPr id="66" name="그림 65">
            <a:extLst>
              <a:ext uri="{FF2B5EF4-FFF2-40B4-BE49-F238E27FC236}">
                <a16:creationId xmlns:a16="http://schemas.microsoft.com/office/drawing/2014/main" id="{18530C21-CC62-3428-28B6-F993FF9A68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7406" y="4458324"/>
            <a:ext cx="491398" cy="491398"/>
          </a:xfrm>
          <a:prstGeom prst="rect">
            <a:avLst/>
          </a:prstGeom>
        </p:spPr>
      </p:pic>
      <p:pic>
        <p:nvPicPr>
          <p:cNvPr id="74" name="그림 73">
            <a:extLst>
              <a:ext uri="{FF2B5EF4-FFF2-40B4-BE49-F238E27FC236}">
                <a16:creationId xmlns:a16="http://schemas.microsoft.com/office/drawing/2014/main" id="{A472FA33-CFF9-5A0E-E812-6083739BCA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54" t="7939" r="51835" b="10156"/>
          <a:stretch>
            <a:fillRect/>
          </a:stretch>
        </p:blipFill>
        <p:spPr>
          <a:xfrm>
            <a:off x="961903" y="4537569"/>
            <a:ext cx="365627" cy="340556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F8084A4-8145-3BA3-53CB-8CA5A44B0306}"/>
              </a:ext>
            </a:extLst>
          </p:cNvPr>
          <p:cNvCxnSpPr>
            <a:cxnSpLocks/>
            <a:stCxn id="44" idx="3"/>
          </p:cNvCxnSpPr>
          <p:nvPr/>
        </p:nvCxnSpPr>
        <p:spPr>
          <a:xfrm>
            <a:off x="2735719" y="776789"/>
            <a:ext cx="9099759" cy="3272"/>
          </a:xfrm>
          <a:prstGeom prst="line">
            <a:avLst/>
          </a:prstGeom>
          <a:ln w="12700">
            <a:solidFill>
              <a:srgbClr val="A07B6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6318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AEEAA-B8D1-A2F5-3C54-D740E30CF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32F7ABB4-0915-3AAA-FF22-A1C96B8833AE}"/>
              </a:ext>
            </a:extLst>
          </p:cNvPr>
          <p:cNvSpPr txBox="1"/>
          <p:nvPr/>
        </p:nvSpPr>
        <p:spPr>
          <a:xfrm>
            <a:off x="300437" y="576734"/>
            <a:ext cx="18229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1) </a:t>
            </a:r>
            <a:r>
              <a:rPr lang="ko-KR" altLang="en-US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플로우 차트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C2EE09A-F5BC-4804-EEFB-9819BFB2152C}"/>
              </a:ext>
            </a:extLst>
          </p:cNvPr>
          <p:cNvSpPr txBox="1"/>
          <p:nvPr/>
        </p:nvSpPr>
        <p:spPr>
          <a:xfrm>
            <a:off x="312341" y="260477"/>
            <a:ext cx="9236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rgbClr val="84719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4</a:t>
            </a:r>
            <a:r>
              <a:rPr lang="en-US" altLang="ko-KR" sz="8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시스템 구조도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5792F41-2AD7-C776-AEB1-C71A445D3FCC}"/>
              </a:ext>
            </a:extLst>
          </p:cNvPr>
          <p:cNvSpPr txBox="1"/>
          <p:nvPr/>
        </p:nvSpPr>
        <p:spPr>
          <a:xfrm>
            <a:off x="0" y="-540871"/>
            <a:ext cx="2136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글꼴 </a:t>
            </a:r>
            <a:r>
              <a:rPr lang="ko-KR" altLang="en-US" sz="2000" dirty="0" err="1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온고딕</a:t>
            </a:r>
            <a:r>
              <a:rPr lang="ko-KR" altLang="en-US" sz="2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en-US" altLang="ko-KR" sz="2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20pt</a:t>
            </a:r>
            <a:endParaRPr lang="ko-KR" altLang="en-US" sz="2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816ADF3-F4D7-E746-66BE-D6FA61A53BA3}"/>
              </a:ext>
            </a:extLst>
          </p:cNvPr>
          <p:cNvSpPr txBox="1"/>
          <p:nvPr/>
        </p:nvSpPr>
        <p:spPr>
          <a:xfrm>
            <a:off x="2136803" y="-463926"/>
            <a:ext cx="53572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15p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E66F570-9B41-5619-43C4-FEB965378FD9}"/>
              </a:ext>
            </a:extLst>
          </p:cNvPr>
          <p:cNvSpPr txBox="1"/>
          <p:nvPr/>
        </p:nvSpPr>
        <p:spPr>
          <a:xfrm>
            <a:off x="2672527" y="-386982"/>
            <a:ext cx="4683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10pt</a:t>
            </a:r>
            <a:endParaRPr lang="ko-KR" altLang="en-US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D11BF11-69FA-173C-EB5D-9B29C4AD6D3C}"/>
              </a:ext>
            </a:extLst>
          </p:cNvPr>
          <p:cNvSpPr txBox="1"/>
          <p:nvPr/>
        </p:nvSpPr>
        <p:spPr>
          <a:xfrm>
            <a:off x="3140925" y="-356205"/>
            <a:ext cx="3497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8pt</a:t>
            </a:r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8FC7C8E7-1946-A8EA-9BC3-8783A18F2A8F}"/>
              </a:ext>
            </a:extLst>
          </p:cNvPr>
          <p:cNvSpPr/>
          <p:nvPr/>
        </p:nvSpPr>
        <p:spPr>
          <a:xfrm>
            <a:off x="4103543" y="-434736"/>
            <a:ext cx="293974" cy="293974"/>
          </a:xfrm>
          <a:prstGeom prst="ellipse">
            <a:avLst/>
          </a:prstGeom>
          <a:solidFill>
            <a:srgbClr val="637A96">
              <a:alpha val="10000"/>
            </a:srgbClr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6ECF5D8-89A7-DC5F-DE98-73B10EB8F67F}"/>
              </a:ext>
            </a:extLst>
          </p:cNvPr>
          <p:cNvSpPr txBox="1"/>
          <p:nvPr/>
        </p:nvSpPr>
        <p:spPr>
          <a:xfrm>
            <a:off x="4399727" y="-386983"/>
            <a:ext cx="25266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투명도 </a:t>
            </a:r>
            <a:r>
              <a:rPr lang="en-US" altLang="ko-KR" sz="10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90%               70%               30%</a:t>
            </a:r>
            <a:endParaRPr lang="ko-KR" altLang="en-US" sz="10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A018EA61-A9E1-7120-D19D-1E47C26EEA53}"/>
              </a:ext>
            </a:extLst>
          </p:cNvPr>
          <p:cNvSpPr/>
          <p:nvPr/>
        </p:nvSpPr>
        <p:spPr>
          <a:xfrm>
            <a:off x="5369080" y="-434736"/>
            <a:ext cx="293974" cy="293974"/>
          </a:xfrm>
          <a:prstGeom prst="ellipse">
            <a:avLst/>
          </a:prstGeom>
          <a:solidFill>
            <a:srgbClr val="637A96">
              <a:alpha val="30000"/>
            </a:srgbClr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F7D60C77-A30E-DC94-1CB4-AC29FD5EDAA3}"/>
              </a:ext>
            </a:extLst>
          </p:cNvPr>
          <p:cNvSpPr/>
          <p:nvPr/>
        </p:nvSpPr>
        <p:spPr>
          <a:xfrm>
            <a:off x="6198530" y="-434736"/>
            <a:ext cx="293974" cy="293974"/>
          </a:xfrm>
          <a:prstGeom prst="ellipse">
            <a:avLst/>
          </a:prstGeom>
          <a:solidFill>
            <a:srgbClr val="637A96">
              <a:alpha val="70000"/>
            </a:srgbClr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F17BBBE9-A1CB-0477-14D3-96C12C664FA3}"/>
              </a:ext>
            </a:extLst>
          </p:cNvPr>
          <p:cNvSpPr/>
          <p:nvPr/>
        </p:nvSpPr>
        <p:spPr>
          <a:xfrm>
            <a:off x="-653586" y="344583"/>
            <a:ext cx="478118" cy="478118"/>
          </a:xfrm>
          <a:prstGeom prst="ellipse">
            <a:avLst/>
          </a:prstGeom>
          <a:solidFill>
            <a:srgbClr val="AF7273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AF7273"/>
              </a:solidFill>
            </a:endParaRPr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DB37614A-FA81-E9E8-2376-131C5C187D54}"/>
              </a:ext>
            </a:extLst>
          </p:cNvPr>
          <p:cNvSpPr/>
          <p:nvPr/>
        </p:nvSpPr>
        <p:spPr>
          <a:xfrm>
            <a:off x="-653586" y="2297913"/>
            <a:ext cx="478118" cy="478118"/>
          </a:xfrm>
          <a:prstGeom prst="ellipse">
            <a:avLst/>
          </a:prstGeom>
          <a:solidFill>
            <a:srgbClr val="637A96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BB40B55B-B7E8-1886-0CDA-4305FD6498D7}"/>
              </a:ext>
            </a:extLst>
          </p:cNvPr>
          <p:cNvSpPr/>
          <p:nvPr/>
        </p:nvSpPr>
        <p:spPr>
          <a:xfrm>
            <a:off x="-653586" y="998939"/>
            <a:ext cx="478118" cy="478118"/>
          </a:xfrm>
          <a:prstGeom prst="ellipse">
            <a:avLst/>
          </a:prstGeom>
          <a:solidFill>
            <a:srgbClr val="A07B60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A07B60"/>
              </a:solidFill>
            </a:endParaRPr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808A959B-F54F-D324-D890-D7B8D318E062}"/>
              </a:ext>
            </a:extLst>
          </p:cNvPr>
          <p:cNvSpPr/>
          <p:nvPr/>
        </p:nvSpPr>
        <p:spPr>
          <a:xfrm>
            <a:off x="-653586" y="2942531"/>
            <a:ext cx="478118" cy="478118"/>
          </a:xfrm>
          <a:prstGeom prst="ellipse">
            <a:avLst/>
          </a:prstGeom>
          <a:solidFill>
            <a:srgbClr val="847190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F673F5BC-006C-6105-CB82-E0C74C3B2B43}"/>
              </a:ext>
            </a:extLst>
          </p:cNvPr>
          <p:cNvSpPr/>
          <p:nvPr/>
        </p:nvSpPr>
        <p:spPr>
          <a:xfrm>
            <a:off x="-653586" y="1643557"/>
            <a:ext cx="478118" cy="478118"/>
          </a:xfrm>
          <a:prstGeom prst="ellipse">
            <a:avLst/>
          </a:prstGeom>
          <a:solidFill>
            <a:srgbClr val="758171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F74D80F7-27C2-4612-5EB1-8C7A99956F74}"/>
              </a:ext>
            </a:extLst>
          </p:cNvPr>
          <p:cNvSpPr/>
          <p:nvPr/>
        </p:nvSpPr>
        <p:spPr>
          <a:xfrm>
            <a:off x="-653586" y="3592018"/>
            <a:ext cx="478118" cy="478118"/>
          </a:xfrm>
          <a:prstGeom prst="ellipse">
            <a:avLst/>
          </a:prstGeom>
          <a:solidFill>
            <a:srgbClr val="FDFDFE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794A0391-EE99-22C3-5720-5951EE1EC9F2}"/>
              </a:ext>
            </a:extLst>
          </p:cNvPr>
          <p:cNvSpPr/>
          <p:nvPr/>
        </p:nvSpPr>
        <p:spPr>
          <a:xfrm>
            <a:off x="-653586" y="4241505"/>
            <a:ext cx="478118" cy="478118"/>
          </a:xfrm>
          <a:prstGeom prst="ellipse">
            <a:avLst/>
          </a:prstGeom>
          <a:solidFill>
            <a:srgbClr val="031223"/>
          </a:solidFill>
          <a:ln w="1270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6092CA-77A4-E1DD-B73D-1979FA8F30B2}"/>
              </a:ext>
            </a:extLst>
          </p:cNvPr>
          <p:cNvSpPr txBox="1"/>
          <p:nvPr/>
        </p:nvSpPr>
        <p:spPr>
          <a:xfrm>
            <a:off x="300437" y="976844"/>
            <a:ext cx="37609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 입력부터 환경별 이상 상태까지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판정 조건과 상태 전환 구조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637A96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A523B5-21E9-006F-C638-9FAC546E257F}"/>
              </a:ext>
            </a:extLst>
          </p:cNvPr>
          <p:cNvSpPr txBox="1"/>
          <p:nvPr/>
        </p:nvSpPr>
        <p:spPr>
          <a:xfrm>
            <a:off x="11751740" y="6499017"/>
            <a:ext cx="3064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12</a:t>
            </a:r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438" name="TextBox 437">
            <a:extLst>
              <a:ext uri="{FF2B5EF4-FFF2-40B4-BE49-F238E27FC236}">
                <a16:creationId xmlns:a16="http://schemas.microsoft.com/office/drawing/2014/main" id="{24D2177F-64A3-D36B-55D7-2B424875ECAE}"/>
              </a:ext>
            </a:extLst>
          </p:cNvPr>
          <p:cNvSpPr txBox="1"/>
          <p:nvPr/>
        </p:nvSpPr>
        <p:spPr>
          <a:xfrm>
            <a:off x="474263" y="1354971"/>
            <a:ext cx="140615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기본 호흡 흐름</a:t>
            </a:r>
          </a:p>
        </p:txBody>
      </p:sp>
      <p:cxnSp>
        <p:nvCxnSpPr>
          <p:cNvPr id="439" name="직선 연결선 438">
            <a:extLst>
              <a:ext uri="{FF2B5EF4-FFF2-40B4-BE49-F238E27FC236}">
                <a16:creationId xmlns:a16="http://schemas.microsoft.com/office/drawing/2014/main" id="{C90F8EEA-5856-F22D-074A-3C21F45E4D77}"/>
              </a:ext>
            </a:extLst>
          </p:cNvPr>
          <p:cNvCxnSpPr>
            <a:cxnSpLocks/>
          </p:cNvCxnSpPr>
          <p:nvPr/>
        </p:nvCxnSpPr>
        <p:spPr>
          <a:xfrm>
            <a:off x="474263" y="1414487"/>
            <a:ext cx="0" cy="216726"/>
          </a:xfrm>
          <a:prstGeom prst="line">
            <a:avLst/>
          </a:prstGeom>
          <a:ln w="38100" cap="rnd">
            <a:solidFill>
              <a:srgbClr val="758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연결선: 꺾임 124">
            <a:extLst>
              <a:ext uri="{FF2B5EF4-FFF2-40B4-BE49-F238E27FC236}">
                <a16:creationId xmlns:a16="http://schemas.microsoft.com/office/drawing/2014/main" id="{611F48D3-92DD-F4F9-77F3-701395FD2DC8}"/>
              </a:ext>
            </a:extLst>
          </p:cNvPr>
          <p:cNvCxnSpPr>
            <a:cxnSpLocks/>
            <a:stCxn id="411" idx="2"/>
            <a:endCxn id="127" idx="1"/>
          </p:cNvCxnSpPr>
          <p:nvPr/>
        </p:nvCxnSpPr>
        <p:spPr>
          <a:xfrm rot="5400000" flipH="1">
            <a:off x="966107" y="3263748"/>
            <a:ext cx="2584085" cy="1972932"/>
          </a:xfrm>
          <a:prstGeom prst="bentConnector4">
            <a:avLst>
              <a:gd name="adj1" fmla="val -3791"/>
              <a:gd name="adj2" fmla="val 110803"/>
            </a:avLst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순서도: 처리 125">
            <a:extLst>
              <a:ext uri="{FF2B5EF4-FFF2-40B4-BE49-F238E27FC236}">
                <a16:creationId xmlns:a16="http://schemas.microsoft.com/office/drawing/2014/main" id="{33C9FF7E-537B-3115-D8D2-06D3028A4E61}"/>
              </a:ext>
            </a:extLst>
          </p:cNvPr>
          <p:cNvSpPr/>
          <p:nvPr/>
        </p:nvSpPr>
        <p:spPr>
          <a:xfrm>
            <a:off x="1276151" y="2311840"/>
            <a:ext cx="939291" cy="323165"/>
          </a:xfrm>
          <a:prstGeom prst="flowChartProcess">
            <a:avLst/>
          </a:prstGeom>
          <a:solidFill>
            <a:srgbClr val="073B5C"/>
          </a:solidFill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평상 호흡</a:t>
            </a:r>
            <a:endParaRPr lang="en-US" altLang="ko-KR" sz="1000" b="1" dirty="0">
              <a:solidFill>
                <a:schemeClr val="bg1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127" name="순서도: 처리 126">
            <a:extLst>
              <a:ext uri="{FF2B5EF4-FFF2-40B4-BE49-F238E27FC236}">
                <a16:creationId xmlns:a16="http://schemas.microsoft.com/office/drawing/2014/main" id="{819F2A7B-209B-ABC4-E78F-83218B91AF29}"/>
              </a:ext>
            </a:extLst>
          </p:cNvPr>
          <p:cNvSpPr/>
          <p:nvPr/>
        </p:nvSpPr>
        <p:spPr>
          <a:xfrm>
            <a:off x="1271684" y="2796588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입력 감지</a:t>
            </a:r>
            <a:endParaRPr lang="en-US" altLang="ko-KR" sz="1000" b="1" dirty="0">
              <a:solidFill>
                <a:sysClr val="windowText" lastClr="00000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84" name="순서도: 판단 383">
            <a:extLst>
              <a:ext uri="{FF2B5EF4-FFF2-40B4-BE49-F238E27FC236}">
                <a16:creationId xmlns:a16="http://schemas.microsoft.com/office/drawing/2014/main" id="{F3AD23CA-E0F5-A0B1-AF6E-DC5CA2957CBB}"/>
              </a:ext>
            </a:extLst>
          </p:cNvPr>
          <p:cNvSpPr/>
          <p:nvPr/>
        </p:nvSpPr>
        <p:spPr>
          <a:xfrm>
            <a:off x="1276151" y="3276258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BFA8B438-9F6D-AFBD-B3C2-BB2BC73797D7}"/>
              </a:ext>
            </a:extLst>
          </p:cNvPr>
          <p:cNvSpPr txBox="1"/>
          <p:nvPr/>
        </p:nvSpPr>
        <p:spPr>
          <a:xfrm>
            <a:off x="1403415" y="3357279"/>
            <a:ext cx="6783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8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들숨 입력</a:t>
            </a:r>
            <a:endParaRPr lang="en-US" altLang="ko-KR" sz="800" b="1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 algn="ctr"/>
            <a:r>
              <a:rPr lang="ko-KR" altLang="en-US" sz="8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유지</a:t>
            </a:r>
            <a:r>
              <a:rPr lang="en-US" altLang="ko-KR" sz="8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?</a:t>
            </a:r>
            <a:endParaRPr lang="ko-KR" altLang="en-US" sz="800" b="1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86" name="순서도: 판단 385">
            <a:extLst>
              <a:ext uri="{FF2B5EF4-FFF2-40B4-BE49-F238E27FC236}">
                <a16:creationId xmlns:a16="http://schemas.microsoft.com/office/drawing/2014/main" id="{5246BD2B-3DD4-57B3-80EA-B30A41B47094}"/>
              </a:ext>
            </a:extLst>
          </p:cNvPr>
          <p:cNvSpPr/>
          <p:nvPr/>
        </p:nvSpPr>
        <p:spPr>
          <a:xfrm>
            <a:off x="2774970" y="3286179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87" name="TextBox 386">
            <a:extLst>
              <a:ext uri="{FF2B5EF4-FFF2-40B4-BE49-F238E27FC236}">
                <a16:creationId xmlns:a16="http://schemas.microsoft.com/office/drawing/2014/main" id="{605ECA54-9C0B-6FE1-3FA3-90A44042876D}"/>
              </a:ext>
            </a:extLst>
          </p:cNvPr>
          <p:cNvSpPr txBox="1"/>
          <p:nvPr/>
        </p:nvSpPr>
        <p:spPr>
          <a:xfrm>
            <a:off x="2902234" y="3357280"/>
            <a:ext cx="6783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8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참기 입력</a:t>
            </a:r>
            <a:endParaRPr lang="en-US" altLang="ko-KR" sz="800" b="1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 algn="ctr"/>
            <a:r>
              <a:rPr lang="ko-KR" altLang="en-US" sz="8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유지</a:t>
            </a:r>
            <a:r>
              <a:rPr lang="en-US" altLang="ko-KR" sz="8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?</a:t>
            </a:r>
            <a:endParaRPr lang="ko-KR" altLang="en-US" sz="800" b="1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88" name="순서도: 판단 387">
            <a:extLst>
              <a:ext uri="{FF2B5EF4-FFF2-40B4-BE49-F238E27FC236}">
                <a16:creationId xmlns:a16="http://schemas.microsoft.com/office/drawing/2014/main" id="{07850D98-B808-BCAE-E21E-4D4BFD23DF7F}"/>
              </a:ext>
            </a:extLst>
          </p:cNvPr>
          <p:cNvSpPr/>
          <p:nvPr/>
        </p:nvSpPr>
        <p:spPr>
          <a:xfrm>
            <a:off x="4268858" y="3286179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89" name="TextBox 388">
            <a:extLst>
              <a:ext uri="{FF2B5EF4-FFF2-40B4-BE49-F238E27FC236}">
                <a16:creationId xmlns:a16="http://schemas.microsoft.com/office/drawing/2014/main" id="{5FB965EB-ACA5-4D1A-7F0C-94B6656105DA}"/>
              </a:ext>
            </a:extLst>
          </p:cNvPr>
          <p:cNvSpPr txBox="1"/>
          <p:nvPr/>
        </p:nvSpPr>
        <p:spPr>
          <a:xfrm>
            <a:off x="4396122" y="3418835"/>
            <a:ext cx="678391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8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날숨 입력</a:t>
            </a:r>
            <a:r>
              <a:rPr lang="en-US" altLang="ko-KR" sz="8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?</a:t>
            </a:r>
            <a:endParaRPr lang="ko-KR" altLang="en-US" sz="800" b="1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390" name="직선 화살표 연결선 389">
            <a:extLst>
              <a:ext uri="{FF2B5EF4-FFF2-40B4-BE49-F238E27FC236}">
                <a16:creationId xmlns:a16="http://schemas.microsoft.com/office/drawing/2014/main" id="{568E829C-AF9D-1ABF-533A-FD1B39C8F6B8}"/>
              </a:ext>
            </a:extLst>
          </p:cNvPr>
          <p:cNvCxnSpPr>
            <a:cxnSpLocks/>
            <a:stCxn id="384" idx="3"/>
            <a:endCxn id="386" idx="1"/>
          </p:cNvCxnSpPr>
          <p:nvPr/>
        </p:nvCxnSpPr>
        <p:spPr>
          <a:xfrm>
            <a:off x="2215442" y="3526557"/>
            <a:ext cx="559528" cy="9921"/>
          </a:xfrm>
          <a:prstGeom prst="straightConnector1">
            <a:avLst/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직선 화살표 연결선 390">
            <a:extLst>
              <a:ext uri="{FF2B5EF4-FFF2-40B4-BE49-F238E27FC236}">
                <a16:creationId xmlns:a16="http://schemas.microsoft.com/office/drawing/2014/main" id="{EDF60898-FA31-E321-17F7-9428A0A8AE2C}"/>
              </a:ext>
            </a:extLst>
          </p:cNvPr>
          <p:cNvCxnSpPr>
            <a:cxnSpLocks/>
            <a:stCxn id="386" idx="3"/>
            <a:endCxn id="388" idx="1"/>
          </p:cNvCxnSpPr>
          <p:nvPr/>
        </p:nvCxnSpPr>
        <p:spPr>
          <a:xfrm>
            <a:off x="3714261" y="3536478"/>
            <a:ext cx="554597" cy="0"/>
          </a:xfrm>
          <a:prstGeom prst="straightConnector1">
            <a:avLst/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직선 화살표 연결선 391">
            <a:extLst>
              <a:ext uri="{FF2B5EF4-FFF2-40B4-BE49-F238E27FC236}">
                <a16:creationId xmlns:a16="http://schemas.microsoft.com/office/drawing/2014/main" id="{2A06F64A-E25F-D742-AE07-F2702BBB76E9}"/>
              </a:ext>
            </a:extLst>
          </p:cNvPr>
          <p:cNvCxnSpPr>
            <a:cxnSpLocks/>
            <a:stCxn id="386" idx="2"/>
            <a:endCxn id="396" idx="0"/>
          </p:cNvCxnSpPr>
          <p:nvPr/>
        </p:nvCxnSpPr>
        <p:spPr>
          <a:xfrm>
            <a:off x="3244616" y="3786777"/>
            <a:ext cx="0" cy="164027"/>
          </a:xfrm>
          <a:prstGeom prst="straightConnector1">
            <a:avLst/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화살표 연결선 392">
            <a:extLst>
              <a:ext uri="{FF2B5EF4-FFF2-40B4-BE49-F238E27FC236}">
                <a16:creationId xmlns:a16="http://schemas.microsoft.com/office/drawing/2014/main" id="{4E232CBD-A037-0496-3ED7-C51F03FFB714}"/>
              </a:ext>
            </a:extLst>
          </p:cNvPr>
          <p:cNvCxnSpPr>
            <a:cxnSpLocks/>
            <a:stCxn id="388" idx="2"/>
            <a:endCxn id="397" idx="0"/>
          </p:cNvCxnSpPr>
          <p:nvPr/>
        </p:nvCxnSpPr>
        <p:spPr>
          <a:xfrm flipH="1">
            <a:off x="4735317" y="3786777"/>
            <a:ext cx="3187" cy="164026"/>
          </a:xfrm>
          <a:prstGeom prst="straightConnector1">
            <a:avLst/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4" name="순서도: 처리 393">
            <a:extLst>
              <a:ext uri="{FF2B5EF4-FFF2-40B4-BE49-F238E27FC236}">
                <a16:creationId xmlns:a16="http://schemas.microsoft.com/office/drawing/2014/main" id="{7D2D6DC4-1352-AECC-C5A8-D5905D9C59E9}"/>
              </a:ext>
            </a:extLst>
          </p:cNvPr>
          <p:cNvSpPr/>
          <p:nvPr/>
        </p:nvSpPr>
        <p:spPr>
          <a:xfrm>
            <a:off x="1273920" y="3950805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들숨 진행</a:t>
            </a:r>
            <a:endParaRPr lang="en-US" altLang="ko-KR" sz="1000" b="1" dirty="0">
              <a:solidFill>
                <a:sysClr val="windowText" lastClr="00000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395" name="직선 화살표 연결선 394">
            <a:extLst>
              <a:ext uri="{FF2B5EF4-FFF2-40B4-BE49-F238E27FC236}">
                <a16:creationId xmlns:a16="http://schemas.microsoft.com/office/drawing/2014/main" id="{EE26D5FE-E32A-2BE9-51D7-E92DCED05D94}"/>
              </a:ext>
            </a:extLst>
          </p:cNvPr>
          <p:cNvCxnSpPr>
            <a:cxnSpLocks/>
            <a:stCxn id="384" idx="2"/>
            <a:endCxn id="394" idx="0"/>
          </p:cNvCxnSpPr>
          <p:nvPr/>
        </p:nvCxnSpPr>
        <p:spPr>
          <a:xfrm flipH="1">
            <a:off x="1743566" y="3776856"/>
            <a:ext cx="2231" cy="173949"/>
          </a:xfrm>
          <a:prstGeom prst="straightConnector1">
            <a:avLst/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6" name="순서도: 처리 395">
            <a:extLst>
              <a:ext uri="{FF2B5EF4-FFF2-40B4-BE49-F238E27FC236}">
                <a16:creationId xmlns:a16="http://schemas.microsoft.com/office/drawing/2014/main" id="{96B49A90-D664-316B-F4B3-F3790D81A362}"/>
              </a:ext>
            </a:extLst>
          </p:cNvPr>
          <p:cNvSpPr/>
          <p:nvPr/>
        </p:nvSpPr>
        <p:spPr>
          <a:xfrm>
            <a:off x="2774970" y="3950804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참기 진행</a:t>
            </a:r>
            <a:endParaRPr lang="en-US" altLang="ko-KR" sz="1000" b="1" dirty="0">
              <a:solidFill>
                <a:sysClr val="windowText" lastClr="00000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97" name="순서도: 처리 396">
            <a:extLst>
              <a:ext uri="{FF2B5EF4-FFF2-40B4-BE49-F238E27FC236}">
                <a16:creationId xmlns:a16="http://schemas.microsoft.com/office/drawing/2014/main" id="{004CF344-4995-5BAE-1B00-ADCB7345D1AE}"/>
              </a:ext>
            </a:extLst>
          </p:cNvPr>
          <p:cNvSpPr/>
          <p:nvPr/>
        </p:nvSpPr>
        <p:spPr>
          <a:xfrm>
            <a:off x="4268857" y="3950803"/>
            <a:ext cx="932920" cy="556476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호흡량 </a:t>
            </a:r>
            <a:r>
              <a:rPr lang="en-US" altLang="ko-KR" sz="1000" b="1" dirty="0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0</a:t>
            </a:r>
            <a:r>
              <a:rPr lang="ko-KR" altLang="en-US" sz="1000" b="1" dirty="0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까지 날숨 진행</a:t>
            </a:r>
            <a:endParaRPr lang="en-US" altLang="ko-KR" sz="1000" b="1" dirty="0">
              <a:solidFill>
                <a:sysClr val="windowText" lastClr="00000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98" name="순서도: 판단 397">
            <a:extLst>
              <a:ext uri="{FF2B5EF4-FFF2-40B4-BE49-F238E27FC236}">
                <a16:creationId xmlns:a16="http://schemas.microsoft.com/office/drawing/2014/main" id="{5C23FA76-E683-BA0A-59AB-98954CDF5BBB}"/>
              </a:ext>
            </a:extLst>
          </p:cNvPr>
          <p:cNvSpPr/>
          <p:nvPr/>
        </p:nvSpPr>
        <p:spPr>
          <a:xfrm>
            <a:off x="1271684" y="5041658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BC71E486-4F61-BBE7-BBCF-1AE4569600C3}"/>
              </a:ext>
            </a:extLst>
          </p:cNvPr>
          <p:cNvSpPr txBox="1"/>
          <p:nvPr/>
        </p:nvSpPr>
        <p:spPr>
          <a:xfrm>
            <a:off x="1398948" y="5119583"/>
            <a:ext cx="678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호흡량 </a:t>
            </a:r>
            <a:r>
              <a:rPr lang="en-US" altLang="ko-KR" sz="8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100 </a:t>
            </a:r>
            <a:r>
              <a:rPr lang="ko-KR" altLang="en-US" sz="8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도달</a:t>
            </a:r>
            <a:r>
              <a:rPr lang="en-US" altLang="ko-KR" sz="8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?</a:t>
            </a:r>
            <a:endParaRPr lang="ko-KR" altLang="en-US" sz="800" b="1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400" name="순서도: 판단 399">
            <a:extLst>
              <a:ext uri="{FF2B5EF4-FFF2-40B4-BE49-F238E27FC236}">
                <a16:creationId xmlns:a16="http://schemas.microsoft.com/office/drawing/2014/main" id="{4EF96FF2-A73C-457B-DE76-4B5F50C70CD9}"/>
              </a:ext>
            </a:extLst>
          </p:cNvPr>
          <p:cNvSpPr/>
          <p:nvPr/>
        </p:nvSpPr>
        <p:spPr>
          <a:xfrm>
            <a:off x="1276151" y="5737357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12E2EBFE-27C2-F2E1-64CA-85CBFBC58848}"/>
              </a:ext>
            </a:extLst>
          </p:cNvPr>
          <p:cNvSpPr txBox="1"/>
          <p:nvPr/>
        </p:nvSpPr>
        <p:spPr>
          <a:xfrm>
            <a:off x="1403415" y="5818379"/>
            <a:ext cx="678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</a:t>
            </a:r>
            <a:r>
              <a:rPr lang="ko-KR" altLang="en-US" sz="8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초 초과 유지</a:t>
            </a:r>
            <a:r>
              <a:rPr lang="en-US" altLang="ko-KR" sz="8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?</a:t>
            </a:r>
            <a:endParaRPr lang="ko-KR" altLang="en-US" sz="800" b="1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402" name="순서도: 처리 401">
            <a:extLst>
              <a:ext uri="{FF2B5EF4-FFF2-40B4-BE49-F238E27FC236}">
                <a16:creationId xmlns:a16="http://schemas.microsoft.com/office/drawing/2014/main" id="{381CFB55-012B-FE70-33A4-DCA9698E801C}"/>
              </a:ext>
            </a:extLst>
          </p:cNvPr>
          <p:cNvSpPr/>
          <p:nvPr/>
        </p:nvSpPr>
        <p:spPr>
          <a:xfrm>
            <a:off x="2341824" y="5826073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err="1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과흡입</a:t>
            </a:r>
            <a:endParaRPr lang="en-US" altLang="ko-KR" sz="1000" b="1" dirty="0">
              <a:solidFill>
                <a:sysClr val="windowText" lastClr="00000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403" name="직선 화살표 연결선 402">
            <a:extLst>
              <a:ext uri="{FF2B5EF4-FFF2-40B4-BE49-F238E27FC236}">
                <a16:creationId xmlns:a16="http://schemas.microsoft.com/office/drawing/2014/main" id="{64764EE9-ABB4-1D6A-F220-11C08F89360C}"/>
              </a:ext>
            </a:extLst>
          </p:cNvPr>
          <p:cNvCxnSpPr>
            <a:cxnSpLocks/>
            <a:stCxn id="127" idx="2"/>
            <a:endCxn id="384" idx="0"/>
          </p:cNvCxnSpPr>
          <p:nvPr/>
        </p:nvCxnSpPr>
        <p:spPr>
          <a:xfrm>
            <a:off x="1741330" y="3119753"/>
            <a:ext cx="4467" cy="156505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4" name="직선 화살표 연결선 403">
            <a:extLst>
              <a:ext uri="{FF2B5EF4-FFF2-40B4-BE49-F238E27FC236}">
                <a16:creationId xmlns:a16="http://schemas.microsoft.com/office/drawing/2014/main" id="{51C4BCBE-FF79-2295-57CF-3854A5303A57}"/>
              </a:ext>
            </a:extLst>
          </p:cNvPr>
          <p:cNvCxnSpPr>
            <a:cxnSpLocks/>
            <a:stCxn id="126" idx="2"/>
            <a:endCxn id="127" idx="0"/>
          </p:cNvCxnSpPr>
          <p:nvPr/>
        </p:nvCxnSpPr>
        <p:spPr>
          <a:xfrm flipH="1">
            <a:off x="1741330" y="2635005"/>
            <a:ext cx="4467" cy="161583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직선 화살표 연결선 404">
            <a:extLst>
              <a:ext uri="{FF2B5EF4-FFF2-40B4-BE49-F238E27FC236}">
                <a16:creationId xmlns:a16="http://schemas.microsoft.com/office/drawing/2014/main" id="{1C9AEF3A-075D-866A-325F-3ED8CF54C0D6}"/>
              </a:ext>
            </a:extLst>
          </p:cNvPr>
          <p:cNvCxnSpPr>
            <a:cxnSpLocks/>
            <a:stCxn id="394" idx="2"/>
            <a:endCxn id="426" idx="0"/>
          </p:cNvCxnSpPr>
          <p:nvPr/>
        </p:nvCxnSpPr>
        <p:spPr>
          <a:xfrm flipH="1">
            <a:off x="1741330" y="4273970"/>
            <a:ext cx="2236" cy="160705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직선 화살표 연결선 405">
            <a:extLst>
              <a:ext uri="{FF2B5EF4-FFF2-40B4-BE49-F238E27FC236}">
                <a16:creationId xmlns:a16="http://schemas.microsoft.com/office/drawing/2014/main" id="{7F3D49B3-54C4-C49C-2734-410DF0C9399D}"/>
              </a:ext>
            </a:extLst>
          </p:cNvPr>
          <p:cNvCxnSpPr>
            <a:cxnSpLocks/>
            <a:stCxn id="398" idx="2"/>
            <a:endCxn id="400" idx="0"/>
          </p:cNvCxnSpPr>
          <p:nvPr/>
        </p:nvCxnSpPr>
        <p:spPr>
          <a:xfrm>
            <a:off x="1741330" y="5542256"/>
            <a:ext cx="4467" cy="195101"/>
          </a:xfrm>
          <a:prstGeom prst="straightConnector1">
            <a:avLst/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직선 화살표 연결선 406">
            <a:extLst>
              <a:ext uri="{FF2B5EF4-FFF2-40B4-BE49-F238E27FC236}">
                <a16:creationId xmlns:a16="http://schemas.microsoft.com/office/drawing/2014/main" id="{A64D5797-680C-5828-B133-0AAC712E5A46}"/>
              </a:ext>
            </a:extLst>
          </p:cNvPr>
          <p:cNvCxnSpPr>
            <a:cxnSpLocks/>
            <a:stCxn id="400" idx="3"/>
            <a:endCxn id="402" idx="1"/>
          </p:cNvCxnSpPr>
          <p:nvPr/>
        </p:nvCxnSpPr>
        <p:spPr>
          <a:xfrm>
            <a:off x="2215442" y="5987656"/>
            <a:ext cx="126382" cy="0"/>
          </a:xfrm>
          <a:prstGeom prst="straightConnector1">
            <a:avLst/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연결선: 꺾임 407">
            <a:extLst>
              <a:ext uri="{FF2B5EF4-FFF2-40B4-BE49-F238E27FC236}">
                <a16:creationId xmlns:a16="http://schemas.microsoft.com/office/drawing/2014/main" id="{15E1A440-10F5-AACF-6700-D182309C8FD8}"/>
              </a:ext>
            </a:extLst>
          </p:cNvPr>
          <p:cNvCxnSpPr>
            <a:cxnSpLocks/>
            <a:stCxn id="398" idx="1"/>
            <a:endCxn id="127" idx="1"/>
          </p:cNvCxnSpPr>
          <p:nvPr/>
        </p:nvCxnSpPr>
        <p:spPr>
          <a:xfrm rot="10800000">
            <a:off x="1271684" y="2958171"/>
            <a:ext cx="12700" cy="2333786"/>
          </a:xfrm>
          <a:prstGeom prst="bentConnector3">
            <a:avLst>
              <a:gd name="adj1" fmla="val 1800000"/>
            </a:avLst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연결선: 꺾임 408">
            <a:extLst>
              <a:ext uri="{FF2B5EF4-FFF2-40B4-BE49-F238E27FC236}">
                <a16:creationId xmlns:a16="http://schemas.microsoft.com/office/drawing/2014/main" id="{03A62D74-B8DD-2791-2E6D-3C43497B470B}"/>
              </a:ext>
            </a:extLst>
          </p:cNvPr>
          <p:cNvCxnSpPr>
            <a:cxnSpLocks/>
            <a:stCxn id="400" idx="1"/>
            <a:endCxn id="127" idx="1"/>
          </p:cNvCxnSpPr>
          <p:nvPr/>
        </p:nvCxnSpPr>
        <p:spPr>
          <a:xfrm rot="10800000">
            <a:off x="1271685" y="2958172"/>
            <a:ext cx="4467" cy="3029485"/>
          </a:xfrm>
          <a:prstGeom prst="bentConnector3">
            <a:avLst>
              <a:gd name="adj1" fmla="val 4924334"/>
            </a:avLst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연결선: 꺾임 409">
            <a:extLst>
              <a:ext uri="{FF2B5EF4-FFF2-40B4-BE49-F238E27FC236}">
                <a16:creationId xmlns:a16="http://schemas.microsoft.com/office/drawing/2014/main" id="{5D946C3A-9D2B-91CC-88AB-081ED5CE8219}"/>
              </a:ext>
            </a:extLst>
          </p:cNvPr>
          <p:cNvCxnSpPr>
            <a:cxnSpLocks/>
            <a:stCxn id="402" idx="2"/>
            <a:endCxn id="126" idx="1"/>
          </p:cNvCxnSpPr>
          <p:nvPr/>
        </p:nvCxnSpPr>
        <p:spPr>
          <a:xfrm rot="5400000" flipH="1">
            <a:off x="205903" y="3543672"/>
            <a:ext cx="3675815" cy="1535319"/>
          </a:xfrm>
          <a:prstGeom prst="bentConnector4">
            <a:avLst>
              <a:gd name="adj1" fmla="val -6219"/>
              <a:gd name="adj2" fmla="val 129365"/>
            </a:avLst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1" name="순서도: 판단 410">
            <a:extLst>
              <a:ext uri="{FF2B5EF4-FFF2-40B4-BE49-F238E27FC236}">
                <a16:creationId xmlns:a16="http://schemas.microsoft.com/office/drawing/2014/main" id="{091844A0-AB65-9055-1C49-07376D1C559E}"/>
              </a:ext>
            </a:extLst>
          </p:cNvPr>
          <p:cNvSpPr/>
          <p:nvPr/>
        </p:nvSpPr>
        <p:spPr>
          <a:xfrm>
            <a:off x="2774970" y="5041658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412" name="TextBox 411">
            <a:extLst>
              <a:ext uri="{FF2B5EF4-FFF2-40B4-BE49-F238E27FC236}">
                <a16:creationId xmlns:a16="http://schemas.microsoft.com/office/drawing/2014/main" id="{76BFF122-74FB-FD91-90A8-E97F3E1F82C6}"/>
              </a:ext>
            </a:extLst>
          </p:cNvPr>
          <p:cNvSpPr txBox="1"/>
          <p:nvPr/>
        </p:nvSpPr>
        <p:spPr>
          <a:xfrm>
            <a:off x="2902234" y="5119583"/>
            <a:ext cx="678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호흡량 </a:t>
            </a:r>
            <a:r>
              <a:rPr lang="en-US" altLang="ko-KR" sz="8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0</a:t>
            </a:r>
          </a:p>
          <a:p>
            <a:pPr algn="ctr"/>
            <a:r>
              <a:rPr lang="ko-KR" altLang="en-US" sz="8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도달</a:t>
            </a:r>
            <a:r>
              <a:rPr lang="en-US" altLang="ko-KR" sz="8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?</a:t>
            </a:r>
            <a:endParaRPr lang="ko-KR" altLang="en-US" sz="800" b="1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413" name="직선 화살표 연결선 412">
            <a:extLst>
              <a:ext uri="{FF2B5EF4-FFF2-40B4-BE49-F238E27FC236}">
                <a16:creationId xmlns:a16="http://schemas.microsoft.com/office/drawing/2014/main" id="{E5E59DF5-9EBA-9513-B076-11B174FFA49D}"/>
              </a:ext>
            </a:extLst>
          </p:cNvPr>
          <p:cNvCxnSpPr>
            <a:cxnSpLocks/>
            <a:stCxn id="396" idx="2"/>
            <a:endCxn id="425" idx="0"/>
          </p:cNvCxnSpPr>
          <p:nvPr/>
        </p:nvCxnSpPr>
        <p:spPr>
          <a:xfrm>
            <a:off x="3244616" y="4273969"/>
            <a:ext cx="4466" cy="161580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직선 화살표 연결선 413">
            <a:extLst>
              <a:ext uri="{FF2B5EF4-FFF2-40B4-BE49-F238E27FC236}">
                <a16:creationId xmlns:a16="http://schemas.microsoft.com/office/drawing/2014/main" id="{2E33892A-2ECD-5474-2A22-D5B9967345F4}"/>
              </a:ext>
            </a:extLst>
          </p:cNvPr>
          <p:cNvCxnSpPr>
            <a:cxnSpLocks/>
            <a:stCxn id="397" idx="2"/>
            <a:endCxn id="424" idx="0"/>
          </p:cNvCxnSpPr>
          <p:nvPr/>
        </p:nvCxnSpPr>
        <p:spPr>
          <a:xfrm flipH="1">
            <a:off x="4735316" y="4507279"/>
            <a:ext cx="1" cy="249828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연결선: 꺾임 414">
            <a:extLst>
              <a:ext uri="{FF2B5EF4-FFF2-40B4-BE49-F238E27FC236}">
                <a16:creationId xmlns:a16="http://schemas.microsoft.com/office/drawing/2014/main" id="{6C57E921-63D7-B3F8-13B5-476169BFA9F7}"/>
              </a:ext>
            </a:extLst>
          </p:cNvPr>
          <p:cNvCxnSpPr>
            <a:cxnSpLocks/>
            <a:stCxn id="388" idx="3"/>
            <a:endCxn id="397" idx="3"/>
          </p:cNvCxnSpPr>
          <p:nvPr/>
        </p:nvCxnSpPr>
        <p:spPr>
          <a:xfrm flipH="1">
            <a:off x="5201777" y="3536478"/>
            <a:ext cx="6372" cy="692563"/>
          </a:xfrm>
          <a:prstGeom prst="bentConnector3">
            <a:avLst>
              <a:gd name="adj1" fmla="val -3587571"/>
            </a:avLst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6" name="TextBox 415">
            <a:extLst>
              <a:ext uri="{FF2B5EF4-FFF2-40B4-BE49-F238E27FC236}">
                <a16:creationId xmlns:a16="http://schemas.microsoft.com/office/drawing/2014/main" id="{AB69DB5C-7DD5-6DDF-1555-080A73917AD3}"/>
              </a:ext>
            </a:extLst>
          </p:cNvPr>
          <p:cNvSpPr txBox="1"/>
          <p:nvPr/>
        </p:nvSpPr>
        <p:spPr>
          <a:xfrm>
            <a:off x="2856344" y="1936007"/>
            <a:ext cx="2234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강제 호흡</a:t>
            </a:r>
          </a:p>
        </p:txBody>
      </p:sp>
      <p:sp>
        <p:nvSpPr>
          <p:cNvPr id="417" name="사각형: 둥근 모서리 416">
            <a:extLst>
              <a:ext uri="{FF2B5EF4-FFF2-40B4-BE49-F238E27FC236}">
                <a16:creationId xmlns:a16="http://schemas.microsoft.com/office/drawing/2014/main" id="{B122CE39-8C32-19F0-0E80-6CA42010B7CE}"/>
              </a:ext>
            </a:extLst>
          </p:cNvPr>
          <p:cNvSpPr/>
          <p:nvPr/>
        </p:nvSpPr>
        <p:spPr>
          <a:xfrm>
            <a:off x="2774970" y="1855922"/>
            <a:ext cx="2572989" cy="1031385"/>
          </a:xfrm>
          <a:prstGeom prst="roundRect">
            <a:avLst>
              <a:gd name="adj" fmla="val 1722"/>
            </a:avLst>
          </a:prstGeom>
          <a:noFill/>
          <a:ln w="12700">
            <a:solidFill>
              <a:srgbClr val="8AAB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418" name="순서도: 처리 417">
            <a:extLst>
              <a:ext uri="{FF2B5EF4-FFF2-40B4-BE49-F238E27FC236}">
                <a16:creationId xmlns:a16="http://schemas.microsoft.com/office/drawing/2014/main" id="{24E1EE27-FE0D-F716-279A-BF2E93F0C844}"/>
              </a:ext>
            </a:extLst>
          </p:cNvPr>
          <p:cNvSpPr/>
          <p:nvPr/>
        </p:nvSpPr>
        <p:spPr>
          <a:xfrm>
            <a:off x="2937851" y="2327218"/>
            <a:ext cx="990030" cy="44961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800" b="1" dirty="0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참기 </a:t>
            </a:r>
            <a:r>
              <a:rPr lang="en-US" altLang="ko-KR" sz="800" b="1" dirty="0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/ </a:t>
            </a:r>
            <a:r>
              <a:rPr lang="ko-KR" altLang="en-US" sz="800" b="1" dirty="0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날숨 입력</a:t>
            </a:r>
            <a:endParaRPr lang="en-US" altLang="ko-KR" sz="800" b="1" dirty="0">
              <a:solidFill>
                <a:sysClr val="windowText" lastClr="00000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800" b="1" dirty="0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</a:t>
            </a:r>
            <a:r>
              <a:rPr lang="ko-KR" altLang="en-US" sz="800" b="1" dirty="0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초 이상 유지</a:t>
            </a:r>
            <a:endParaRPr lang="en-US" altLang="ko-KR" sz="800" b="1" dirty="0">
              <a:solidFill>
                <a:sysClr val="windowText" lastClr="00000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419" name="순서도: 처리 418">
            <a:extLst>
              <a:ext uri="{FF2B5EF4-FFF2-40B4-BE49-F238E27FC236}">
                <a16:creationId xmlns:a16="http://schemas.microsoft.com/office/drawing/2014/main" id="{A14F6165-A1BA-28EE-43A6-F3855FB29CA5}"/>
              </a:ext>
            </a:extLst>
          </p:cNvPr>
          <p:cNvSpPr/>
          <p:nvPr/>
        </p:nvSpPr>
        <p:spPr>
          <a:xfrm>
            <a:off x="4246748" y="2390442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강제 호흡</a:t>
            </a:r>
            <a:endParaRPr lang="en-US" altLang="ko-KR" sz="1000" b="1" dirty="0">
              <a:solidFill>
                <a:sysClr val="windowText" lastClr="00000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420" name="연결선: 꺾임 419">
            <a:extLst>
              <a:ext uri="{FF2B5EF4-FFF2-40B4-BE49-F238E27FC236}">
                <a16:creationId xmlns:a16="http://schemas.microsoft.com/office/drawing/2014/main" id="{711FCF90-83DF-6BEA-7E24-F3FEE77EF8FD}"/>
              </a:ext>
            </a:extLst>
          </p:cNvPr>
          <p:cNvCxnSpPr>
            <a:cxnSpLocks/>
            <a:stCxn id="424" idx="2"/>
            <a:endCxn id="126" idx="1"/>
          </p:cNvCxnSpPr>
          <p:nvPr/>
        </p:nvCxnSpPr>
        <p:spPr>
          <a:xfrm rot="5400000" flipH="1">
            <a:off x="1658108" y="2091467"/>
            <a:ext cx="2695252" cy="3459165"/>
          </a:xfrm>
          <a:prstGeom prst="bentConnector4">
            <a:avLst>
              <a:gd name="adj1" fmla="val -44903"/>
              <a:gd name="adj2" fmla="val 113034"/>
            </a:avLst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" name="직선 화살표 연결선 420">
            <a:extLst>
              <a:ext uri="{FF2B5EF4-FFF2-40B4-BE49-F238E27FC236}">
                <a16:creationId xmlns:a16="http://schemas.microsoft.com/office/drawing/2014/main" id="{3876669F-9B12-7A91-9AFE-3201DBD5BE37}"/>
              </a:ext>
            </a:extLst>
          </p:cNvPr>
          <p:cNvCxnSpPr>
            <a:cxnSpLocks/>
            <a:stCxn id="418" idx="3"/>
            <a:endCxn id="419" idx="1"/>
          </p:cNvCxnSpPr>
          <p:nvPr/>
        </p:nvCxnSpPr>
        <p:spPr>
          <a:xfrm flipV="1">
            <a:off x="3927881" y="2552025"/>
            <a:ext cx="318867" cy="1"/>
          </a:xfrm>
          <a:prstGeom prst="straightConnector1">
            <a:avLst/>
          </a:prstGeom>
          <a:ln w="12700">
            <a:solidFill>
              <a:srgbClr val="8AAB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연결선: 꺾임 421">
            <a:extLst>
              <a:ext uri="{FF2B5EF4-FFF2-40B4-BE49-F238E27FC236}">
                <a16:creationId xmlns:a16="http://schemas.microsoft.com/office/drawing/2014/main" id="{2A60DB43-AC10-69B0-E42C-3571B94AA92A}"/>
              </a:ext>
            </a:extLst>
          </p:cNvPr>
          <p:cNvCxnSpPr>
            <a:cxnSpLocks/>
            <a:stCxn id="126" idx="0"/>
            <a:endCxn id="418" idx="0"/>
          </p:cNvCxnSpPr>
          <p:nvPr/>
        </p:nvCxnSpPr>
        <p:spPr>
          <a:xfrm rot="16200000" flipH="1">
            <a:off x="2581642" y="1475995"/>
            <a:ext cx="15378" cy="1687069"/>
          </a:xfrm>
          <a:prstGeom prst="bentConnector3">
            <a:avLst>
              <a:gd name="adj1" fmla="val -635401"/>
            </a:avLst>
          </a:prstGeom>
          <a:ln w="12700">
            <a:solidFill>
              <a:srgbClr val="8AAB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연결선: 꺾임 422">
            <a:extLst>
              <a:ext uri="{FF2B5EF4-FFF2-40B4-BE49-F238E27FC236}">
                <a16:creationId xmlns:a16="http://schemas.microsoft.com/office/drawing/2014/main" id="{AEE782A0-ECAB-16F2-47F1-4A194FD366A6}"/>
              </a:ext>
            </a:extLst>
          </p:cNvPr>
          <p:cNvCxnSpPr>
            <a:cxnSpLocks/>
            <a:stCxn id="419" idx="2"/>
            <a:endCxn id="126" idx="3"/>
          </p:cNvCxnSpPr>
          <p:nvPr/>
        </p:nvCxnSpPr>
        <p:spPr>
          <a:xfrm rot="5400000" flipH="1">
            <a:off x="3345826" y="1343039"/>
            <a:ext cx="240184" cy="2500952"/>
          </a:xfrm>
          <a:prstGeom prst="bentConnector4">
            <a:avLst>
              <a:gd name="adj1" fmla="val -144384"/>
              <a:gd name="adj2" fmla="val 88648"/>
            </a:avLst>
          </a:prstGeom>
          <a:ln w="12700">
            <a:solidFill>
              <a:srgbClr val="8AAB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4" name="순서도: 문서 423">
            <a:extLst>
              <a:ext uri="{FF2B5EF4-FFF2-40B4-BE49-F238E27FC236}">
                <a16:creationId xmlns:a16="http://schemas.microsoft.com/office/drawing/2014/main" id="{5B87E636-F61B-5AF5-4872-42E5A78F5CD3}"/>
              </a:ext>
            </a:extLst>
          </p:cNvPr>
          <p:cNvSpPr/>
          <p:nvPr/>
        </p:nvSpPr>
        <p:spPr>
          <a:xfrm>
            <a:off x="4188728" y="4757107"/>
            <a:ext cx="1093176" cy="440703"/>
          </a:xfrm>
          <a:prstGeom prst="flowChartDocument">
            <a:avLst/>
          </a:prstGeom>
          <a:noFill/>
          <a:ln>
            <a:solidFill>
              <a:srgbClr val="7FDD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날숨 </a:t>
            </a:r>
            <a:r>
              <a:rPr lang="ko-KR" altLang="en-US" sz="800" dirty="0" err="1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요과음</a:t>
            </a:r>
            <a:r>
              <a:rPr lang="ko-KR" altLang="en-US" sz="800" dirty="0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en-US" altLang="ko-KR" sz="800" dirty="0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/</a:t>
            </a:r>
          </a:p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날숨 애니메이션</a:t>
            </a:r>
          </a:p>
        </p:txBody>
      </p:sp>
      <p:sp>
        <p:nvSpPr>
          <p:cNvPr id="425" name="순서도: 문서 424">
            <a:extLst>
              <a:ext uri="{FF2B5EF4-FFF2-40B4-BE49-F238E27FC236}">
                <a16:creationId xmlns:a16="http://schemas.microsoft.com/office/drawing/2014/main" id="{D3E9F9E6-1B2A-D7CA-CE3D-84D1D94DC3FA}"/>
              </a:ext>
            </a:extLst>
          </p:cNvPr>
          <p:cNvSpPr/>
          <p:nvPr/>
        </p:nvSpPr>
        <p:spPr>
          <a:xfrm>
            <a:off x="2779436" y="4435549"/>
            <a:ext cx="939291" cy="440703"/>
          </a:xfrm>
          <a:prstGeom prst="flowChartDocument">
            <a:avLst/>
          </a:prstGeom>
          <a:noFill/>
          <a:ln>
            <a:solidFill>
              <a:srgbClr val="7FDD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참기 애니메이션</a:t>
            </a:r>
          </a:p>
        </p:txBody>
      </p:sp>
      <p:sp>
        <p:nvSpPr>
          <p:cNvPr id="426" name="순서도: 문서 425">
            <a:extLst>
              <a:ext uri="{FF2B5EF4-FFF2-40B4-BE49-F238E27FC236}">
                <a16:creationId xmlns:a16="http://schemas.microsoft.com/office/drawing/2014/main" id="{1C1DA48E-3B9E-08B5-55A0-F14FBDF76160}"/>
              </a:ext>
            </a:extLst>
          </p:cNvPr>
          <p:cNvSpPr/>
          <p:nvPr/>
        </p:nvSpPr>
        <p:spPr>
          <a:xfrm>
            <a:off x="1271684" y="4434675"/>
            <a:ext cx="939291" cy="440703"/>
          </a:xfrm>
          <a:prstGeom prst="flowChartDocument">
            <a:avLst/>
          </a:prstGeom>
          <a:noFill/>
          <a:ln>
            <a:solidFill>
              <a:srgbClr val="7FDD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들숨 효과음 </a:t>
            </a:r>
            <a:r>
              <a:rPr lang="en-US" altLang="ko-KR" sz="800" dirty="0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/</a:t>
            </a:r>
          </a:p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들숨 애니메이션</a:t>
            </a:r>
          </a:p>
        </p:txBody>
      </p:sp>
      <p:cxnSp>
        <p:nvCxnSpPr>
          <p:cNvPr id="427" name="직선 화살표 연결선 426">
            <a:extLst>
              <a:ext uri="{FF2B5EF4-FFF2-40B4-BE49-F238E27FC236}">
                <a16:creationId xmlns:a16="http://schemas.microsoft.com/office/drawing/2014/main" id="{2156B167-7DDC-A61A-E160-287DA09C6F4F}"/>
              </a:ext>
            </a:extLst>
          </p:cNvPr>
          <p:cNvCxnSpPr>
            <a:cxnSpLocks/>
            <a:stCxn id="426" idx="2"/>
            <a:endCxn id="398" idx="0"/>
          </p:cNvCxnSpPr>
          <p:nvPr/>
        </p:nvCxnSpPr>
        <p:spPr>
          <a:xfrm>
            <a:off x="1741330" y="4846243"/>
            <a:ext cx="0" cy="195415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직선 화살표 연결선 427">
            <a:extLst>
              <a:ext uri="{FF2B5EF4-FFF2-40B4-BE49-F238E27FC236}">
                <a16:creationId xmlns:a16="http://schemas.microsoft.com/office/drawing/2014/main" id="{C30674CC-7B4F-D06A-58E4-9B6AC18E8498}"/>
              </a:ext>
            </a:extLst>
          </p:cNvPr>
          <p:cNvCxnSpPr>
            <a:cxnSpLocks/>
            <a:stCxn id="425" idx="2"/>
            <a:endCxn id="411" idx="0"/>
          </p:cNvCxnSpPr>
          <p:nvPr/>
        </p:nvCxnSpPr>
        <p:spPr>
          <a:xfrm flipH="1">
            <a:off x="3244616" y="4847117"/>
            <a:ext cx="4466" cy="194541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9" name="순서도: 문서 428">
            <a:extLst>
              <a:ext uri="{FF2B5EF4-FFF2-40B4-BE49-F238E27FC236}">
                <a16:creationId xmlns:a16="http://schemas.microsoft.com/office/drawing/2014/main" id="{11B28349-BEBC-0A85-6644-ECCCE81C2ED1}"/>
              </a:ext>
            </a:extLst>
          </p:cNvPr>
          <p:cNvSpPr/>
          <p:nvPr/>
        </p:nvSpPr>
        <p:spPr>
          <a:xfrm>
            <a:off x="3407497" y="5767303"/>
            <a:ext cx="1185406" cy="440703"/>
          </a:xfrm>
          <a:prstGeom prst="flowChartDocument">
            <a:avLst/>
          </a:prstGeom>
          <a:noFill/>
          <a:ln>
            <a:solidFill>
              <a:srgbClr val="7FDD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거친 호흡 효과음</a:t>
            </a:r>
            <a:endParaRPr lang="en-US" altLang="ko-KR" sz="800" dirty="0">
              <a:solidFill>
                <a:sysClr val="windowText" lastClr="00000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거친 호흡 애니메이션</a:t>
            </a:r>
            <a:endParaRPr lang="en-US" altLang="ko-KR" sz="800" dirty="0">
              <a:solidFill>
                <a:sysClr val="windowText" lastClr="000000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430" name="직선 화살표 연결선 429">
            <a:extLst>
              <a:ext uri="{FF2B5EF4-FFF2-40B4-BE49-F238E27FC236}">
                <a16:creationId xmlns:a16="http://schemas.microsoft.com/office/drawing/2014/main" id="{136544BE-8638-A8B7-6A4A-F7313E5A483A}"/>
              </a:ext>
            </a:extLst>
          </p:cNvPr>
          <p:cNvCxnSpPr>
            <a:cxnSpLocks/>
            <a:stCxn id="402" idx="3"/>
            <a:endCxn id="429" idx="1"/>
          </p:cNvCxnSpPr>
          <p:nvPr/>
        </p:nvCxnSpPr>
        <p:spPr>
          <a:xfrm flipV="1">
            <a:off x="3281115" y="5987655"/>
            <a:ext cx="126382" cy="1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1" name="사각형: 둥근 모서리 430">
            <a:extLst>
              <a:ext uri="{FF2B5EF4-FFF2-40B4-BE49-F238E27FC236}">
                <a16:creationId xmlns:a16="http://schemas.microsoft.com/office/drawing/2014/main" id="{0DDD1E50-6254-FED1-61EE-2745FF8A8C56}"/>
              </a:ext>
            </a:extLst>
          </p:cNvPr>
          <p:cNvSpPr/>
          <p:nvPr/>
        </p:nvSpPr>
        <p:spPr>
          <a:xfrm>
            <a:off x="4622695" y="1933637"/>
            <a:ext cx="638248" cy="219588"/>
          </a:xfrm>
          <a:prstGeom prst="roundRect">
            <a:avLst>
              <a:gd name="adj" fmla="val 6783"/>
            </a:avLst>
          </a:prstGeom>
          <a:solidFill>
            <a:srgbClr val="DDEEFF"/>
          </a:solidFill>
          <a:ln w="12700"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69B4FF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예외 흐름</a:t>
            </a:r>
          </a:p>
        </p:txBody>
      </p:sp>
      <p:cxnSp>
        <p:nvCxnSpPr>
          <p:cNvPr id="432" name="직선 화살표 연결선 431">
            <a:extLst>
              <a:ext uri="{FF2B5EF4-FFF2-40B4-BE49-F238E27FC236}">
                <a16:creationId xmlns:a16="http://schemas.microsoft.com/office/drawing/2014/main" id="{A9413E31-8E6B-DAAC-7789-B398639A4243}"/>
              </a:ext>
            </a:extLst>
          </p:cNvPr>
          <p:cNvCxnSpPr>
            <a:cxnSpLocks/>
          </p:cNvCxnSpPr>
          <p:nvPr/>
        </p:nvCxnSpPr>
        <p:spPr>
          <a:xfrm>
            <a:off x="1952108" y="1516410"/>
            <a:ext cx="189888" cy="0"/>
          </a:xfrm>
          <a:prstGeom prst="straightConnector1">
            <a:avLst/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직선 화살표 연결선 432">
            <a:extLst>
              <a:ext uri="{FF2B5EF4-FFF2-40B4-BE49-F238E27FC236}">
                <a16:creationId xmlns:a16="http://schemas.microsoft.com/office/drawing/2014/main" id="{6042BB91-3D23-C03D-340E-327CA50F6041}"/>
              </a:ext>
            </a:extLst>
          </p:cNvPr>
          <p:cNvCxnSpPr>
            <a:cxnSpLocks/>
          </p:cNvCxnSpPr>
          <p:nvPr/>
        </p:nvCxnSpPr>
        <p:spPr>
          <a:xfrm>
            <a:off x="2528328" y="1525669"/>
            <a:ext cx="189888" cy="0"/>
          </a:xfrm>
          <a:prstGeom prst="straightConnector1">
            <a:avLst/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4" name="TextBox 433">
            <a:extLst>
              <a:ext uri="{FF2B5EF4-FFF2-40B4-BE49-F238E27FC236}">
                <a16:creationId xmlns:a16="http://schemas.microsoft.com/office/drawing/2014/main" id="{21CB63BA-4D26-BB50-58B0-6ECB0465A1CB}"/>
              </a:ext>
            </a:extLst>
          </p:cNvPr>
          <p:cNvSpPr txBox="1"/>
          <p:nvPr/>
        </p:nvSpPr>
        <p:spPr>
          <a:xfrm>
            <a:off x="2171761" y="1415677"/>
            <a:ext cx="28725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예</a:t>
            </a:r>
          </a:p>
        </p:txBody>
      </p:sp>
      <p:sp>
        <p:nvSpPr>
          <p:cNvPr id="435" name="TextBox 434">
            <a:extLst>
              <a:ext uri="{FF2B5EF4-FFF2-40B4-BE49-F238E27FC236}">
                <a16:creationId xmlns:a16="http://schemas.microsoft.com/office/drawing/2014/main" id="{1AD457E1-1135-FFF4-61A9-E7229CBE3A50}"/>
              </a:ext>
            </a:extLst>
          </p:cNvPr>
          <p:cNvSpPr txBox="1"/>
          <p:nvPr/>
        </p:nvSpPr>
        <p:spPr>
          <a:xfrm>
            <a:off x="2750363" y="1417947"/>
            <a:ext cx="4924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err="1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아니오</a:t>
            </a:r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436" name="연결선: 꺾임 435">
            <a:extLst>
              <a:ext uri="{FF2B5EF4-FFF2-40B4-BE49-F238E27FC236}">
                <a16:creationId xmlns:a16="http://schemas.microsoft.com/office/drawing/2014/main" id="{93653757-797F-F2B9-22C0-19B7A757532D}"/>
              </a:ext>
            </a:extLst>
          </p:cNvPr>
          <p:cNvCxnSpPr>
            <a:cxnSpLocks/>
            <a:stCxn id="411" idx="1"/>
            <a:endCxn id="126" idx="3"/>
          </p:cNvCxnSpPr>
          <p:nvPr/>
        </p:nvCxnSpPr>
        <p:spPr>
          <a:xfrm rot="10800000">
            <a:off x="2215442" y="2473423"/>
            <a:ext cx="559528" cy="2818534"/>
          </a:xfrm>
          <a:prstGeom prst="bentConnector3">
            <a:avLst>
              <a:gd name="adj1" fmla="val 50000"/>
            </a:avLst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7" name="순서도: 처리 436">
            <a:extLst>
              <a:ext uri="{FF2B5EF4-FFF2-40B4-BE49-F238E27FC236}">
                <a16:creationId xmlns:a16="http://schemas.microsoft.com/office/drawing/2014/main" id="{833570C1-8A78-8D35-8512-03D8BAD3ED66}"/>
              </a:ext>
            </a:extLst>
          </p:cNvPr>
          <p:cNvSpPr/>
          <p:nvPr/>
        </p:nvSpPr>
        <p:spPr>
          <a:xfrm>
            <a:off x="6537478" y="2447836"/>
            <a:ext cx="1064080" cy="537136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자극도 </a:t>
            </a:r>
            <a:r>
              <a:rPr lang="en-US" altLang="ko-KR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</a:p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오염도 회복</a:t>
            </a:r>
            <a:endParaRPr lang="en-US" altLang="ko-KR" sz="8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0" name="순서도: 처리 439">
            <a:extLst>
              <a:ext uri="{FF2B5EF4-FFF2-40B4-BE49-F238E27FC236}">
                <a16:creationId xmlns:a16="http://schemas.microsoft.com/office/drawing/2014/main" id="{C229CF2F-231C-13C0-58F5-1772648D7CDE}"/>
              </a:ext>
            </a:extLst>
          </p:cNvPr>
          <p:cNvSpPr/>
          <p:nvPr/>
        </p:nvSpPr>
        <p:spPr>
          <a:xfrm>
            <a:off x="7808972" y="2447836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자극도 누적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1" name="순서도: 판단 440">
            <a:extLst>
              <a:ext uri="{FF2B5EF4-FFF2-40B4-BE49-F238E27FC236}">
                <a16:creationId xmlns:a16="http://schemas.microsoft.com/office/drawing/2014/main" id="{E83FAFB7-C90D-6832-94BC-B311D7D55DA7}"/>
              </a:ext>
            </a:extLst>
          </p:cNvPr>
          <p:cNvSpPr/>
          <p:nvPr/>
        </p:nvSpPr>
        <p:spPr>
          <a:xfrm>
            <a:off x="7808972" y="2940663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2" name="TextBox 441">
            <a:extLst>
              <a:ext uri="{FF2B5EF4-FFF2-40B4-BE49-F238E27FC236}">
                <a16:creationId xmlns:a16="http://schemas.microsoft.com/office/drawing/2014/main" id="{2AFD5BD7-E190-1DF3-B6D2-76CCFF7616D3}"/>
              </a:ext>
            </a:extLst>
          </p:cNvPr>
          <p:cNvSpPr txBox="1"/>
          <p:nvPr/>
        </p:nvSpPr>
        <p:spPr>
          <a:xfrm>
            <a:off x="7939421" y="3026447"/>
            <a:ext cx="6783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자극도</a:t>
            </a:r>
            <a:endParaRPr lang="en-US" altLang="ko-KR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도달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3" name="순서도: 처리 442">
            <a:extLst>
              <a:ext uri="{FF2B5EF4-FFF2-40B4-BE49-F238E27FC236}">
                <a16:creationId xmlns:a16="http://schemas.microsoft.com/office/drawing/2014/main" id="{A62D9769-A5F1-C363-3F88-F816BDC48376}"/>
              </a:ext>
            </a:extLst>
          </p:cNvPr>
          <p:cNvSpPr/>
          <p:nvPr/>
        </p:nvSpPr>
        <p:spPr>
          <a:xfrm>
            <a:off x="7808970" y="3610923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이상 상태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4" name="순서도: 문서 443">
            <a:extLst>
              <a:ext uri="{FF2B5EF4-FFF2-40B4-BE49-F238E27FC236}">
                <a16:creationId xmlns:a16="http://schemas.microsoft.com/office/drawing/2014/main" id="{60F33588-EBE4-C082-9880-C75B24593AF1}"/>
              </a:ext>
            </a:extLst>
          </p:cNvPr>
          <p:cNvSpPr/>
          <p:nvPr/>
        </p:nvSpPr>
        <p:spPr>
          <a:xfrm>
            <a:off x="7808969" y="4103750"/>
            <a:ext cx="939291" cy="690554"/>
          </a:xfrm>
          <a:prstGeom prst="flowChartDocument">
            <a:avLst/>
          </a:prstGeom>
          <a:noFill/>
          <a:ln>
            <a:solidFill>
              <a:srgbClr val="7FDD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기침 효과음 </a:t>
            </a:r>
            <a:r>
              <a:rPr lang="en-US" altLang="ko-KR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</a:p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기침 애니메이션</a:t>
            </a:r>
            <a:endParaRPr lang="en-US" altLang="ko-KR" sz="8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이상 상태 </a:t>
            </a:r>
            <a:r>
              <a:rPr lang="en-US" altLang="ko-KR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UI</a:t>
            </a:r>
            <a:endParaRPr lang="ko-KR" altLang="en-US" sz="8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5" name="순서도: 처리 444">
            <a:extLst>
              <a:ext uri="{FF2B5EF4-FFF2-40B4-BE49-F238E27FC236}">
                <a16:creationId xmlns:a16="http://schemas.microsoft.com/office/drawing/2014/main" id="{549F96EB-9639-8D8E-DA8C-291EF1A67C16}"/>
              </a:ext>
            </a:extLst>
          </p:cNvPr>
          <p:cNvSpPr/>
          <p:nvPr/>
        </p:nvSpPr>
        <p:spPr>
          <a:xfrm>
            <a:off x="8955668" y="2447836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오염도 누적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6" name="순서도: 판단 445">
            <a:extLst>
              <a:ext uri="{FF2B5EF4-FFF2-40B4-BE49-F238E27FC236}">
                <a16:creationId xmlns:a16="http://schemas.microsoft.com/office/drawing/2014/main" id="{0C48F809-F8B5-C3E0-BA76-BB4E488312E7}"/>
              </a:ext>
            </a:extLst>
          </p:cNvPr>
          <p:cNvSpPr/>
          <p:nvPr/>
        </p:nvSpPr>
        <p:spPr>
          <a:xfrm>
            <a:off x="8955668" y="2940663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7" name="TextBox 446">
            <a:extLst>
              <a:ext uri="{FF2B5EF4-FFF2-40B4-BE49-F238E27FC236}">
                <a16:creationId xmlns:a16="http://schemas.microsoft.com/office/drawing/2014/main" id="{5C91C4FC-A851-7353-E4D7-A9B9C997F039}"/>
              </a:ext>
            </a:extLst>
          </p:cNvPr>
          <p:cNvSpPr txBox="1"/>
          <p:nvPr/>
        </p:nvSpPr>
        <p:spPr>
          <a:xfrm>
            <a:off x="9086117" y="3026447"/>
            <a:ext cx="6783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오염도 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50</a:t>
            </a:r>
          </a:p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이상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8" name="순서도: 처리 447">
            <a:extLst>
              <a:ext uri="{FF2B5EF4-FFF2-40B4-BE49-F238E27FC236}">
                <a16:creationId xmlns:a16="http://schemas.microsoft.com/office/drawing/2014/main" id="{D14B7734-8A0B-84E2-C395-E46E8670E916}"/>
              </a:ext>
            </a:extLst>
          </p:cNvPr>
          <p:cNvSpPr/>
          <p:nvPr/>
        </p:nvSpPr>
        <p:spPr>
          <a:xfrm>
            <a:off x="8955666" y="3610923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이상 상태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9" name="순서도: 문서 448">
            <a:extLst>
              <a:ext uri="{FF2B5EF4-FFF2-40B4-BE49-F238E27FC236}">
                <a16:creationId xmlns:a16="http://schemas.microsoft.com/office/drawing/2014/main" id="{CB5070DB-1DD9-F7D1-3080-B8D852E33888}"/>
              </a:ext>
            </a:extLst>
          </p:cNvPr>
          <p:cNvSpPr/>
          <p:nvPr/>
        </p:nvSpPr>
        <p:spPr>
          <a:xfrm>
            <a:off x="8955665" y="4103750"/>
            <a:ext cx="939291" cy="690554"/>
          </a:xfrm>
          <a:prstGeom prst="flowChartDocument">
            <a:avLst/>
          </a:prstGeom>
          <a:noFill/>
          <a:ln>
            <a:solidFill>
              <a:srgbClr val="7FDD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기침 효과음</a:t>
            </a:r>
            <a:r>
              <a:rPr lang="en-US" altLang="ko-KR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/</a:t>
            </a:r>
          </a:p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기침 애니메이션</a:t>
            </a:r>
          </a:p>
        </p:txBody>
      </p:sp>
      <p:sp>
        <p:nvSpPr>
          <p:cNvPr id="450" name="순서도: 판단 449">
            <a:extLst>
              <a:ext uri="{FF2B5EF4-FFF2-40B4-BE49-F238E27FC236}">
                <a16:creationId xmlns:a16="http://schemas.microsoft.com/office/drawing/2014/main" id="{274358EA-B38C-A123-F798-8B201DBFD8CC}"/>
              </a:ext>
            </a:extLst>
          </p:cNvPr>
          <p:cNvSpPr/>
          <p:nvPr/>
        </p:nvSpPr>
        <p:spPr>
          <a:xfrm>
            <a:off x="8955668" y="5011776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E1A54148-D0E5-B7DD-50C2-049B20F14B89}"/>
              </a:ext>
            </a:extLst>
          </p:cNvPr>
          <p:cNvSpPr txBox="1"/>
          <p:nvPr/>
        </p:nvSpPr>
        <p:spPr>
          <a:xfrm>
            <a:off x="9086117" y="5097560"/>
            <a:ext cx="6783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오염도 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 </a:t>
            </a:r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도달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52" name="직선 화살표 연결선 451">
            <a:extLst>
              <a:ext uri="{FF2B5EF4-FFF2-40B4-BE49-F238E27FC236}">
                <a16:creationId xmlns:a16="http://schemas.microsoft.com/office/drawing/2014/main" id="{94A46A4F-0F29-E85D-C9AD-59CB3F306506}"/>
              </a:ext>
            </a:extLst>
          </p:cNvPr>
          <p:cNvCxnSpPr>
            <a:cxnSpLocks/>
            <a:endCxn id="437" idx="0"/>
          </p:cNvCxnSpPr>
          <p:nvPr/>
        </p:nvCxnSpPr>
        <p:spPr>
          <a:xfrm flipH="1">
            <a:off x="7069518" y="2278174"/>
            <a:ext cx="2" cy="169662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직선 화살표 연결선 452">
            <a:extLst>
              <a:ext uri="{FF2B5EF4-FFF2-40B4-BE49-F238E27FC236}">
                <a16:creationId xmlns:a16="http://schemas.microsoft.com/office/drawing/2014/main" id="{91BB1C2D-D963-FC4F-5F2F-63FD678B081A}"/>
              </a:ext>
            </a:extLst>
          </p:cNvPr>
          <p:cNvCxnSpPr>
            <a:cxnSpLocks/>
            <a:endCxn id="440" idx="0"/>
          </p:cNvCxnSpPr>
          <p:nvPr/>
        </p:nvCxnSpPr>
        <p:spPr>
          <a:xfrm flipH="1">
            <a:off x="8278618" y="2278174"/>
            <a:ext cx="2" cy="169662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직선 화살표 연결선 453">
            <a:extLst>
              <a:ext uri="{FF2B5EF4-FFF2-40B4-BE49-F238E27FC236}">
                <a16:creationId xmlns:a16="http://schemas.microsoft.com/office/drawing/2014/main" id="{FDDB11BF-8FD3-A9A1-1F4C-4A7C0034EB66}"/>
              </a:ext>
            </a:extLst>
          </p:cNvPr>
          <p:cNvCxnSpPr>
            <a:cxnSpLocks/>
            <a:endCxn id="445" idx="0"/>
          </p:cNvCxnSpPr>
          <p:nvPr/>
        </p:nvCxnSpPr>
        <p:spPr>
          <a:xfrm flipH="1">
            <a:off x="9425314" y="2278174"/>
            <a:ext cx="5" cy="169662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5" name="순서도: 처리 454">
            <a:extLst>
              <a:ext uri="{FF2B5EF4-FFF2-40B4-BE49-F238E27FC236}">
                <a16:creationId xmlns:a16="http://schemas.microsoft.com/office/drawing/2014/main" id="{85B4AB80-D17F-4A43-099D-EA90F34D98ED}"/>
              </a:ext>
            </a:extLst>
          </p:cNvPr>
          <p:cNvSpPr/>
          <p:nvPr/>
        </p:nvSpPr>
        <p:spPr>
          <a:xfrm>
            <a:off x="7808969" y="5106291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사망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56" name="직선 화살표 연결선 455">
            <a:extLst>
              <a:ext uri="{FF2B5EF4-FFF2-40B4-BE49-F238E27FC236}">
                <a16:creationId xmlns:a16="http://schemas.microsoft.com/office/drawing/2014/main" id="{8BAFE561-D91B-B1C8-9772-FC1C14760FD2}"/>
              </a:ext>
            </a:extLst>
          </p:cNvPr>
          <p:cNvCxnSpPr>
            <a:cxnSpLocks/>
            <a:stCxn id="455" idx="1"/>
            <a:endCxn id="467" idx="3"/>
          </p:cNvCxnSpPr>
          <p:nvPr/>
        </p:nvCxnSpPr>
        <p:spPr>
          <a:xfrm flipH="1">
            <a:off x="7539163" y="5267874"/>
            <a:ext cx="269806" cy="1352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순서도: 처리 456">
            <a:extLst>
              <a:ext uri="{FF2B5EF4-FFF2-40B4-BE49-F238E27FC236}">
                <a16:creationId xmlns:a16="http://schemas.microsoft.com/office/drawing/2014/main" id="{8903F11E-C322-EB8E-A4C6-B98B7A7FDBA5}"/>
              </a:ext>
            </a:extLst>
          </p:cNvPr>
          <p:cNvSpPr/>
          <p:nvPr/>
        </p:nvSpPr>
        <p:spPr>
          <a:xfrm>
            <a:off x="10102358" y="2443201"/>
            <a:ext cx="939291" cy="537136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행동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감지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58" name="직선 화살표 연결선 457">
            <a:extLst>
              <a:ext uri="{FF2B5EF4-FFF2-40B4-BE49-F238E27FC236}">
                <a16:creationId xmlns:a16="http://schemas.microsoft.com/office/drawing/2014/main" id="{6E63F4A2-8AEE-1ABF-8E47-5CECDEEC2D26}"/>
              </a:ext>
            </a:extLst>
          </p:cNvPr>
          <p:cNvCxnSpPr>
            <a:cxnSpLocks/>
            <a:endCxn id="457" idx="0"/>
          </p:cNvCxnSpPr>
          <p:nvPr/>
        </p:nvCxnSpPr>
        <p:spPr>
          <a:xfrm>
            <a:off x="10572004" y="2278174"/>
            <a:ext cx="0" cy="165027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9" name="순서도: 판단 458">
            <a:extLst>
              <a:ext uri="{FF2B5EF4-FFF2-40B4-BE49-F238E27FC236}">
                <a16:creationId xmlns:a16="http://schemas.microsoft.com/office/drawing/2014/main" id="{8BC4B43D-A6B5-F9B2-A623-FB9621E6B35B}"/>
              </a:ext>
            </a:extLst>
          </p:cNvPr>
          <p:cNvSpPr/>
          <p:nvPr/>
        </p:nvSpPr>
        <p:spPr>
          <a:xfrm>
            <a:off x="10102358" y="3153490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0" name="TextBox 459">
            <a:extLst>
              <a:ext uri="{FF2B5EF4-FFF2-40B4-BE49-F238E27FC236}">
                <a16:creationId xmlns:a16="http://schemas.microsoft.com/office/drawing/2014/main" id="{682100FE-9F1D-F2B2-5B2E-1ED63BF7846E}"/>
              </a:ext>
            </a:extLst>
          </p:cNvPr>
          <p:cNvSpPr txBox="1"/>
          <p:nvPr/>
        </p:nvSpPr>
        <p:spPr>
          <a:xfrm>
            <a:off x="10232807" y="3300829"/>
            <a:ext cx="678391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들숨 입력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1" name="순서도: 처리 460">
            <a:extLst>
              <a:ext uri="{FF2B5EF4-FFF2-40B4-BE49-F238E27FC236}">
                <a16:creationId xmlns:a16="http://schemas.microsoft.com/office/drawing/2014/main" id="{DB2357CB-5F09-2B1C-88EA-66063A8FED80}"/>
              </a:ext>
            </a:extLst>
          </p:cNvPr>
          <p:cNvSpPr/>
          <p:nvPr/>
        </p:nvSpPr>
        <p:spPr>
          <a:xfrm>
            <a:off x="10102358" y="3823749"/>
            <a:ext cx="939291" cy="537136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호흡량 급감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-100/s</a:t>
            </a:r>
          </a:p>
        </p:txBody>
      </p:sp>
      <p:sp>
        <p:nvSpPr>
          <p:cNvPr id="462" name="순서도: 판단 461">
            <a:extLst>
              <a:ext uri="{FF2B5EF4-FFF2-40B4-BE49-F238E27FC236}">
                <a16:creationId xmlns:a16="http://schemas.microsoft.com/office/drawing/2014/main" id="{273BA699-3789-6116-C612-6D2F5DFD5484}"/>
              </a:ext>
            </a:extLst>
          </p:cNvPr>
          <p:cNvSpPr/>
          <p:nvPr/>
        </p:nvSpPr>
        <p:spPr>
          <a:xfrm>
            <a:off x="8955669" y="5752090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3" name="TextBox 462">
            <a:extLst>
              <a:ext uri="{FF2B5EF4-FFF2-40B4-BE49-F238E27FC236}">
                <a16:creationId xmlns:a16="http://schemas.microsoft.com/office/drawing/2014/main" id="{C97AB449-1F93-5D68-96B3-7F7D44AD058D}"/>
              </a:ext>
            </a:extLst>
          </p:cNvPr>
          <p:cNvSpPr txBox="1"/>
          <p:nvPr/>
        </p:nvSpPr>
        <p:spPr>
          <a:xfrm>
            <a:off x="9086118" y="5837874"/>
            <a:ext cx="6783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호흡량 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</a:p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도달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64" name="직선 화살표 연결선 463">
            <a:extLst>
              <a:ext uri="{FF2B5EF4-FFF2-40B4-BE49-F238E27FC236}">
                <a16:creationId xmlns:a16="http://schemas.microsoft.com/office/drawing/2014/main" id="{4576AF34-2367-5C98-8A35-38BAAC678DFF}"/>
              </a:ext>
            </a:extLst>
          </p:cNvPr>
          <p:cNvCxnSpPr>
            <a:cxnSpLocks/>
            <a:stCxn id="459" idx="2"/>
            <a:endCxn id="461" idx="0"/>
          </p:cNvCxnSpPr>
          <p:nvPr/>
        </p:nvCxnSpPr>
        <p:spPr>
          <a:xfrm>
            <a:off x="10572004" y="3654088"/>
            <a:ext cx="0" cy="169661"/>
          </a:xfrm>
          <a:prstGeom prst="straightConnector1">
            <a:avLst/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순서도: 처리 464">
            <a:extLst>
              <a:ext uri="{FF2B5EF4-FFF2-40B4-BE49-F238E27FC236}">
                <a16:creationId xmlns:a16="http://schemas.microsoft.com/office/drawing/2014/main" id="{C530BB8C-FE9F-0A72-CBCA-89F9B4074B12}"/>
              </a:ext>
            </a:extLst>
          </p:cNvPr>
          <p:cNvSpPr/>
          <p:nvPr/>
        </p:nvSpPr>
        <p:spPr>
          <a:xfrm>
            <a:off x="7808969" y="5846070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익사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66" name="직선 화살표 연결선 465">
            <a:extLst>
              <a:ext uri="{FF2B5EF4-FFF2-40B4-BE49-F238E27FC236}">
                <a16:creationId xmlns:a16="http://schemas.microsoft.com/office/drawing/2014/main" id="{6A14FB10-43BC-83F3-FFD5-78A1F7390FFD}"/>
              </a:ext>
            </a:extLst>
          </p:cNvPr>
          <p:cNvCxnSpPr>
            <a:cxnSpLocks/>
            <a:stCxn id="465" idx="1"/>
            <a:endCxn id="487" idx="3"/>
          </p:cNvCxnSpPr>
          <p:nvPr/>
        </p:nvCxnSpPr>
        <p:spPr>
          <a:xfrm flipH="1">
            <a:off x="7539163" y="6007653"/>
            <a:ext cx="269806" cy="0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7" name="순서도: 문서 466">
            <a:extLst>
              <a:ext uri="{FF2B5EF4-FFF2-40B4-BE49-F238E27FC236}">
                <a16:creationId xmlns:a16="http://schemas.microsoft.com/office/drawing/2014/main" id="{DAF1DF59-EFDE-D77C-85F4-648BD0B3AFC3}"/>
              </a:ext>
            </a:extLst>
          </p:cNvPr>
          <p:cNvSpPr/>
          <p:nvPr/>
        </p:nvSpPr>
        <p:spPr>
          <a:xfrm>
            <a:off x="6599872" y="5048874"/>
            <a:ext cx="939291" cy="440703"/>
          </a:xfrm>
          <a:prstGeom prst="flowChartDocument">
            <a:avLst/>
          </a:prstGeom>
          <a:noFill/>
          <a:ln>
            <a:solidFill>
              <a:srgbClr val="7FDD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사망 연출</a:t>
            </a:r>
          </a:p>
        </p:txBody>
      </p:sp>
      <p:cxnSp>
        <p:nvCxnSpPr>
          <p:cNvPr id="468" name="직선 화살표 연결선 467">
            <a:extLst>
              <a:ext uri="{FF2B5EF4-FFF2-40B4-BE49-F238E27FC236}">
                <a16:creationId xmlns:a16="http://schemas.microsoft.com/office/drawing/2014/main" id="{DA0CE2FE-C9FD-44FC-8DE4-B6B1EEE52B3E}"/>
              </a:ext>
            </a:extLst>
          </p:cNvPr>
          <p:cNvCxnSpPr>
            <a:cxnSpLocks/>
            <a:stCxn id="449" idx="2"/>
            <a:endCxn id="450" idx="0"/>
          </p:cNvCxnSpPr>
          <p:nvPr/>
        </p:nvCxnSpPr>
        <p:spPr>
          <a:xfrm>
            <a:off x="9425311" y="4748651"/>
            <a:ext cx="3" cy="263125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직선 화살표 연결선 468">
            <a:extLst>
              <a:ext uri="{FF2B5EF4-FFF2-40B4-BE49-F238E27FC236}">
                <a16:creationId xmlns:a16="http://schemas.microsoft.com/office/drawing/2014/main" id="{E992BD00-B97D-1443-59AD-7D3A2BF554BC}"/>
              </a:ext>
            </a:extLst>
          </p:cNvPr>
          <p:cNvCxnSpPr>
            <a:cxnSpLocks/>
            <a:stCxn id="446" idx="2"/>
            <a:endCxn id="448" idx="0"/>
          </p:cNvCxnSpPr>
          <p:nvPr/>
        </p:nvCxnSpPr>
        <p:spPr>
          <a:xfrm flipH="1">
            <a:off x="9425312" y="3441261"/>
            <a:ext cx="2" cy="169662"/>
          </a:xfrm>
          <a:prstGeom prst="straightConnector1">
            <a:avLst/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직선 화살표 연결선 469">
            <a:extLst>
              <a:ext uri="{FF2B5EF4-FFF2-40B4-BE49-F238E27FC236}">
                <a16:creationId xmlns:a16="http://schemas.microsoft.com/office/drawing/2014/main" id="{5AFFEBC2-76F4-0972-C321-387FABBA191A}"/>
              </a:ext>
            </a:extLst>
          </p:cNvPr>
          <p:cNvCxnSpPr>
            <a:cxnSpLocks/>
            <a:stCxn id="441" idx="2"/>
            <a:endCxn id="443" idx="0"/>
          </p:cNvCxnSpPr>
          <p:nvPr/>
        </p:nvCxnSpPr>
        <p:spPr>
          <a:xfrm flipH="1">
            <a:off x="8278616" y="3441261"/>
            <a:ext cx="2" cy="169662"/>
          </a:xfrm>
          <a:prstGeom prst="straightConnector1">
            <a:avLst/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연결선: 꺾임 470">
            <a:extLst>
              <a:ext uri="{FF2B5EF4-FFF2-40B4-BE49-F238E27FC236}">
                <a16:creationId xmlns:a16="http://schemas.microsoft.com/office/drawing/2014/main" id="{7A178668-6037-AE4A-5877-7D5B0BE2CB4D}"/>
              </a:ext>
            </a:extLst>
          </p:cNvPr>
          <p:cNvCxnSpPr>
            <a:cxnSpLocks/>
            <a:stCxn id="441" idx="1"/>
            <a:endCxn id="440" idx="1"/>
          </p:cNvCxnSpPr>
          <p:nvPr/>
        </p:nvCxnSpPr>
        <p:spPr>
          <a:xfrm rot="10800000">
            <a:off x="7808972" y="2609420"/>
            <a:ext cx="12700" cy="581543"/>
          </a:xfrm>
          <a:prstGeom prst="bentConnector3">
            <a:avLst>
              <a:gd name="adj1" fmla="val 918370"/>
            </a:avLst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연결선: 꺾임 471">
            <a:extLst>
              <a:ext uri="{FF2B5EF4-FFF2-40B4-BE49-F238E27FC236}">
                <a16:creationId xmlns:a16="http://schemas.microsoft.com/office/drawing/2014/main" id="{AFE91069-56FA-AD91-8356-F4EAFCDCC48D}"/>
              </a:ext>
            </a:extLst>
          </p:cNvPr>
          <p:cNvCxnSpPr>
            <a:cxnSpLocks/>
            <a:stCxn id="446" idx="1"/>
            <a:endCxn id="445" idx="1"/>
          </p:cNvCxnSpPr>
          <p:nvPr/>
        </p:nvCxnSpPr>
        <p:spPr>
          <a:xfrm rot="10800000">
            <a:off x="8955668" y="2609420"/>
            <a:ext cx="12700" cy="581543"/>
          </a:xfrm>
          <a:prstGeom prst="bentConnector3">
            <a:avLst>
              <a:gd name="adj1" fmla="val 918370"/>
            </a:avLst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3" name="연결선: 꺾임 472">
            <a:extLst>
              <a:ext uri="{FF2B5EF4-FFF2-40B4-BE49-F238E27FC236}">
                <a16:creationId xmlns:a16="http://schemas.microsoft.com/office/drawing/2014/main" id="{B247439F-F21F-ADA9-58C0-D8B987774AF4}"/>
              </a:ext>
            </a:extLst>
          </p:cNvPr>
          <p:cNvCxnSpPr>
            <a:cxnSpLocks/>
            <a:stCxn id="459" idx="3"/>
            <a:endCxn id="497" idx="3"/>
          </p:cNvCxnSpPr>
          <p:nvPr/>
        </p:nvCxnSpPr>
        <p:spPr>
          <a:xfrm>
            <a:off x="11041649" y="3403789"/>
            <a:ext cx="223096" cy="1449860"/>
          </a:xfrm>
          <a:prstGeom prst="bentConnector3">
            <a:avLst>
              <a:gd name="adj1" fmla="val 148031"/>
            </a:avLst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4" name="연결선: 꺾임 473">
            <a:extLst>
              <a:ext uri="{FF2B5EF4-FFF2-40B4-BE49-F238E27FC236}">
                <a16:creationId xmlns:a16="http://schemas.microsoft.com/office/drawing/2014/main" id="{08B66F3D-CE84-DFF7-7CDA-7566082AEB89}"/>
              </a:ext>
            </a:extLst>
          </p:cNvPr>
          <p:cNvCxnSpPr>
            <a:cxnSpLocks/>
            <a:stCxn id="450" idx="1"/>
            <a:endCxn id="445" idx="1"/>
          </p:cNvCxnSpPr>
          <p:nvPr/>
        </p:nvCxnSpPr>
        <p:spPr>
          <a:xfrm rot="10800000">
            <a:off x="8955668" y="2609419"/>
            <a:ext cx="12700" cy="2652656"/>
          </a:xfrm>
          <a:prstGeom prst="bentConnector3">
            <a:avLst>
              <a:gd name="adj1" fmla="val 918362"/>
            </a:avLst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연결선: 꺾임 474">
            <a:extLst>
              <a:ext uri="{FF2B5EF4-FFF2-40B4-BE49-F238E27FC236}">
                <a16:creationId xmlns:a16="http://schemas.microsoft.com/office/drawing/2014/main" id="{EA0600E3-3CB3-2087-D12B-FD0E80A39F38}"/>
              </a:ext>
            </a:extLst>
          </p:cNvPr>
          <p:cNvCxnSpPr>
            <a:cxnSpLocks/>
            <a:stCxn id="462" idx="3"/>
            <a:endCxn id="457" idx="1"/>
          </p:cNvCxnSpPr>
          <p:nvPr/>
        </p:nvCxnSpPr>
        <p:spPr>
          <a:xfrm flipV="1">
            <a:off x="9894960" y="2711769"/>
            <a:ext cx="207398" cy="3290620"/>
          </a:xfrm>
          <a:prstGeom prst="bentConnector3">
            <a:avLst>
              <a:gd name="adj1" fmla="val 33467"/>
            </a:avLst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6" name="직선 화살표 연결선 475">
            <a:extLst>
              <a:ext uri="{FF2B5EF4-FFF2-40B4-BE49-F238E27FC236}">
                <a16:creationId xmlns:a16="http://schemas.microsoft.com/office/drawing/2014/main" id="{106DCDC1-B6B6-9BAB-76B0-15F18CEB1A98}"/>
              </a:ext>
            </a:extLst>
          </p:cNvPr>
          <p:cNvCxnSpPr>
            <a:cxnSpLocks/>
            <a:stCxn id="448" idx="2"/>
            <a:endCxn id="449" idx="0"/>
          </p:cNvCxnSpPr>
          <p:nvPr/>
        </p:nvCxnSpPr>
        <p:spPr>
          <a:xfrm flipH="1">
            <a:off x="9425311" y="3934088"/>
            <a:ext cx="1" cy="169662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7" name="직선 화살표 연결선 476">
            <a:extLst>
              <a:ext uri="{FF2B5EF4-FFF2-40B4-BE49-F238E27FC236}">
                <a16:creationId xmlns:a16="http://schemas.microsoft.com/office/drawing/2014/main" id="{7B459CB2-B905-E7FF-789B-4255C1023B37}"/>
              </a:ext>
            </a:extLst>
          </p:cNvPr>
          <p:cNvCxnSpPr>
            <a:cxnSpLocks/>
            <a:stCxn id="443" idx="2"/>
            <a:endCxn id="444" idx="0"/>
          </p:cNvCxnSpPr>
          <p:nvPr/>
        </p:nvCxnSpPr>
        <p:spPr>
          <a:xfrm flipH="1">
            <a:off x="8278615" y="3934088"/>
            <a:ext cx="1" cy="169662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8" name="순서도: 처리 477">
            <a:extLst>
              <a:ext uri="{FF2B5EF4-FFF2-40B4-BE49-F238E27FC236}">
                <a16:creationId xmlns:a16="http://schemas.microsoft.com/office/drawing/2014/main" id="{83004170-8439-0F87-DEEC-611DCFD227F9}"/>
              </a:ext>
            </a:extLst>
          </p:cNvPr>
          <p:cNvSpPr/>
          <p:nvPr/>
        </p:nvSpPr>
        <p:spPr>
          <a:xfrm>
            <a:off x="6599872" y="1953549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 환경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9" name="순서도: 처리 478">
            <a:extLst>
              <a:ext uri="{FF2B5EF4-FFF2-40B4-BE49-F238E27FC236}">
                <a16:creationId xmlns:a16="http://schemas.microsoft.com/office/drawing/2014/main" id="{640A6A36-5EFF-55B4-A3FC-3659E06B5803}"/>
              </a:ext>
            </a:extLst>
          </p:cNvPr>
          <p:cNvSpPr/>
          <p:nvPr/>
        </p:nvSpPr>
        <p:spPr>
          <a:xfrm>
            <a:off x="7808968" y="1953549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자극 환경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0" name="순서도: 처리 479">
            <a:extLst>
              <a:ext uri="{FF2B5EF4-FFF2-40B4-BE49-F238E27FC236}">
                <a16:creationId xmlns:a16="http://schemas.microsoft.com/office/drawing/2014/main" id="{63BD5078-4E42-92D3-0471-C8D0782FED15}"/>
              </a:ext>
            </a:extLst>
          </p:cNvPr>
          <p:cNvSpPr/>
          <p:nvPr/>
        </p:nvSpPr>
        <p:spPr>
          <a:xfrm>
            <a:off x="8955661" y="1958683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오염 환경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" name="순서도: 처리 480">
            <a:extLst>
              <a:ext uri="{FF2B5EF4-FFF2-40B4-BE49-F238E27FC236}">
                <a16:creationId xmlns:a16="http://schemas.microsoft.com/office/drawing/2014/main" id="{B129BCB4-76E8-2F73-4718-0F6E94A03BA9}"/>
              </a:ext>
            </a:extLst>
          </p:cNvPr>
          <p:cNvSpPr/>
          <p:nvPr/>
        </p:nvSpPr>
        <p:spPr>
          <a:xfrm>
            <a:off x="10102355" y="1958682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수중 환경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2" name="순서도: 처리 481">
            <a:extLst>
              <a:ext uri="{FF2B5EF4-FFF2-40B4-BE49-F238E27FC236}">
                <a16:creationId xmlns:a16="http://schemas.microsoft.com/office/drawing/2014/main" id="{09C31F2B-035C-7AD0-2B80-AA35F5373EFE}"/>
              </a:ext>
            </a:extLst>
          </p:cNvPr>
          <p:cNvSpPr/>
          <p:nvPr/>
        </p:nvSpPr>
        <p:spPr>
          <a:xfrm>
            <a:off x="8278615" y="1256356"/>
            <a:ext cx="1133994" cy="323165"/>
          </a:xfrm>
          <a:prstGeom prst="flowChartProcess">
            <a:avLst/>
          </a:prstGeom>
          <a:solidFill>
            <a:srgbClr val="073B5C"/>
          </a:solidFill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환경 감지</a:t>
            </a:r>
            <a:endParaRPr lang="en-US" altLang="ko-KR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83" name="연결선: 꺾임 482">
            <a:extLst>
              <a:ext uri="{FF2B5EF4-FFF2-40B4-BE49-F238E27FC236}">
                <a16:creationId xmlns:a16="http://schemas.microsoft.com/office/drawing/2014/main" id="{FAAA6C5F-1109-E1F1-F083-05F7570FE494}"/>
              </a:ext>
            </a:extLst>
          </p:cNvPr>
          <p:cNvCxnSpPr>
            <a:cxnSpLocks/>
            <a:stCxn id="482" idx="2"/>
            <a:endCxn id="478" idx="0"/>
          </p:cNvCxnSpPr>
          <p:nvPr/>
        </p:nvCxnSpPr>
        <p:spPr>
          <a:xfrm rot="5400000">
            <a:off x="7770551" y="878488"/>
            <a:ext cx="374028" cy="1776094"/>
          </a:xfrm>
          <a:prstGeom prst="bentConnector3">
            <a:avLst>
              <a:gd name="adj1" fmla="val 50000"/>
            </a:avLst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4" name="연결선: 꺾임 483">
            <a:extLst>
              <a:ext uri="{FF2B5EF4-FFF2-40B4-BE49-F238E27FC236}">
                <a16:creationId xmlns:a16="http://schemas.microsoft.com/office/drawing/2014/main" id="{E749AF17-C765-75FD-0AEE-8DEEE0854CE3}"/>
              </a:ext>
            </a:extLst>
          </p:cNvPr>
          <p:cNvCxnSpPr>
            <a:cxnSpLocks/>
            <a:stCxn id="482" idx="2"/>
            <a:endCxn id="479" idx="0"/>
          </p:cNvCxnSpPr>
          <p:nvPr/>
        </p:nvCxnSpPr>
        <p:spPr>
          <a:xfrm rot="5400000">
            <a:off x="8375099" y="1483036"/>
            <a:ext cx="374028" cy="566998"/>
          </a:xfrm>
          <a:prstGeom prst="bentConnector3">
            <a:avLst>
              <a:gd name="adj1" fmla="val 50000"/>
            </a:avLst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연결선: 꺾임 484">
            <a:extLst>
              <a:ext uri="{FF2B5EF4-FFF2-40B4-BE49-F238E27FC236}">
                <a16:creationId xmlns:a16="http://schemas.microsoft.com/office/drawing/2014/main" id="{4D8B1090-0601-9E46-2681-B319A1FEF987}"/>
              </a:ext>
            </a:extLst>
          </p:cNvPr>
          <p:cNvCxnSpPr>
            <a:cxnSpLocks/>
            <a:stCxn id="482" idx="2"/>
            <a:endCxn id="480" idx="0"/>
          </p:cNvCxnSpPr>
          <p:nvPr/>
        </p:nvCxnSpPr>
        <p:spPr>
          <a:xfrm rot="16200000" flipH="1">
            <a:off x="8945878" y="1479254"/>
            <a:ext cx="379162" cy="579695"/>
          </a:xfrm>
          <a:prstGeom prst="bentConnector3">
            <a:avLst>
              <a:gd name="adj1" fmla="val 50000"/>
            </a:avLst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6" name="연결선: 꺾임 485">
            <a:extLst>
              <a:ext uri="{FF2B5EF4-FFF2-40B4-BE49-F238E27FC236}">
                <a16:creationId xmlns:a16="http://schemas.microsoft.com/office/drawing/2014/main" id="{7E472CF6-570F-833E-F974-38380DFF038A}"/>
              </a:ext>
            </a:extLst>
          </p:cNvPr>
          <p:cNvCxnSpPr>
            <a:cxnSpLocks/>
            <a:stCxn id="482" idx="2"/>
            <a:endCxn id="481" idx="0"/>
          </p:cNvCxnSpPr>
          <p:nvPr/>
        </p:nvCxnSpPr>
        <p:spPr>
          <a:xfrm rot="16200000" flipH="1">
            <a:off x="9519226" y="905906"/>
            <a:ext cx="379161" cy="1726389"/>
          </a:xfrm>
          <a:prstGeom prst="bentConnector3">
            <a:avLst>
              <a:gd name="adj1" fmla="val 50000"/>
            </a:avLst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7" name="순서도: 문서 486">
            <a:extLst>
              <a:ext uri="{FF2B5EF4-FFF2-40B4-BE49-F238E27FC236}">
                <a16:creationId xmlns:a16="http://schemas.microsoft.com/office/drawing/2014/main" id="{E564D97C-9895-C35F-EB13-F4CA16C7DB8E}"/>
              </a:ext>
            </a:extLst>
          </p:cNvPr>
          <p:cNvSpPr/>
          <p:nvPr/>
        </p:nvSpPr>
        <p:spPr>
          <a:xfrm>
            <a:off x="6599872" y="5787301"/>
            <a:ext cx="939291" cy="440703"/>
          </a:xfrm>
          <a:prstGeom prst="flowChartDocument">
            <a:avLst/>
          </a:prstGeom>
          <a:noFill/>
          <a:ln>
            <a:solidFill>
              <a:srgbClr val="7FDD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익사 연출</a:t>
            </a:r>
          </a:p>
        </p:txBody>
      </p:sp>
      <p:sp>
        <p:nvSpPr>
          <p:cNvPr id="488" name="순서도: 판단 487">
            <a:extLst>
              <a:ext uri="{FF2B5EF4-FFF2-40B4-BE49-F238E27FC236}">
                <a16:creationId xmlns:a16="http://schemas.microsoft.com/office/drawing/2014/main" id="{8A95F00A-8CA9-40C9-2C9E-6C940517F2E5}"/>
              </a:ext>
            </a:extLst>
          </p:cNvPr>
          <p:cNvSpPr/>
          <p:nvPr/>
        </p:nvSpPr>
        <p:spPr>
          <a:xfrm>
            <a:off x="6601507" y="3158650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9" name="TextBox 488">
            <a:extLst>
              <a:ext uri="{FF2B5EF4-FFF2-40B4-BE49-F238E27FC236}">
                <a16:creationId xmlns:a16="http://schemas.microsoft.com/office/drawing/2014/main" id="{BB10999D-2DE3-437D-5088-D6EDDC41F096}"/>
              </a:ext>
            </a:extLst>
          </p:cNvPr>
          <p:cNvSpPr txBox="1"/>
          <p:nvPr/>
        </p:nvSpPr>
        <p:spPr>
          <a:xfrm>
            <a:off x="6731956" y="3244434"/>
            <a:ext cx="6783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해제 조건</a:t>
            </a:r>
            <a:endParaRPr lang="en-US" altLang="ko-KR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충족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0" name="순서도: 처리 489">
            <a:extLst>
              <a:ext uri="{FF2B5EF4-FFF2-40B4-BE49-F238E27FC236}">
                <a16:creationId xmlns:a16="http://schemas.microsoft.com/office/drawing/2014/main" id="{A33666F7-BA9C-C425-DF19-83309F70FFB2}"/>
              </a:ext>
            </a:extLst>
          </p:cNvPr>
          <p:cNvSpPr/>
          <p:nvPr/>
        </p:nvSpPr>
        <p:spPr>
          <a:xfrm>
            <a:off x="6537478" y="3795724"/>
            <a:ext cx="1064080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이상 상태 해제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91" name="직선 화살표 연결선 490">
            <a:extLst>
              <a:ext uri="{FF2B5EF4-FFF2-40B4-BE49-F238E27FC236}">
                <a16:creationId xmlns:a16="http://schemas.microsoft.com/office/drawing/2014/main" id="{7A0899AF-235F-5FB1-90A5-1B2A0662707F}"/>
              </a:ext>
            </a:extLst>
          </p:cNvPr>
          <p:cNvCxnSpPr>
            <a:cxnSpLocks/>
            <a:stCxn id="488" idx="2"/>
            <a:endCxn id="490" idx="0"/>
          </p:cNvCxnSpPr>
          <p:nvPr/>
        </p:nvCxnSpPr>
        <p:spPr>
          <a:xfrm flipH="1">
            <a:off x="7069518" y="3659248"/>
            <a:ext cx="1635" cy="136476"/>
          </a:xfrm>
          <a:prstGeom prst="straightConnector1">
            <a:avLst/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2" name="연결선: 꺾임 491">
            <a:extLst>
              <a:ext uri="{FF2B5EF4-FFF2-40B4-BE49-F238E27FC236}">
                <a16:creationId xmlns:a16="http://schemas.microsoft.com/office/drawing/2014/main" id="{007F0982-C7CD-2902-BD89-D3EB48206F58}"/>
              </a:ext>
            </a:extLst>
          </p:cNvPr>
          <p:cNvCxnSpPr>
            <a:cxnSpLocks/>
            <a:stCxn id="488" idx="1"/>
            <a:endCxn id="437" idx="1"/>
          </p:cNvCxnSpPr>
          <p:nvPr/>
        </p:nvCxnSpPr>
        <p:spPr>
          <a:xfrm rot="10800000">
            <a:off x="6537479" y="2716405"/>
            <a:ext cx="64029" cy="692545"/>
          </a:xfrm>
          <a:prstGeom prst="bentConnector3">
            <a:avLst>
              <a:gd name="adj1" fmla="val 263788"/>
            </a:avLst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직선 화살표 연결선 492">
            <a:extLst>
              <a:ext uri="{FF2B5EF4-FFF2-40B4-BE49-F238E27FC236}">
                <a16:creationId xmlns:a16="http://schemas.microsoft.com/office/drawing/2014/main" id="{E1D1D236-CA5A-5273-9BBC-E5DF74E6AC81}"/>
              </a:ext>
            </a:extLst>
          </p:cNvPr>
          <p:cNvCxnSpPr>
            <a:cxnSpLocks/>
            <a:stCxn id="437" idx="2"/>
            <a:endCxn id="488" idx="0"/>
          </p:cNvCxnSpPr>
          <p:nvPr/>
        </p:nvCxnSpPr>
        <p:spPr>
          <a:xfrm>
            <a:off x="7069518" y="2984972"/>
            <a:ext cx="1635" cy="173678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직선 화살표 연결선 493">
            <a:extLst>
              <a:ext uri="{FF2B5EF4-FFF2-40B4-BE49-F238E27FC236}">
                <a16:creationId xmlns:a16="http://schemas.microsoft.com/office/drawing/2014/main" id="{3FCE1BF0-95F3-077F-07DA-2489B948D9A7}"/>
              </a:ext>
            </a:extLst>
          </p:cNvPr>
          <p:cNvCxnSpPr>
            <a:cxnSpLocks/>
            <a:stCxn id="440" idx="2"/>
            <a:endCxn id="441" idx="0"/>
          </p:cNvCxnSpPr>
          <p:nvPr/>
        </p:nvCxnSpPr>
        <p:spPr>
          <a:xfrm>
            <a:off x="8278618" y="2771001"/>
            <a:ext cx="0" cy="169662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5" name="직선 화살표 연결선 494">
            <a:extLst>
              <a:ext uri="{FF2B5EF4-FFF2-40B4-BE49-F238E27FC236}">
                <a16:creationId xmlns:a16="http://schemas.microsoft.com/office/drawing/2014/main" id="{6F9566E3-C6EE-5743-77AF-1615F37E10DC}"/>
              </a:ext>
            </a:extLst>
          </p:cNvPr>
          <p:cNvCxnSpPr>
            <a:cxnSpLocks/>
            <a:stCxn id="445" idx="2"/>
            <a:endCxn id="446" idx="0"/>
          </p:cNvCxnSpPr>
          <p:nvPr/>
        </p:nvCxnSpPr>
        <p:spPr>
          <a:xfrm>
            <a:off x="9425314" y="2771001"/>
            <a:ext cx="0" cy="169662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6" name="직선 화살표 연결선 495">
            <a:extLst>
              <a:ext uri="{FF2B5EF4-FFF2-40B4-BE49-F238E27FC236}">
                <a16:creationId xmlns:a16="http://schemas.microsoft.com/office/drawing/2014/main" id="{B554702D-26C8-AE38-0D2C-7FF8C69AF6C9}"/>
              </a:ext>
            </a:extLst>
          </p:cNvPr>
          <p:cNvCxnSpPr>
            <a:cxnSpLocks/>
            <a:stCxn id="457" idx="2"/>
            <a:endCxn id="459" idx="0"/>
          </p:cNvCxnSpPr>
          <p:nvPr/>
        </p:nvCxnSpPr>
        <p:spPr>
          <a:xfrm>
            <a:off x="10572004" y="2980337"/>
            <a:ext cx="0" cy="173153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7" name="순서도: 처리 496">
            <a:extLst>
              <a:ext uri="{FF2B5EF4-FFF2-40B4-BE49-F238E27FC236}">
                <a16:creationId xmlns:a16="http://schemas.microsoft.com/office/drawing/2014/main" id="{5B8360D5-620B-DF8D-D02B-C621DC3B0346}"/>
              </a:ext>
            </a:extLst>
          </p:cNvPr>
          <p:cNvSpPr/>
          <p:nvPr/>
        </p:nvSpPr>
        <p:spPr>
          <a:xfrm>
            <a:off x="10102361" y="4585081"/>
            <a:ext cx="1162384" cy="537136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규칙에 따른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호흡량 감소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98" name="연결선: 꺾임 497">
            <a:extLst>
              <a:ext uri="{FF2B5EF4-FFF2-40B4-BE49-F238E27FC236}">
                <a16:creationId xmlns:a16="http://schemas.microsoft.com/office/drawing/2014/main" id="{B2D982EA-63E7-DA48-9936-235BBBD92F23}"/>
              </a:ext>
            </a:extLst>
          </p:cNvPr>
          <p:cNvCxnSpPr>
            <a:cxnSpLocks/>
            <a:stCxn id="497" idx="2"/>
            <a:endCxn id="462" idx="2"/>
          </p:cNvCxnSpPr>
          <p:nvPr/>
        </p:nvCxnSpPr>
        <p:spPr>
          <a:xfrm rot="5400000">
            <a:off x="9489199" y="5058333"/>
            <a:ext cx="1130471" cy="1258238"/>
          </a:xfrm>
          <a:prstGeom prst="bentConnector3">
            <a:avLst>
              <a:gd name="adj1" fmla="val 111311"/>
            </a:avLst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" name="연결선: 꺾임 498">
            <a:extLst>
              <a:ext uri="{FF2B5EF4-FFF2-40B4-BE49-F238E27FC236}">
                <a16:creationId xmlns:a16="http://schemas.microsoft.com/office/drawing/2014/main" id="{F416603A-0A9E-CFEC-E8F1-C60066129519}"/>
              </a:ext>
            </a:extLst>
          </p:cNvPr>
          <p:cNvCxnSpPr>
            <a:cxnSpLocks/>
            <a:stCxn id="450" idx="2"/>
            <a:endCxn id="455" idx="2"/>
          </p:cNvCxnSpPr>
          <p:nvPr/>
        </p:nvCxnSpPr>
        <p:spPr>
          <a:xfrm rot="5400000" flipH="1">
            <a:off x="8810506" y="4897566"/>
            <a:ext cx="82918" cy="1146699"/>
          </a:xfrm>
          <a:prstGeom prst="bentConnector3">
            <a:avLst>
              <a:gd name="adj1" fmla="val -87303"/>
            </a:avLst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0" name="연결선: 꺾임 499">
            <a:extLst>
              <a:ext uri="{FF2B5EF4-FFF2-40B4-BE49-F238E27FC236}">
                <a16:creationId xmlns:a16="http://schemas.microsoft.com/office/drawing/2014/main" id="{827FCA3B-ECCD-FEBF-FBAE-04ABA6A9BC3B}"/>
              </a:ext>
            </a:extLst>
          </p:cNvPr>
          <p:cNvCxnSpPr>
            <a:cxnSpLocks/>
            <a:stCxn id="461" idx="1"/>
            <a:endCxn id="462" idx="2"/>
          </p:cNvCxnSpPr>
          <p:nvPr/>
        </p:nvCxnSpPr>
        <p:spPr>
          <a:xfrm rot="10800000" flipV="1">
            <a:off x="9425316" y="4092316"/>
            <a:ext cx="677043" cy="2160371"/>
          </a:xfrm>
          <a:prstGeom prst="bentConnector4">
            <a:avLst>
              <a:gd name="adj1" fmla="val 10814"/>
              <a:gd name="adj2" fmla="val 105930"/>
            </a:avLst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1" name="직선 화살표 연결선 500">
            <a:extLst>
              <a:ext uri="{FF2B5EF4-FFF2-40B4-BE49-F238E27FC236}">
                <a16:creationId xmlns:a16="http://schemas.microsoft.com/office/drawing/2014/main" id="{87A316BA-3562-2CB2-EB95-0BB993A5B98E}"/>
              </a:ext>
            </a:extLst>
          </p:cNvPr>
          <p:cNvCxnSpPr>
            <a:cxnSpLocks/>
            <a:stCxn id="462" idx="1"/>
            <a:endCxn id="465" idx="3"/>
          </p:cNvCxnSpPr>
          <p:nvPr/>
        </p:nvCxnSpPr>
        <p:spPr>
          <a:xfrm flipH="1">
            <a:off x="8748260" y="6002389"/>
            <a:ext cx="207409" cy="5264"/>
          </a:xfrm>
          <a:prstGeom prst="straightConnector1">
            <a:avLst/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2" name="TextBox 501">
            <a:extLst>
              <a:ext uri="{FF2B5EF4-FFF2-40B4-BE49-F238E27FC236}">
                <a16:creationId xmlns:a16="http://schemas.microsoft.com/office/drawing/2014/main" id="{6242227F-3942-28F4-093D-A2280FAA558E}"/>
              </a:ext>
            </a:extLst>
          </p:cNvPr>
          <p:cNvSpPr txBox="1"/>
          <p:nvPr/>
        </p:nvSpPr>
        <p:spPr>
          <a:xfrm>
            <a:off x="6422077" y="1081950"/>
            <a:ext cx="159050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환경별 이상 상태</a:t>
            </a:r>
          </a:p>
        </p:txBody>
      </p:sp>
      <p:cxnSp>
        <p:nvCxnSpPr>
          <p:cNvPr id="503" name="직선 연결선 502">
            <a:extLst>
              <a:ext uri="{FF2B5EF4-FFF2-40B4-BE49-F238E27FC236}">
                <a16:creationId xmlns:a16="http://schemas.microsoft.com/office/drawing/2014/main" id="{852BA679-D421-6037-29B7-BCD27BE251BC}"/>
              </a:ext>
            </a:extLst>
          </p:cNvPr>
          <p:cNvCxnSpPr>
            <a:cxnSpLocks/>
          </p:cNvCxnSpPr>
          <p:nvPr/>
        </p:nvCxnSpPr>
        <p:spPr>
          <a:xfrm>
            <a:off x="6422077" y="1141466"/>
            <a:ext cx="0" cy="216726"/>
          </a:xfrm>
          <a:prstGeom prst="line">
            <a:avLst/>
          </a:prstGeom>
          <a:ln w="38100" cap="rnd">
            <a:solidFill>
              <a:srgbClr val="A07B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4F330D02-0C1C-0754-6FD3-CAA4B565796A}"/>
              </a:ext>
            </a:extLst>
          </p:cNvPr>
          <p:cNvCxnSpPr>
            <a:cxnSpLocks/>
            <a:stCxn id="44" idx="3"/>
          </p:cNvCxnSpPr>
          <p:nvPr/>
        </p:nvCxnSpPr>
        <p:spPr>
          <a:xfrm>
            <a:off x="2123372" y="776789"/>
            <a:ext cx="9712106" cy="3272"/>
          </a:xfrm>
          <a:prstGeom prst="line">
            <a:avLst/>
          </a:prstGeom>
          <a:ln w="12700">
            <a:solidFill>
              <a:srgbClr val="84719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0194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0960D-00D9-22EE-4966-DF64DBD8B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2291D2BB-42D0-D3DF-6373-41B4D0B72C28}"/>
              </a:ext>
            </a:extLst>
          </p:cNvPr>
          <p:cNvSpPr txBox="1"/>
          <p:nvPr/>
        </p:nvSpPr>
        <p:spPr>
          <a:xfrm>
            <a:off x="300437" y="576734"/>
            <a:ext cx="18998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2) </a:t>
            </a:r>
            <a:r>
              <a:rPr lang="ko-KR" altLang="en-US" sz="20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맵 적용 예시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B0DCB1-E81D-1440-F247-4F0C9DAFDAA8}"/>
              </a:ext>
            </a:extLst>
          </p:cNvPr>
          <p:cNvSpPr txBox="1"/>
          <p:nvPr/>
        </p:nvSpPr>
        <p:spPr>
          <a:xfrm>
            <a:off x="300437" y="976844"/>
            <a:ext cx="49872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위험 구간과 안전 지점 사이에서 호흡량을 관리하며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, </a:t>
            </a: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직선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우회 경로를 선택하도록 설계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637A96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F24262-342B-184F-9878-43F93A1953B6}"/>
              </a:ext>
            </a:extLst>
          </p:cNvPr>
          <p:cNvSpPr txBox="1"/>
          <p:nvPr/>
        </p:nvSpPr>
        <p:spPr>
          <a:xfrm>
            <a:off x="11751740" y="6499017"/>
            <a:ext cx="3064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16</a:t>
            </a:r>
            <a:endParaRPr lang="ko-KR" altLang="en-US" sz="800" dirty="0"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13DE5E9-F0CA-1D37-C2D7-692B6E9BD98A}"/>
              </a:ext>
            </a:extLst>
          </p:cNvPr>
          <p:cNvSpPr/>
          <p:nvPr/>
        </p:nvSpPr>
        <p:spPr>
          <a:xfrm>
            <a:off x="1138208" y="1694339"/>
            <a:ext cx="6876797" cy="3609460"/>
          </a:xfrm>
          <a:prstGeom prst="roundRect">
            <a:avLst>
              <a:gd name="adj" fmla="val 3366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252F95-7FE7-9A41-F5F4-4F11A8469F43}"/>
              </a:ext>
            </a:extLst>
          </p:cNvPr>
          <p:cNvSpPr txBox="1"/>
          <p:nvPr/>
        </p:nvSpPr>
        <p:spPr>
          <a:xfrm>
            <a:off x="312341" y="260477"/>
            <a:ext cx="8258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rgbClr val="637A96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6</a:t>
            </a:r>
            <a:r>
              <a:rPr lang="en-US" altLang="ko-KR" sz="800" dirty="0"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</a:t>
            </a:r>
            <a:r>
              <a:rPr lang="en-US" altLang="ko-KR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</a:t>
            </a:r>
            <a:r>
              <a:rPr lang="ko-KR" altLang="en-US" sz="800" dirty="0"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시스템 응용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F24BB6-E960-7DC2-1D13-81368CF96763}"/>
              </a:ext>
            </a:extLst>
          </p:cNvPr>
          <p:cNvSpPr txBox="1"/>
          <p:nvPr/>
        </p:nvSpPr>
        <p:spPr>
          <a:xfrm>
            <a:off x="1052405" y="1320391"/>
            <a:ext cx="122180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맵 적용 구조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855F39-A965-125D-E06E-811169C51349}"/>
              </a:ext>
            </a:extLst>
          </p:cNvPr>
          <p:cNvSpPr txBox="1"/>
          <p:nvPr/>
        </p:nvSpPr>
        <p:spPr>
          <a:xfrm>
            <a:off x="1052405" y="5384022"/>
            <a:ext cx="140615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경로 선택 기준</a:t>
            </a:r>
          </a:p>
        </p:txBody>
      </p:sp>
      <p:sp>
        <p:nvSpPr>
          <p:cNvPr id="494" name="TextBox 493">
            <a:extLst>
              <a:ext uri="{FF2B5EF4-FFF2-40B4-BE49-F238E27FC236}">
                <a16:creationId xmlns:a16="http://schemas.microsoft.com/office/drawing/2014/main" id="{2552A172-14BA-9B26-1E46-BE06BE154D27}"/>
              </a:ext>
            </a:extLst>
          </p:cNvPr>
          <p:cNvSpPr txBox="1"/>
          <p:nvPr/>
        </p:nvSpPr>
        <p:spPr>
          <a:xfrm>
            <a:off x="3780712" y="5718264"/>
            <a:ext cx="2552302" cy="764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637A96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우회 경로</a:t>
            </a:r>
            <a:endParaRPr lang="en-US" altLang="ko-KR" sz="1500" dirty="0">
              <a:solidFill>
                <a:srgbClr val="637A96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거리 김</a:t>
            </a: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·</a:t>
            </a: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위험 낮음</a:t>
            </a:r>
            <a:endParaRPr lang="en-US" altLang="ko-KR" sz="10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이동 가능 거리와 안전 지점 도달 여부 판단</a:t>
            </a:r>
          </a:p>
        </p:txBody>
      </p:sp>
      <p:cxnSp>
        <p:nvCxnSpPr>
          <p:cNvPr id="495" name="직선 연결선 494">
            <a:extLst>
              <a:ext uri="{FF2B5EF4-FFF2-40B4-BE49-F238E27FC236}">
                <a16:creationId xmlns:a16="http://schemas.microsoft.com/office/drawing/2014/main" id="{F879002E-C498-75B0-1434-94E53B880CE8}"/>
              </a:ext>
            </a:extLst>
          </p:cNvPr>
          <p:cNvCxnSpPr>
            <a:cxnSpLocks/>
          </p:cNvCxnSpPr>
          <p:nvPr/>
        </p:nvCxnSpPr>
        <p:spPr>
          <a:xfrm>
            <a:off x="3780712" y="5766703"/>
            <a:ext cx="0" cy="666000"/>
          </a:xfrm>
          <a:prstGeom prst="line">
            <a:avLst/>
          </a:prstGeom>
          <a:ln w="38100" cap="rnd">
            <a:solidFill>
              <a:srgbClr val="637A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6" name="TextBox 495">
            <a:extLst>
              <a:ext uri="{FF2B5EF4-FFF2-40B4-BE49-F238E27FC236}">
                <a16:creationId xmlns:a16="http://schemas.microsoft.com/office/drawing/2014/main" id="{BFFD3116-6103-C78E-7D52-F3DD2DE5D65F}"/>
              </a:ext>
            </a:extLst>
          </p:cNvPr>
          <p:cNvSpPr txBox="1"/>
          <p:nvPr/>
        </p:nvSpPr>
        <p:spPr>
          <a:xfrm>
            <a:off x="1178521" y="5718264"/>
            <a:ext cx="2496196" cy="764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AF727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직선 경로</a:t>
            </a:r>
            <a:endParaRPr lang="en-US" altLang="ko-KR" sz="1500" dirty="0">
              <a:solidFill>
                <a:srgbClr val="AF727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거리 짧음</a:t>
            </a: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·</a:t>
            </a: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위험 높음</a:t>
            </a:r>
            <a:endParaRPr lang="en-US" altLang="ko-KR" sz="10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호흡량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환경 게이지를 확인해 신속히 통과</a:t>
            </a:r>
          </a:p>
        </p:txBody>
      </p:sp>
      <p:cxnSp>
        <p:nvCxnSpPr>
          <p:cNvPr id="497" name="직선 연결선 496">
            <a:extLst>
              <a:ext uri="{FF2B5EF4-FFF2-40B4-BE49-F238E27FC236}">
                <a16:creationId xmlns:a16="http://schemas.microsoft.com/office/drawing/2014/main" id="{BDEC9DFF-F8A2-FFE9-ACED-4368EB6F2C8E}"/>
              </a:ext>
            </a:extLst>
          </p:cNvPr>
          <p:cNvCxnSpPr>
            <a:cxnSpLocks/>
          </p:cNvCxnSpPr>
          <p:nvPr/>
        </p:nvCxnSpPr>
        <p:spPr>
          <a:xfrm>
            <a:off x="1178521" y="5766703"/>
            <a:ext cx="0" cy="667435"/>
          </a:xfrm>
          <a:prstGeom prst="line">
            <a:avLst/>
          </a:prstGeom>
          <a:ln w="38100" cap="rnd">
            <a:solidFill>
              <a:srgbClr val="AF72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AFDFE42-D096-FE3C-A0D7-D96FF44E67B5}"/>
              </a:ext>
            </a:extLst>
          </p:cNvPr>
          <p:cNvSpPr txBox="1"/>
          <p:nvPr/>
        </p:nvSpPr>
        <p:spPr>
          <a:xfrm>
            <a:off x="6439008" y="5718796"/>
            <a:ext cx="2002471" cy="764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 err="1">
                <a:solidFill>
                  <a:srgbClr val="758171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재준비</a:t>
            </a:r>
            <a:r>
              <a:rPr lang="ko-KR" altLang="en-US" sz="1500" dirty="0">
                <a:solidFill>
                  <a:srgbClr val="758171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지점</a:t>
            </a:r>
            <a:endParaRPr lang="en-US" altLang="ko-KR" sz="1500" dirty="0">
              <a:solidFill>
                <a:srgbClr val="758171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안전 공기 </a:t>
            </a:r>
            <a:r>
              <a:rPr lang="en-US" altLang="ko-KR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+ </a:t>
            </a:r>
            <a:r>
              <a:rPr lang="ko-KR" altLang="en-US" sz="10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엄폐</a:t>
            </a:r>
            <a:endParaRPr lang="en-US" altLang="ko-KR" sz="1000" dirty="0">
              <a:solidFill>
                <a:srgbClr val="031223"/>
              </a:solidFill>
              <a:latin typeface="KoddiUD 온고딕 Bold" panose="020B0803000000000000" pitchFamily="50" charset="-127"/>
              <a:ea typeface="KoddiUD 온고딕 Bold" panose="020B0803000000000000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들숨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회복 후 다음 구간에 재진입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A96BBE90-CA37-A1F2-4DBA-369DCB9C2D4E}"/>
              </a:ext>
            </a:extLst>
          </p:cNvPr>
          <p:cNvCxnSpPr>
            <a:cxnSpLocks/>
          </p:cNvCxnSpPr>
          <p:nvPr/>
        </p:nvCxnSpPr>
        <p:spPr>
          <a:xfrm>
            <a:off x="6439009" y="5767235"/>
            <a:ext cx="0" cy="666000"/>
          </a:xfrm>
          <a:prstGeom prst="line">
            <a:avLst/>
          </a:prstGeom>
          <a:ln w="38100" cap="rnd">
            <a:solidFill>
              <a:srgbClr val="758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73FE50D-56AF-3149-B39F-409DF5CF2185}"/>
              </a:ext>
            </a:extLst>
          </p:cNvPr>
          <p:cNvSpPr txBox="1"/>
          <p:nvPr/>
        </p:nvSpPr>
        <p:spPr>
          <a:xfrm>
            <a:off x="8387632" y="1315474"/>
            <a:ext cx="177484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구간별 플레이 판단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23AB34-B863-DF28-17BC-38DB9D2A7B77}"/>
              </a:ext>
            </a:extLst>
          </p:cNvPr>
          <p:cNvSpPr txBox="1"/>
          <p:nvPr/>
        </p:nvSpPr>
        <p:spPr>
          <a:xfrm>
            <a:off x="8387631" y="1694339"/>
            <a:ext cx="12105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solidFill>
                  <a:srgbClr val="758171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1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 안전 구역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EAD10D-9ABD-20D5-DAAE-AE9F18DFE8FA}"/>
              </a:ext>
            </a:extLst>
          </p:cNvPr>
          <p:cNvSpPr txBox="1"/>
          <p:nvPr/>
        </p:nvSpPr>
        <p:spPr>
          <a:xfrm>
            <a:off x="8540229" y="2017504"/>
            <a:ext cx="13724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들숨으로 호흡량 확보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EDE920E-1221-ABD3-5165-82D4AF51C0A5}"/>
              </a:ext>
            </a:extLst>
          </p:cNvPr>
          <p:cNvSpPr txBox="1"/>
          <p:nvPr/>
        </p:nvSpPr>
        <p:spPr>
          <a:xfrm>
            <a:off x="8387631" y="2257942"/>
            <a:ext cx="12105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solidFill>
                  <a:srgbClr val="637A96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2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 일반 인형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16AC0B8-625A-E97C-0D84-FE88009765D8}"/>
              </a:ext>
            </a:extLst>
          </p:cNvPr>
          <p:cNvSpPr txBox="1"/>
          <p:nvPr/>
        </p:nvSpPr>
        <p:spPr>
          <a:xfrm>
            <a:off x="8540229" y="2581107"/>
            <a:ext cx="11576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벽 뒤 은폐 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+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참기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787B1A4-ECAE-7B91-7531-51F76118B8D0}"/>
              </a:ext>
            </a:extLst>
          </p:cNvPr>
          <p:cNvSpPr txBox="1"/>
          <p:nvPr/>
        </p:nvSpPr>
        <p:spPr>
          <a:xfrm>
            <a:off x="8387631" y="2905809"/>
            <a:ext cx="12105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solidFill>
                  <a:srgbClr val="A07B6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3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 자극 공기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188B4A-67FB-8F81-34E2-5B7FC8972C73}"/>
              </a:ext>
            </a:extLst>
          </p:cNvPr>
          <p:cNvSpPr txBox="1"/>
          <p:nvPr/>
        </p:nvSpPr>
        <p:spPr>
          <a:xfrm>
            <a:off x="8540229" y="3228974"/>
            <a:ext cx="16962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참기로 위험 공기 흡입 억제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5F6A95-E8FD-9A80-AF56-4DEAB4D52F0B}"/>
              </a:ext>
            </a:extLst>
          </p:cNvPr>
          <p:cNvSpPr txBox="1"/>
          <p:nvPr/>
        </p:nvSpPr>
        <p:spPr>
          <a:xfrm>
            <a:off x="8387631" y="3552138"/>
            <a:ext cx="200567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solidFill>
                  <a:srgbClr val="847190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4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 청각에 민감한 인형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39E9CAF-C08E-B745-08A7-AC7593E90B9E}"/>
              </a:ext>
            </a:extLst>
          </p:cNvPr>
          <p:cNvSpPr txBox="1"/>
          <p:nvPr/>
        </p:nvSpPr>
        <p:spPr>
          <a:xfrm>
            <a:off x="8540229" y="3875303"/>
            <a:ext cx="12426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참기 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+ 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웅크려 이동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DE313D0-9F3D-03B0-E5AD-127710A78404}"/>
              </a:ext>
            </a:extLst>
          </p:cNvPr>
          <p:cNvSpPr txBox="1"/>
          <p:nvPr/>
        </p:nvSpPr>
        <p:spPr>
          <a:xfrm>
            <a:off x="8387631" y="4196316"/>
            <a:ext cx="12105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solidFill>
                  <a:srgbClr val="758171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5</a:t>
            </a:r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  안전 지점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6279C62-2DF0-58EB-70F0-FA3755F36E15}"/>
              </a:ext>
            </a:extLst>
          </p:cNvPr>
          <p:cNvSpPr txBox="1"/>
          <p:nvPr/>
        </p:nvSpPr>
        <p:spPr>
          <a:xfrm>
            <a:off x="8540229" y="4519481"/>
            <a:ext cx="12698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err="1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재호흡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·</a:t>
            </a: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자극도 회복</a:t>
            </a: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8B5DBCAE-65E1-33D4-8671-98049AFA99D6}"/>
              </a:ext>
            </a:extLst>
          </p:cNvPr>
          <p:cNvSpPr/>
          <p:nvPr/>
        </p:nvSpPr>
        <p:spPr>
          <a:xfrm>
            <a:off x="8472791" y="5320723"/>
            <a:ext cx="2666804" cy="1090555"/>
          </a:xfrm>
          <a:prstGeom prst="roundRect">
            <a:avLst>
              <a:gd name="adj" fmla="val 8342"/>
            </a:avLst>
          </a:prstGeom>
          <a:solidFill>
            <a:srgbClr val="AF7273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AD395F6-A661-A155-62D3-CAE2F06486FD}"/>
              </a:ext>
            </a:extLst>
          </p:cNvPr>
          <p:cNvSpPr txBox="1"/>
          <p:nvPr/>
        </p:nvSpPr>
        <p:spPr>
          <a:xfrm>
            <a:off x="8548641" y="5437936"/>
            <a:ext cx="140615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>
                <a:solidFill>
                  <a:srgbClr val="031223"/>
                </a:solidFill>
                <a:latin typeface="KoddiUD 온고딕 Bold" panose="020B0803000000000000" pitchFamily="50" charset="-127"/>
                <a:ea typeface="KoddiUD 온고딕 Bold" panose="020B0803000000000000" pitchFamily="50" charset="-127"/>
              </a:rPr>
              <a:t>공간 설계 원칙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D8A7D31-49D6-28F6-8F13-9297DF955247}"/>
              </a:ext>
            </a:extLst>
          </p:cNvPr>
          <p:cNvSpPr txBox="1"/>
          <p:nvPr/>
        </p:nvSpPr>
        <p:spPr>
          <a:xfrm>
            <a:off x="8548642" y="5761101"/>
            <a:ext cx="2590953" cy="533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한 번의 호흡으로 전체 구간 통과 불가</a:t>
            </a:r>
            <a:r>
              <a:rPr lang="en-US" altLang="ko-KR" sz="1000" dirty="0">
                <a:solidFill>
                  <a:srgbClr val="031223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안전 지점에서 </a:t>
            </a:r>
            <a:r>
              <a:rPr lang="ko-KR" altLang="en-US" sz="1000" dirty="0" err="1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재준비하며</a:t>
            </a:r>
            <a:r>
              <a:rPr lang="ko-KR" altLang="en-US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 다음 구간 진입</a:t>
            </a:r>
            <a:r>
              <a:rPr lang="en-US" altLang="ko-KR" sz="1000" dirty="0">
                <a:solidFill>
                  <a:srgbClr val="637A96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</a:rPr>
              <a:t>.</a:t>
            </a:r>
            <a:endParaRPr lang="ko-KR" altLang="en-US" sz="1000" dirty="0">
              <a:solidFill>
                <a:srgbClr val="637A96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7138181D-2AEA-E0CD-5842-AE64326C092B}"/>
              </a:ext>
            </a:extLst>
          </p:cNvPr>
          <p:cNvCxnSpPr>
            <a:cxnSpLocks/>
            <a:stCxn id="44" idx="3"/>
          </p:cNvCxnSpPr>
          <p:nvPr/>
        </p:nvCxnSpPr>
        <p:spPr>
          <a:xfrm>
            <a:off x="2200316" y="776789"/>
            <a:ext cx="9635162" cy="3272"/>
          </a:xfrm>
          <a:prstGeom prst="line">
            <a:avLst/>
          </a:prstGeom>
          <a:ln w="12700">
            <a:solidFill>
              <a:srgbClr val="637A96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233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808</Words>
  <Application>Microsoft Office PowerPoint</Application>
  <PresentationFormat>와이드스크린</PresentationFormat>
  <Paragraphs>217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KoddiUD 온고딕 Bold</vt:lpstr>
      <vt:lpstr>KoddiUD 온고딕 Regular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musukie52@gmail.com</dc:creator>
  <cp:lastModifiedBy>musukie52@gmail.com</cp:lastModifiedBy>
  <cp:revision>1</cp:revision>
  <dcterms:created xsi:type="dcterms:W3CDTF">2026-10-27T12:50:26Z</dcterms:created>
  <dcterms:modified xsi:type="dcterms:W3CDTF">2026-10-28T02:46:26Z</dcterms:modified>
</cp:coreProperties>
</file>