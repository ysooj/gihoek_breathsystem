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187363-BC47-4E72-99A0-A34CD68F633E}" v="1" dt="2026-10-17T03:50:27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modSld">
      <pc:chgData name="musukie52@gmail.com" userId="017bd91f96aa8751" providerId="LiveId" clId="{5B2C3894-F97E-4CAB-8812-5BB4D83AAC6A}" dt="2026-10-17T03:50:27.131" v="0"/>
      <pc:docMkLst>
        <pc:docMk/>
      </pc:docMkLst>
      <pc:sldChg chg="add">
        <pc:chgData name="musukie52@gmail.com" userId="017bd91f96aa8751" providerId="LiveId" clId="{5B2C3894-F97E-4CAB-8812-5BB4D83AAC6A}" dt="2026-10-17T03:50:27.131" v="0"/>
        <pc:sldMkLst>
          <pc:docMk/>
          <pc:sldMk cId="12944811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46DE9-CCF1-4DC0-A395-20A9A7D2B269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AB5A2-D102-4510-8D85-63E84D28B8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111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24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1D8F7-7B17-AFD6-128A-D1F08F86E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941C56-9840-BA1C-EEE4-3057632E7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992D0B-143B-9B8E-C4E6-D1EA0181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3BE33-2104-A26A-EBFD-7EF5FA7D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83D89D-18B4-4CFB-0E52-07B5C846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521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22628-B664-E6C4-20F1-A5DBD724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0F6E3B-099D-30B3-E480-7FD0C072A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5648C6-A82A-1BF1-4E96-164118078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A5D07F-7C70-CB24-E93F-B7BFF4A9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52939-BAC3-E1B9-C774-66C662D4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728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6DE1D-C2D5-DC54-5F9A-9FA83715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F118A7-ACFD-5E9E-8481-405680D44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FF2B5B-EB18-DB16-EE83-C30ADA5A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7659D2-F914-1EF6-54F9-A36CE1F7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A72A77-A462-F84A-0C65-C4D2943A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6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2E36A-629E-1F85-F2F1-B16EA25C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7894D-4F43-FBF2-80A5-309A163E2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AEC33E-3E4C-80B1-C464-3F357D63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05AB23-EFDC-EBA4-761B-CA355D50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ABB54D-6181-E536-9A19-FC2A3958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F43EAE-6CC8-31BF-3466-4EE6D3EAF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2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22762-FBC6-54D4-ABB1-BB8F08DCD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97200C-365A-05F2-48FF-486C9E518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A7A23F-B113-8317-CB99-EE10D3297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8D2A0D-5EB7-168B-368B-AFB7A0AC1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62846-727A-1F98-E05C-358BB1A2D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0327F3-55B7-7734-77FA-05814F1D9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5242DF-1C9F-7C3F-B614-72F765A1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347698-8DA5-5052-0BE5-0B97481E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68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8CAE5-C22A-CE43-385F-517E36A5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7B8567-57EE-41C0-572D-80B7175E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C6A91F-619C-B576-ECCA-267AE6DC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543034-0C3D-1298-39D6-4A6C566F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96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784B66-7B2D-9F2F-C322-4AF6B2DB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1A8BEC1-FCE8-9121-39A6-7147C199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40D6C-F6A9-828B-D1F9-90C62CF79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99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44EBC-1028-C486-B570-3A4ED5F4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743B4D-AE19-81A8-A35E-15B259D82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6D37BB-0F64-FF83-3E22-815DC1C5B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10D487-E8E3-5875-A3A2-11209FC3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D56231-F0BA-3431-9AE6-D863BC33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78A78B-F4B2-8AF5-7132-5ECCE9A0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03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FB9DE-DB31-4B82-07B1-D8EDDB61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F7011D-F0AE-5264-A20F-9032700F0BF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854CC0-37C5-A941-FA0C-8F54309E0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8F73B5-E679-F678-4E34-223276153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2967D2-BFAB-6871-47F6-5952BC84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014159-6A51-BB23-E74D-4D0B3429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85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8CD5E-A3F8-A577-30C0-65BC4F83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F0C47C-6399-B556-31DC-67F7A7ACD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663A4B-0A01-9D5D-0007-B6259AF5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759712-1463-3C44-8183-A14912AB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65E7D8-906C-3C69-33EC-6CCE8EDF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63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9BB6906-B9AC-50EA-EB8A-B8FEE8056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18E2D6-7EFA-F18A-4326-731279A9A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82EE1-98DD-976E-F09E-0709167E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4939B1-ABAC-74CD-44AD-509E0266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24165-C039-47E1-D118-A0682912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04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34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553E24-8788-CC4D-7A60-9E628DD9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FEFF7D-CFB2-7B9E-E2DC-C1F10BDA4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DB8FD-3EB6-9A0B-BA97-A748361E3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E1C0B-77E5-45B7-9F2E-EF9DEEBF07FD}" type="datetimeFigureOut">
              <a:rPr lang="ko-KR" altLang="en-US" smtClean="0"/>
              <a:t>2026-10-17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478697-368A-9B41-4664-DD60D6D00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DDF9D9-B04C-9DB8-31C3-F2165EF58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21DB-C358-4D9B-BA81-357EF564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231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73A8-96B6-C6C1-48E5-1E6B0A80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2489422-08E1-F55F-21D2-E703AD01E97A}"/>
              </a:ext>
            </a:extLst>
          </p:cNvPr>
          <p:cNvSpPr/>
          <p:nvPr/>
        </p:nvSpPr>
        <p:spPr>
          <a:xfrm>
            <a:off x="6783619" y="5013737"/>
            <a:ext cx="1329903" cy="757871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2EAD6D-D8F1-2B44-FE83-3BC5C64C9524}"/>
              </a:ext>
            </a:extLst>
          </p:cNvPr>
          <p:cNvSpPr txBox="1"/>
          <p:nvPr/>
        </p:nvSpPr>
        <p:spPr>
          <a:xfrm>
            <a:off x="8066608" y="5245709"/>
            <a:ext cx="31290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9C98BA-4A88-D71B-3009-2E59BD439094}"/>
              </a:ext>
            </a:extLst>
          </p:cNvPr>
          <p:cNvSpPr txBox="1"/>
          <p:nvPr/>
        </p:nvSpPr>
        <p:spPr>
          <a:xfrm>
            <a:off x="7070406" y="5126369"/>
            <a:ext cx="734495" cy="484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들숨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확보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D4B04D-3E0F-D51C-F449-8D815144C6FE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DA011F-47EF-E21D-B7EA-C64B5D457C85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326362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시스템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2C564D-8B4E-1D19-C31D-5C490CE66CA2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FBBD318-5B71-6AA8-EDE9-AD3D52821007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타원 104">
            <a:extLst>
              <a:ext uri="{FF2B5EF4-FFF2-40B4-BE49-F238E27FC236}">
                <a16:creationId xmlns:a16="http://schemas.microsoft.com/office/drawing/2014/main" id="{DA44A913-9AE1-74A2-AE66-BCE3CDCAD66B}"/>
              </a:ext>
            </a:extLst>
          </p:cNvPr>
          <p:cNvSpPr/>
          <p:nvPr/>
        </p:nvSpPr>
        <p:spPr>
          <a:xfrm>
            <a:off x="2722427" y="3600821"/>
            <a:ext cx="1500602" cy="1500602"/>
          </a:xfrm>
          <a:prstGeom prst="ellipse">
            <a:avLst/>
          </a:prstGeom>
          <a:solidFill>
            <a:srgbClr val="073B5C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B8512E3C-F1E1-ADBA-3F50-DA6D042BBE54}"/>
              </a:ext>
            </a:extLst>
          </p:cNvPr>
          <p:cNvSpPr/>
          <p:nvPr/>
        </p:nvSpPr>
        <p:spPr>
          <a:xfrm>
            <a:off x="1142287" y="3460167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AB7FA4A7-CCA4-5332-9EFB-FD5F39CF0CE2}"/>
              </a:ext>
            </a:extLst>
          </p:cNvPr>
          <p:cNvSpPr/>
          <p:nvPr/>
        </p:nvSpPr>
        <p:spPr>
          <a:xfrm>
            <a:off x="1186739" y="2565581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48A0E059-FC24-0702-A20A-93925B7226C7}"/>
              </a:ext>
            </a:extLst>
          </p:cNvPr>
          <p:cNvSpPr/>
          <p:nvPr/>
        </p:nvSpPr>
        <p:spPr>
          <a:xfrm>
            <a:off x="1827997" y="3992695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ACDFCA7-32A7-C70C-EC97-F1203ED4BDE4}"/>
              </a:ext>
            </a:extLst>
          </p:cNvPr>
          <p:cNvSpPr/>
          <p:nvPr/>
        </p:nvSpPr>
        <p:spPr>
          <a:xfrm>
            <a:off x="3123156" y="2755933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</a:t>
            </a: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244CE8FA-A45C-D69E-6DB8-4B456542C86C}"/>
              </a:ext>
            </a:extLst>
          </p:cNvPr>
          <p:cNvSpPr/>
          <p:nvPr/>
        </p:nvSpPr>
        <p:spPr>
          <a:xfrm>
            <a:off x="1422134" y="1683961"/>
            <a:ext cx="822503" cy="822503"/>
          </a:xfrm>
          <a:prstGeom prst="ellipse">
            <a:avLst/>
          </a:prstGeom>
          <a:solidFill>
            <a:srgbClr val="F0EAEB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73D59BD-112C-777A-91AD-EBF5CA7C2799}"/>
              </a:ext>
            </a:extLst>
          </p:cNvPr>
          <p:cNvSpPr/>
          <p:nvPr/>
        </p:nvSpPr>
        <p:spPr>
          <a:xfrm>
            <a:off x="3198050" y="1866615"/>
            <a:ext cx="822503" cy="822503"/>
          </a:xfrm>
          <a:prstGeom prst="ellipse">
            <a:avLst/>
          </a:prstGeom>
          <a:solidFill>
            <a:srgbClr val="F0EAEB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7B687825-A8D3-6988-5634-0C9CF9C4E141}"/>
              </a:ext>
            </a:extLst>
          </p:cNvPr>
          <p:cNvSpPr/>
          <p:nvPr/>
        </p:nvSpPr>
        <p:spPr>
          <a:xfrm>
            <a:off x="2086018" y="573376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D3812E43-41D5-D579-186A-F46C805A60DE}"/>
              </a:ext>
            </a:extLst>
          </p:cNvPr>
          <p:cNvSpPr/>
          <p:nvPr/>
        </p:nvSpPr>
        <p:spPr>
          <a:xfrm>
            <a:off x="1956824" y="2874799"/>
            <a:ext cx="1096626" cy="1096626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8BA1161D-59AD-D088-FD51-269E2D10181B}"/>
              </a:ext>
            </a:extLst>
          </p:cNvPr>
          <p:cNvSpPr/>
          <p:nvPr/>
        </p:nvSpPr>
        <p:spPr>
          <a:xfrm>
            <a:off x="3962631" y="4851361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</a:t>
            </a: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736EA325-7C8C-2007-A4DF-A93E74D40F5E}"/>
              </a:ext>
            </a:extLst>
          </p:cNvPr>
          <p:cNvSpPr/>
          <p:nvPr/>
        </p:nvSpPr>
        <p:spPr>
          <a:xfrm>
            <a:off x="3935247" y="573376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유해</a:t>
            </a: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9E84073E-3125-FF48-DA4C-8919B6120EDE}"/>
              </a:ext>
            </a:extLst>
          </p:cNvPr>
          <p:cNvSpPr/>
          <p:nvPr/>
        </p:nvSpPr>
        <p:spPr>
          <a:xfrm>
            <a:off x="2025507" y="490012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0CBDDF30-2F9B-F3DA-CCB3-7372C0BAC0CD}"/>
              </a:ext>
            </a:extLst>
          </p:cNvPr>
          <p:cNvSpPr/>
          <p:nvPr/>
        </p:nvSpPr>
        <p:spPr>
          <a:xfrm>
            <a:off x="2838622" y="5147910"/>
            <a:ext cx="1096626" cy="1096626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92785E8F-6685-CF0B-6F2B-61CDE1F8FC22}"/>
              </a:ext>
            </a:extLst>
          </p:cNvPr>
          <p:cNvSpPr/>
          <p:nvPr/>
        </p:nvSpPr>
        <p:spPr>
          <a:xfrm>
            <a:off x="1141995" y="4615185"/>
            <a:ext cx="822503" cy="822503"/>
          </a:xfrm>
          <a:prstGeom prst="ellipse">
            <a:avLst/>
          </a:prstGeom>
          <a:solidFill>
            <a:srgbClr val="EDE4F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위장</a:t>
            </a: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1AB59603-1F37-B107-8009-888D2E174F5A}"/>
              </a:ext>
            </a:extLst>
          </p:cNvPr>
          <p:cNvSpPr/>
          <p:nvPr/>
        </p:nvSpPr>
        <p:spPr>
          <a:xfrm>
            <a:off x="2291938" y="2015907"/>
            <a:ext cx="822503" cy="822503"/>
          </a:xfrm>
          <a:prstGeom prst="ellipse">
            <a:avLst/>
          </a:prstGeom>
          <a:solidFill>
            <a:srgbClr val="EDE4F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</a:t>
            </a: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8B04972A-1DA6-5164-BB17-412664631C79}"/>
              </a:ext>
            </a:extLst>
          </p:cNvPr>
          <p:cNvSpPr/>
          <p:nvPr/>
        </p:nvSpPr>
        <p:spPr>
          <a:xfrm>
            <a:off x="4720977" y="5362815"/>
            <a:ext cx="822503" cy="822503"/>
          </a:xfrm>
          <a:prstGeom prst="ellipse">
            <a:avLst/>
          </a:prstGeom>
          <a:solidFill>
            <a:srgbClr val="D9F5F1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게이지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BB359DA2-8968-970B-FB12-E8182B388CE6}"/>
              </a:ext>
            </a:extLst>
          </p:cNvPr>
          <p:cNvSpPr/>
          <p:nvPr/>
        </p:nvSpPr>
        <p:spPr>
          <a:xfrm>
            <a:off x="4209437" y="3241803"/>
            <a:ext cx="1096626" cy="1096626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FDEDB261-CE34-679F-0A16-A63868ACD454}"/>
              </a:ext>
            </a:extLst>
          </p:cNvPr>
          <p:cNvSpPr/>
          <p:nvPr/>
        </p:nvSpPr>
        <p:spPr>
          <a:xfrm>
            <a:off x="4719311" y="4363507"/>
            <a:ext cx="822503" cy="822503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9735749F-58FD-9780-5265-49AD46FB8940}"/>
              </a:ext>
            </a:extLst>
          </p:cNvPr>
          <p:cNvSpPr/>
          <p:nvPr/>
        </p:nvSpPr>
        <p:spPr>
          <a:xfrm>
            <a:off x="3975908" y="2441923"/>
            <a:ext cx="822503" cy="822503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DB76131-AEE3-E550-72C3-69684F0AD487}"/>
              </a:ext>
            </a:extLst>
          </p:cNvPr>
          <p:cNvSpPr/>
          <p:nvPr/>
        </p:nvSpPr>
        <p:spPr>
          <a:xfrm>
            <a:off x="907296" y="1168064"/>
            <a:ext cx="4833562" cy="381704"/>
          </a:xfrm>
          <a:prstGeom prst="roundRect">
            <a:avLst/>
          </a:prstGeom>
          <a:solidFill>
            <a:srgbClr val="073B5C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</a:t>
            </a:r>
            <a:r>
              <a:rPr lang="ko-KR" altLang="en-US" sz="15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볼륨맵</a:t>
            </a:r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게이지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반응의 연결 범위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732837-36BB-6941-6E28-41B8C02D7C8E}"/>
              </a:ext>
            </a:extLst>
          </p:cNvPr>
          <p:cNvSpPr/>
          <p:nvPr/>
        </p:nvSpPr>
        <p:spPr>
          <a:xfrm>
            <a:off x="6586242" y="1166522"/>
            <a:ext cx="4833562" cy="5316829"/>
          </a:xfrm>
          <a:prstGeom prst="roundRect">
            <a:avLst>
              <a:gd name="adj" fmla="val 4827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14578E-570B-1AED-9233-F92690E67D1A}"/>
              </a:ext>
            </a:extLst>
          </p:cNvPr>
          <p:cNvSpPr/>
          <p:nvPr/>
        </p:nvSpPr>
        <p:spPr>
          <a:xfrm>
            <a:off x="6783620" y="1456349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시스템이란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D9BB9-AE00-D774-9524-41D846B991F2}"/>
              </a:ext>
            </a:extLst>
          </p:cNvPr>
          <p:cNvSpPr txBox="1"/>
          <p:nvPr/>
        </p:nvSpPr>
        <p:spPr>
          <a:xfrm>
            <a:off x="6783620" y="1815099"/>
            <a:ext cx="381386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들숨으로 호흡량을 확보하고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참기와 날숨으로 소비하며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공기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감지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수중 이동에 대응하는 조작형 자원 시스템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D38126E-214C-BC24-3736-E3C6C91BD100}"/>
              </a:ext>
            </a:extLst>
          </p:cNvPr>
          <p:cNvSpPr/>
          <p:nvPr/>
        </p:nvSpPr>
        <p:spPr>
          <a:xfrm>
            <a:off x="6793073" y="2707864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BA7D00-C882-882C-E18C-2935371F4385}"/>
              </a:ext>
            </a:extLst>
          </p:cNvPr>
          <p:cNvSpPr txBox="1"/>
          <p:nvPr/>
        </p:nvSpPr>
        <p:spPr>
          <a:xfrm>
            <a:off x="8113524" y="2729298"/>
            <a:ext cx="2614818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관리하는 현재 보유 호흡량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EBE8AFD-51BD-7E74-F69B-4E6DFBB84D7E}"/>
              </a:ext>
            </a:extLst>
          </p:cNvPr>
          <p:cNvSpPr/>
          <p:nvPr/>
        </p:nvSpPr>
        <p:spPr>
          <a:xfrm>
            <a:off x="6847484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 호흡 없음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지상 사망 조건 아님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A226474-222F-CC88-A395-459908BC032F}"/>
              </a:ext>
            </a:extLst>
          </p:cNvPr>
          <p:cNvSpPr/>
          <p:nvPr/>
        </p:nvSpPr>
        <p:spPr>
          <a:xfrm>
            <a:off x="9823740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호흡량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최대 준비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주의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9822230-343A-76D9-DA2C-23FC8A8FBFFA}"/>
              </a:ext>
            </a:extLst>
          </p:cNvPr>
          <p:cNvSpPr/>
          <p:nvPr/>
        </p:nvSpPr>
        <p:spPr>
          <a:xfrm>
            <a:off x="8342487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조절 구간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양만 확보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부분 사용 가능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D86CC8C-0884-AF71-BFD7-A9E5787C0E0C}"/>
              </a:ext>
            </a:extLst>
          </p:cNvPr>
          <p:cNvSpPr/>
          <p:nvPr/>
        </p:nvSpPr>
        <p:spPr>
          <a:xfrm>
            <a:off x="6783619" y="4518656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입력 구조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4D86C0-C41C-D136-F087-23D634CF84BA}"/>
              </a:ext>
            </a:extLst>
          </p:cNvPr>
          <p:cNvSpPr txBox="1"/>
          <p:nvPr/>
        </p:nvSpPr>
        <p:spPr>
          <a:xfrm>
            <a:off x="8104070" y="4518656"/>
            <a:ext cx="2287806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상황에 맞춰 확보량과 소비량을 판단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603D4AF-E89C-1F1E-5FBD-00B9A0956E11}"/>
              </a:ext>
            </a:extLst>
          </p:cNvPr>
          <p:cNvSpPr/>
          <p:nvPr/>
        </p:nvSpPr>
        <p:spPr>
          <a:xfrm>
            <a:off x="8342487" y="5013737"/>
            <a:ext cx="1329903" cy="757871"/>
          </a:xfrm>
          <a:prstGeom prst="roundRect">
            <a:avLst/>
          </a:prstGeom>
          <a:solidFill>
            <a:srgbClr val="EDE4F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4E02885-C1AB-2ED8-C8A4-AFE1E864E584}"/>
              </a:ext>
            </a:extLst>
          </p:cNvPr>
          <p:cNvSpPr/>
          <p:nvPr/>
        </p:nvSpPr>
        <p:spPr>
          <a:xfrm>
            <a:off x="9895100" y="5003496"/>
            <a:ext cx="1329903" cy="757871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FE9237-4058-2391-5317-F16AEA3D84AC}"/>
              </a:ext>
            </a:extLst>
          </p:cNvPr>
          <p:cNvSpPr txBox="1"/>
          <p:nvPr/>
        </p:nvSpPr>
        <p:spPr>
          <a:xfrm>
            <a:off x="9629108" y="5247716"/>
            <a:ext cx="31290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91F8E1E-75FB-7812-68A2-01E79A361BC6}"/>
              </a:ext>
            </a:extLst>
          </p:cNvPr>
          <p:cNvSpPr/>
          <p:nvPr/>
        </p:nvSpPr>
        <p:spPr>
          <a:xfrm>
            <a:off x="6796351" y="5973275"/>
            <a:ext cx="4441382" cy="249804"/>
          </a:xfrm>
          <a:prstGeom prst="roundRect">
            <a:avLst/>
          </a:prstGeom>
          <a:solidFill>
            <a:srgbClr val="D8E3EA"/>
          </a:solidFill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수치와 예외 처리는 이후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 규칙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&gt;, &lt;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페이지에서 설명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19E99CE-5245-BBAE-867C-F330C105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851" y="5042581"/>
            <a:ext cx="300166" cy="36034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70CADB73-5C34-DEAB-BEDA-6F82C44A5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819" y="5103013"/>
            <a:ext cx="360340" cy="36034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D021D72-8486-538D-3B04-53E1B6FF6F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064" y="5044362"/>
            <a:ext cx="297006" cy="36034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1A842F3-51A9-7BD3-4F50-01727429DED6}"/>
              </a:ext>
            </a:extLst>
          </p:cNvPr>
          <p:cNvSpPr txBox="1"/>
          <p:nvPr/>
        </p:nvSpPr>
        <p:spPr>
          <a:xfrm>
            <a:off x="8442607" y="5060269"/>
            <a:ext cx="111601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참기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천천히 소비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적의 호흡 감지 차단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298289-0A58-3375-6FA1-205D03A895D1}"/>
              </a:ext>
            </a:extLst>
          </p:cNvPr>
          <p:cNvSpPr txBox="1"/>
          <p:nvPr/>
        </p:nvSpPr>
        <p:spPr>
          <a:xfrm>
            <a:off x="10123072" y="5059124"/>
            <a:ext cx="87395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날숨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빠르게 소비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 복귀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F5EC1B1-BC37-67D3-A843-C642D97292F9}"/>
              </a:ext>
            </a:extLst>
          </p:cNvPr>
          <p:cNvSpPr/>
          <p:nvPr/>
        </p:nvSpPr>
        <p:spPr>
          <a:xfrm>
            <a:off x="6901543" y="3167084"/>
            <a:ext cx="1165065" cy="241418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>
            <a:solidFill>
              <a:srgbClr val="69B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FDF39B9-A225-0717-7F6C-3B4729C478E3}"/>
              </a:ext>
            </a:extLst>
          </p:cNvPr>
          <p:cNvSpPr/>
          <p:nvPr/>
        </p:nvSpPr>
        <p:spPr>
          <a:xfrm>
            <a:off x="9942014" y="3167084"/>
            <a:ext cx="1165065" cy="241418"/>
          </a:xfrm>
          <a:prstGeom prst="roundRect">
            <a:avLst>
              <a:gd name="adj" fmla="val 50000"/>
            </a:avLst>
          </a:prstGeom>
          <a:solidFill>
            <a:srgbClr val="F7D8D8"/>
          </a:solidFill>
          <a:ln>
            <a:solidFill>
              <a:srgbClr val="E68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AD88FEB-1839-40A0-545E-39DE306D8E1C}"/>
              </a:ext>
            </a:extLst>
          </p:cNvPr>
          <p:cNvSpPr/>
          <p:nvPr/>
        </p:nvSpPr>
        <p:spPr>
          <a:xfrm>
            <a:off x="7355682" y="3167740"/>
            <a:ext cx="3331368" cy="241418"/>
          </a:xfrm>
          <a:prstGeom prst="rect">
            <a:avLst/>
          </a:prstGeom>
          <a:solidFill>
            <a:srgbClr val="FFF2C7"/>
          </a:solidFill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17BC043-A0AC-4E5B-1BEA-74707BA698A2}"/>
              </a:ext>
            </a:extLst>
          </p:cNvPr>
          <p:cNvSpPr/>
          <p:nvPr/>
        </p:nvSpPr>
        <p:spPr>
          <a:xfrm>
            <a:off x="6818544" y="3129979"/>
            <a:ext cx="439507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81CF566-CA33-87CB-0AF3-A80BA27DA28F}"/>
              </a:ext>
            </a:extLst>
          </p:cNvPr>
          <p:cNvSpPr/>
          <p:nvPr/>
        </p:nvSpPr>
        <p:spPr>
          <a:xfrm>
            <a:off x="10663144" y="3129979"/>
            <a:ext cx="439507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CCDECE5-F25F-E2A5-E16D-26E4FFD90DD6}"/>
              </a:ext>
            </a:extLst>
          </p:cNvPr>
          <p:cNvCxnSpPr>
            <a:cxnSpLocks/>
          </p:cNvCxnSpPr>
          <p:nvPr/>
        </p:nvCxnSpPr>
        <p:spPr>
          <a:xfrm>
            <a:off x="7037070" y="3408502"/>
            <a:ext cx="0" cy="153253"/>
          </a:xfrm>
          <a:prstGeom prst="straightConnector1">
            <a:avLst/>
          </a:prstGeom>
          <a:ln>
            <a:solidFill>
              <a:srgbClr val="69B4FF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84B1932-3383-C9DF-F6A3-2EB4FAF417AC}"/>
              </a:ext>
            </a:extLst>
          </p:cNvPr>
          <p:cNvCxnSpPr>
            <a:cxnSpLocks/>
          </p:cNvCxnSpPr>
          <p:nvPr/>
        </p:nvCxnSpPr>
        <p:spPr>
          <a:xfrm>
            <a:off x="9015785" y="3410119"/>
            <a:ext cx="0" cy="153253"/>
          </a:xfrm>
          <a:prstGeom prst="straightConnector1">
            <a:avLst/>
          </a:prstGeom>
          <a:ln>
            <a:solidFill>
              <a:srgbClr val="FFD757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0A13C36-D2AC-AB96-0251-AF31FDABD2B0}"/>
              </a:ext>
            </a:extLst>
          </p:cNvPr>
          <p:cNvCxnSpPr>
            <a:cxnSpLocks/>
          </p:cNvCxnSpPr>
          <p:nvPr/>
        </p:nvCxnSpPr>
        <p:spPr>
          <a:xfrm>
            <a:off x="10957619" y="3410119"/>
            <a:ext cx="0" cy="153253"/>
          </a:xfrm>
          <a:prstGeom prst="straightConnector1">
            <a:avLst/>
          </a:prstGeom>
          <a:ln>
            <a:solidFill>
              <a:srgbClr val="E68686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</Words>
  <Application>Microsoft Office PowerPoint</Application>
  <PresentationFormat>와이드스크린</PresentationFormat>
  <Paragraphs>58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2026-10-17T03:50:25Z</dcterms:created>
  <dcterms:modified xsi:type="dcterms:W3CDTF">2026-10-17T03:50:28Z</dcterms:modified>
</cp:coreProperties>
</file>