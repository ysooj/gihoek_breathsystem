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1ED707-DF7F-479B-9C30-F3C8C09F9BB2}" v="1" dt="2026-10-16T00:18:20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modSld">
      <pc:chgData name="musukie52@gmail.com" userId="017bd91f96aa8751" providerId="LiveId" clId="{5B2C3894-F97E-4CAB-8812-5BB4D83AAC6A}" dt="2026-10-16T00:18:20.079" v="0"/>
      <pc:docMkLst>
        <pc:docMk/>
      </pc:docMkLst>
      <pc:sldChg chg="add">
        <pc:chgData name="musukie52@gmail.com" userId="017bd91f96aa8751" providerId="LiveId" clId="{5B2C3894-F97E-4CAB-8812-5BB4D83AAC6A}" dt="2026-10-16T00:18:20.079" v="0"/>
        <pc:sldMkLst>
          <pc:docMk/>
          <pc:sldMk cId="2068370415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E1E0A-9B93-4CAB-88D9-A718C920E7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608A8-6A3F-46FA-93FD-7F5557496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611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DC56E-CF16-5610-8DBC-25AA8B4B4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CE82D0-B464-F5CC-43AC-E99FDD5E1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BA3A25-0C8F-44EE-72BD-BD87ED91F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33DC58-6D43-E3B8-441F-1136FBA8C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A33DCC-AEAE-9A37-4488-81C88588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00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CE214-CE01-0915-D0D4-C4F79CDF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85813-7211-CCDA-76EF-EB1236E8D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294138-379C-CDA6-5D6A-74F6E3619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5EC8D-D7CA-A442-8BC1-10E18981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CD5771-F07C-71A5-F5A5-71718CEA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7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7BA55-BF81-A2B6-A166-0072EB7CA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8795EC-CE2D-6884-E325-D993B6BEF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686321-2BB6-B3DB-05DE-A43163DF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C660FB-640B-81D9-E468-C4531A36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DE4A2E-B04A-6F76-D5C5-7B7E70ED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24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94FE9-38E2-BACF-6C40-85E93BE7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36E5AF-4ADF-9836-3AB4-406750A74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9F838-33B0-96AF-48A5-214BD248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01E646-A060-0D30-5E6A-2AEBE9D2B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66858B-E1F0-76F2-A7B5-BA317972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175F00-401D-E874-2A87-A65D2CBA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711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D8D0C-D036-1D2C-A917-C1A3E490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DD2A98-E86B-2631-F46C-6E8EE43BE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8D7C3A-88DB-3CE8-A001-6B5BC578D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6048DC-20DA-BBCB-CC2D-E72037DE59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775B9D-3963-BA27-7AD0-24FB18BDC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79D95A-F1F6-B1D9-D915-106912EF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1B4826-6965-1D74-FE58-4BFAC7F42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B740D8-FFF4-455C-1F92-0C1087A8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166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38741-5EAB-2C22-499F-FA919F0F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CFB6B8-66EE-1C60-4F8E-557CB5EF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15E5B5-6320-0A45-DB6D-CFBC704F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38C88E-65C5-D6AF-7056-F281FE99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47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2C41EA-2AB7-4CA2-7990-7458FD5D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ED7475-8EB8-412A-977E-E6D000F8C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E23427-C0F0-9749-830C-1AA7F1E4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19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12CFA-9AAA-446D-7C52-F8633AEE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B9867A-27E5-097F-A46E-D06624C27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D35E4E-9D49-173F-3B8D-0E5F39694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62CB1A-728A-AB2F-85D5-A66B3962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E769B8-CBAE-AF68-6F51-2914CEDFC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E78CD5-0053-99A5-E91B-101A874D8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493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C7BCC-4CB2-E61E-8052-7EE31D11B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E8EC96-A5F6-0F03-F323-07C916F027A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BD1886-A41C-7846-EEEF-C85931B9C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525D6B-E519-8259-034A-6EB3830FF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A02511-00F1-5E64-B7A2-FA3F4A65E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A6E0A9-090D-F77F-6290-ED399184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89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B3992-0462-A4D9-6248-50111645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A59951-C3C3-E850-1E9C-304E509A2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F6023A-7985-CEDE-F183-1F979B16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66AA1B-C912-BB3C-6F3E-1F5BCCC5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4C917A-BF9A-9560-BF33-F1B7D8425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48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A3CA6D3-A369-65FB-D9FA-A3D963DDE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230955-0F9F-4A58-74D0-ED2DDEBD9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6DDCD-0929-10F9-EF0B-E6D6CA6A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A6F851-8E5E-ADBB-A2E2-17E858E6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EE41A9-DD59-51FA-1F9F-7181AF7A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392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404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025252-B463-44C2-4895-E267430F7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8F47B3-46A1-7CE4-2313-EBE5E3835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7C0515-4FEA-4F53-7D7B-6A42627B8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038AD-8AF6-4BF1-B503-A4E14E6509AE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49F74-B58E-1A08-8B11-AA07CFBCD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65AD4B-C1B6-7ED7-45BE-36F1012C9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9923E-2E0D-4A38-A02A-1707458B5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25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40ABD68-21A3-4937-8D1B-BEE4E507701F}"/>
              </a:ext>
            </a:extLst>
          </p:cNvPr>
          <p:cNvSpPr>
            <a:spLocks noGrp="1"/>
          </p:cNvSpPr>
          <p:nvPr/>
        </p:nvSpPr>
        <p:spPr>
          <a:xfrm>
            <a:off x="457200" y="3542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00" b="1">
                <a:solidFill>
                  <a:srgbClr val="073B5C"/>
                </a:solidFill>
              </a:defRPr>
            </a:pP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목차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F3A480F-EFF0-4A75-BE7A-417D165F0847}"/>
              </a:ext>
            </a:extLst>
          </p:cNvPr>
          <p:cNvSpPr>
            <a:spLocks noGrp="1"/>
          </p:cNvSpPr>
          <p:nvPr/>
        </p:nvSpPr>
        <p:spPr>
          <a:xfrm>
            <a:off x="457200" y="849550"/>
            <a:ext cx="112395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B564F5B-F309-4E9D-BDF7-3FFEA4860222}"/>
              </a:ext>
            </a:extLst>
          </p:cNvPr>
          <p:cNvSpPr>
            <a:spLocks noGrp="1"/>
          </p:cNvSpPr>
          <p:nvPr/>
        </p:nvSpPr>
        <p:spPr>
          <a:xfrm>
            <a:off x="7008303" y="3688858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B2674A-0914-4652-AB53-3B96ECADC228}"/>
              </a:ext>
            </a:extLst>
          </p:cNvPr>
          <p:cNvSpPr>
            <a:spLocks noGrp="1"/>
          </p:cNvSpPr>
          <p:nvPr/>
        </p:nvSpPr>
        <p:spPr>
          <a:xfrm>
            <a:off x="7484554" y="3688858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413D7A-564A-4B42-98C6-1BF39FA068D4}"/>
              </a:ext>
            </a:extLst>
          </p:cNvPr>
          <p:cNvSpPr>
            <a:spLocks noGrp="1"/>
          </p:cNvSpPr>
          <p:nvPr/>
        </p:nvSpPr>
        <p:spPr>
          <a:xfrm>
            <a:off x="7484554" y="4053102"/>
            <a:ext cx="2203474" cy="516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응용 사례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4EF31B1-2EFA-4639-9E86-E163795435BF}"/>
              </a:ext>
            </a:extLst>
          </p:cNvPr>
          <p:cNvSpPr>
            <a:spLocks noGrp="1"/>
          </p:cNvSpPr>
          <p:nvPr/>
        </p:nvSpPr>
        <p:spPr>
          <a:xfrm>
            <a:off x="7008303" y="4989651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lang="en-US"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endParaRPr sz="1500" b="1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3DCA54E-87F6-499D-B63D-EBB269C3EC57}"/>
              </a:ext>
            </a:extLst>
          </p:cNvPr>
          <p:cNvSpPr>
            <a:spLocks noGrp="1"/>
          </p:cNvSpPr>
          <p:nvPr/>
        </p:nvSpPr>
        <p:spPr>
          <a:xfrm>
            <a:off x="7484554" y="4989651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94448B-8FB5-48A4-961D-E7C1DCFA5440}"/>
              </a:ext>
            </a:extLst>
          </p:cNvPr>
          <p:cNvSpPr>
            <a:spLocks noGrp="1"/>
          </p:cNvSpPr>
          <p:nvPr/>
        </p:nvSpPr>
        <p:spPr>
          <a:xfrm>
            <a:off x="7484554" y="5363420"/>
            <a:ext cx="1924050" cy="4841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 및 안전 장치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 항목 정의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출처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D2A8D47-4063-4D11-AC26-BE48D76C7357}"/>
              </a:ext>
            </a:extLst>
          </p:cNvPr>
          <p:cNvSpPr>
            <a:spLocks noGrp="1"/>
          </p:cNvSpPr>
          <p:nvPr/>
        </p:nvSpPr>
        <p:spPr>
          <a:xfrm>
            <a:off x="992722" y="1500608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20A6A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348712B-9DF7-45FC-A77D-4E62D5C4AA21}"/>
              </a:ext>
            </a:extLst>
          </p:cNvPr>
          <p:cNvSpPr>
            <a:spLocks noGrp="1"/>
          </p:cNvSpPr>
          <p:nvPr/>
        </p:nvSpPr>
        <p:spPr>
          <a:xfrm>
            <a:off x="1468973" y="1500608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20743D7-D45D-4443-BA0E-7B9481D31A5A}"/>
              </a:ext>
            </a:extLst>
          </p:cNvPr>
          <p:cNvSpPr>
            <a:spLocks noGrp="1"/>
          </p:cNvSpPr>
          <p:nvPr/>
        </p:nvSpPr>
        <p:spPr>
          <a:xfrm>
            <a:off x="1468973" y="1874378"/>
            <a:ext cx="1924050" cy="663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및 시스템 개요</a:t>
            </a:r>
            <a:endParaRPr lang="en-US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시스템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플레이 순환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35B1767-A9C3-46AB-948B-A107DA2F407D}"/>
              </a:ext>
            </a:extLst>
          </p:cNvPr>
          <p:cNvSpPr>
            <a:spLocks noGrp="1"/>
          </p:cNvSpPr>
          <p:nvPr/>
        </p:nvSpPr>
        <p:spPr>
          <a:xfrm>
            <a:off x="992722" y="3225702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7D67B3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B1DD881-56F8-44F3-A3C7-13873C5D2301}"/>
              </a:ext>
            </a:extLst>
          </p:cNvPr>
          <p:cNvSpPr>
            <a:spLocks noGrp="1"/>
          </p:cNvSpPr>
          <p:nvPr/>
        </p:nvSpPr>
        <p:spPr>
          <a:xfrm>
            <a:off x="1468973" y="3225702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UI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84BA72D-8CB9-471D-A137-AD556C3E7FC3}"/>
              </a:ext>
            </a:extLst>
          </p:cNvPr>
          <p:cNvSpPr>
            <a:spLocks noGrp="1"/>
          </p:cNvSpPr>
          <p:nvPr/>
        </p:nvSpPr>
        <p:spPr>
          <a:xfrm>
            <a:off x="1468973" y="3599472"/>
            <a:ext cx="2106862" cy="4344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플레이 </a:t>
            </a:r>
            <a:r>
              <a:rPr lang="ko-KR" altLang="en-US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화면과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HUD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구성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3F96419-FFEB-437A-8309-8FACBD148463}"/>
              </a:ext>
            </a:extLst>
          </p:cNvPr>
          <p:cNvSpPr>
            <a:spLocks noGrp="1"/>
          </p:cNvSpPr>
          <p:nvPr/>
        </p:nvSpPr>
        <p:spPr>
          <a:xfrm>
            <a:off x="992722" y="4637364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C79A2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0A05A1-A778-422E-83CA-813EF665DB00}"/>
              </a:ext>
            </a:extLst>
          </p:cNvPr>
          <p:cNvSpPr>
            <a:spLocks noGrp="1"/>
          </p:cNvSpPr>
          <p:nvPr/>
        </p:nvSpPr>
        <p:spPr>
          <a:xfrm>
            <a:off x="1468973" y="4637364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BEB037B-A700-420C-B40D-6A113FB7BE8B}"/>
              </a:ext>
            </a:extLst>
          </p:cNvPr>
          <p:cNvSpPr>
            <a:spLocks noGrp="1"/>
          </p:cNvSpPr>
          <p:nvPr/>
        </p:nvSpPr>
        <p:spPr>
          <a:xfrm>
            <a:off x="1468972" y="5011134"/>
            <a:ext cx="2316077" cy="7011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행동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규칙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강제 호흡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dirty="0" err="1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과흡입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공기별 환경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 환경과 이상 상태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인형 감지 시스템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580564B-9503-46AA-8D82-3FA093548A93}"/>
              </a:ext>
            </a:extLst>
          </p:cNvPr>
          <p:cNvSpPr>
            <a:spLocks noGrp="1"/>
          </p:cNvSpPr>
          <p:nvPr/>
        </p:nvSpPr>
        <p:spPr>
          <a:xfrm>
            <a:off x="7008303" y="1473257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D87449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9F47D0-27C8-4348-BED1-45E60A772892}"/>
              </a:ext>
            </a:extLst>
          </p:cNvPr>
          <p:cNvSpPr>
            <a:spLocks noGrp="1"/>
          </p:cNvSpPr>
          <p:nvPr/>
        </p:nvSpPr>
        <p:spPr>
          <a:xfrm>
            <a:off x="7484554" y="1505056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F2C2395-CD94-4B9E-AAF6-247F6CB0344C}"/>
              </a:ext>
            </a:extLst>
          </p:cNvPr>
          <p:cNvSpPr>
            <a:spLocks noGrp="1"/>
          </p:cNvSpPr>
          <p:nvPr/>
        </p:nvSpPr>
        <p:spPr>
          <a:xfrm>
            <a:off x="7484554" y="1847027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플로우 차트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51AB5-C57E-B545-67C0-474F0A16C5B8}"/>
              </a:ext>
            </a:extLst>
          </p:cNvPr>
          <p:cNvSpPr txBox="1"/>
          <p:nvPr/>
        </p:nvSpPr>
        <p:spPr>
          <a:xfrm>
            <a:off x="1963973" y="188622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3p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1096C-3673-51AE-2F45-7B2EF4525AF5}"/>
              </a:ext>
            </a:extLst>
          </p:cNvPr>
          <p:cNvSpPr txBox="1"/>
          <p:nvPr/>
        </p:nvSpPr>
        <p:spPr>
          <a:xfrm>
            <a:off x="1963973" y="2113032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4p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665A-F109-64D8-E010-A2943F8BB315}"/>
              </a:ext>
            </a:extLst>
          </p:cNvPr>
          <p:cNvSpPr txBox="1"/>
          <p:nvPr/>
        </p:nvSpPr>
        <p:spPr>
          <a:xfrm>
            <a:off x="1963973" y="236121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5p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47A48-C50A-C791-3ABE-0157698319A2}"/>
              </a:ext>
            </a:extLst>
          </p:cNvPr>
          <p:cNvSpPr txBox="1"/>
          <p:nvPr/>
        </p:nvSpPr>
        <p:spPr>
          <a:xfrm>
            <a:off x="1963973" y="361001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6p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732F31-3411-55FB-D1F0-BD8170D8B019}"/>
              </a:ext>
            </a:extLst>
          </p:cNvPr>
          <p:cNvSpPr txBox="1"/>
          <p:nvPr/>
        </p:nvSpPr>
        <p:spPr>
          <a:xfrm>
            <a:off x="1963973" y="502628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7p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F1B24-073D-31D6-DA90-243E4CED12F5}"/>
              </a:ext>
            </a:extLst>
          </p:cNvPr>
          <p:cNvSpPr txBox="1"/>
          <p:nvPr/>
        </p:nvSpPr>
        <p:spPr>
          <a:xfrm>
            <a:off x="1963972" y="525273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· · · · 8p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420030-5E4A-C3E1-190D-D6DCC4CC5078}"/>
              </a:ext>
            </a:extLst>
          </p:cNvPr>
          <p:cNvSpPr txBox="1"/>
          <p:nvPr/>
        </p:nvSpPr>
        <p:spPr>
          <a:xfrm>
            <a:off x="1840421" y="5468852"/>
            <a:ext cx="3343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9p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EB8204-6724-A0B5-67B2-3D7B932B9E19}"/>
              </a:ext>
            </a:extLst>
          </p:cNvPr>
          <p:cNvSpPr txBox="1"/>
          <p:nvPr/>
        </p:nvSpPr>
        <p:spPr>
          <a:xfrm>
            <a:off x="8008402" y="185839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12p</a:t>
            </a:r>
            <a:endParaRPr lang="ko-KR" altLang="en-US" sz="1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F6BD4A9-6815-B4FA-4FF7-366D5E5636E0}"/>
              </a:ext>
            </a:extLst>
          </p:cNvPr>
          <p:cNvSpPr>
            <a:spLocks noGrp="1"/>
          </p:cNvSpPr>
          <p:nvPr/>
        </p:nvSpPr>
        <p:spPr>
          <a:xfrm>
            <a:off x="7008303" y="2462409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367DA6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D50A9B5-E26F-C913-C61C-69F1F9F09016}"/>
              </a:ext>
            </a:extLst>
          </p:cNvPr>
          <p:cNvSpPr>
            <a:spLocks noGrp="1"/>
          </p:cNvSpPr>
          <p:nvPr/>
        </p:nvSpPr>
        <p:spPr>
          <a:xfrm>
            <a:off x="7484554" y="2462409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4FF3A14-D9E6-D110-7A37-72BE54F2C4D2}"/>
              </a:ext>
            </a:extLst>
          </p:cNvPr>
          <p:cNvSpPr>
            <a:spLocks noGrp="1"/>
          </p:cNvSpPr>
          <p:nvPr/>
        </p:nvSpPr>
        <p:spPr>
          <a:xfrm>
            <a:off x="7484553" y="2826654"/>
            <a:ext cx="2907338" cy="436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」 분석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」 비교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차별화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2D5000-615A-5A40-6684-644B50C3F7EC}"/>
              </a:ext>
            </a:extLst>
          </p:cNvPr>
          <p:cNvSpPr txBox="1"/>
          <p:nvPr/>
        </p:nvSpPr>
        <p:spPr>
          <a:xfrm>
            <a:off x="7912670" y="2846418"/>
            <a:ext cx="331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13p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8842C0-98A1-F8AA-3CAA-D38B8263E7B3}"/>
              </a:ext>
            </a:extLst>
          </p:cNvPr>
          <p:cNvSpPr txBox="1"/>
          <p:nvPr/>
        </p:nvSpPr>
        <p:spPr>
          <a:xfrm>
            <a:off x="8008406" y="408441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15p</a:t>
            </a:r>
            <a:endParaRPr lang="ko-KR" alt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26BE85-3F69-A204-369E-77CBCFD46867}"/>
              </a:ext>
            </a:extLst>
          </p:cNvPr>
          <p:cNvSpPr txBox="1"/>
          <p:nvPr/>
        </p:nvSpPr>
        <p:spPr>
          <a:xfrm>
            <a:off x="8008404" y="5396234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17p</a:t>
            </a:r>
            <a:endParaRPr lang="ko-KR" altLang="en-US" sz="1000" dirty="0"/>
          </a:p>
        </p:txBody>
      </p:sp>
      <p:sp>
        <p:nvSpPr>
          <p:cNvPr id="81" name="직선 연결선 80">
            <a:extLst>
              <a:ext uri="{FF2B5EF4-FFF2-40B4-BE49-F238E27FC236}">
                <a16:creationId xmlns:a16="http://schemas.microsoft.com/office/drawing/2014/main" id="{63F040BE-7C2A-0C3A-F5AB-80C8E9F93E27}"/>
              </a:ext>
            </a:extLst>
          </p:cNvPr>
          <p:cNvSpPr>
            <a:spLocks noGrp="1"/>
          </p:cNvSpPr>
          <p:nvPr/>
        </p:nvSpPr>
        <p:spPr>
          <a:xfrm rot="5400000">
            <a:off x="3667923" y="3852297"/>
            <a:ext cx="5135113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863230-6953-D99D-4D58-3427C3472222}"/>
              </a:ext>
            </a:extLst>
          </p:cNvPr>
          <p:cNvSpPr txBox="1"/>
          <p:nvPr/>
        </p:nvSpPr>
        <p:spPr>
          <a:xfrm>
            <a:off x="1992824" y="145882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3-5p</a:t>
            </a:r>
            <a:endParaRPr lang="ko-KR" altLang="en-US" sz="15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7429E4-A393-8B0F-83D7-A3AF3110E0E5}"/>
              </a:ext>
            </a:extLst>
          </p:cNvPr>
          <p:cNvSpPr txBox="1"/>
          <p:nvPr/>
        </p:nvSpPr>
        <p:spPr>
          <a:xfrm>
            <a:off x="1992823" y="3179089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6p</a:t>
            </a:r>
            <a:endParaRPr lang="ko-KR" altLang="en-US" sz="15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8978F0-565B-6072-335A-97B4D3F8CF70}"/>
              </a:ext>
            </a:extLst>
          </p:cNvPr>
          <p:cNvSpPr txBox="1"/>
          <p:nvPr/>
        </p:nvSpPr>
        <p:spPr>
          <a:xfrm>
            <a:off x="1992822" y="460385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7-11p</a:t>
            </a:r>
            <a:endParaRPr lang="ko-KR" altLang="en-US" sz="15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6A33A9C-A1F8-B0DF-55B5-0FBAA3075441}"/>
              </a:ext>
            </a:extLst>
          </p:cNvPr>
          <p:cNvSpPr txBox="1"/>
          <p:nvPr/>
        </p:nvSpPr>
        <p:spPr>
          <a:xfrm>
            <a:off x="8008402" y="145882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· · ·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12p</a:t>
            </a:r>
            <a:endParaRPr lang="ko-KR" altLang="en-US" sz="15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BDD7264-2CCF-B49E-FC24-3790A3B689ED}"/>
              </a:ext>
            </a:extLst>
          </p:cNvPr>
          <p:cNvSpPr txBox="1"/>
          <p:nvPr/>
        </p:nvSpPr>
        <p:spPr>
          <a:xfrm>
            <a:off x="8008402" y="2419889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13-14p</a:t>
            </a:r>
            <a:endParaRPr lang="ko-KR" altLang="en-US" sz="15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22655DC-1608-123F-E185-768322B89551}"/>
              </a:ext>
            </a:extLst>
          </p:cNvPr>
          <p:cNvSpPr txBox="1"/>
          <p:nvPr/>
        </p:nvSpPr>
        <p:spPr>
          <a:xfrm>
            <a:off x="8008402" y="364549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15-16p</a:t>
            </a:r>
            <a:endParaRPr lang="ko-KR" altLang="en-US" sz="15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28F81D-1A8C-B70D-76F6-6FD2C1296420}"/>
              </a:ext>
            </a:extLst>
          </p:cNvPr>
          <p:cNvSpPr txBox="1"/>
          <p:nvPr/>
        </p:nvSpPr>
        <p:spPr>
          <a:xfrm>
            <a:off x="7912670" y="4953237"/>
            <a:ext cx="33154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17-19p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24D-21E0-ABAE-FD3E-B5D443C8908F}"/>
              </a:ext>
            </a:extLst>
          </p:cNvPr>
          <p:cNvSpPr txBox="1"/>
          <p:nvPr/>
        </p:nvSpPr>
        <p:spPr>
          <a:xfrm>
            <a:off x="1992820" y="571303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10p</a:t>
            </a:r>
            <a:endParaRPr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EE3487-76E7-7334-117F-7E9711DEE41F}"/>
              </a:ext>
            </a:extLst>
          </p:cNvPr>
          <p:cNvSpPr txBox="1"/>
          <p:nvPr/>
        </p:nvSpPr>
        <p:spPr>
          <a:xfrm>
            <a:off x="8008403" y="560131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18p</a:t>
            </a:r>
            <a:endParaRPr lang="ko-KR" alt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6DFCAF-42B4-4FE4-93BF-9DE1351D2131}"/>
              </a:ext>
            </a:extLst>
          </p:cNvPr>
          <p:cNvSpPr txBox="1"/>
          <p:nvPr/>
        </p:nvSpPr>
        <p:spPr>
          <a:xfrm>
            <a:off x="1990401" y="593100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11p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6AA0D-5B11-3131-FB9E-73035E3DA738}"/>
              </a:ext>
            </a:extLst>
          </p:cNvPr>
          <p:cNvSpPr txBox="1"/>
          <p:nvPr/>
        </p:nvSpPr>
        <p:spPr>
          <a:xfrm>
            <a:off x="8008402" y="4347138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16p</a:t>
            </a:r>
            <a:endParaRPr lang="ko-KR" altLang="en-US" sz="1000" dirty="0"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A79FF991-F125-0CC2-B349-8DFB8212F90D}"/>
              </a:ext>
            </a:extLst>
          </p:cNvPr>
          <p:cNvSpPr>
            <a:spLocks noGrp="1"/>
          </p:cNvSpPr>
          <p:nvPr/>
        </p:nvSpPr>
        <p:spPr>
          <a:xfrm>
            <a:off x="1468972" y="1811503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01B729F-202A-1D90-2448-7EEF70D9F2EB}"/>
              </a:ext>
            </a:extLst>
          </p:cNvPr>
          <p:cNvSpPr>
            <a:spLocks noGrp="1"/>
          </p:cNvSpPr>
          <p:nvPr/>
        </p:nvSpPr>
        <p:spPr>
          <a:xfrm>
            <a:off x="7484553" y="1811503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CD1FFCB-BB59-7DD9-FC3E-C30CCBBC36A6}"/>
              </a:ext>
            </a:extLst>
          </p:cNvPr>
          <p:cNvSpPr>
            <a:spLocks noGrp="1"/>
          </p:cNvSpPr>
          <p:nvPr/>
        </p:nvSpPr>
        <p:spPr>
          <a:xfrm>
            <a:off x="7484553" y="2787089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A97635EE-292C-8819-B932-86961DBFFD88}"/>
              </a:ext>
            </a:extLst>
          </p:cNvPr>
          <p:cNvSpPr>
            <a:spLocks noGrp="1"/>
          </p:cNvSpPr>
          <p:nvPr/>
        </p:nvSpPr>
        <p:spPr>
          <a:xfrm>
            <a:off x="7484553" y="4012361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88C0EC03-F9E2-8BA7-8ABB-F6794EB7F96C}"/>
              </a:ext>
            </a:extLst>
          </p:cNvPr>
          <p:cNvSpPr>
            <a:spLocks noGrp="1"/>
          </p:cNvSpPr>
          <p:nvPr/>
        </p:nvSpPr>
        <p:spPr>
          <a:xfrm>
            <a:off x="1468972" y="3530429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395C848E-1DDD-D9D7-FE77-599E03B7A5B8}"/>
              </a:ext>
            </a:extLst>
          </p:cNvPr>
          <p:cNvSpPr>
            <a:spLocks noGrp="1"/>
          </p:cNvSpPr>
          <p:nvPr/>
        </p:nvSpPr>
        <p:spPr>
          <a:xfrm>
            <a:off x="1468972" y="4955310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9" name="직선 연결선 68">
            <a:extLst>
              <a:ext uri="{FF2B5EF4-FFF2-40B4-BE49-F238E27FC236}">
                <a16:creationId xmlns:a16="http://schemas.microsoft.com/office/drawing/2014/main" id="{7D384E04-0B33-3ED7-2B13-85CADBECCEA4}"/>
              </a:ext>
            </a:extLst>
          </p:cNvPr>
          <p:cNvSpPr>
            <a:spLocks noGrp="1"/>
          </p:cNvSpPr>
          <p:nvPr/>
        </p:nvSpPr>
        <p:spPr>
          <a:xfrm>
            <a:off x="7513402" y="5333026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D96200F-A1C6-1C9C-7431-F2794FBC4F31}"/>
              </a:ext>
            </a:extLst>
          </p:cNvPr>
          <p:cNvSpPr>
            <a:spLocks noGrp="1"/>
          </p:cNvSpPr>
          <p:nvPr/>
        </p:nvSpPr>
        <p:spPr>
          <a:xfrm>
            <a:off x="11595099" y="6303964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581991-261E-F73A-E819-88079D10BA59}"/>
              </a:ext>
            </a:extLst>
          </p:cNvPr>
          <p:cNvSpPr txBox="1"/>
          <p:nvPr/>
        </p:nvSpPr>
        <p:spPr>
          <a:xfrm>
            <a:off x="7832559" y="5837835"/>
            <a:ext cx="33955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19p</a:t>
            </a:r>
            <a:endParaRPr lang="ko-KR" altLang="en-US" sz="1000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1A424A9-F897-47AF-FEAF-D3DEF042B0AC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A3E7604-1B96-28A8-5606-732F8BB940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3823" y="182562"/>
            <a:ext cx="913749" cy="7141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74FAEE-C41F-6462-E8CE-1CC233F723CF}"/>
              </a:ext>
            </a:extLst>
          </p:cNvPr>
          <p:cNvSpPr txBox="1"/>
          <p:nvPr/>
        </p:nvSpPr>
        <p:spPr>
          <a:xfrm>
            <a:off x="7909491" y="3084387"/>
            <a:ext cx="331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14p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68370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Office PowerPoint</Application>
  <PresentationFormat>와이드스크린</PresentationFormat>
  <Paragraphs>57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2026-10-16T00:18:18Z</dcterms:created>
  <dcterms:modified xsi:type="dcterms:W3CDTF">2026-10-16T00:18:21Z</dcterms:modified>
</cp:coreProperties>
</file>