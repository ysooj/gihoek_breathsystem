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3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ED2774-FF39-41FA-840C-A65D83098F18}" v="1" dt="2026-10-16T05:56:17.9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addSld modSld">
      <pc:chgData name="musukie52@gmail.com" userId="017bd91f96aa8751" providerId="LiveId" clId="{5B2C3894-F97E-4CAB-8812-5BB4D83AAC6A}" dt="2026-10-16T05:56:17.954" v="0"/>
      <pc:docMkLst>
        <pc:docMk/>
      </pc:docMkLst>
      <pc:sldChg chg="add">
        <pc:chgData name="musukie52@gmail.com" userId="017bd91f96aa8751" providerId="LiveId" clId="{5B2C3894-F97E-4CAB-8812-5BB4D83AAC6A}" dt="2026-10-16T05:56:17.954" v="0"/>
        <pc:sldMkLst>
          <pc:docMk/>
          <pc:sldMk cId="38400462" sldId="32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AA9598-43A5-385E-630E-61C67FD203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32FCBDE-50EC-9F8E-212F-011D66718E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CEFF8C-92A3-75A8-185C-C686D7105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1E87-0ADD-40B7-9B27-2EC3BE0358B5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1CFCCD-8865-D710-8156-933E59445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8965E3-A7A4-F942-8930-142ED00FF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9BDEA-90F1-42AC-86D4-530BF8BD60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038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4292E8-572F-B39F-9473-C7780A05B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C2E33C-8ABC-68B1-D1D8-E53AAC284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D0B4B5-3915-C669-F8B7-45D6F920B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1E87-0ADD-40B7-9B27-2EC3BE0358B5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3D9C99-E5B6-0532-6037-9454FEA18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279F18-050C-9C62-3B31-B6C697554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9BDEA-90F1-42AC-86D4-530BF8BD60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0641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6B19E1-0621-D46F-9962-9350C8012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C64C8E-0172-82F4-D3CC-DCDF0ECFF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82DBE8-10B0-CA61-66E9-DB5A4B0A5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1E87-0ADD-40B7-9B27-2EC3BE0358B5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E79CFA-8804-0D1D-077C-BBC6E498C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16C531-9DEA-E3AB-F13B-AC1DA3E5E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9BDEA-90F1-42AC-86D4-530BF8BD60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8184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E50C52-23EC-6340-4E4C-035634378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09C02F-4594-8915-4875-3D941663EC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B04FBC-7084-5939-72B3-EAFF5B8505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307CE2-552B-8D16-5F76-FD5BD0AC1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1E87-0ADD-40B7-9B27-2EC3BE0358B5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B3F1BA-21AF-693E-B668-6AE1DFF8B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26B7B7-2E2C-EF96-40BE-6320439E2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9BDEA-90F1-42AC-86D4-530BF8BD60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2255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3649C-9708-BB4B-27B7-72ADECB9B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16A57C-A1A8-9058-AEEB-FAFB79493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0FDAEA-D852-0D37-EFBF-F4A3A8A8DC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51F1EAA-7224-3B5C-503B-8EC210F43E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9C7C773-0CCF-0025-6E55-7F64179DC8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67CABD6-04B6-5A7B-B96A-4D83BE75E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1E87-0ADD-40B7-9B27-2EC3BE0358B5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56D10B5-1695-D832-D76A-ED4EDF16A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F22D2E8-9C37-D85C-4F6F-9A501FEC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9BDEA-90F1-42AC-86D4-530BF8BD60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554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0205EC-21B9-5985-04B1-687F48630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1439179-ED11-0067-3EB3-0067D10B7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1E87-0ADD-40B7-9B27-2EC3BE0358B5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9C96CA-1E18-A9B3-58CD-5B02066EB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DE0F4FA-1A07-C2E6-5C71-C2D138CA3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9BDEA-90F1-42AC-86D4-530BF8BD60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2538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2E8427-C845-A644-3F41-217FBDBD5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1E87-0ADD-40B7-9B27-2EC3BE0358B5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20A6F7E-0F7E-FE68-4BEF-235767372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481485-7C92-A994-27BD-9A05C8A03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9BDEA-90F1-42AC-86D4-530BF8BD60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7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27BF2B-CED4-0F05-3BAA-48AA99B65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5DA1C8-8CB7-3649-039E-A6A807324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145FD2C-28BA-0A78-5E88-1F16A8669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4687F8-2A0F-8F32-4D8C-3AE7FCE6C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1E87-0ADD-40B7-9B27-2EC3BE0358B5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7CEFC4-4362-CA0A-D9FA-D3F4A90DB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3C616A-DA94-C936-E56A-661DFF1FC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9BDEA-90F1-42AC-86D4-530BF8BD60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2569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5B8B86-1C4F-A556-DC2E-1CFB01303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329E701-7258-4F59-6600-9ADB5429148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EC3A39-F9BC-1D1E-FE4B-A6C481EC1D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1B6C2E-7628-BEC4-23B0-6749C01D5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1E87-0ADD-40B7-9B27-2EC3BE0358B5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8462E3-0768-13F3-0765-BB069F66A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1C4AA60-6965-2E9D-0B7C-B3A861CB1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9BDEA-90F1-42AC-86D4-530BF8BD60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2932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1EAA84-B935-8498-BBE4-4C3238DF9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10ED64-90D8-15AE-1B82-A880322633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8408A3-FD09-8E96-11D7-FDBF07457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1E87-0ADD-40B7-9B27-2EC3BE0358B5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DA3956-4E1D-A6F5-CD37-261E4D97A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C3C2D9-8096-7194-BC9A-43830BD4F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9BDEA-90F1-42AC-86D4-530BF8BD60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2402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736903B-AFBB-9352-BB56-DB454631AB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98AD054-3EFB-0209-419D-19F283CB7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795421-3420-E8BB-FE70-089362F5A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1E87-0ADD-40B7-9B27-2EC3BE0358B5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4D5D52-9D1E-0C2D-83F9-F4D8FCE59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F3200D-32ED-079E-80F6-2CBD0D840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9BDEA-90F1-42AC-86D4-530BF8BD60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6365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8959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D36409D-9A81-7C0A-FF7D-A21B187D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9EAE12-232F-17A3-B9B4-895875A8B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9D5255-95B9-F334-CEB1-E8622B80A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71E87-0ADD-40B7-9B27-2EC3BE0358B5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42D5EE-01BA-357F-A04B-E3F91C79EB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ADC086-84CD-8C65-839B-234CA1D641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9BDEA-90F1-42AC-86D4-530BF8BD60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0413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D84FF-9D33-C121-71B9-B7C38FDF0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그림 41">
            <a:extLst>
              <a:ext uri="{FF2B5EF4-FFF2-40B4-BE49-F238E27FC236}">
                <a16:creationId xmlns:a16="http://schemas.microsoft.com/office/drawing/2014/main" id="{77946E21-2495-3F8B-2160-06C229834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012"/>
                    </a14:imgEffect>
                    <a14:imgEffect>
                      <a14:saturation sat="60000"/>
                    </a14:imgEffect>
                    <a14:imgEffect>
                      <a14:brightnessContrast bright="-5000" contrast="-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48" y="2156408"/>
            <a:ext cx="5098768" cy="262252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1732B3ED-3D9A-4B3B-3B64-67EFEB5DE508}"/>
              </a:ext>
            </a:extLst>
          </p:cNvPr>
          <p:cNvSpPr>
            <a:spLocks noGrp="1"/>
          </p:cNvSpPr>
          <p:nvPr/>
        </p:nvSpPr>
        <p:spPr>
          <a:xfrm>
            <a:off x="457200" y="735361"/>
            <a:ext cx="113919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3E4991-F650-076A-B750-7B8AAD9849C9}"/>
              </a:ext>
            </a:extLst>
          </p:cNvPr>
          <p:cNvSpPr>
            <a:spLocks noGrp="1"/>
          </p:cNvSpPr>
          <p:nvPr/>
        </p:nvSpPr>
        <p:spPr>
          <a:xfrm>
            <a:off x="457200" y="187676"/>
            <a:ext cx="3263620" cy="5460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2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및 시스템 개요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13B945-B1D1-0780-4398-16D061E06177}"/>
              </a:ext>
            </a:extLst>
          </p:cNvPr>
          <p:cNvSpPr>
            <a:spLocks noGrp="1"/>
          </p:cNvSpPr>
          <p:nvPr/>
        </p:nvSpPr>
        <p:spPr>
          <a:xfrm>
            <a:off x="9801726" y="36552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 </a:t>
            </a:r>
            <a:r>
              <a:rPr lang="en-US" altLang="ko-KR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개요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F21E95D-E35D-FD72-77F6-532AA895D35F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5FDF4F5-B658-5A4C-9108-279E1A110019}"/>
              </a:ext>
            </a:extLst>
          </p:cNvPr>
          <p:cNvSpPr/>
          <p:nvPr/>
        </p:nvSpPr>
        <p:spPr>
          <a:xfrm>
            <a:off x="6294148" y="4459012"/>
            <a:ext cx="5218308" cy="884922"/>
          </a:xfrm>
          <a:prstGeom prst="roundRect">
            <a:avLst/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설계 의도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 </a:t>
            </a:r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880D50-4382-1D7B-60EA-865DF4A28E1B}"/>
              </a:ext>
            </a:extLst>
          </p:cNvPr>
          <p:cNvSpPr txBox="1"/>
          <p:nvPr/>
        </p:nvSpPr>
        <p:spPr>
          <a:xfrm>
            <a:off x="7464068" y="4524530"/>
            <a:ext cx="3711414" cy="755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000" b="0">
                <a:solidFill>
                  <a:srgbClr val="163247"/>
                </a:solidFill>
              </a:defRPr>
            </a:pPr>
            <a:r>
              <a:rPr lang="ko-KR" altLang="en-US" sz="1000" dirty="0">
                <a:latin typeface="맑은 고딕" panose="020B0503020000020004" pitchFamily="50" charset="-127"/>
                <a:cs typeface="맑은 고딕"/>
              </a:rPr>
              <a:t>평소에는 의식하지 않는 호흡을 플레이어가 판단하고 조절하는 행동으로 전환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000" b="0">
                <a:solidFill>
                  <a:srgbClr val="163247"/>
                </a:solidFill>
              </a:defRPr>
            </a:pPr>
            <a:r>
              <a:rPr lang="ko-KR" altLang="en-US" sz="1000" dirty="0">
                <a:latin typeface="맑은 고딕" panose="020B0503020000020004" pitchFamily="50" charset="-127"/>
                <a:cs typeface="맑은 고딕"/>
              </a:rPr>
              <a:t>은식 </a:t>
            </a:r>
            <a:r>
              <a:rPr lang="en-US" altLang="ko-KR" sz="1000" dirty="0">
                <a:latin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  <a:cs typeface="맑은 고딕"/>
              </a:rPr>
              <a:t>환경 대응 </a:t>
            </a:r>
            <a:r>
              <a:rPr lang="en-US" altLang="ko-KR" sz="1000" dirty="0">
                <a:latin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  <a:cs typeface="맑은 고딕"/>
              </a:rPr>
              <a:t>이동이 하나의 입력으로 연결됨</a:t>
            </a: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1B30B36A-6651-D633-E21C-EB5BD7711A59}"/>
              </a:ext>
            </a:extLst>
          </p:cNvPr>
          <p:cNvSpPr/>
          <p:nvPr/>
        </p:nvSpPr>
        <p:spPr>
          <a:xfrm>
            <a:off x="6294148" y="3704500"/>
            <a:ext cx="5218329" cy="460590"/>
          </a:xfrm>
          <a:prstGeom prst="roundRect">
            <a:avLst/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재미 구조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0BF0583-87E7-E450-0B3E-E9B6D3E67ED2}"/>
              </a:ext>
            </a:extLst>
          </p:cNvPr>
          <p:cNvSpPr txBox="1"/>
          <p:nvPr/>
        </p:nvSpPr>
        <p:spPr>
          <a:xfrm>
            <a:off x="7456548" y="3831755"/>
            <a:ext cx="40262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000" b="0">
                <a:solidFill>
                  <a:srgbClr val="163247"/>
                </a:solidFill>
              </a:defRPr>
            </a:pP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관찰과 준비 → 긴장 속 실행 → 안전 지점 도달의 해소 → </a:t>
            </a:r>
            <a:r>
              <a:rPr lang="ko-KR" altLang="en-US" sz="100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재준비</a:t>
            </a:r>
            <a:endParaRPr lang="ko-KR" altLang="en-US" sz="100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30" name="사각형: 둥근 모서리 129">
            <a:extLst>
              <a:ext uri="{FF2B5EF4-FFF2-40B4-BE49-F238E27FC236}">
                <a16:creationId xmlns:a16="http://schemas.microsoft.com/office/drawing/2014/main" id="{2DF1DBAD-9BD9-0D85-7870-410D165B6CB5}"/>
              </a:ext>
            </a:extLst>
          </p:cNvPr>
          <p:cNvSpPr/>
          <p:nvPr/>
        </p:nvSpPr>
        <p:spPr>
          <a:xfrm>
            <a:off x="6294148" y="2949988"/>
            <a:ext cx="5218341" cy="460590"/>
          </a:xfrm>
          <a:prstGeom prst="roundRect">
            <a:avLst/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슬로건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F211669-11FF-B227-39BD-CC0817258D18}"/>
              </a:ext>
            </a:extLst>
          </p:cNvPr>
          <p:cNvSpPr txBox="1"/>
          <p:nvPr/>
        </p:nvSpPr>
        <p:spPr>
          <a:xfrm>
            <a:off x="7485520" y="3056427"/>
            <a:ext cx="36899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000" b="0">
                <a:solidFill>
                  <a:srgbClr val="163247"/>
                </a:solidFill>
              </a:defRPr>
            </a:pP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“</a:t>
            </a: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숨 쉬는 순간조차 선택이 된다</a:t>
            </a: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.”</a:t>
            </a:r>
            <a:endParaRPr lang="ko-KR" altLang="en-US" sz="100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3AABBB91-D5C7-1406-B5B5-67BE68148134}"/>
              </a:ext>
            </a:extLst>
          </p:cNvPr>
          <p:cNvSpPr/>
          <p:nvPr/>
        </p:nvSpPr>
        <p:spPr>
          <a:xfrm>
            <a:off x="6294149" y="2093147"/>
            <a:ext cx="5218346" cy="607444"/>
          </a:xfrm>
          <a:prstGeom prst="roundRect">
            <a:avLst/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시스템 정의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E71535A-B0D6-3BEA-A1F1-11DD0661BD09}"/>
              </a:ext>
            </a:extLst>
          </p:cNvPr>
          <p:cNvSpPr txBox="1"/>
          <p:nvPr/>
        </p:nvSpPr>
        <p:spPr>
          <a:xfrm>
            <a:off x="7568407" y="2139095"/>
            <a:ext cx="3914433" cy="52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플레이어가 들숨 → 숨 참기 → 날숨을 직접 조작하여 적 감지</a:t>
            </a: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, </a:t>
            </a: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위험 공기</a:t>
            </a: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, </a:t>
            </a: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수중 이동을 하나의 호흡 자원으로 대응하는 핵심 시스템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EE223EB1-26B0-34AE-AFE4-8668E452D365}"/>
              </a:ext>
            </a:extLst>
          </p:cNvPr>
          <p:cNvSpPr txBox="1"/>
          <p:nvPr/>
        </p:nvSpPr>
        <p:spPr>
          <a:xfrm>
            <a:off x="1626011" y="5070092"/>
            <a:ext cx="40294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000" b="0">
                <a:solidFill>
                  <a:srgbClr val="163247"/>
                </a:solidFill>
              </a:defRPr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인형 악몽 세계관 기반</a:t>
            </a:r>
          </a:p>
        </p:txBody>
      </p:sp>
      <p:sp>
        <p:nvSpPr>
          <p:cNvPr id="161" name="사각형: 둥근 모서리 160">
            <a:extLst>
              <a:ext uri="{FF2B5EF4-FFF2-40B4-BE49-F238E27FC236}">
                <a16:creationId xmlns:a16="http://schemas.microsoft.com/office/drawing/2014/main" id="{B026B912-6F65-04C5-4BDE-5AB1ACAA2340}"/>
              </a:ext>
            </a:extLst>
          </p:cNvPr>
          <p:cNvSpPr/>
          <p:nvPr/>
        </p:nvSpPr>
        <p:spPr>
          <a:xfrm>
            <a:off x="774099" y="5587744"/>
            <a:ext cx="5218346" cy="599448"/>
          </a:xfrm>
          <a:prstGeom prst="roundRect">
            <a:avLst/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소개</a:t>
            </a:r>
          </a:p>
        </p:txBody>
      </p:sp>
      <p:sp>
        <p:nvSpPr>
          <p:cNvPr id="169" name="사각형: 둥근 모서리 168">
            <a:extLst>
              <a:ext uri="{FF2B5EF4-FFF2-40B4-BE49-F238E27FC236}">
                <a16:creationId xmlns:a16="http://schemas.microsoft.com/office/drawing/2014/main" id="{6B91005B-4E58-A3A3-EDF2-8C937C03AAF7}"/>
              </a:ext>
            </a:extLst>
          </p:cNvPr>
          <p:cNvSpPr/>
          <p:nvPr/>
        </p:nvSpPr>
        <p:spPr>
          <a:xfrm>
            <a:off x="6294148" y="5587613"/>
            <a:ext cx="5218308" cy="607444"/>
          </a:xfrm>
          <a:prstGeom prst="roundRect">
            <a:avLst/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플레이 효과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6B3B73AF-2258-7F88-BB26-0A44B86DEEE9}"/>
              </a:ext>
            </a:extLst>
          </p:cNvPr>
          <p:cNvSpPr txBox="1"/>
          <p:nvPr/>
        </p:nvSpPr>
        <p:spPr>
          <a:xfrm>
            <a:off x="7584612" y="5625144"/>
            <a:ext cx="3590870" cy="52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적 위치와 공기 상태를 확인하고</a:t>
            </a: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, </a:t>
            </a: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어디서 호흡을 </a:t>
            </a:r>
            <a:r>
              <a:rPr lang="ko-KR" altLang="en-US" sz="100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확보할지와</a:t>
            </a: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다음 안전 지점까지 갈 수 있는 지를 판단하게 함</a:t>
            </a: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9C5680E5-E879-546A-6874-AB9F6BEB9106}"/>
              </a:ext>
            </a:extLst>
          </p:cNvPr>
          <p:cNvSpPr>
            <a:spLocks noGrp="1"/>
          </p:cNvSpPr>
          <p:nvPr/>
        </p:nvSpPr>
        <p:spPr>
          <a:xfrm>
            <a:off x="11595099" y="6303964"/>
            <a:ext cx="34290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</a:t>
            </a:r>
            <a:endParaRPr sz="10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D169E05-A37A-B921-A5B4-B2114F1832A7}"/>
              </a:ext>
            </a:extLst>
          </p:cNvPr>
          <p:cNvSpPr/>
          <p:nvPr/>
        </p:nvSpPr>
        <p:spPr>
          <a:xfrm>
            <a:off x="6220149" y="1273098"/>
            <a:ext cx="5374950" cy="662788"/>
          </a:xfrm>
          <a:prstGeom prst="roundRect">
            <a:avLst/>
          </a:prstGeom>
          <a:solidFill>
            <a:srgbClr val="FFF2C7"/>
          </a:solidFill>
          <a:ln w="12700"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</a:t>
            </a:r>
            <a:endParaRPr lang="ko-KR" altLang="en-US" sz="2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9531CDF-AE3E-906D-6552-BA29CA5B0ED3}"/>
              </a:ext>
            </a:extLst>
          </p:cNvPr>
          <p:cNvSpPr/>
          <p:nvPr/>
        </p:nvSpPr>
        <p:spPr>
          <a:xfrm>
            <a:off x="700057" y="1273098"/>
            <a:ext cx="5374950" cy="662788"/>
          </a:xfrm>
          <a:prstGeom prst="roundRect">
            <a:avLst/>
          </a:prstGeom>
          <a:solidFill>
            <a:srgbClr val="D9F5F1"/>
          </a:solidFill>
          <a:ln w="12700"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게임</a:t>
            </a:r>
            <a:endParaRPr lang="ko-KR" altLang="en-US" sz="2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7" name="사각형: 둥근 모서리 166">
            <a:extLst>
              <a:ext uri="{FF2B5EF4-FFF2-40B4-BE49-F238E27FC236}">
                <a16:creationId xmlns:a16="http://schemas.microsoft.com/office/drawing/2014/main" id="{07EDB558-B316-8823-38AF-4CBF25F076B0}"/>
              </a:ext>
            </a:extLst>
          </p:cNvPr>
          <p:cNvSpPr/>
          <p:nvPr/>
        </p:nvSpPr>
        <p:spPr>
          <a:xfrm>
            <a:off x="774097" y="4959551"/>
            <a:ext cx="5218352" cy="460657"/>
          </a:xfrm>
          <a:prstGeom prst="roundRect">
            <a:avLst/>
          </a:prstGeom>
          <a:noFill/>
          <a:ln w="12700">
            <a:solidFill>
              <a:srgbClr val="D8E3EA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배경</a:t>
            </a:r>
          </a:p>
        </p:txBody>
      </p:sp>
      <p:sp>
        <p:nvSpPr>
          <p:cNvPr id="53" name="직선 연결선 52">
            <a:extLst>
              <a:ext uri="{FF2B5EF4-FFF2-40B4-BE49-F238E27FC236}">
                <a16:creationId xmlns:a16="http://schemas.microsoft.com/office/drawing/2014/main" id="{6E4F182C-C67F-CDD0-C343-7B7A857DE19E}"/>
              </a:ext>
            </a:extLst>
          </p:cNvPr>
          <p:cNvSpPr>
            <a:spLocks noGrp="1"/>
          </p:cNvSpPr>
          <p:nvPr/>
        </p:nvSpPr>
        <p:spPr>
          <a:xfrm rot="5400000">
            <a:off x="1484108" y="5189414"/>
            <a:ext cx="28389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직선 연결선 54">
            <a:extLst>
              <a:ext uri="{FF2B5EF4-FFF2-40B4-BE49-F238E27FC236}">
                <a16:creationId xmlns:a16="http://schemas.microsoft.com/office/drawing/2014/main" id="{D681B3AF-0051-450E-FF03-0424D4CF4C30}"/>
              </a:ext>
            </a:extLst>
          </p:cNvPr>
          <p:cNvSpPr>
            <a:spLocks noGrp="1"/>
          </p:cNvSpPr>
          <p:nvPr/>
        </p:nvSpPr>
        <p:spPr>
          <a:xfrm rot="5400000">
            <a:off x="1411916" y="5887763"/>
            <a:ext cx="42819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2113402A-EA69-AE24-CC88-36C45A738F52}"/>
              </a:ext>
            </a:extLst>
          </p:cNvPr>
          <p:cNvSpPr txBox="1"/>
          <p:nvPr/>
        </p:nvSpPr>
        <p:spPr>
          <a:xfrm>
            <a:off x="1626011" y="5620234"/>
            <a:ext cx="4029421" cy="52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부모가 자주 집을 비우는 아이가 악몽 속에서 뒤틀린 집과 인형들을 지나 현실로 돌아가는 여정</a:t>
            </a:r>
          </a:p>
        </p:txBody>
      </p:sp>
      <p:sp>
        <p:nvSpPr>
          <p:cNvPr id="58" name="직선 연결선 57">
            <a:extLst>
              <a:ext uri="{FF2B5EF4-FFF2-40B4-BE49-F238E27FC236}">
                <a16:creationId xmlns:a16="http://schemas.microsoft.com/office/drawing/2014/main" id="{2C8A9089-C0F4-70D0-78CD-45821EBE1C51}"/>
              </a:ext>
            </a:extLst>
          </p:cNvPr>
          <p:cNvSpPr>
            <a:spLocks noGrp="1"/>
          </p:cNvSpPr>
          <p:nvPr/>
        </p:nvSpPr>
        <p:spPr>
          <a:xfrm rot="5400000">
            <a:off x="7354313" y="2415465"/>
            <a:ext cx="42819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2" name="직선 연결선 61">
            <a:extLst>
              <a:ext uri="{FF2B5EF4-FFF2-40B4-BE49-F238E27FC236}">
                <a16:creationId xmlns:a16="http://schemas.microsoft.com/office/drawing/2014/main" id="{64074A10-033F-4AA1-99F9-C4DAAA6472C3}"/>
              </a:ext>
            </a:extLst>
          </p:cNvPr>
          <p:cNvSpPr>
            <a:spLocks noGrp="1"/>
          </p:cNvSpPr>
          <p:nvPr/>
        </p:nvSpPr>
        <p:spPr>
          <a:xfrm rot="5400000">
            <a:off x="7115376" y="3179879"/>
            <a:ext cx="300256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4" name="직선 연결선 63">
            <a:extLst>
              <a:ext uri="{FF2B5EF4-FFF2-40B4-BE49-F238E27FC236}">
                <a16:creationId xmlns:a16="http://schemas.microsoft.com/office/drawing/2014/main" id="{71AEA8B7-2922-97B9-FBCB-3DBD54F23DEC}"/>
              </a:ext>
            </a:extLst>
          </p:cNvPr>
          <p:cNvSpPr>
            <a:spLocks noGrp="1"/>
          </p:cNvSpPr>
          <p:nvPr/>
        </p:nvSpPr>
        <p:spPr>
          <a:xfrm rot="5400000">
            <a:off x="7298917" y="3932203"/>
            <a:ext cx="300256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6" name="직선 연결선 65">
            <a:extLst>
              <a:ext uri="{FF2B5EF4-FFF2-40B4-BE49-F238E27FC236}">
                <a16:creationId xmlns:a16="http://schemas.microsoft.com/office/drawing/2014/main" id="{432FF6A8-4BC3-F9C0-8A7D-62DE01A7CC26}"/>
              </a:ext>
            </a:extLst>
          </p:cNvPr>
          <p:cNvSpPr>
            <a:spLocks noGrp="1"/>
          </p:cNvSpPr>
          <p:nvPr/>
        </p:nvSpPr>
        <p:spPr>
          <a:xfrm rot="5400000">
            <a:off x="7138498" y="4872071"/>
            <a:ext cx="644874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8" name="직선 연결선 67">
            <a:extLst>
              <a:ext uri="{FF2B5EF4-FFF2-40B4-BE49-F238E27FC236}">
                <a16:creationId xmlns:a16="http://schemas.microsoft.com/office/drawing/2014/main" id="{9F63932C-6E0D-B446-F795-1EE5BCD71000}"/>
              </a:ext>
            </a:extLst>
          </p:cNvPr>
          <p:cNvSpPr>
            <a:spLocks noGrp="1"/>
          </p:cNvSpPr>
          <p:nvPr/>
        </p:nvSpPr>
        <p:spPr>
          <a:xfrm rot="5400000">
            <a:off x="7370517" y="5899936"/>
            <a:ext cx="42819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C1A75E0-B9CE-1286-60AA-3889F088F5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48" y="5695554"/>
            <a:ext cx="397663" cy="39766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91A8B04-535A-B734-EB26-C6F913608A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1704" y="2242349"/>
            <a:ext cx="309042" cy="30904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383B1FC-ED11-2869-BD4C-52F267643A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410" y="3029752"/>
            <a:ext cx="299102" cy="2991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98E5946-A405-C1F3-625E-B1AFB6E766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9132" y="3782076"/>
            <a:ext cx="300256" cy="30025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EF677279-936E-3492-22F8-6BD2231E787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993" y="4721089"/>
            <a:ext cx="302464" cy="302462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CB3E2E73-5FA0-5C68-0A51-8A3800360FD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7392" y="5683217"/>
            <a:ext cx="397663" cy="397663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CCA9EA95-DE6F-E716-61B2-4AAEB37CEC0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275" y="5034894"/>
            <a:ext cx="309042" cy="30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</Words>
  <Application>Microsoft Office PowerPoint</Application>
  <PresentationFormat>와이드스크린</PresentationFormat>
  <Paragraphs>20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2026-10-16T05:56:13Z</dcterms:created>
  <dcterms:modified xsi:type="dcterms:W3CDTF">2026-10-16T05:56:19Z</dcterms:modified>
</cp:coreProperties>
</file>