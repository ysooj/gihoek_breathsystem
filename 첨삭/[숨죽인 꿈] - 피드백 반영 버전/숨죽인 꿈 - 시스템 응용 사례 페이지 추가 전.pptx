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3" r:id="rId2"/>
    <p:sldId id="258" r:id="rId3"/>
    <p:sldId id="263" r:id="rId4"/>
    <p:sldId id="281" r:id="rId5"/>
    <p:sldId id="282" r:id="rId6"/>
    <p:sldId id="312" r:id="rId7"/>
    <p:sldId id="313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7190"/>
    <a:srgbClr val="FDFDFE"/>
    <a:srgbClr val="758171"/>
    <a:srgbClr val="A07B60"/>
    <a:srgbClr val="031223"/>
    <a:srgbClr val="AF7273"/>
    <a:srgbClr val="637A96"/>
    <a:srgbClr val="D0D7DF"/>
    <a:srgbClr val="F0E9E9"/>
    <a:srgbClr val="E5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719C2-7CBE-4D65-BF0A-ACFBA2196066}" v="617" dt="2026-10-20T16:05:49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7" autoAdjust="0"/>
    <p:restoredTop sz="94367" autoAdjust="0"/>
  </p:normalViewPr>
  <p:slideViewPr>
    <p:cSldViewPr snapToGrid="0">
      <p:cViewPr varScale="1">
        <p:scale>
          <a:sx n="80" d="100"/>
          <a:sy n="80" d="100"/>
        </p:scale>
        <p:origin x="600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 sldOrd">
      <pc:chgData name="musukie52@gmail.com" userId="017bd91f96aa8751" providerId="LiveId" clId="{5B2C3894-F97E-4CAB-8812-5BB4D83AAC6A}" dt="2026-10-21T02:54:11.564" v="41384" actId="47"/>
      <pc:docMkLst>
        <pc:docMk/>
      </pc:docMkLst>
      <pc:sldChg chg="addSp delSp modSp add del mod">
        <pc:chgData name="musukie52@gmail.com" userId="017bd91f96aa8751" providerId="LiveId" clId="{5B2C3894-F97E-4CAB-8812-5BB4D83AAC6A}" dt="2026-10-20T14:05:00.708" v="36247" actId="20577"/>
        <pc:sldMkLst>
          <pc:docMk/>
          <pc:sldMk cId="3400334681" sldId="258"/>
        </pc:sldMkLst>
        <pc:spChg chg="add mod">
          <ac:chgData name="musukie52@gmail.com" userId="017bd91f96aa8751" providerId="LiveId" clId="{5B2C3894-F97E-4CAB-8812-5BB4D83AAC6A}" dt="2026-10-18T06:30:36.165" v="21555" actId="121"/>
          <ac:spMkLst>
            <pc:docMk/>
            <pc:sldMk cId="3400334681" sldId="258"/>
            <ac:spMk id="3" creationId="{13F474E6-E78A-32F9-7846-C70BE38D07E7}"/>
          </ac:spMkLst>
        </pc:spChg>
        <pc:spChg chg="add del">
          <ac:chgData name="musukie52@gmail.com" userId="017bd91f96aa8751" providerId="LiveId" clId="{5B2C3894-F97E-4CAB-8812-5BB4D83AAC6A}" dt="2026-10-20T11:09:15.273" v="28060" actId="478"/>
          <ac:spMkLst>
            <pc:docMk/>
            <pc:sldMk cId="3400334681" sldId="258"/>
            <ac:spMk id="4" creationId="{8329CD80-05D0-1EED-2AC8-6D1539F5348D}"/>
          </ac:spMkLst>
        </pc:spChg>
        <pc:spChg chg="add del">
          <ac:chgData name="musukie52@gmail.com" userId="017bd91f96aa8751" providerId="LiveId" clId="{5B2C3894-F97E-4CAB-8812-5BB4D83AAC6A}" dt="2026-10-20T12:24:41.471" v="31331" actId="478"/>
          <ac:spMkLst>
            <pc:docMk/>
            <pc:sldMk cId="3400334681" sldId="258"/>
            <ac:spMk id="6" creationId="{4AB214A1-2A2E-CE3F-1071-DA48E94FF2F4}"/>
          </ac:spMkLst>
        </pc:spChg>
        <pc:spChg chg="add mod">
          <ac:chgData name="musukie52@gmail.com" userId="017bd91f96aa8751" providerId="LiveId" clId="{5B2C3894-F97E-4CAB-8812-5BB4D83AAC6A}" dt="2026-10-15T07:53:11.833" v="1286" actId="1076"/>
          <ac:spMkLst>
            <pc:docMk/>
            <pc:sldMk cId="3400334681" sldId="258"/>
            <ac:spMk id="19" creationId="{52248639-C052-E0C6-AF02-8978B3CEEE05}"/>
          </ac:spMkLst>
        </pc:spChg>
        <pc:spChg chg="add mod">
          <ac:chgData name="musukie52@gmail.com" userId="017bd91f96aa8751" providerId="LiveId" clId="{5B2C3894-F97E-4CAB-8812-5BB4D83AAC6A}" dt="2026-10-15T07:54:01.102" v="1343" actId="1076"/>
          <ac:spMkLst>
            <pc:docMk/>
            <pc:sldMk cId="3400334681" sldId="258"/>
            <ac:spMk id="21" creationId="{7487C5C5-4809-FFE8-4D1C-45FF6396B87C}"/>
          </ac:spMkLst>
        </pc:spChg>
        <pc:spChg chg="add mod">
          <ac:chgData name="musukie52@gmail.com" userId="017bd91f96aa8751" providerId="LiveId" clId="{5B2C3894-F97E-4CAB-8812-5BB4D83AAC6A}" dt="2026-10-15T08:29:37.348" v="2119" actId="2711"/>
          <ac:spMkLst>
            <pc:docMk/>
            <pc:sldMk cId="3400334681" sldId="258"/>
            <ac:spMk id="25" creationId="{7BF0E094-6810-4467-17C5-E528F2F1F702}"/>
          </ac:spMkLst>
        </pc:spChg>
        <pc:spChg chg="add del mod">
          <ac:chgData name="musukie52@gmail.com" userId="017bd91f96aa8751" providerId="LiveId" clId="{5B2C3894-F97E-4CAB-8812-5BB4D83AAC6A}" dt="2026-10-15T08:32:31.860" v="2351" actId="1035"/>
          <ac:spMkLst>
            <pc:docMk/>
            <pc:sldMk cId="3400334681" sldId="258"/>
            <ac:spMk id="27" creationId="{6DAE6371-2192-9DD2-F393-B5BA445E9E23}"/>
          </ac:spMkLst>
        </pc:spChg>
        <pc:spChg chg="mod">
          <ac:chgData name="musukie52@gmail.com" userId="017bd91f96aa8751" providerId="LiveId" clId="{5B2C3894-F97E-4CAB-8812-5BB4D83AAC6A}" dt="2026-10-15T08:33:15.091" v="2356" actId="207"/>
          <ac:spMkLst>
            <pc:docMk/>
            <pc:sldMk cId="3400334681" sldId="258"/>
            <ac:spMk id="137" creationId="{50513462-17C9-E507-9F60-D0C7F6FAC8CC}"/>
          </ac:spMkLst>
        </pc:spChg>
        <pc:spChg chg="add mod">
          <ac:chgData name="musukie52@gmail.com" userId="017bd91f96aa8751" providerId="LiveId" clId="{5B2C3894-F97E-4CAB-8812-5BB4D83AAC6A}" dt="2026-10-15T08:29:30.650" v="2118" actId="2711"/>
          <ac:spMkLst>
            <pc:docMk/>
            <pc:sldMk cId="3400334681" sldId="258"/>
            <ac:spMk id="139" creationId="{3B536110-0AC4-B786-FD3D-13D8D6DE8BC3}"/>
          </ac:spMkLst>
        </pc:spChg>
        <pc:spChg chg="mod">
          <ac:chgData name="musukie52@gmail.com" userId="017bd91f96aa8751" providerId="LiveId" clId="{5B2C3894-F97E-4CAB-8812-5BB4D83AAC6A}" dt="2026-10-17T15:08:04.441" v="17823" actId="20577"/>
          <ac:spMkLst>
            <pc:docMk/>
            <pc:sldMk cId="3400334681" sldId="258"/>
            <ac:spMk id="141" creationId="{032EDB9C-5B5B-232D-23A2-937E72FBD2CC}"/>
          </ac:spMkLst>
        </pc:spChg>
        <pc:spChg chg="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43" creationId="{4D6946D1-4B31-8A1A-5374-1F564924923C}"/>
          </ac:spMkLst>
        </pc:spChg>
        <pc:spChg chg="mod">
          <ac:chgData name="musukie52@gmail.com" userId="017bd91f96aa8751" providerId="LiveId" clId="{5B2C3894-F97E-4CAB-8812-5BB4D83AAC6A}" dt="2026-10-20T12:24:40.098" v="31330" actId="207"/>
          <ac:spMkLst>
            <pc:docMk/>
            <pc:sldMk cId="3400334681" sldId="258"/>
            <ac:spMk id="161" creationId="{44C1C729-B224-658E-09B2-286D9C9984DA}"/>
          </ac:spMkLst>
        </pc:spChg>
        <pc:spChg chg="add del mod">
          <ac:chgData name="musukie52@gmail.com" userId="017bd91f96aa8751" providerId="LiveId" clId="{5B2C3894-F97E-4CAB-8812-5BB4D83AAC6A}" dt="2026-10-15T08:32:31.860" v="2351" actId="1035"/>
          <ac:spMkLst>
            <pc:docMk/>
            <pc:sldMk cId="3400334681" sldId="258"/>
            <ac:spMk id="163" creationId="{25CD24E2-51C1-87AD-A2EC-DFE6C86B3412}"/>
          </ac:spMkLst>
        </pc:spChg>
        <pc:spChg chg="mod">
          <ac:chgData name="musukie52@gmail.com" userId="017bd91f96aa8751" providerId="LiveId" clId="{5B2C3894-F97E-4CAB-8812-5BB4D83AAC6A}" dt="2026-10-20T14:04:44.489" v="36233" actId="20577"/>
          <ac:spMkLst>
            <pc:docMk/>
            <pc:sldMk cId="3400334681" sldId="258"/>
            <ac:spMk id="165" creationId="{D6044542-B68F-D30A-80F7-1B9C1233C1EC}"/>
          </ac:spMkLst>
        </pc:spChg>
        <pc:spChg chg="mod">
          <ac:chgData name="musukie52@gmail.com" userId="017bd91f96aa8751" providerId="LiveId" clId="{5B2C3894-F97E-4CAB-8812-5BB4D83AAC6A}" dt="2026-10-20T14:04:49.836" v="36235" actId="20577"/>
          <ac:spMkLst>
            <pc:docMk/>
            <pc:sldMk cId="3400334681" sldId="258"/>
            <ac:spMk id="167" creationId="{4C21FD1E-A3D4-1A06-7CBD-18577DA124F7}"/>
          </ac:spMkLst>
        </pc:spChg>
        <pc:spChg chg="add mod">
          <ac:chgData name="musukie52@gmail.com" userId="017bd91f96aa8751" providerId="LiveId" clId="{5B2C3894-F97E-4CAB-8812-5BB4D83AAC6A}" dt="2026-10-15T08:32:58.294" v="2354" actId="207"/>
          <ac:spMkLst>
            <pc:docMk/>
            <pc:sldMk cId="3400334681" sldId="258"/>
            <ac:spMk id="169" creationId="{52C764E8-EE99-1FD8-727C-6444D7E68688}"/>
          </ac:spMkLst>
        </pc:spChg>
        <pc:spChg chg="add mod">
          <ac:chgData name="musukie52@gmail.com" userId="017bd91f96aa8751" providerId="LiveId" clId="{5B2C3894-F97E-4CAB-8812-5BB4D83AAC6A}" dt="2026-10-17T15:07:57.389" v="17819" actId="20577"/>
          <ac:spMkLst>
            <pc:docMk/>
            <pc:sldMk cId="3400334681" sldId="258"/>
            <ac:spMk id="171" creationId="{CEA05FE9-7E3A-045C-E83D-F1FC2973C86B}"/>
          </ac:spMkLst>
        </pc:spChg>
        <pc:spChg chg="add del mod">
          <ac:chgData name="musukie52@gmail.com" userId="017bd91f96aa8751" providerId="LiveId" clId="{5B2C3894-F97E-4CAB-8812-5BB4D83AAC6A}" dt="2026-10-15T08:56:06.873" v="2526" actId="20577"/>
          <ac:spMkLst>
            <pc:docMk/>
            <pc:sldMk cId="3400334681" sldId="258"/>
            <ac:spMk id="173" creationId="{35BE260E-4FA4-E511-0C64-BB3F71850DA4}"/>
          </ac:spMkLst>
        </pc:spChg>
        <pc:spChg chg="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75" creationId="{F2061BC4-A1B3-2E89-9637-45DE54AC3A2D}"/>
          </ac:spMkLst>
        </pc:spChg>
        <pc:spChg chg="add mod">
          <ac:chgData name="musukie52@gmail.com" userId="017bd91f96aa8751" providerId="LiveId" clId="{5B2C3894-F97E-4CAB-8812-5BB4D83AAC6A}" dt="2026-10-15T08:33:06.449" v="2355" actId="207"/>
          <ac:spMkLst>
            <pc:docMk/>
            <pc:sldMk cId="3400334681" sldId="258"/>
            <ac:spMk id="177" creationId="{35E38ADA-E332-A8B3-A107-A27A04994C1D}"/>
          </ac:spMkLst>
        </pc:spChg>
        <pc:spChg chg="add mod">
          <ac:chgData name="musukie52@gmail.com" userId="017bd91f96aa8751" providerId="LiveId" clId="{5B2C3894-F97E-4CAB-8812-5BB4D83AAC6A}" dt="2026-10-17T15:07:59.170" v="17821" actId="20577"/>
          <ac:spMkLst>
            <pc:docMk/>
            <pc:sldMk cId="3400334681" sldId="258"/>
            <ac:spMk id="179" creationId="{AB97011A-D1E6-0AD4-B727-42C941A6C0D1}"/>
          </ac:spMkLst>
        </pc:spChg>
        <pc:spChg chg="add del mod">
          <ac:chgData name="musukie52@gmail.com" userId="017bd91f96aa8751" providerId="LiveId" clId="{5B2C3894-F97E-4CAB-8812-5BB4D83AAC6A}" dt="2026-10-15T08:56:09.525" v="2527" actId="20577"/>
          <ac:spMkLst>
            <pc:docMk/>
            <pc:sldMk cId="3400334681" sldId="258"/>
            <ac:spMk id="181" creationId="{59E776B3-5F20-EDE8-E656-6877F9087951}"/>
          </ac:spMkLst>
        </pc:spChg>
        <pc:spChg chg="add 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83" creationId="{642EAC70-4E9D-31A4-0E95-33483035ED95}"/>
          </ac:spMkLst>
        </pc:spChg>
        <pc:spChg chg="add del mod">
          <ac:chgData name="musukie52@gmail.com" userId="017bd91f96aa8751" providerId="LiveId" clId="{5B2C3894-F97E-4CAB-8812-5BB4D83AAC6A}" dt="2026-10-20T11:09:08.584" v="28059" actId="207"/>
          <ac:spMkLst>
            <pc:docMk/>
            <pc:sldMk cId="3400334681" sldId="258"/>
            <ac:spMk id="185" creationId="{6FE7FFC7-3042-F69C-AADA-1611F7FD5400}"/>
          </ac:spMkLst>
        </pc:spChg>
        <pc:spChg chg="mod">
          <ac:chgData name="musukie52@gmail.com" userId="017bd91f96aa8751" providerId="LiveId" clId="{5B2C3894-F97E-4CAB-8812-5BB4D83AAC6A}" dt="2026-10-15T08:29:30.650" v="2118" actId="2711"/>
          <ac:spMkLst>
            <pc:docMk/>
            <pc:sldMk cId="3400334681" sldId="258"/>
            <ac:spMk id="187" creationId="{74D42AA2-288F-3DCF-0614-EDFC51225F51}"/>
          </ac:spMkLst>
        </pc:spChg>
        <pc:spChg chg="add del mod">
          <ac:chgData name="musukie52@gmail.com" userId="017bd91f96aa8751" providerId="LiveId" clId="{5B2C3894-F97E-4CAB-8812-5BB4D83AAC6A}" dt="2026-10-15T08:56:19.966" v="2533" actId="20577"/>
          <ac:spMkLst>
            <pc:docMk/>
            <pc:sldMk cId="3400334681" sldId="258"/>
            <ac:spMk id="189" creationId="{A276E67E-4996-C818-1CAC-37FE6D3F7D6C}"/>
          </ac:spMkLst>
        </pc:spChg>
        <pc:spChg chg="add del 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91" creationId="{81B5C5CA-9562-364F-21E4-0FEC478FE41A}"/>
          </ac:spMkLst>
        </pc:spChg>
        <pc:spChg chg="add del mod">
          <ac:chgData name="musukie52@gmail.com" userId="017bd91f96aa8751" providerId="LiveId" clId="{5B2C3894-F97E-4CAB-8812-5BB4D83AAC6A}" dt="2026-10-15T08:33:27.791" v="2358" actId="207"/>
          <ac:spMkLst>
            <pc:docMk/>
            <pc:sldMk cId="3400334681" sldId="258"/>
            <ac:spMk id="193" creationId="{7E6DBEB1-190C-E947-3B25-FBB9A0AB65D3}"/>
          </ac:spMkLst>
        </pc:spChg>
        <pc:spChg chg="add mod">
          <ac:chgData name="musukie52@gmail.com" userId="017bd91f96aa8751" providerId="LiveId" clId="{5B2C3894-F97E-4CAB-8812-5BB4D83AAC6A}" dt="2026-10-15T08:29:30.650" v="2118" actId="2711"/>
          <ac:spMkLst>
            <pc:docMk/>
            <pc:sldMk cId="3400334681" sldId="258"/>
            <ac:spMk id="195" creationId="{561244C9-1009-2F11-0752-91E7573ECB73}"/>
          </ac:spMkLst>
        </pc:spChg>
        <pc:spChg chg="add del mod">
          <ac:chgData name="musukie52@gmail.com" userId="017bd91f96aa8751" providerId="LiveId" clId="{5B2C3894-F97E-4CAB-8812-5BB4D83AAC6A}" dt="2026-10-17T15:08:07.420" v="17825" actId="20577"/>
          <ac:spMkLst>
            <pc:docMk/>
            <pc:sldMk cId="3400334681" sldId="258"/>
            <ac:spMk id="197" creationId="{19A480C2-A5AB-9140-31AD-C86B05C42630}"/>
          </ac:spMkLst>
        </pc:spChg>
        <pc:spChg chg="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99" creationId="{83C98CCF-41A8-172C-5AE5-EA70EE076F2E}"/>
          </ac:spMkLst>
        </pc:spChg>
        <pc:spChg chg="add mod">
          <ac:chgData name="musukie52@gmail.com" userId="017bd91f96aa8751" providerId="LiveId" clId="{5B2C3894-F97E-4CAB-8812-5BB4D83AAC6A}" dt="2026-10-20T12:52:33.271" v="33431" actId="207"/>
          <ac:spMkLst>
            <pc:docMk/>
            <pc:sldMk cId="3400334681" sldId="258"/>
            <ac:spMk id="201" creationId="{121BA8B2-2512-519A-39EE-DEA984B919BE}"/>
          </ac:spMkLst>
        </pc:spChg>
        <pc:spChg chg="add mod">
          <ac:chgData name="musukie52@gmail.com" userId="017bd91f96aa8751" providerId="LiveId" clId="{5B2C3894-F97E-4CAB-8812-5BB4D83AAC6A}" dt="2026-10-15T08:30:43.882" v="2211" actId="20577"/>
          <ac:spMkLst>
            <pc:docMk/>
            <pc:sldMk cId="3400334681" sldId="258"/>
            <ac:spMk id="203" creationId="{580EFE92-6D4A-47B5-4C6E-68BBF2FC984D}"/>
          </ac:spMkLst>
        </pc:spChg>
        <pc:spChg chg="add mod">
          <ac:chgData name="musukie52@gmail.com" userId="017bd91f96aa8751" providerId="LiveId" clId="{5B2C3894-F97E-4CAB-8812-5BB4D83AAC6A}" dt="2026-10-15T08:56:43.224" v="2557" actId="20577"/>
          <ac:spMkLst>
            <pc:docMk/>
            <pc:sldMk cId="3400334681" sldId="258"/>
            <ac:spMk id="205" creationId="{3D650439-C0E8-0A6F-ECD5-79C14C95A1F2}"/>
          </ac:spMkLst>
        </pc:spChg>
        <pc:spChg chg="add del mod">
          <ac:chgData name="musukie52@gmail.com" userId="017bd91f96aa8751" providerId="LiveId" clId="{5B2C3894-F97E-4CAB-8812-5BB4D83AAC6A}" dt="2026-10-20T14:05:00.708" v="36247" actId="20577"/>
          <ac:spMkLst>
            <pc:docMk/>
            <pc:sldMk cId="3400334681" sldId="258"/>
            <ac:spMk id="207" creationId="{3C0ED3C8-9600-335C-FEFB-CD0D931F94EE}"/>
          </ac:spMkLst>
        </pc:spChg>
        <pc:picChg chg="add mod modCrop">
          <ac:chgData name="musukie52@gmail.com" userId="017bd91f96aa8751" providerId="LiveId" clId="{5B2C3894-F97E-4CAB-8812-5BB4D83AAC6A}" dt="2026-10-15T08:46:37.458" v="2437" actId="732"/>
          <ac:picMkLst>
            <pc:docMk/>
            <pc:sldMk cId="3400334681" sldId="258"/>
            <ac:picMk id="23" creationId="{FDE4DECA-7C07-356E-3EB1-AE889977855A}"/>
          </ac:picMkLst>
        </pc:picChg>
      </pc:sldChg>
      <pc:sldChg chg="addSp delSp modSp add del mod">
        <pc:chgData name="musukie52@gmail.com" userId="017bd91f96aa8751" providerId="LiveId" clId="{5B2C3894-F97E-4CAB-8812-5BB4D83AAC6A}" dt="2026-10-18T06:30:40.990" v="21556" actId="121"/>
        <pc:sldMkLst>
          <pc:docMk/>
          <pc:sldMk cId="2921320208" sldId="263"/>
        </pc:sldMkLst>
        <pc:spChg chg="add">
          <ac:chgData name="musukie52@gmail.com" userId="017bd91f96aa8751" providerId="LiveId" clId="{5B2C3894-F97E-4CAB-8812-5BB4D83AAC6A}" dt="2026-10-16T01:22:55.396" v="5459" actId="22"/>
          <ac:spMkLst>
            <pc:docMk/>
            <pc:sldMk cId="2921320208" sldId="263"/>
            <ac:spMk id="3" creationId="{13B0D947-E7FE-C0F7-04D4-46DF0098D255}"/>
          </ac:spMkLst>
        </pc:spChg>
        <pc:spChg chg="add mod">
          <ac:chgData name="musukie52@gmail.com" userId="017bd91f96aa8751" providerId="LiveId" clId="{5B2C3894-F97E-4CAB-8812-5BB4D83AAC6A}" dt="2026-10-18T06:30:40.990" v="21556" actId="121"/>
          <ac:spMkLst>
            <pc:docMk/>
            <pc:sldMk cId="2921320208" sldId="263"/>
            <ac:spMk id="4" creationId="{6A8A539C-6176-A0AE-F8D8-D8835B806825}"/>
          </ac:spMkLst>
        </pc:spChg>
        <pc:spChg chg="mod">
          <ac:chgData name="musukie52@gmail.com" userId="017bd91f96aa8751" providerId="LiveId" clId="{5B2C3894-F97E-4CAB-8812-5BB4D83AAC6A}" dt="2026-10-15T11:09:44.128" v="4783" actId="1037"/>
          <ac:spMkLst>
            <pc:docMk/>
            <pc:sldMk cId="2921320208" sldId="263"/>
            <ac:spMk id="5" creationId="{C05DBE14-F2CC-193A-A305-A3D16867B572}"/>
          </ac:spMkLst>
        </pc:spChg>
        <pc:spChg chg="add">
          <ac:chgData name="musukie52@gmail.com" userId="017bd91f96aa8751" providerId="LiveId" clId="{5B2C3894-F97E-4CAB-8812-5BB4D83AAC6A}" dt="2026-10-16T01:23:31.076" v="5465" actId="22"/>
          <ac:spMkLst>
            <pc:docMk/>
            <pc:sldMk cId="2921320208" sldId="263"/>
            <ac:spMk id="7" creationId="{EC39569A-2FB9-EA84-9B36-5D165E725BB6}"/>
          </ac:spMkLst>
        </pc:spChg>
        <pc:spChg chg="add">
          <ac:chgData name="musukie52@gmail.com" userId="017bd91f96aa8751" providerId="LiveId" clId="{5B2C3894-F97E-4CAB-8812-5BB4D83AAC6A}" dt="2026-10-16T01:23:47.259" v="5473" actId="22"/>
          <ac:spMkLst>
            <pc:docMk/>
            <pc:sldMk cId="2921320208" sldId="263"/>
            <ac:spMk id="9" creationId="{8E06B2B5-CF49-0B9C-2AF0-D95CC1A0FFE3}"/>
          </ac:spMkLst>
        </pc:spChg>
        <pc:spChg chg="mod">
          <ac:chgData name="musukie52@gmail.com" userId="017bd91f96aa8751" providerId="LiveId" clId="{5B2C3894-F97E-4CAB-8812-5BB4D83AAC6A}" dt="2026-10-17T15:07:33.367" v="17811" actId="20577"/>
          <ac:spMkLst>
            <pc:docMk/>
            <pc:sldMk cId="2921320208" sldId="263"/>
            <ac:spMk id="46" creationId="{67AE669A-7D56-42A9-C580-C4E31171DCF3}"/>
          </ac:spMkLst>
        </pc:spChg>
        <pc:spChg chg="mod">
          <ac:chgData name="musukie52@gmail.com" userId="017bd91f96aa8751" providerId="LiveId" clId="{5B2C3894-F97E-4CAB-8812-5BB4D83AAC6A}" dt="2026-10-15T11:05:05.800" v="4732" actId="255"/>
          <ac:spMkLst>
            <pc:docMk/>
            <pc:sldMk cId="2921320208" sldId="263"/>
            <ac:spMk id="56" creationId="{2CD63A92-578F-EFCA-1C8D-D920C374A5EE}"/>
          </ac:spMkLst>
        </pc:spChg>
        <pc:spChg chg="mod">
          <ac:chgData name="musukie52@gmail.com" userId="017bd91f96aa8751" providerId="LiveId" clId="{5B2C3894-F97E-4CAB-8812-5BB4D83AAC6A}" dt="2026-10-15T11:05:33.992" v="4734" actId="1076"/>
          <ac:spMkLst>
            <pc:docMk/>
            <pc:sldMk cId="2921320208" sldId="263"/>
            <ac:spMk id="58" creationId="{210E186F-B818-9959-A560-F8223489E351}"/>
          </ac:spMkLst>
        </pc:spChg>
        <pc:spChg chg="mod">
          <ac:chgData name="musukie52@gmail.com" userId="017bd91f96aa8751" providerId="LiveId" clId="{5B2C3894-F97E-4CAB-8812-5BB4D83AAC6A}" dt="2026-10-15T11:09:44.128" v="4783" actId="1037"/>
          <ac:spMkLst>
            <pc:docMk/>
            <pc:sldMk cId="2921320208" sldId="263"/>
            <ac:spMk id="60" creationId="{F4C27923-6A1F-77B6-3FB6-1D1949C91517}"/>
          </ac:spMkLst>
        </pc:spChg>
        <pc:spChg chg="add mod ord">
          <ac:chgData name="musukie52@gmail.com" userId="017bd91f96aa8751" providerId="LiveId" clId="{5B2C3894-F97E-4CAB-8812-5BB4D83AAC6A}" dt="2026-10-15T11:07:46.014" v="4761" actId="14100"/>
          <ac:spMkLst>
            <pc:docMk/>
            <pc:sldMk cId="2921320208" sldId="263"/>
            <ac:spMk id="72" creationId="{15014C0C-FF87-A083-2160-989A7FED9CB9}"/>
          </ac:spMkLst>
        </pc:spChg>
        <pc:spChg chg="add mod">
          <ac:chgData name="musukie52@gmail.com" userId="017bd91f96aa8751" providerId="LiveId" clId="{5B2C3894-F97E-4CAB-8812-5BB4D83AAC6A}" dt="2026-10-15T11:13:37.723" v="4854" actId="1035"/>
          <ac:spMkLst>
            <pc:docMk/>
            <pc:sldMk cId="2921320208" sldId="263"/>
            <ac:spMk id="163" creationId="{20E921FC-BCB4-F2FF-13BE-2969CD69DD9D}"/>
          </ac:spMkLst>
        </pc:spChg>
        <pc:spChg chg="mod">
          <ac:chgData name="musukie52@gmail.com" userId="017bd91f96aa8751" providerId="LiveId" clId="{5B2C3894-F97E-4CAB-8812-5BB4D83AAC6A}" dt="2026-10-17T11:36:56.113" v="13458" actId="20577"/>
          <ac:spMkLst>
            <pc:docMk/>
            <pc:sldMk cId="2921320208" sldId="263"/>
            <ac:spMk id="165" creationId="{0AD335D8-1D48-4AF3-9F6C-15BAA464FB5B}"/>
          </ac:spMkLst>
        </pc:spChg>
        <pc:spChg chg="add mod">
          <ac:chgData name="musukie52@gmail.com" userId="017bd91f96aa8751" providerId="LiveId" clId="{5B2C3894-F97E-4CAB-8812-5BB4D83AAC6A}" dt="2026-10-17T15:07:48.706" v="17817" actId="20577"/>
          <ac:spMkLst>
            <pc:docMk/>
            <pc:sldMk cId="2921320208" sldId="263"/>
            <ac:spMk id="171" creationId="{7AD5C7F3-22E0-C3E1-EB1F-DED6BCBA6E57}"/>
          </ac:spMkLst>
        </pc:spChg>
        <pc:spChg chg="mod">
          <ac:chgData name="musukie52@gmail.com" userId="017bd91f96aa8751" providerId="LiveId" clId="{5B2C3894-F97E-4CAB-8812-5BB4D83AAC6A}" dt="2026-10-16T01:22:27.761" v="5454" actId="14100"/>
          <ac:spMkLst>
            <pc:docMk/>
            <pc:sldMk cId="2921320208" sldId="263"/>
            <ac:spMk id="173" creationId="{010BEB44-FC7D-366D-9F47-474600EA9CD3}"/>
          </ac:spMkLst>
        </pc:spChg>
        <pc:spChg chg="add mod">
          <ac:chgData name="musukie52@gmail.com" userId="017bd91f96aa8751" providerId="LiveId" clId="{5B2C3894-F97E-4CAB-8812-5BB4D83AAC6A}" dt="2026-10-16T01:22:27.761" v="5454" actId="14100"/>
          <ac:spMkLst>
            <pc:docMk/>
            <pc:sldMk cId="2921320208" sldId="263"/>
            <ac:spMk id="175" creationId="{9D31FD0A-3B60-4FDE-09D4-3BAFF87CE826}"/>
          </ac:spMkLst>
        </pc:spChg>
        <pc:spChg chg="add mod">
          <ac:chgData name="musukie52@gmail.com" userId="017bd91f96aa8751" providerId="LiveId" clId="{5B2C3894-F97E-4CAB-8812-5BB4D83AAC6A}" dt="2026-10-15T11:13:37.723" v="4854" actId="1035"/>
          <ac:spMkLst>
            <pc:docMk/>
            <pc:sldMk cId="2921320208" sldId="263"/>
            <ac:spMk id="179" creationId="{0428EFEF-D3A9-D1A3-FB29-20EA0768A40E}"/>
          </ac:spMkLst>
        </pc:spChg>
        <pc:spChg chg="add mod">
          <ac:chgData name="musukie52@gmail.com" userId="017bd91f96aa8751" providerId="LiveId" clId="{5B2C3894-F97E-4CAB-8812-5BB4D83AAC6A}" dt="2026-10-17T11:37:04.113" v="13461" actId="20577"/>
          <ac:spMkLst>
            <pc:docMk/>
            <pc:sldMk cId="2921320208" sldId="263"/>
            <ac:spMk id="181" creationId="{E96BAFBE-A5CD-4CD7-646E-75FD781BEC3F}"/>
          </ac:spMkLst>
        </pc:spChg>
        <pc:spChg chg="add mod">
          <ac:chgData name="musukie52@gmail.com" userId="017bd91f96aa8751" providerId="LiveId" clId="{5B2C3894-F97E-4CAB-8812-5BB4D83AAC6A}" dt="2026-10-15T11:13:37.723" v="4854" actId="1035"/>
          <ac:spMkLst>
            <pc:docMk/>
            <pc:sldMk cId="2921320208" sldId="263"/>
            <ac:spMk id="190" creationId="{8BB2BE77-B559-8800-B6AE-8AC333EE9E94}"/>
          </ac:spMkLst>
        </pc:spChg>
        <pc:spChg chg="add mod">
          <ac:chgData name="musukie52@gmail.com" userId="017bd91f96aa8751" providerId="LiveId" clId="{5B2C3894-F97E-4CAB-8812-5BB4D83AAC6A}" dt="2026-10-16T01:22:53.163" v="5458" actId="14100"/>
          <ac:spMkLst>
            <pc:docMk/>
            <pc:sldMk cId="2921320208" sldId="263"/>
            <ac:spMk id="192" creationId="{4B8995F9-6332-9D0E-4034-98F9607D5B90}"/>
          </ac:spMkLst>
        </pc:spChg>
        <pc:spChg chg="add mod">
          <ac:chgData name="musukie52@gmail.com" userId="017bd91f96aa8751" providerId="LiveId" clId="{5B2C3894-F97E-4CAB-8812-5BB4D83AAC6A}" dt="2026-10-17T11:37:11.153" v="13462" actId="20577"/>
          <ac:spMkLst>
            <pc:docMk/>
            <pc:sldMk cId="2921320208" sldId="263"/>
            <ac:spMk id="200" creationId="{6BB32255-C063-EA37-5B94-4A1AA775564D}"/>
          </ac:spMkLst>
        </pc:spChg>
        <pc:picChg chg="mod modCrop">
          <ac:chgData name="musukie52@gmail.com" userId="017bd91f96aa8751" providerId="LiveId" clId="{5B2C3894-F97E-4CAB-8812-5BB4D83AAC6A}" dt="2026-10-15T11:07:59.240" v="4763" actId="1076"/>
          <ac:picMkLst>
            <pc:docMk/>
            <pc:sldMk cId="2921320208" sldId="263"/>
            <ac:picMk id="96" creationId="{F716D883-F7DA-50B6-53BF-A52F6C816E84}"/>
          </ac:picMkLst>
        </pc:picChg>
        <pc:picChg chg="mod">
          <ac:chgData name="musukie52@gmail.com" userId="017bd91f96aa8751" providerId="LiveId" clId="{5B2C3894-F97E-4CAB-8812-5BB4D83AAC6A}" dt="2026-10-15T11:09:44.128" v="4783" actId="1037"/>
          <ac:picMkLst>
            <pc:docMk/>
            <pc:sldMk cId="2921320208" sldId="263"/>
            <ac:picMk id="254" creationId="{C4F15D30-9F87-4918-C46F-4A0DEC2D0C57}"/>
          </ac:picMkLst>
        </pc:picChg>
        <pc:picChg chg="mod">
          <ac:chgData name="musukie52@gmail.com" userId="017bd91f96aa8751" providerId="LiveId" clId="{5B2C3894-F97E-4CAB-8812-5BB4D83AAC6A}" dt="2026-10-15T11:09:44.128" v="4783" actId="1037"/>
          <ac:picMkLst>
            <pc:docMk/>
            <pc:sldMk cId="2921320208" sldId="263"/>
            <ac:picMk id="256" creationId="{C2BAC18F-481A-FB25-DC6A-8C855073F490}"/>
          </ac:picMkLst>
        </pc:picChg>
        <pc:cxnChg chg="mod">
          <ac:chgData name="musukie52@gmail.com" userId="017bd91f96aa8751" providerId="LiveId" clId="{5B2C3894-F97E-4CAB-8812-5BB4D83AAC6A}" dt="2026-10-15T11:05:05.800" v="4732" actId="255"/>
          <ac:cxnSpMkLst>
            <pc:docMk/>
            <pc:sldMk cId="2921320208" sldId="263"/>
            <ac:cxnSpMk id="6" creationId="{F570C74C-89AA-B1D3-46F6-C4EB48041704}"/>
          </ac:cxnSpMkLst>
        </pc:cxnChg>
      </pc:sldChg>
      <pc:sldChg chg="addSp delSp modSp add mod">
        <pc:chgData name="musukie52@gmail.com" userId="017bd91f96aa8751" providerId="LiveId" clId="{5B2C3894-F97E-4CAB-8812-5BB4D83AAC6A}" dt="2026-10-18T06:30:45.154" v="21559" actId="20577"/>
        <pc:sldMkLst>
          <pc:docMk/>
          <pc:sldMk cId="3798698139" sldId="281"/>
        </pc:sldMkLst>
        <pc:spChg chg="add mod">
          <ac:chgData name="musukie52@gmail.com" userId="017bd91f96aa8751" providerId="LiveId" clId="{5B2C3894-F97E-4CAB-8812-5BB4D83AAC6A}" dt="2026-10-16T03:12:21.210" v="8047"/>
          <ac:spMkLst>
            <pc:docMk/>
            <pc:sldMk cId="3798698139" sldId="281"/>
            <ac:spMk id="3" creationId="{F0B9D2DE-4876-724F-3393-473FEF97A649}"/>
          </ac:spMkLst>
        </pc:spChg>
        <pc:spChg chg="add mod">
          <ac:chgData name="musukie52@gmail.com" userId="017bd91f96aa8751" providerId="LiveId" clId="{5B2C3894-F97E-4CAB-8812-5BB4D83AAC6A}" dt="2026-10-18T06:30:45.154" v="21559" actId="20577"/>
          <ac:spMkLst>
            <pc:docMk/>
            <pc:sldMk cId="3798698139" sldId="281"/>
            <ac:spMk id="5" creationId="{2B5F25A4-3DD4-B8C1-983C-4777EDDE9F3A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81" creationId="{97B8455C-7D1D-08C3-1E2A-C691EFE2798A}"/>
          </ac:spMkLst>
        </pc:spChg>
        <pc:spChg chg="mod">
          <ac:chgData name="musukie52@gmail.com" userId="017bd91f96aa8751" providerId="LiveId" clId="{5B2C3894-F97E-4CAB-8812-5BB4D83AAC6A}" dt="2026-10-17T15:06:57.036" v="17796" actId="20577"/>
          <ac:spMkLst>
            <pc:docMk/>
            <pc:sldMk cId="3798698139" sldId="281"/>
            <ac:spMk id="85" creationId="{ED72515C-50E6-A74A-0B74-F5D4C844FAC2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89" creationId="{271E1121-0D76-3BBE-165D-2F44EDBCA758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103" creationId="{CE470864-CE66-CA59-EBB7-6838E1E6F393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104" creationId="{6DB1FED0-C5A0-A828-73CE-4A4349E0C906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107" creationId="{BDD49202-D98E-CCF9-811F-4D05D0306ADA}"/>
          </ac:spMkLst>
        </pc:spChg>
        <pc:spChg chg="mod">
          <ac:chgData name="musukie52@gmail.com" userId="017bd91f96aa8751" providerId="LiveId" clId="{5B2C3894-F97E-4CAB-8812-5BB4D83AAC6A}" dt="2026-10-17T15:07:01.687" v="17800" actId="20577"/>
          <ac:spMkLst>
            <pc:docMk/>
            <pc:sldMk cId="3798698139" sldId="281"/>
            <ac:spMk id="226" creationId="{3DF3380F-7B68-D4B0-32FC-B84F4F16918F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55" creationId="{A5ECE511-975C-9E60-59F7-78BA87D27A8B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73" creationId="{B8D0B568-B674-891B-6690-3B12348FAC89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77" creationId="{90AA21F2-9D5F-5B6C-CD81-E212B1DFA6AC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80" creationId="{22D39AE5-0874-3036-61A4-68130B11807B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84" creationId="{FF725D74-052B-0FC1-9038-3CA7A4891823}"/>
          </ac:spMkLst>
        </pc:spChg>
        <pc:spChg chg="mod">
          <ac:chgData name="musukie52@gmail.com" userId="017bd91f96aa8751" providerId="LiveId" clId="{5B2C3894-F97E-4CAB-8812-5BB4D83AAC6A}" dt="2026-10-17T15:07:09.766" v="17806" actId="20577"/>
          <ac:spMkLst>
            <pc:docMk/>
            <pc:sldMk cId="3798698139" sldId="281"/>
            <ac:spMk id="292" creationId="{326F0BAF-1499-7F5E-9D55-4A42AAC806A7}"/>
          </ac:spMkLst>
        </pc:spChg>
        <pc:spChg chg="mod">
          <ac:chgData name="musukie52@gmail.com" userId="017bd91f96aa8751" providerId="LiveId" clId="{5B2C3894-F97E-4CAB-8812-5BB4D83AAC6A}" dt="2026-10-17T11:37:28.098" v="13464" actId="20577"/>
          <ac:spMkLst>
            <pc:docMk/>
            <pc:sldMk cId="3798698139" sldId="281"/>
            <ac:spMk id="318" creationId="{9A60DA28-F0D8-6730-071E-D43793E8DD49}"/>
          </ac:spMkLst>
        </pc:spChg>
        <pc:spChg chg="mod">
          <ac:chgData name="musukie52@gmail.com" userId="017bd91f96aa8751" providerId="LiveId" clId="{5B2C3894-F97E-4CAB-8812-5BB4D83AAC6A}" dt="2026-10-17T11:37:34.571" v="13468" actId="20577"/>
          <ac:spMkLst>
            <pc:docMk/>
            <pc:sldMk cId="3798698139" sldId="281"/>
            <ac:spMk id="320" creationId="{999B096F-C3D7-046C-D0FB-154B68534AAB}"/>
          </ac:spMkLst>
        </pc:spChg>
        <pc:spChg chg="mod">
          <ac:chgData name="musukie52@gmail.com" userId="017bd91f96aa8751" providerId="LiveId" clId="{5B2C3894-F97E-4CAB-8812-5BB4D83AAC6A}" dt="2026-10-17T11:37:31.621" v="13466" actId="20577"/>
          <ac:spMkLst>
            <pc:docMk/>
            <pc:sldMk cId="3798698139" sldId="281"/>
            <ac:spMk id="322" creationId="{68A7AF23-B2F6-5FED-DD46-8FCE5ED2E630}"/>
          </ac:spMkLst>
        </pc:spChg>
        <pc:spChg chg="mod">
          <ac:chgData name="musukie52@gmail.com" userId="017bd91f96aa8751" providerId="LiveId" clId="{5B2C3894-F97E-4CAB-8812-5BB4D83AAC6A}" dt="2026-10-16T03:08:13.986" v="8014" actId="1076"/>
          <ac:spMkLst>
            <pc:docMk/>
            <pc:sldMk cId="3798698139" sldId="281"/>
            <ac:spMk id="383" creationId="{8D159185-FCD5-AF15-AEBD-C8C098F2F404}"/>
          </ac:spMkLst>
        </pc:spChg>
        <pc:spChg chg="mod">
          <ac:chgData name="musukie52@gmail.com" userId="017bd91f96aa8751" providerId="LiveId" clId="{5B2C3894-F97E-4CAB-8812-5BB4D83AAC6A}" dt="2026-10-17T11:37:42.223" v="13470" actId="20577"/>
          <ac:spMkLst>
            <pc:docMk/>
            <pc:sldMk cId="3798698139" sldId="281"/>
            <ac:spMk id="385" creationId="{1583F427-EFCD-F532-F736-A9078A473EBA}"/>
          </ac:spMkLst>
        </pc:spChg>
        <pc:spChg chg="mod">
          <ac:chgData name="musukie52@gmail.com" userId="017bd91f96aa8751" providerId="LiveId" clId="{5B2C3894-F97E-4CAB-8812-5BB4D83AAC6A}" dt="2026-10-17T15:07:22.858" v="17809" actId="20577"/>
          <ac:spMkLst>
            <pc:docMk/>
            <pc:sldMk cId="3798698139" sldId="281"/>
            <ac:spMk id="387" creationId="{8620A4F1-6571-35CF-78F9-99DD3629F394}"/>
          </ac:spMkLst>
        </pc:s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102" creationId="{5BCACC66-BD8D-7C21-3C39-FECCE532739B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12" creationId="{5AC4CD5C-8618-3087-3E0D-0AA6009461B3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50" creationId="{7AA2F1AF-5722-5FE8-0EBE-D38EC44005EC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51" creationId="{A922D715-319B-36F1-A47E-55971C871A19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53" creationId="{DC9FBEC3-8183-142E-5BCC-20615D366427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65" creationId="{A78055F7-AAA4-2B1A-0F1B-48DB551FB118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74" creationId="{55A97417-0CB0-87D0-2DB4-BFF859992762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79" creationId="{D13B611C-A971-7FC7-BEBF-F5160E19B16A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85" creationId="{E6BA847E-4E89-7409-4D28-9CB84479DA08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88" creationId="{C3963123-55AE-28EB-ED9A-5A88146124A0}"/>
          </ac:grpSpMkLst>
        </pc:grpChg>
        <pc:cxnChg chg="add mod">
          <ac:chgData name="musukie52@gmail.com" userId="017bd91f96aa8751" providerId="LiveId" clId="{5B2C3894-F97E-4CAB-8812-5BB4D83AAC6A}" dt="2026-10-16T03:12:20.019" v="8045" actId="20577"/>
          <ac:cxnSpMkLst>
            <pc:docMk/>
            <pc:sldMk cId="3798698139" sldId="281"/>
            <ac:cxnSpMk id="4" creationId="{DEE35D06-4455-6FFA-7056-643D38B4DC66}"/>
          </ac:cxnSpMkLst>
        </pc:cxnChg>
      </pc:sldChg>
      <pc:sldChg chg="addSp delSp modSp add del mod">
        <pc:chgData name="musukie52@gmail.com" userId="017bd91f96aa8751" providerId="LiveId" clId="{5B2C3894-F97E-4CAB-8812-5BB4D83AAC6A}" dt="2026-10-18T06:31:03.096" v="21562" actId="207"/>
        <pc:sldMkLst>
          <pc:docMk/>
          <pc:sldMk cId="1721976728" sldId="282"/>
        </pc:sldMkLst>
        <pc:spChg chg="add mod">
          <ac:chgData name="musukie52@gmail.com" userId="017bd91f96aa8751" providerId="LiveId" clId="{5B2C3894-F97E-4CAB-8812-5BB4D83AAC6A}" dt="2026-10-18T06:31:03.096" v="21562" actId="207"/>
          <ac:spMkLst>
            <pc:docMk/>
            <pc:sldMk cId="1721976728" sldId="282"/>
            <ac:spMk id="3" creationId="{6A7BB86C-B82C-C431-C4D5-BB9D39C0E263}"/>
          </ac:spMkLst>
        </pc:spChg>
        <pc:spChg chg="add mod">
          <ac:chgData name="musukie52@gmail.com" userId="017bd91f96aa8751" providerId="LiveId" clId="{5B2C3894-F97E-4CAB-8812-5BB4D83AAC6A}" dt="2026-10-16T06:28:23.477" v="10830" actId="1076"/>
          <ac:spMkLst>
            <pc:docMk/>
            <pc:sldMk cId="1721976728" sldId="282"/>
            <ac:spMk id="42" creationId="{4DCFE253-9329-35FE-4367-CE7BF4C870BB}"/>
          </ac:spMkLst>
        </pc:spChg>
        <pc:spChg chg="add mod">
          <ac:chgData name="musukie52@gmail.com" userId="017bd91f96aa8751" providerId="LiveId" clId="{5B2C3894-F97E-4CAB-8812-5BB4D83AAC6A}" dt="2026-10-16T06:28:23.477" v="10830" actId="1076"/>
          <ac:spMkLst>
            <pc:docMk/>
            <pc:sldMk cId="1721976728" sldId="282"/>
            <ac:spMk id="44" creationId="{3D0C7546-B556-CB0C-CEB9-EF1D3B96D715}"/>
          </ac:spMkLst>
        </pc:spChg>
        <pc:spChg chg="mod">
          <ac:chgData name="musukie52@gmail.com" userId="017bd91f96aa8751" providerId="LiveId" clId="{5B2C3894-F97E-4CAB-8812-5BB4D83AAC6A}" dt="2026-10-17T15:06:52.905" v="17794" actId="20577"/>
          <ac:spMkLst>
            <pc:docMk/>
            <pc:sldMk cId="1721976728" sldId="282"/>
            <ac:spMk id="46" creationId="{FB0B7C34-4C3D-3613-615D-1833DF946081}"/>
          </ac:spMkLst>
        </pc:spChg>
        <pc:spChg chg="mod">
          <ac:chgData name="musukie52@gmail.com" userId="017bd91f96aa8751" providerId="LiveId" clId="{5B2C3894-F97E-4CAB-8812-5BB4D83AAC6A}" dt="2026-10-16T03:15:26.063" v="8093"/>
          <ac:spMkLst>
            <pc:docMk/>
            <pc:sldMk cId="1721976728" sldId="282"/>
            <ac:spMk id="56" creationId="{7EF96214-E7E9-4EB8-4C50-68B439587883}"/>
          </ac:spMkLst>
        </pc:spChg>
        <pc:spChg chg="add mod">
          <ac:chgData name="musukie52@gmail.com" userId="017bd91f96aa8751" providerId="LiveId" clId="{5B2C3894-F97E-4CAB-8812-5BB4D83AAC6A}" dt="2026-10-17T15:06:30.546" v="17784" actId="20577"/>
          <ac:spMkLst>
            <pc:docMk/>
            <pc:sldMk cId="1721976728" sldId="282"/>
            <ac:spMk id="89" creationId="{36442599-6EA5-BBAA-E781-C7DD9E50F89F}"/>
          </ac:spMkLst>
        </pc:spChg>
        <pc:spChg chg="add mod">
          <ac:chgData name="musukie52@gmail.com" userId="017bd91f96aa8751" providerId="LiveId" clId="{5B2C3894-F97E-4CAB-8812-5BB4D83AAC6A}" dt="2026-10-16T06:28:23.477" v="10830" actId="1076"/>
          <ac:spMkLst>
            <pc:docMk/>
            <pc:sldMk cId="1721976728" sldId="282"/>
            <ac:spMk id="91" creationId="{3382561A-E6E6-3DC4-219C-77BCD15A5F09}"/>
          </ac:spMkLst>
        </pc:spChg>
        <pc:spChg chg="add mod">
          <ac:chgData name="musukie52@gmail.com" userId="017bd91f96aa8751" providerId="LiveId" clId="{5B2C3894-F97E-4CAB-8812-5BB4D83AAC6A}" dt="2026-10-17T11:38:02.678" v="13474" actId="313"/>
          <ac:spMkLst>
            <pc:docMk/>
            <pc:sldMk cId="1721976728" sldId="282"/>
            <ac:spMk id="109" creationId="{E398C7A4-DD4F-BAB6-665F-D2BB8AC76071}"/>
          </ac:spMkLst>
        </pc:spChg>
        <pc:spChg chg="add mod">
          <ac:chgData name="musukie52@gmail.com" userId="017bd91f96aa8751" providerId="LiveId" clId="{5B2C3894-F97E-4CAB-8812-5BB4D83AAC6A}" dt="2026-10-16T06:28:23.477" v="10830" actId="1076"/>
          <ac:spMkLst>
            <pc:docMk/>
            <pc:sldMk cId="1721976728" sldId="282"/>
            <ac:spMk id="110" creationId="{7CEAEAC7-796D-254E-91B7-FEB22A481257}"/>
          </ac:spMkLst>
        </pc:spChg>
        <pc:spChg chg="add mod">
          <ac:chgData name="musukie52@gmail.com" userId="017bd91f96aa8751" providerId="LiveId" clId="{5B2C3894-F97E-4CAB-8812-5BB4D83AAC6A}" dt="2026-10-17T15:06:44.655" v="17792" actId="20577"/>
          <ac:spMkLst>
            <pc:docMk/>
            <pc:sldMk cId="1721976728" sldId="282"/>
            <ac:spMk id="112" creationId="{AA0FEDA1-BE9B-6C97-71BC-67F59E8C7F30}"/>
          </ac:spMkLst>
        </pc:spChg>
        <pc:spChg chg="add mod">
          <ac:chgData name="musukie52@gmail.com" userId="017bd91f96aa8751" providerId="LiveId" clId="{5B2C3894-F97E-4CAB-8812-5BB4D83AAC6A}" dt="2026-10-17T11:37:56.061" v="13471" actId="20577"/>
          <ac:spMkLst>
            <pc:docMk/>
            <pc:sldMk cId="1721976728" sldId="282"/>
            <ac:spMk id="115" creationId="{D885E38E-DB73-B4CC-1395-24AC6FBA9035}"/>
          </ac:spMkLst>
        </pc:spChg>
        <pc:spChg chg="add mod">
          <ac:chgData name="musukie52@gmail.com" userId="017bd91f96aa8751" providerId="LiveId" clId="{5B2C3894-F97E-4CAB-8812-5BB4D83AAC6A}" dt="2026-10-16T06:44:41.463" v="10938" actId="1076"/>
          <ac:spMkLst>
            <pc:docMk/>
            <pc:sldMk cId="1721976728" sldId="282"/>
            <ac:spMk id="119" creationId="{C4840EA4-C26E-23DD-1CD7-BCF54C2AAD02}"/>
          </ac:spMkLst>
        </pc:spChg>
        <pc:spChg chg="add mod">
          <ac:chgData name="musukie52@gmail.com" userId="017bd91f96aa8751" providerId="LiveId" clId="{5B2C3894-F97E-4CAB-8812-5BB4D83AAC6A}" dt="2026-10-17T15:06:34.082" v="17786" actId="20577"/>
          <ac:spMkLst>
            <pc:docMk/>
            <pc:sldMk cId="1721976728" sldId="282"/>
            <ac:spMk id="122" creationId="{497F3FD9-EFE5-4232-A7EF-5B95AF14FA08}"/>
          </ac:spMkLst>
        </pc:spChg>
        <pc:spChg chg="add mod">
          <ac:chgData name="musukie52@gmail.com" userId="017bd91f96aa8751" providerId="LiveId" clId="{5B2C3894-F97E-4CAB-8812-5BB4D83AAC6A}" dt="2026-10-16T06:44:41.463" v="10938" actId="1076"/>
          <ac:spMkLst>
            <pc:docMk/>
            <pc:sldMk cId="1721976728" sldId="282"/>
            <ac:spMk id="123" creationId="{50DE2DA8-8C90-EC78-B7EA-FF738ACE014C}"/>
          </ac:spMkLst>
        </pc:spChg>
        <pc:spChg chg="add mod">
          <ac:chgData name="musukie52@gmail.com" userId="017bd91f96aa8751" providerId="LiveId" clId="{5B2C3894-F97E-4CAB-8812-5BB4D83AAC6A}" dt="2026-10-16T06:44:41.463" v="10938" actId="1076"/>
          <ac:spMkLst>
            <pc:docMk/>
            <pc:sldMk cId="1721976728" sldId="282"/>
            <ac:spMk id="126" creationId="{BE227EE4-8171-87F2-D579-8C2E6C367E99}"/>
          </ac:spMkLst>
        </pc:spChg>
        <pc:spChg chg="add mod">
          <ac:chgData name="musukie52@gmail.com" userId="017bd91f96aa8751" providerId="LiveId" clId="{5B2C3894-F97E-4CAB-8812-5BB4D83AAC6A}" dt="2026-10-16T06:44:41.463" v="10938" actId="1076"/>
          <ac:spMkLst>
            <pc:docMk/>
            <pc:sldMk cId="1721976728" sldId="282"/>
            <ac:spMk id="128" creationId="{84C1ACF3-A3B1-0186-D79F-74BF05FC84F8}"/>
          </ac:spMkLst>
        </pc:spChg>
        <pc:spChg chg="add mod">
          <ac:chgData name="musukie52@gmail.com" userId="017bd91f96aa8751" providerId="LiveId" clId="{5B2C3894-F97E-4CAB-8812-5BB4D83AAC6A}" dt="2026-10-16T06:44:41.463" v="10938" actId="1076"/>
          <ac:spMkLst>
            <pc:docMk/>
            <pc:sldMk cId="1721976728" sldId="282"/>
            <ac:spMk id="130" creationId="{15B08713-84E3-A844-4858-1A2C6FFC55CF}"/>
          </ac:spMkLst>
        </pc:spChg>
        <pc:picChg chg="add mod">
          <ac:chgData name="musukie52@gmail.com" userId="017bd91f96aa8751" providerId="LiveId" clId="{5B2C3894-F97E-4CAB-8812-5BB4D83AAC6A}" dt="2026-10-16T06:28:23.477" v="10830" actId="1076"/>
          <ac:picMkLst>
            <pc:docMk/>
            <pc:sldMk cId="1721976728" sldId="282"/>
            <ac:picMk id="7" creationId="{FC021928-25BB-6707-5E0D-1CC91264BDB5}"/>
          </ac:picMkLst>
        </pc:picChg>
        <pc:picChg chg="add mod ord modCrop">
          <ac:chgData name="musukie52@gmail.com" userId="017bd91f96aa8751" providerId="LiveId" clId="{5B2C3894-F97E-4CAB-8812-5BB4D83AAC6A}" dt="2026-10-16T06:44:49.121" v="10939" actId="14100"/>
          <ac:picMkLst>
            <pc:docMk/>
            <pc:sldMk cId="1721976728" sldId="282"/>
            <ac:picMk id="93" creationId="{ADC82A9B-7D39-8BF0-FA78-AC71CEB518C3}"/>
          </ac:picMkLst>
        </pc:picChg>
        <pc:picChg chg="add mod modCrop">
          <ac:chgData name="musukie52@gmail.com" userId="017bd91f96aa8751" providerId="LiveId" clId="{5B2C3894-F97E-4CAB-8812-5BB4D83AAC6A}" dt="2026-10-16T06:28:23.477" v="10830" actId="1076"/>
          <ac:picMkLst>
            <pc:docMk/>
            <pc:sldMk cId="1721976728" sldId="282"/>
            <ac:picMk id="100" creationId="{F4B23810-E786-545F-3E8C-332A99E73790}"/>
          </ac:picMkLst>
        </pc:picChg>
        <pc:picChg chg="add mod">
          <ac:chgData name="musukie52@gmail.com" userId="017bd91f96aa8751" providerId="LiveId" clId="{5B2C3894-F97E-4CAB-8812-5BB4D83AAC6A}" dt="2026-10-16T06:28:23.477" v="10830" actId="1076"/>
          <ac:picMkLst>
            <pc:docMk/>
            <pc:sldMk cId="1721976728" sldId="282"/>
            <ac:picMk id="108" creationId="{A15604B0-4462-1663-6A90-43436BFD48C6}"/>
          </ac:picMkLst>
        </pc:picChg>
        <pc:picChg chg="add mod">
          <ac:chgData name="musukie52@gmail.com" userId="017bd91f96aa8751" providerId="LiveId" clId="{5B2C3894-F97E-4CAB-8812-5BB4D83AAC6A}" dt="2026-10-16T06:25:41.463" v="10753" actId="1037"/>
          <ac:picMkLst>
            <pc:docMk/>
            <pc:sldMk cId="1721976728" sldId="282"/>
            <ac:picMk id="116" creationId="{98D097D3-FA7F-F96E-28FC-85F0582E2A79}"/>
          </ac:picMkLst>
        </pc:picChg>
        <pc:picChg chg="add mod">
          <ac:chgData name="musukie52@gmail.com" userId="017bd91f96aa8751" providerId="LiveId" clId="{5B2C3894-F97E-4CAB-8812-5BB4D83AAC6A}" dt="2026-10-16T06:28:23.477" v="10830" actId="1076"/>
          <ac:picMkLst>
            <pc:docMk/>
            <pc:sldMk cId="1721976728" sldId="282"/>
            <ac:picMk id="120" creationId="{4135023F-725D-C5C8-80A5-A5A80CACDFF4}"/>
          </ac:picMkLst>
        </pc:picChg>
        <pc:picChg chg="add">
          <ac:chgData name="musukie52@gmail.com" userId="017bd91f96aa8751" providerId="LiveId" clId="{5B2C3894-F97E-4CAB-8812-5BB4D83AAC6A}" dt="2026-10-16T05:18:56.422" v="9604" actId="22"/>
          <ac:picMkLst>
            <pc:docMk/>
            <pc:sldMk cId="1721976728" sldId="282"/>
            <ac:picMk id="124" creationId="{1B365D47-2E16-BB82-ADAB-21F2BF1C6F33}"/>
          </ac:picMkLst>
        </pc:picChg>
        <pc:cxnChg chg="mod">
          <ac:chgData name="musukie52@gmail.com" userId="017bd91f96aa8751" providerId="LiveId" clId="{5B2C3894-F97E-4CAB-8812-5BB4D83AAC6A}" dt="2026-10-16T03:15:23.242" v="8090" actId="20577"/>
          <ac:cxnSpMkLst>
            <pc:docMk/>
            <pc:sldMk cId="1721976728" sldId="282"/>
            <ac:cxnSpMk id="6" creationId="{1DD064AE-F51A-6428-9B4D-6D575A8C1C7B}"/>
          </ac:cxnSpMkLst>
        </pc:cxnChg>
        <pc:cxnChg chg="add mod">
          <ac:chgData name="musukie52@gmail.com" userId="017bd91f96aa8751" providerId="LiveId" clId="{5B2C3894-F97E-4CAB-8812-5BB4D83AAC6A}" dt="2026-10-16T06:25:47.548" v="10773" actId="1038"/>
          <ac:cxnSpMkLst>
            <pc:docMk/>
            <pc:sldMk cId="1721976728" sldId="282"/>
            <ac:cxnSpMk id="10" creationId="{C5C02A41-290B-3240-7C01-3E5878FF8DD9}"/>
          </ac:cxnSpMkLst>
        </pc:cxnChg>
        <pc:cxnChg chg="add mod">
          <ac:chgData name="musukie52@gmail.com" userId="017bd91f96aa8751" providerId="LiveId" clId="{5B2C3894-F97E-4CAB-8812-5BB4D83AAC6A}" dt="2026-10-16T06:25:41.463" v="10753" actId="1037"/>
          <ac:cxnSpMkLst>
            <pc:docMk/>
            <pc:sldMk cId="1721976728" sldId="282"/>
            <ac:cxnSpMk id="11" creationId="{D88367FF-C8E5-CEEB-6479-4F11720FAB14}"/>
          </ac:cxnSpMkLst>
        </pc:cxnChg>
        <pc:cxnChg chg="add mod">
          <ac:chgData name="musukie52@gmail.com" userId="017bd91f96aa8751" providerId="LiveId" clId="{5B2C3894-F97E-4CAB-8812-5BB4D83AAC6A}" dt="2026-10-16T06:26:01.988" v="10803" actId="1038"/>
          <ac:cxnSpMkLst>
            <pc:docMk/>
            <pc:sldMk cId="1721976728" sldId="282"/>
            <ac:cxnSpMk id="19" creationId="{D050D6C2-DE1E-623E-D2AA-25F2398F47A1}"/>
          </ac:cxnSpMkLst>
        </pc:cxnChg>
        <pc:cxnChg chg="add mod">
          <ac:chgData name="musukie52@gmail.com" userId="017bd91f96aa8751" providerId="LiveId" clId="{5B2C3894-F97E-4CAB-8812-5BB4D83AAC6A}" dt="2026-10-16T05:59:49.436" v="10410" actId="1038"/>
          <ac:cxnSpMkLst>
            <pc:docMk/>
            <pc:sldMk cId="1721976728" sldId="282"/>
            <ac:cxnSpMk id="25" creationId="{55041B0A-612D-5350-895E-5890479C5382}"/>
          </ac:cxnSpMkLst>
        </pc:cxnChg>
        <pc:cxnChg chg="add mod">
          <ac:chgData name="musukie52@gmail.com" userId="017bd91f96aa8751" providerId="LiveId" clId="{5B2C3894-F97E-4CAB-8812-5BB4D83AAC6A}" dt="2026-10-16T06:00:22.769" v="10433" actId="1038"/>
          <ac:cxnSpMkLst>
            <pc:docMk/>
            <pc:sldMk cId="1721976728" sldId="282"/>
            <ac:cxnSpMk id="31" creationId="{650708A8-88AF-1D21-A430-522BD0B19FAA}"/>
          </ac:cxnSpMkLst>
        </pc:cxnChg>
        <pc:cxnChg chg="add mod">
          <ac:chgData name="musukie52@gmail.com" userId="017bd91f96aa8751" providerId="LiveId" clId="{5B2C3894-F97E-4CAB-8812-5BB4D83AAC6A}" dt="2026-10-16T06:25:56.734" v="10793" actId="1037"/>
          <ac:cxnSpMkLst>
            <pc:docMk/>
            <pc:sldMk cId="1721976728" sldId="282"/>
            <ac:cxnSpMk id="37" creationId="{6A713842-0578-F1EC-216B-BC0ED197CF2C}"/>
          </ac:cxnSpMkLst>
        </pc:cxnChg>
        <pc:cxnChg chg="add mod">
          <ac:chgData name="musukie52@gmail.com" userId="017bd91f96aa8751" providerId="LiveId" clId="{5B2C3894-F97E-4CAB-8812-5BB4D83AAC6A}" dt="2026-10-16T06:44:41.463" v="10938" actId="1076"/>
          <ac:cxnSpMkLst>
            <pc:docMk/>
            <pc:sldMk cId="1721976728" sldId="282"/>
            <ac:cxnSpMk id="65" creationId="{919189E9-542E-22FB-2C94-A63AF1BD1F26}"/>
          </ac:cxnSpMkLst>
        </pc:cxnChg>
      </pc:sldChg>
      <pc:sldChg chg="addSp delSp modSp new mod">
        <pc:chgData name="musukie52@gmail.com" userId="017bd91f96aa8751" providerId="LiveId" clId="{5B2C3894-F97E-4CAB-8812-5BB4D83AAC6A}" dt="2026-10-17T15:08:23.856" v="17831" actId="20577"/>
        <pc:sldMkLst>
          <pc:docMk/>
          <pc:sldMk cId="1873389943" sldId="283"/>
        </pc:sldMkLst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3" creationId="{268CC40F-43B7-2F88-1B4E-345FA727DDBE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6" creationId="{7D511410-F0E4-B8A0-4C5A-C0570C0DF251}"/>
          </ac:spMkLst>
        </pc:spChg>
        <pc:spChg chg="add mod">
          <ac:chgData name="musukie52@gmail.com" userId="017bd91f96aa8751" providerId="LiveId" clId="{5B2C3894-F97E-4CAB-8812-5BB4D83AAC6A}" dt="2026-10-16T05:42:06.002" v="9880" actId="1036"/>
          <ac:spMkLst>
            <pc:docMk/>
            <pc:sldMk cId="1873389943" sldId="283"/>
            <ac:spMk id="7" creationId="{CC89D5E3-291A-A5D9-3FC1-62F5BAA1AF79}"/>
          </ac:spMkLst>
        </pc:spChg>
        <pc:spChg chg="add mod">
          <ac:chgData name="musukie52@gmail.com" userId="017bd91f96aa8751" providerId="LiveId" clId="{5B2C3894-F97E-4CAB-8812-5BB4D83AAC6A}" dt="2026-10-16T05:43:02.872" v="9884" actId="1076"/>
          <ac:spMkLst>
            <pc:docMk/>
            <pc:sldMk cId="1873389943" sldId="283"/>
            <ac:spMk id="9" creationId="{CF984707-3088-4D8D-426A-0C9605BEA85D}"/>
          </ac:spMkLst>
        </pc:spChg>
        <pc:spChg chg="add mod">
          <ac:chgData name="musukie52@gmail.com" userId="017bd91f96aa8751" providerId="LiveId" clId="{5B2C3894-F97E-4CAB-8812-5BB4D83AAC6A}" dt="2026-10-16T05:42:06.002" v="9880" actId="1036"/>
          <ac:spMkLst>
            <pc:docMk/>
            <pc:sldMk cId="1873389943" sldId="283"/>
            <ac:spMk id="11" creationId="{A082E7D8-36DE-640D-81CC-00E224449F4F}"/>
          </ac:spMkLst>
        </pc:spChg>
        <pc:spChg chg="add mod">
          <ac:chgData name="musukie52@gmail.com" userId="017bd91f96aa8751" providerId="LiveId" clId="{5B2C3894-F97E-4CAB-8812-5BB4D83AAC6A}" dt="2026-10-16T05:42:06.002" v="9880" actId="1036"/>
          <ac:spMkLst>
            <pc:docMk/>
            <pc:sldMk cId="1873389943" sldId="283"/>
            <ac:spMk id="13" creationId="{302C2C59-C94D-6354-0BF4-61D61909B524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14" creationId="{186331A8-6382-2709-18FD-8587163C7332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16" creationId="{FA8DCBFE-5F84-3285-A7C2-D322EDEC9013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18" creationId="{8D8417EB-39FB-0A64-6B6F-620CAE7DBC18}"/>
          </ac:spMkLst>
        </pc:spChg>
        <pc:spChg chg="add mod ord">
          <ac:chgData name="musukie52@gmail.com" userId="017bd91f96aa8751" providerId="LiveId" clId="{5B2C3894-F97E-4CAB-8812-5BB4D83AAC6A}" dt="2026-10-16T05:44:09.944" v="9898" actId="167"/>
          <ac:spMkLst>
            <pc:docMk/>
            <pc:sldMk cId="1873389943" sldId="283"/>
            <ac:spMk id="19" creationId="{52454496-C4A9-06A5-F832-C3452B17F802}"/>
          </ac:spMkLst>
        </pc:spChg>
        <pc:spChg chg="add mod">
          <ac:chgData name="musukie52@gmail.com" userId="017bd91f96aa8751" providerId="LiveId" clId="{5B2C3894-F97E-4CAB-8812-5BB4D83AAC6A}" dt="2026-10-16T05:51:30.863" v="10353" actId="1037"/>
          <ac:spMkLst>
            <pc:docMk/>
            <pc:sldMk cId="1873389943" sldId="283"/>
            <ac:spMk id="21" creationId="{9A6E6437-B49D-D658-E236-ADF8FCC1DA55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22" creationId="{AF617464-AEB9-4076-E72A-4F4EBA0EC45C}"/>
          </ac:spMkLst>
        </pc:spChg>
        <pc:spChg chg="add mod">
          <ac:chgData name="musukie52@gmail.com" userId="017bd91f96aa8751" providerId="LiveId" clId="{5B2C3894-F97E-4CAB-8812-5BB4D83AAC6A}" dt="2026-10-16T05:51:30.863" v="10353" actId="1037"/>
          <ac:spMkLst>
            <pc:docMk/>
            <pc:sldMk cId="1873389943" sldId="283"/>
            <ac:spMk id="23" creationId="{17177498-45E2-DF14-886F-F2C0B162FC98}"/>
          </ac:spMkLst>
        </pc:spChg>
        <pc:spChg chg="add mod">
          <ac:chgData name="musukie52@gmail.com" userId="017bd91f96aa8751" providerId="LiveId" clId="{5B2C3894-F97E-4CAB-8812-5BB4D83AAC6A}" dt="2026-10-16T05:51:50.244" v="10358" actId="1076"/>
          <ac:spMkLst>
            <pc:docMk/>
            <pc:sldMk cId="1873389943" sldId="283"/>
            <ac:spMk id="25" creationId="{18D31C82-C156-8BF6-645C-7E7645386FEC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26" creationId="{012344D8-A134-A19B-6B77-A6FFC6B5648B}"/>
          </ac:spMkLst>
        </pc:spChg>
        <pc:spChg chg="add mod">
          <ac:chgData name="musukie52@gmail.com" userId="017bd91f96aa8751" providerId="LiveId" clId="{5B2C3894-F97E-4CAB-8812-5BB4D83AAC6A}" dt="2026-10-16T05:51:50.244" v="10358" actId="1076"/>
          <ac:spMkLst>
            <pc:docMk/>
            <pc:sldMk cId="1873389943" sldId="283"/>
            <ac:spMk id="27" creationId="{45D3C041-4495-4DD8-6B13-EEA32C9C41A4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31" creationId="{B5D46567-F674-81DD-70DE-67747815493D}"/>
          </ac:spMkLst>
        </pc:spChg>
        <pc:spChg chg="add mod">
          <ac:chgData name="musukie52@gmail.com" userId="017bd91f96aa8751" providerId="LiveId" clId="{5B2C3894-F97E-4CAB-8812-5BB4D83AAC6A}" dt="2026-10-17T15:08:23.856" v="17831" actId="20577"/>
          <ac:spMkLst>
            <pc:docMk/>
            <pc:sldMk cId="1873389943" sldId="283"/>
            <ac:spMk id="32" creationId="{A254C4CB-E5D4-5864-5762-1FF5C13F6A35}"/>
          </ac:spMkLst>
        </pc:spChg>
        <pc:spChg chg="add mod">
          <ac:chgData name="musukie52@gmail.com" userId="017bd91f96aa8751" providerId="LiveId" clId="{5B2C3894-F97E-4CAB-8812-5BB4D83AAC6A}" dt="2026-10-16T05:51:30.863" v="10353" actId="1037"/>
          <ac:spMkLst>
            <pc:docMk/>
            <pc:sldMk cId="1873389943" sldId="283"/>
            <ac:spMk id="34" creationId="{864258C0-9135-9BA2-EE6D-439DCEF1C1C0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37" creationId="{8EC3BEAC-4672-0943-1153-B491995BAD40}"/>
          </ac:spMkLst>
        </pc:spChg>
        <pc:spChg chg="add">
          <ac:chgData name="musukie52@gmail.com" userId="017bd91f96aa8751" providerId="LiveId" clId="{5B2C3894-F97E-4CAB-8812-5BB4D83AAC6A}" dt="2026-10-16T06:15:12.849" v="10610" actId="22"/>
          <ac:spMkLst>
            <pc:docMk/>
            <pc:sldMk cId="1873389943" sldId="283"/>
            <ac:spMk id="39" creationId="{CA5658AE-2ECD-6D1F-8C67-E8F7C547FC89}"/>
          </ac:spMkLst>
        </pc:spChg>
        <pc:picChg chg="add mod modCrop">
          <ac:chgData name="musukie52@gmail.com" userId="017bd91f96aa8751" providerId="LiveId" clId="{5B2C3894-F97E-4CAB-8812-5BB4D83AAC6A}" dt="2026-10-16T05:43:23.475" v="9885" actId="732"/>
          <ac:picMkLst>
            <pc:docMk/>
            <pc:sldMk cId="1873389943" sldId="283"/>
            <ac:picMk id="5" creationId="{395DE32F-E4DD-C000-D585-4EBE2E5D12EB}"/>
          </ac:picMkLst>
        </pc:picChg>
      </pc:sldChg>
      <pc:sldChg chg="addSp delSp modSp add mod">
        <pc:chgData name="musukie52@gmail.com" userId="017bd91f96aa8751" providerId="LiveId" clId="{5B2C3894-F97E-4CAB-8812-5BB4D83AAC6A}" dt="2026-10-20T13:52:51.100" v="36164" actId="21"/>
        <pc:sldMkLst>
          <pc:docMk/>
          <pc:sldMk cId="3746318518" sldId="300"/>
        </pc:sldMkLst>
        <pc:spChg chg="add mod">
          <ac:chgData name="musukie52@gmail.com" userId="017bd91f96aa8751" providerId="LiveId" clId="{5B2C3894-F97E-4CAB-8812-5BB4D83AAC6A}" dt="2026-10-17T15:27:32.686" v="18267" actId="1076"/>
          <ac:spMkLst>
            <pc:docMk/>
            <pc:sldMk cId="3746318518" sldId="300"/>
            <ac:spMk id="3" creationId="{DECCEDA6-2248-BE5E-45CB-9D377EA4BFE8}"/>
          </ac:spMkLst>
        </pc:spChg>
        <pc:spChg chg="add mod ord">
          <ac:chgData name="musukie52@gmail.com" userId="017bd91f96aa8751" providerId="LiveId" clId="{5B2C3894-F97E-4CAB-8812-5BB4D83AAC6A}" dt="2026-10-17T15:27:37.726" v="18268" actId="1076"/>
          <ac:spMkLst>
            <pc:docMk/>
            <pc:sldMk cId="3746318518" sldId="300"/>
            <ac:spMk id="4" creationId="{B139DA04-0E14-3C90-32AB-1F6C1B4CD09D}"/>
          </ac:spMkLst>
        </pc:spChg>
        <pc:spChg chg="mod">
          <ac:chgData name="musukie52@gmail.com" userId="017bd91f96aa8751" providerId="LiveId" clId="{5B2C3894-F97E-4CAB-8812-5BB4D83AAC6A}" dt="2026-10-17T15:05:30.158" v="17768" actId="20577"/>
          <ac:spMkLst>
            <pc:docMk/>
            <pc:sldMk cId="3746318518" sldId="300"/>
            <ac:spMk id="5" creationId="{A0CCBEC7-41B9-2D1B-6770-99C4F4D789ED}"/>
          </ac:spMkLst>
        </pc:spChg>
        <pc:spChg chg="add del mod ord">
          <ac:chgData name="musukie52@gmail.com" userId="017bd91f96aa8751" providerId="LiveId" clId="{5B2C3894-F97E-4CAB-8812-5BB4D83AAC6A}" dt="2026-10-20T10:08:55.254" v="26517" actId="167"/>
          <ac:spMkLst>
            <pc:docMk/>
            <pc:sldMk cId="3746318518" sldId="300"/>
            <ac:spMk id="8" creationId="{1F771E45-906C-A1D9-A6F4-6A04BA265DD1}"/>
          </ac:spMkLst>
        </pc:spChg>
        <pc:spChg chg="add del mod">
          <ac:chgData name="musukie52@gmail.com" userId="017bd91f96aa8751" providerId="LiveId" clId="{5B2C3894-F97E-4CAB-8812-5BB4D83AAC6A}" dt="2026-10-20T10:08:52.482" v="26516" actId="478"/>
          <ac:spMkLst>
            <pc:docMk/>
            <pc:sldMk cId="3746318518" sldId="300"/>
            <ac:spMk id="9" creationId="{516C99AB-874A-1FD2-A9FD-2EEFA1AC4E88}"/>
          </ac:spMkLst>
        </pc:spChg>
        <pc:spChg chg="add del mod">
          <ac:chgData name="musukie52@gmail.com" userId="017bd91f96aa8751" providerId="LiveId" clId="{5B2C3894-F97E-4CAB-8812-5BB4D83AAC6A}" dt="2026-10-20T10:08:52.482" v="26516" actId="478"/>
          <ac:spMkLst>
            <pc:docMk/>
            <pc:sldMk cId="3746318518" sldId="300"/>
            <ac:spMk id="13" creationId="{D13B11DB-9996-031D-F3FD-A740AE8571DF}"/>
          </ac:spMkLst>
        </pc:spChg>
        <pc:spChg chg="add del mod">
          <ac:chgData name="musukie52@gmail.com" userId="017bd91f96aa8751" providerId="LiveId" clId="{5B2C3894-F97E-4CAB-8812-5BB4D83AAC6A}" dt="2026-10-20T10:08:52.482" v="26516" actId="478"/>
          <ac:spMkLst>
            <pc:docMk/>
            <pc:sldMk cId="3746318518" sldId="300"/>
            <ac:spMk id="15" creationId="{A1621609-6428-007A-E4B2-175E11D1D506}"/>
          </ac:spMkLst>
        </pc:spChg>
        <pc:spChg chg="add mod">
          <ac:chgData name="musukie52@gmail.com" userId="017bd91f96aa8751" providerId="LiveId" clId="{5B2C3894-F97E-4CAB-8812-5BB4D83AAC6A}" dt="2026-10-17T15:27:37.726" v="18268" actId="1076"/>
          <ac:spMkLst>
            <pc:docMk/>
            <pc:sldMk cId="3746318518" sldId="300"/>
            <ac:spMk id="16" creationId="{916E9066-CE00-4AD8-DB0F-47F6D4A29615}"/>
          </ac:spMkLst>
        </pc:spChg>
        <pc:spChg chg="add mod">
          <ac:chgData name="musukie52@gmail.com" userId="017bd91f96aa8751" providerId="LiveId" clId="{5B2C3894-F97E-4CAB-8812-5BB4D83AAC6A}" dt="2026-10-17T15:27:37.726" v="18268" actId="1076"/>
          <ac:spMkLst>
            <pc:docMk/>
            <pc:sldMk cId="3746318518" sldId="300"/>
            <ac:spMk id="18" creationId="{2E8F25D4-6EB3-324B-F7C2-AF97EA94390E}"/>
          </ac:spMkLst>
        </pc:spChg>
        <pc:spChg chg="add mod">
          <ac:chgData name="musukie52@gmail.com" userId="017bd91f96aa8751" providerId="LiveId" clId="{5B2C3894-F97E-4CAB-8812-5BB4D83AAC6A}" dt="2026-10-17T15:27:37.726" v="18268" actId="1076"/>
          <ac:spMkLst>
            <pc:docMk/>
            <pc:sldMk cId="3746318518" sldId="300"/>
            <ac:spMk id="19" creationId="{E4518E3E-DE5F-D7C3-B0FA-1E2CCB49A582}"/>
          </ac:spMkLst>
        </pc:spChg>
        <pc:spChg chg="add del mod">
          <ac:chgData name="musukie52@gmail.com" userId="017bd91f96aa8751" providerId="LiveId" clId="{5B2C3894-F97E-4CAB-8812-5BB4D83AAC6A}" dt="2026-10-20T10:08:52.482" v="26516" actId="478"/>
          <ac:spMkLst>
            <pc:docMk/>
            <pc:sldMk cId="3746318518" sldId="300"/>
            <ac:spMk id="20" creationId="{DED2F407-10E6-8ACF-1409-F332A15306BA}"/>
          </ac:spMkLst>
        </pc:spChg>
        <pc:spChg chg="add mod">
          <ac:chgData name="musukie52@gmail.com" userId="017bd91f96aa8751" providerId="LiveId" clId="{5B2C3894-F97E-4CAB-8812-5BB4D83AAC6A}" dt="2026-10-17T15:27:37.726" v="18268" actId="1076"/>
          <ac:spMkLst>
            <pc:docMk/>
            <pc:sldMk cId="3746318518" sldId="300"/>
            <ac:spMk id="21" creationId="{54F54ABF-C5DF-3E50-2C4C-44EFBAB0A734}"/>
          </ac:spMkLst>
        </pc:spChg>
        <pc:spChg chg="add del mod">
          <ac:chgData name="musukie52@gmail.com" userId="017bd91f96aa8751" providerId="LiveId" clId="{5B2C3894-F97E-4CAB-8812-5BB4D83AAC6A}" dt="2026-10-20T10:08:52.482" v="26516" actId="478"/>
          <ac:spMkLst>
            <pc:docMk/>
            <pc:sldMk cId="3746318518" sldId="300"/>
            <ac:spMk id="24" creationId="{7A53CA48-6B70-33D4-2327-05DE95CE189E}"/>
          </ac:spMkLst>
        </pc:spChg>
        <pc:spChg chg="add mod ord">
          <ac:chgData name="musukie52@gmail.com" userId="017bd91f96aa8751" providerId="LiveId" clId="{5B2C3894-F97E-4CAB-8812-5BB4D83AAC6A}" dt="2026-10-18T04:32:37.697" v="19479" actId="1076"/>
          <ac:spMkLst>
            <pc:docMk/>
            <pc:sldMk cId="3746318518" sldId="300"/>
            <ac:spMk id="25" creationId="{4D70BC99-5A1B-71B7-6C43-D066E964B90D}"/>
          </ac:spMkLst>
        </pc:spChg>
        <pc:spChg chg="add del mod">
          <ac:chgData name="musukie52@gmail.com" userId="017bd91f96aa8751" providerId="LiveId" clId="{5B2C3894-F97E-4CAB-8812-5BB4D83AAC6A}" dt="2026-10-20T10:08:52.482" v="26516" actId="478"/>
          <ac:spMkLst>
            <pc:docMk/>
            <pc:sldMk cId="3746318518" sldId="300"/>
            <ac:spMk id="27" creationId="{6F52B18E-EC55-3ED8-92CA-9D19DBA0725D}"/>
          </ac:spMkLst>
        </pc:spChg>
        <pc:spChg chg="add mod">
          <ac:chgData name="musukie52@gmail.com" userId="017bd91f96aa8751" providerId="LiveId" clId="{5B2C3894-F97E-4CAB-8812-5BB4D83AAC6A}" dt="2026-10-18T04:40:07.993" v="19803" actId="1035"/>
          <ac:spMkLst>
            <pc:docMk/>
            <pc:sldMk cId="3746318518" sldId="300"/>
            <ac:spMk id="29" creationId="{B46014DB-6AEA-D3A4-05BD-9085B23127D6}"/>
          </ac:spMkLst>
        </pc:spChg>
        <pc:spChg chg="add mod">
          <ac:chgData name="musukie52@gmail.com" userId="017bd91f96aa8751" providerId="LiveId" clId="{5B2C3894-F97E-4CAB-8812-5BB4D83AAC6A}" dt="2026-10-18T04:40:07.993" v="19803" actId="1035"/>
          <ac:spMkLst>
            <pc:docMk/>
            <pc:sldMk cId="3746318518" sldId="300"/>
            <ac:spMk id="32" creationId="{353C035D-0789-8C44-46CF-B7076069418A}"/>
          </ac:spMkLst>
        </pc:spChg>
        <pc:spChg chg="add mod">
          <ac:chgData name="musukie52@gmail.com" userId="017bd91f96aa8751" providerId="LiveId" clId="{5B2C3894-F97E-4CAB-8812-5BB4D83AAC6A}" dt="2026-10-18T04:32:37.697" v="19479" actId="1076"/>
          <ac:spMkLst>
            <pc:docMk/>
            <pc:sldMk cId="3746318518" sldId="300"/>
            <ac:spMk id="34" creationId="{46CC383B-67B1-6620-2A0B-384D5BF6C6B3}"/>
          </ac:spMkLst>
        </pc:spChg>
        <pc:spChg chg="add mod">
          <ac:chgData name="musukie52@gmail.com" userId="017bd91f96aa8751" providerId="LiveId" clId="{5B2C3894-F97E-4CAB-8812-5BB4D83AAC6A}" dt="2026-10-18T04:32:37.697" v="19479" actId="1076"/>
          <ac:spMkLst>
            <pc:docMk/>
            <pc:sldMk cId="3746318518" sldId="300"/>
            <ac:spMk id="37" creationId="{FE4848C1-3DF9-282E-7042-29BF600350E3}"/>
          </ac:spMkLst>
        </pc:spChg>
        <pc:spChg chg="add mod">
          <ac:chgData name="musukie52@gmail.com" userId="017bd91f96aa8751" providerId="LiveId" clId="{5B2C3894-F97E-4CAB-8812-5BB4D83AAC6A}" dt="2026-10-18T04:40:07.993" v="19803" actId="1035"/>
          <ac:spMkLst>
            <pc:docMk/>
            <pc:sldMk cId="3746318518" sldId="300"/>
            <ac:spMk id="38" creationId="{C05DEB59-99A5-858A-0BD0-D356C827772B}"/>
          </ac:spMkLst>
        </pc:spChg>
        <pc:spChg chg="add mod">
          <ac:chgData name="musukie52@gmail.com" userId="017bd91f96aa8751" providerId="LiveId" clId="{5B2C3894-F97E-4CAB-8812-5BB4D83AAC6A}" dt="2026-10-18T04:32:37.697" v="19479" actId="1076"/>
          <ac:spMkLst>
            <pc:docMk/>
            <pc:sldMk cId="3746318518" sldId="300"/>
            <ac:spMk id="39" creationId="{E9943A3F-1A01-A84B-CDB0-A9B1F7838974}"/>
          </ac:spMkLst>
        </pc:spChg>
        <pc:spChg chg="add mod">
          <ac:chgData name="musukie52@gmail.com" userId="017bd91f96aa8751" providerId="LiveId" clId="{5B2C3894-F97E-4CAB-8812-5BB4D83AAC6A}" dt="2026-10-20T09:27:05.653" v="25401" actId="20577"/>
          <ac:spMkLst>
            <pc:docMk/>
            <pc:sldMk cId="3746318518" sldId="300"/>
            <ac:spMk id="41" creationId="{29C1E580-5CC6-EA05-3CE5-F5001EB53FD7}"/>
          </ac:spMkLst>
        </pc:spChg>
        <pc:spChg chg="add mod">
          <ac:chgData name="musukie52@gmail.com" userId="017bd91f96aa8751" providerId="LiveId" clId="{5B2C3894-F97E-4CAB-8812-5BB4D83AAC6A}" dt="2026-10-18T04:40:07.993" v="19803" actId="1035"/>
          <ac:spMkLst>
            <pc:docMk/>
            <pc:sldMk cId="3746318518" sldId="300"/>
            <ac:spMk id="42" creationId="{EED19EC8-62D9-DE68-D5DA-D091D8DB3CBB}"/>
          </ac:spMkLst>
        </pc:spChg>
        <pc:spChg chg="add mod">
          <ac:chgData name="musukie52@gmail.com" userId="017bd91f96aa8751" providerId="LiveId" clId="{5B2C3894-F97E-4CAB-8812-5BB4D83AAC6A}" dt="2026-10-20T09:27:07.292" v="25402" actId="20577"/>
          <ac:spMkLst>
            <pc:docMk/>
            <pc:sldMk cId="3746318518" sldId="300"/>
            <ac:spMk id="43" creationId="{15121B0E-E894-4594-018E-9CE3EE34F824}"/>
          </ac:spMkLst>
        </pc:spChg>
        <pc:spChg chg="mod">
          <ac:chgData name="musukie52@gmail.com" userId="017bd91f96aa8751" providerId="LiveId" clId="{5B2C3894-F97E-4CAB-8812-5BB4D83AAC6A}" dt="2026-10-17T15:08:32.831" v="17833" actId="20577"/>
          <ac:spMkLst>
            <pc:docMk/>
            <pc:sldMk cId="3746318518" sldId="300"/>
            <ac:spMk id="44" creationId="{164F8428-2554-39CE-A593-B8F2E3F41ACF}"/>
          </ac:spMkLst>
        </pc:spChg>
        <pc:spChg chg="del">
          <ac:chgData name="musukie52@gmail.com" userId="017bd91f96aa8751" providerId="LiveId" clId="{5B2C3894-F97E-4CAB-8812-5BB4D83AAC6A}" dt="2026-10-20T10:13:51.890" v="26644" actId="478"/>
          <ac:spMkLst>
            <pc:docMk/>
            <pc:sldMk cId="3746318518" sldId="300"/>
            <ac:spMk id="48" creationId="{ED138941-CCE3-79F7-49E2-F4289038DC49}"/>
          </ac:spMkLst>
        </pc:spChg>
        <pc:spChg chg="del">
          <ac:chgData name="musukie52@gmail.com" userId="017bd91f96aa8751" providerId="LiveId" clId="{5B2C3894-F97E-4CAB-8812-5BB4D83AAC6A}" dt="2026-10-20T10:13:51.890" v="26644" actId="478"/>
          <ac:spMkLst>
            <pc:docMk/>
            <pc:sldMk cId="3746318518" sldId="300"/>
            <ac:spMk id="50" creationId="{BDEBD712-364F-3B08-8EC2-314B2427D5E3}"/>
          </ac:spMkLst>
        </pc:spChg>
        <pc:spChg chg="add mod">
          <ac:chgData name="musukie52@gmail.com" userId="017bd91f96aa8751" providerId="LiveId" clId="{5B2C3894-F97E-4CAB-8812-5BB4D83AAC6A}" dt="2026-10-18T04:39:15.208" v="19794" actId="207"/>
          <ac:spMkLst>
            <pc:docMk/>
            <pc:sldMk cId="3746318518" sldId="300"/>
            <ac:spMk id="51" creationId="{E4DCF3CA-9786-06A6-0D1E-484E2A72782F}"/>
          </ac:spMkLst>
        </pc:spChg>
        <pc:spChg chg="del">
          <ac:chgData name="musukie52@gmail.com" userId="017bd91f96aa8751" providerId="LiveId" clId="{5B2C3894-F97E-4CAB-8812-5BB4D83AAC6A}" dt="2026-10-20T10:13:51.890" v="26644" actId="478"/>
          <ac:spMkLst>
            <pc:docMk/>
            <pc:sldMk cId="3746318518" sldId="300"/>
            <ac:spMk id="52" creationId="{ADF6B529-3415-9D1E-DA9D-6D70FC96E23C}"/>
          </ac:spMkLst>
        </pc:spChg>
        <pc:spChg chg="add mod">
          <ac:chgData name="musukie52@gmail.com" userId="017bd91f96aa8751" providerId="LiveId" clId="{5B2C3894-F97E-4CAB-8812-5BB4D83AAC6A}" dt="2026-10-18T04:40:07.993" v="19803" actId="1035"/>
          <ac:spMkLst>
            <pc:docMk/>
            <pc:sldMk cId="3746318518" sldId="300"/>
            <ac:spMk id="53" creationId="{DA5D2F3D-FE25-A5E7-8158-6C7D56E62F57}"/>
          </ac:spMkLst>
        </pc:spChg>
        <pc:spChg chg="del">
          <ac:chgData name="musukie52@gmail.com" userId="017bd91f96aa8751" providerId="LiveId" clId="{5B2C3894-F97E-4CAB-8812-5BB4D83AAC6A}" dt="2026-10-20T10:13:51.890" v="26644" actId="478"/>
          <ac:spMkLst>
            <pc:docMk/>
            <pc:sldMk cId="3746318518" sldId="300"/>
            <ac:spMk id="54" creationId="{3EABAD76-BF97-418D-E74F-099E80860648}"/>
          </ac:spMkLst>
        </pc:spChg>
        <pc:spChg chg="add mod">
          <ac:chgData name="musukie52@gmail.com" userId="017bd91f96aa8751" providerId="LiveId" clId="{5B2C3894-F97E-4CAB-8812-5BB4D83AAC6A}" dt="2026-10-18T04:39:18.967" v="19795" actId="1076"/>
          <ac:spMkLst>
            <pc:docMk/>
            <pc:sldMk cId="3746318518" sldId="300"/>
            <ac:spMk id="55" creationId="{4BACDD44-6C53-55CF-A97C-FB2D8B75B9BE}"/>
          </ac:spMkLst>
        </pc:spChg>
        <pc:spChg chg="del">
          <ac:chgData name="musukie52@gmail.com" userId="017bd91f96aa8751" providerId="LiveId" clId="{5B2C3894-F97E-4CAB-8812-5BB4D83AAC6A}" dt="2026-10-20T10:13:51.890" v="26644" actId="478"/>
          <ac:spMkLst>
            <pc:docMk/>
            <pc:sldMk cId="3746318518" sldId="300"/>
            <ac:spMk id="56" creationId="{97BA4575-B021-408E-A9AF-CC5FD17B30C2}"/>
          </ac:spMkLst>
        </pc:spChg>
        <pc:spChg chg="add del mod">
          <ac:chgData name="musukie52@gmail.com" userId="017bd91f96aa8751" providerId="LiveId" clId="{5B2C3894-F97E-4CAB-8812-5BB4D83AAC6A}" dt="2026-10-20T13:52:51.100" v="36164" actId="21"/>
          <ac:spMkLst>
            <pc:docMk/>
            <pc:sldMk cId="3746318518" sldId="300"/>
            <ac:spMk id="57" creationId="{7F73B3E7-6C81-2D9D-C1F5-7328ED588CB0}"/>
          </ac:spMkLst>
        </pc:spChg>
        <pc:spChg chg="del">
          <ac:chgData name="musukie52@gmail.com" userId="017bd91f96aa8751" providerId="LiveId" clId="{5B2C3894-F97E-4CAB-8812-5BB4D83AAC6A}" dt="2026-10-20T10:13:51.890" v="26644" actId="478"/>
          <ac:spMkLst>
            <pc:docMk/>
            <pc:sldMk cId="3746318518" sldId="300"/>
            <ac:spMk id="58" creationId="{C94D366F-686C-1884-52C1-344053BE5556}"/>
          </ac:spMkLst>
        </pc:spChg>
        <pc:spChg chg="del">
          <ac:chgData name="musukie52@gmail.com" userId="017bd91f96aa8751" providerId="LiveId" clId="{5B2C3894-F97E-4CAB-8812-5BB4D83AAC6A}" dt="2026-10-20T10:13:51.890" v="26644" actId="478"/>
          <ac:spMkLst>
            <pc:docMk/>
            <pc:sldMk cId="3746318518" sldId="300"/>
            <ac:spMk id="60" creationId="{51E99FCF-6173-4490-6BD3-3BEE6065867F}"/>
          </ac:spMkLst>
        </pc:spChg>
        <pc:spChg chg="del">
          <ac:chgData name="musukie52@gmail.com" userId="017bd91f96aa8751" providerId="LiveId" clId="{5B2C3894-F97E-4CAB-8812-5BB4D83AAC6A}" dt="2026-10-20T10:13:51.890" v="26644" actId="478"/>
          <ac:spMkLst>
            <pc:docMk/>
            <pc:sldMk cId="3746318518" sldId="300"/>
            <ac:spMk id="62" creationId="{394EA931-42DB-ADA4-2716-BE43B51B23BC}"/>
          </ac:spMkLst>
        </pc:spChg>
        <pc:spChg chg="add mod">
          <ac:chgData name="musukie52@gmail.com" userId="017bd91f96aa8751" providerId="LiveId" clId="{5B2C3894-F97E-4CAB-8812-5BB4D83AAC6A}" dt="2026-10-18T06:31:22.355" v="21571" actId="20577"/>
          <ac:spMkLst>
            <pc:docMk/>
            <pc:sldMk cId="3746318518" sldId="300"/>
            <ac:spMk id="65" creationId="{B962EE41-0A55-4BA9-FC5F-CD589B44862A}"/>
          </ac:spMkLst>
        </pc:spChg>
        <pc:graphicFrameChg chg="add mod modGraphic">
          <ac:chgData name="musukie52@gmail.com" userId="017bd91f96aa8751" providerId="LiveId" clId="{5B2C3894-F97E-4CAB-8812-5BB4D83AAC6A}" dt="2026-10-20T10:16:38.369" v="26665"/>
          <ac:graphicFrameMkLst>
            <pc:docMk/>
            <pc:sldMk cId="3746318518" sldId="300"/>
            <ac:graphicFrameMk id="7" creationId="{FF2785D8-415A-E441-B7C9-E4976F6E3DB2}"/>
          </ac:graphicFrameMkLst>
        </pc:graphicFrameChg>
        <pc:picChg chg="add mod modCrop">
          <ac:chgData name="musukie52@gmail.com" userId="017bd91f96aa8751" providerId="LiveId" clId="{5B2C3894-F97E-4CAB-8812-5BB4D83AAC6A}" dt="2026-10-18T04:32:37.697" v="19479" actId="1076"/>
          <ac:picMkLst>
            <pc:docMk/>
            <pc:sldMk cId="3746318518" sldId="300"/>
            <ac:picMk id="31" creationId="{9904BFA6-BB79-A94F-0EC7-40E80C92AB03}"/>
          </ac:picMkLst>
        </pc:picChg>
        <pc:picChg chg="add mod modCrop">
          <ac:chgData name="musukie52@gmail.com" userId="017bd91f96aa8751" providerId="LiveId" clId="{5B2C3894-F97E-4CAB-8812-5BB4D83AAC6A}" dt="2026-10-18T04:32:37.697" v="19479" actId="1076"/>
          <ac:picMkLst>
            <pc:docMk/>
            <pc:sldMk cId="3746318518" sldId="300"/>
            <ac:picMk id="33" creationId="{F33E8FE5-41BA-2F5A-9505-145C8C6E075A}"/>
          </ac:picMkLst>
        </pc:picChg>
        <pc:cxnChg chg="add mod">
          <ac:chgData name="musukie52@gmail.com" userId="017bd91f96aa8751" providerId="LiveId" clId="{5B2C3894-F97E-4CAB-8812-5BB4D83AAC6A}" dt="2026-10-18T04:32:37.697" v="19479" actId="1076"/>
          <ac:cxnSpMkLst>
            <pc:docMk/>
            <pc:sldMk cId="3746318518" sldId="300"/>
            <ac:cxnSpMk id="22" creationId="{5862F1DF-434C-4316-BC55-4A0417DC3BB5}"/>
          </ac:cxnSpMkLst>
        </pc:cxnChg>
        <pc:cxnChg chg="add mod">
          <ac:chgData name="musukie52@gmail.com" userId="017bd91f96aa8751" providerId="LiveId" clId="{5B2C3894-F97E-4CAB-8812-5BB4D83AAC6A}" dt="2026-10-18T04:32:37.697" v="19479" actId="1076"/>
          <ac:cxnSpMkLst>
            <pc:docMk/>
            <pc:sldMk cId="3746318518" sldId="300"/>
            <ac:cxnSpMk id="35" creationId="{C169F0EC-69A0-991A-B43E-FA7D0F02E3A6}"/>
          </ac:cxnSpMkLst>
        </pc:cxnChg>
        <pc:cxnChg chg="mod">
          <ac:chgData name="musukie52@gmail.com" userId="017bd91f96aa8751" providerId="LiveId" clId="{5B2C3894-F97E-4CAB-8812-5BB4D83AAC6A}" dt="2026-10-17T15:08:32.831" v="17833" actId="20577"/>
          <ac:cxnSpMkLst>
            <pc:docMk/>
            <pc:sldMk cId="3746318518" sldId="300"/>
            <ac:cxnSpMk id="46" creationId="{146C40F3-FCEF-3FAB-FF2B-0326A0230013}"/>
          </ac:cxnSpMkLst>
        </pc:cxnChg>
        <pc:cxnChg chg="add mod">
          <ac:chgData name="musukie52@gmail.com" userId="017bd91f96aa8751" providerId="LiveId" clId="{5B2C3894-F97E-4CAB-8812-5BB4D83AAC6A}" dt="2026-10-18T04:32:58.793" v="19481" actId="1076"/>
          <ac:cxnSpMkLst>
            <pc:docMk/>
            <pc:sldMk cId="3746318518" sldId="300"/>
            <ac:cxnSpMk id="47" creationId="{24F6CB78-0ABD-179F-7C28-91324BA79434}"/>
          </ac:cxnSpMkLst>
        </pc:cxnChg>
        <pc:cxnChg chg="add mod">
          <ac:chgData name="musukie52@gmail.com" userId="017bd91f96aa8751" providerId="LiveId" clId="{5B2C3894-F97E-4CAB-8812-5BB4D83AAC6A}" dt="2026-10-18T04:39:41.661" v="19800" actId="1035"/>
          <ac:cxnSpMkLst>
            <pc:docMk/>
            <pc:sldMk cId="3746318518" sldId="300"/>
            <ac:cxnSpMk id="59" creationId="{20C83436-5C87-E9E0-4E2E-81DAB66E81A8}"/>
          </ac:cxnSpMkLst>
        </pc:cxnChg>
        <pc:cxnChg chg="add mod">
          <ac:chgData name="musukie52@gmail.com" userId="017bd91f96aa8751" providerId="LiveId" clId="{5B2C3894-F97E-4CAB-8812-5BB4D83AAC6A}" dt="2026-10-18T04:39:41.661" v="19800" actId="1035"/>
          <ac:cxnSpMkLst>
            <pc:docMk/>
            <pc:sldMk cId="3746318518" sldId="300"/>
            <ac:cxnSpMk id="61" creationId="{0833B09E-00F1-0E07-EED0-56B4B40107C1}"/>
          </ac:cxnSpMkLst>
        </pc:cxnChg>
        <pc:cxnChg chg="add mod">
          <ac:chgData name="musukie52@gmail.com" userId="017bd91f96aa8751" providerId="LiveId" clId="{5B2C3894-F97E-4CAB-8812-5BB4D83AAC6A}" dt="2026-10-18T04:39:41.661" v="19800" actId="1035"/>
          <ac:cxnSpMkLst>
            <pc:docMk/>
            <pc:sldMk cId="3746318518" sldId="300"/>
            <ac:cxnSpMk id="63" creationId="{B0C231ED-17AC-ADE7-F9E8-4338CDCFA3B1}"/>
          </ac:cxnSpMkLst>
        </pc:cxnChg>
      </pc:sldChg>
      <pc:sldChg chg="addSp delSp modSp add mod">
        <pc:chgData name="musukie52@gmail.com" userId="017bd91f96aa8751" providerId="LiveId" clId="{5B2C3894-F97E-4CAB-8812-5BB4D83AAC6A}" dt="2026-10-20T10:13:48.593" v="26643" actId="478"/>
        <pc:sldMkLst>
          <pc:docMk/>
          <pc:sldMk cId="2363351053" sldId="301"/>
        </pc:sldMkLst>
        <pc:spChg chg="mod">
          <ac:chgData name="musukie52@gmail.com" userId="017bd91f96aa8751" providerId="LiveId" clId="{5B2C3894-F97E-4CAB-8812-5BB4D83AAC6A}" dt="2026-10-18T04:41:27.054" v="19911" actId="20577"/>
          <ac:spMkLst>
            <pc:docMk/>
            <pc:sldMk cId="2363351053" sldId="301"/>
            <ac:spMk id="5" creationId="{FC66A49B-F892-2AE3-8770-1C19A99C1AC5}"/>
          </ac:spMkLst>
        </pc:spChg>
        <pc:spChg chg="add mod">
          <ac:chgData name="musukie52@gmail.com" userId="017bd91f96aa8751" providerId="LiveId" clId="{5B2C3894-F97E-4CAB-8812-5BB4D83AAC6A}" dt="2026-10-18T06:17:11.154" v="21451" actId="1076"/>
          <ac:spMkLst>
            <pc:docMk/>
            <pc:sldMk cId="2363351053" sldId="301"/>
            <ac:spMk id="6" creationId="{8FB64CC5-1D67-15D3-A2B9-2AF1DC274C94}"/>
          </ac:spMkLst>
        </pc:spChg>
        <pc:spChg chg="add mod">
          <ac:chgData name="musukie52@gmail.com" userId="017bd91f96aa8751" providerId="LiveId" clId="{5B2C3894-F97E-4CAB-8812-5BB4D83AAC6A}" dt="2026-10-18T06:17:11.154" v="21451" actId="1076"/>
          <ac:spMkLst>
            <pc:docMk/>
            <pc:sldMk cId="2363351053" sldId="301"/>
            <ac:spMk id="8" creationId="{F653D2B1-1103-34F9-C7AD-78A422CF9817}"/>
          </ac:spMkLst>
        </pc:spChg>
        <pc:spChg chg="add mod">
          <ac:chgData name="musukie52@gmail.com" userId="017bd91f96aa8751" providerId="LiveId" clId="{5B2C3894-F97E-4CAB-8812-5BB4D83AAC6A}" dt="2026-10-20T09:26:48.012" v="25400" actId="20577"/>
          <ac:spMkLst>
            <pc:docMk/>
            <pc:sldMk cId="2363351053" sldId="301"/>
            <ac:spMk id="12" creationId="{43C8CF91-D357-3A29-1759-A6F68DA72F43}"/>
          </ac:spMkLst>
        </pc:spChg>
        <pc:spChg chg="mod">
          <ac:chgData name="musukie52@gmail.com" userId="017bd91f96aa8751" providerId="LiveId" clId="{5B2C3894-F97E-4CAB-8812-5BB4D83AAC6A}" dt="2026-10-18T06:20:44.194" v="21505" actId="1076"/>
          <ac:spMkLst>
            <pc:docMk/>
            <pc:sldMk cId="2363351053" sldId="301"/>
            <ac:spMk id="16" creationId="{12000A8E-6F45-678C-EC49-62E01F5E420C}"/>
          </ac:spMkLst>
        </pc:spChg>
        <pc:spChg chg="add mod">
          <ac:chgData name="musukie52@gmail.com" userId="017bd91f96aa8751" providerId="LiveId" clId="{5B2C3894-F97E-4CAB-8812-5BB4D83AAC6A}" dt="2026-10-18T06:20:44.194" v="21505" actId="1076"/>
          <ac:spMkLst>
            <pc:docMk/>
            <pc:sldMk cId="2363351053" sldId="301"/>
            <ac:spMk id="18" creationId="{DA9EAA2F-3E6F-1A66-ECFB-E8F06D0B7E90}"/>
          </ac:spMkLst>
        </pc:spChg>
        <pc:spChg chg="add mod">
          <ac:chgData name="musukie52@gmail.com" userId="017bd91f96aa8751" providerId="LiveId" clId="{5B2C3894-F97E-4CAB-8812-5BB4D83AAC6A}" dt="2026-10-18T06:20:44.194" v="21505" actId="1076"/>
          <ac:spMkLst>
            <pc:docMk/>
            <pc:sldMk cId="2363351053" sldId="301"/>
            <ac:spMk id="22" creationId="{1D89F98C-E42B-743F-2A27-A5D97FE2E6CF}"/>
          </ac:spMkLst>
        </pc:spChg>
        <pc:spChg chg="mod">
          <ac:chgData name="musukie52@gmail.com" userId="017bd91f96aa8751" providerId="LiveId" clId="{5B2C3894-F97E-4CAB-8812-5BB4D83AAC6A}" dt="2026-10-18T06:55:40.809" v="21613" actId="2711"/>
          <ac:spMkLst>
            <pc:docMk/>
            <pc:sldMk cId="2363351053" sldId="301"/>
            <ac:spMk id="44" creationId="{4FFE0C4A-B6AE-196C-1A7F-F2D409C14907}"/>
          </ac:spMkLst>
        </pc:spChg>
        <pc:spChg chg="del">
          <ac:chgData name="musukie52@gmail.com" userId="017bd91f96aa8751" providerId="LiveId" clId="{5B2C3894-F97E-4CAB-8812-5BB4D83AAC6A}" dt="2026-10-20T10:13:48.593" v="26643" actId="478"/>
          <ac:spMkLst>
            <pc:docMk/>
            <pc:sldMk cId="2363351053" sldId="301"/>
            <ac:spMk id="48" creationId="{AD730C56-94DB-CD6B-938A-93E7D2930D10}"/>
          </ac:spMkLst>
        </pc:spChg>
        <pc:spChg chg="del mod">
          <ac:chgData name="musukie52@gmail.com" userId="017bd91f96aa8751" providerId="LiveId" clId="{5B2C3894-F97E-4CAB-8812-5BB4D83AAC6A}" dt="2026-10-20T10:13:48.593" v="26643" actId="478"/>
          <ac:spMkLst>
            <pc:docMk/>
            <pc:sldMk cId="2363351053" sldId="301"/>
            <ac:spMk id="50" creationId="{8CA8457C-45D7-2649-FFD8-E99A31DD6B82}"/>
          </ac:spMkLst>
        </pc:spChg>
        <pc:spChg chg="del">
          <ac:chgData name="musukie52@gmail.com" userId="017bd91f96aa8751" providerId="LiveId" clId="{5B2C3894-F97E-4CAB-8812-5BB4D83AAC6A}" dt="2026-10-20T10:13:48.593" v="26643" actId="478"/>
          <ac:spMkLst>
            <pc:docMk/>
            <pc:sldMk cId="2363351053" sldId="301"/>
            <ac:spMk id="52" creationId="{30C6613D-27AA-28EE-A0BC-00A4014CDE10}"/>
          </ac:spMkLst>
        </pc:spChg>
        <pc:spChg chg="del mod">
          <ac:chgData name="musukie52@gmail.com" userId="017bd91f96aa8751" providerId="LiveId" clId="{5B2C3894-F97E-4CAB-8812-5BB4D83AAC6A}" dt="2026-10-20T10:13:48.593" v="26643" actId="478"/>
          <ac:spMkLst>
            <pc:docMk/>
            <pc:sldMk cId="2363351053" sldId="301"/>
            <ac:spMk id="54" creationId="{2811905F-F451-CDF1-335E-D770F44911FC}"/>
          </ac:spMkLst>
        </pc:spChg>
        <pc:spChg chg="del">
          <ac:chgData name="musukie52@gmail.com" userId="017bd91f96aa8751" providerId="LiveId" clId="{5B2C3894-F97E-4CAB-8812-5BB4D83AAC6A}" dt="2026-10-20T10:13:48.593" v="26643" actId="478"/>
          <ac:spMkLst>
            <pc:docMk/>
            <pc:sldMk cId="2363351053" sldId="301"/>
            <ac:spMk id="56" creationId="{ACA4BC7F-E9FE-AE85-54BD-E12FD7F113E6}"/>
          </ac:spMkLst>
        </pc:spChg>
        <pc:spChg chg="del">
          <ac:chgData name="musukie52@gmail.com" userId="017bd91f96aa8751" providerId="LiveId" clId="{5B2C3894-F97E-4CAB-8812-5BB4D83AAC6A}" dt="2026-10-20T10:13:48.593" v="26643" actId="478"/>
          <ac:spMkLst>
            <pc:docMk/>
            <pc:sldMk cId="2363351053" sldId="301"/>
            <ac:spMk id="58" creationId="{51FE664B-A930-7D7E-3D74-16A660E1C28D}"/>
          </ac:spMkLst>
        </pc:spChg>
        <pc:spChg chg="del">
          <ac:chgData name="musukie52@gmail.com" userId="017bd91f96aa8751" providerId="LiveId" clId="{5B2C3894-F97E-4CAB-8812-5BB4D83AAC6A}" dt="2026-10-20T10:13:48.593" v="26643" actId="478"/>
          <ac:spMkLst>
            <pc:docMk/>
            <pc:sldMk cId="2363351053" sldId="301"/>
            <ac:spMk id="60" creationId="{082DE0ED-9D96-2B81-715D-566A67913726}"/>
          </ac:spMkLst>
        </pc:spChg>
        <pc:spChg chg="del mod">
          <ac:chgData name="musukie52@gmail.com" userId="017bd91f96aa8751" providerId="LiveId" clId="{5B2C3894-F97E-4CAB-8812-5BB4D83AAC6A}" dt="2026-10-20T10:13:48.593" v="26643" actId="478"/>
          <ac:spMkLst>
            <pc:docMk/>
            <pc:sldMk cId="2363351053" sldId="301"/>
            <ac:spMk id="62" creationId="{E244D753-5CED-950D-5132-8021FF18C83F}"/>
          </ac:spMkLst>
        </pc:spChg>
        <pc:spChg chg="del">
          <ac:chgData name="musukie52@gmail.com" userId="017bd91f96aa8751" providerId="LiveId" clId="{5B2C3894-F97E-4CAB-8812-5BB4D83AAC6A}" dt="2026-10-20T10:13:46.759" v="26642" actId="478"/>
          <ac:spMkLst>
            <pc:docMk/>
            <pc:sldMk cId="2363351053" sldId="301"/>
            <ac:spMk id="64" creationId="{704A64ED-684C-ED12-4455-7F57732D8300}"/>
          </ac:spMkLst>
        </pc:spChg>
        <pc:spChg chg="del mod">
          <ac:chgData name="musukie52@gmail.com" userId="017bd91f96aa8751" providerId="LiveId" clId="{5B2C3894-F97E-4CAB-8812-5BB4D83AAC6A}" dt="2026-10-20T10:13:46.759" v="26642" actId="478"/>
          <ac:spMkLst>
            <pc:docMk/>
            <pc:sldMk cId="2363351053" sldId="301"/>
            <ac:spMk id="66" creationId="{B3EFDA05-2B56-F6C8-D34B-7F2E74C19D6F}"/>
          </ac:spMkLst>
        </pc:spChg>
        <pc:spChg chg="del">
          <ac:chgData name="musukie52@gmail.com" userId="017bd91f96aa8751" providerId="LiveId" clId="{5B2C3894-F97E-4CAB-8812-5BB4D83AAC6A}" dt="2026-10-20T10:13:46.759" v="26642" actId="478"/>
          <ac:spMkLst>
            <pc:docMk/>
            <pc:sldMk cId="2363351053" sldId="301"/>
            <ac:spMk id="68" creationId="{C8F12D73-B565-B3D6-3661-A909CF1C5C24}"/>
          </ac:spMkLst>
        </pc:spChg>
        <pc:spChg chg="del mod">
          <ac:chgData name="musukie52@gmail.com" userId="017bd91f96aa8751" providerId="LiveId" clId="{5B2C3894-F97E-4CAB-8812-5BB4D83AAC6A}" dt="2026-10-20T10:13:46.759" v="26642" actId="478"/>
          <ac:spMkLst>
            <pc:docMk/>
            <pc:sldMk cId="2363351053" sldId="301"/>
            <ac:spMk id="70" creationId="{90428247-1E5E-AFB7-A1B1-480B4CF39E11}"/>
          </ac:spMkLst>
        </pc:spChg>
        <pc:spChg chg="add mod">
          <ac:chgData name="musukie52@gmail.com" userId="017bd91f96aa8751" providerId="LiveId" clId="{5B2C3894-F97E-4CAB-8812-5BB4D83AAC6A}" dt="2026-10-18T06:20:44.194" v="21505" actId="1076"/>
          <ac:spMkLst>
            <pc:docMk/>
            <pc:sldMk cId="2363351053" sldId="301"/>
            <ac:spMk id="71" creationId="{D617CEA6-9DF6-C741-A3D9-8A826F205F6E}"/>
          </ac:spMkLst>
        </pc:spChg>
        <pc:spChg chg="del">
          <ac:chgData name="musukie52@gmail.com" userId="017bd91f96aa8751" providerId="LiveId" clId="{5B2C3894-F97E-4CAB-8812-5BB4D83AAC6A}" dt="2026-10-20T10:13:46.759" v="26642" actId="478"/>
          <ac:spMkLst>
            <pc:docMk/>
            <pc:sldMk cId="2363351053" sldId="301"/>
            <ac:spMk id="72" creationId="{AA618DF3-56CA-34DC-8F98-00D67D5E547C}"/>
          </ac:spMkLst>
        </pc:spChg>
        <pc:spChg chg="del">
          <ac:chgData name="musukie52@gmail.com" userId="017bd91f96aa8751" providerId="LiveId" clId="{5B2C3894-F97E-4CAB-8812-5BB4D83AAC6A}" dt="2026-10-20T10:13:46.759" v="26642" actId="478"/>
          <ac:spMkLst>
            <pc:docMk/>
            <pc:sldMk cId="2363351053" sldId="301"/>
            <ac:spMk id="74" creationId="{FE8A7D9F-B66C-E560-6AD1-583E661BED59}"/>
          </ac:spMkLst>
        </pc:spChg>
        <pc:spChg chg="add mod">
          <ac:chgData name="musukie52@gmail.com" userId="017bd91f96aa8751" providerId="LiveId" clId="{5B2C3894-F97E-4CAB-8812-5BB4D83AAC6A}" dt="2026-10-18T06:17:11.154" v="21451" actId="1076"/>
          <ac:spMkLst>
            <pc:docMk/>
            <pc:sldMk cId="2363351053" sldId="301"/>
            <ac:spMk id="75" creationId="{EBF0E27C-702B-A004-F0BF-AE6FF496EEB3}"/>
          </ac:spMkLst>
        </pc:spChg>
        <pc:spChg chg="del">
          <ac:chgData name="musukie52@gmail.com" userId="017bd91f96aa8751" providerId="LiveId" clId="{5B2C3894-F97E-4CAB-8812-5BB4D83AAC6A}" dt="2026-10-20T10:13:46.759" v="26642" actId="478"/>
          <ac:spMkLst>
            <pc:docMk/>
            <pc:sldMk cId="2363351053" sldId="301"/>
            <ac:spMk id="76" creationId="{6CC1B5A4-2EFA-3AE2-B31C-23102790039A}"/>
          </ac:spMkLst>
        </pc:spChg>
        <pc:spChg chg="add mod">
          <ac:chgData name="musukie52@gmail.com" userId="017bd91f96aa8751" providerId="LiveId" clId="{5B2C3894-F97E-4CAB-8812-5BB4D83AAC6A}" dt="2026-10-18T06:17:11.154" v="21451" actId="1076"/>
          <ac:spMkLst>
            <pc:docMk/>
            <pc:sldMk cId="2363351053" sldId="301"/>
            <ac:spMk id="78" creationId="{1B064052-57FF-6BE3-49FB-D15AB6CFDB5C}"/>
          </ac:spMkLst>
        </pc:spChg>
        <pc:spChg chg="add mod">
          <ac:chgData name="musukie52@gmail.com" userId="017bd91f96aa8751" providerId="LiveId" clId="{5B2C3894-F97E-4CAB-8812-5BB4D83AAC6A}" dt="2026-10-18T06:20:44.194" v="21505" actId="1076"/>
          <ac:spMkLst>
            <pc:docMk/>
            <pc:sldMk cId="2363351053" sldId="301"/>
            <ac:spMk id="80" creationId="{736F3A36-0B09-77ED-F8A2-732A55081857}"/>
          </ac:spMkLst>
        </pc:spChg>
        <pc:spChg chg="add mod">
          <ac:chgData name="musukie52@gmail.com" userId="017bd91f96aa8751" providerId="LiveId" clId="{5B2C3894-F97E-4CAB-8812-5BB4D83AAC6A}" dt="2026-10-18T06:18:40.403" v="21476" actId="1076"/>
          <ac:spMkLst>
            <pc:docMk/>
            <pc:sldMk cId="2363351053" sldId="301"/>
            <ac:spMk id="92" creationId="{9152AECD-EF7D-98AF-A87D-9D11AF9080F0}"/>
          </ac:spMkLst>
        </pc:spChg>
        <pc:spChg chg="add mod">
          <ac:chgData name="musukie52@gmail.com" userId="017bd91f96aa8751" providerId="LiveId" clId="{5B2C3894-F97E-4CAB-8812-5BB4D83AAC6A}" dt="2026-10-18T06:20:44.194" v="21505" actId="1076"/>
          <ac:spMkLst>
            <pc:docMk/>
            <pc:sldMk cId="2363351053" sldId="301"/>
            <ac:spMk id="93" creationId="{D621EA26-A9CB-6C8B-32D2-382D1A339918}"/>
          </ac:spMkLst>
        </pc:spChg>
        <pc:spChg chg="add mod">
          <ac:chgData name="musukie52@gmail.com" userId="017bd91f96aa8751" providerId="LiveId" clId="{5B2C3894-F97E-4CAB-8812-5BB4D83AAC6A}" dt="2026-10-18T06:20:44.194" v="21505" actId="1076"/>
          <ac:spMkLst>
            <pc:docMk/>
            <pc:sldMk cId="2363351053" sldId="301"/>
            <ac:spMk id="129" creationId="{8BFE3919-8062-9BE4-4794-37404A564527}"/>
          </ac:spMkLst>
        </pc:spChg>
        <pc:spChg chg="add mod">
          <ac:chgData name="musukie52@gmail.com" userId="017bd91f96aa8751" providerId="LiveId" clId="{5B2C3894-F97E-4CAB-8812-5BB4D83AAC6A}" dt="2026-10-18T06:20:44.194" v="21505" actId="1076"/>
          <ac:spMkLst>
            <pc:docMk/>
            <pc:sldMk cId="2363351053" sldId="301"/>
            <ac:spMk id="131" creationId="{4CA3549B-B494-A4C6-02F1-795976E18E14}"/>
          </ac:spMkLst>
        </pc:spChg>
        <pc:spChg chg="add mod">
          <ac:chgData name="musukie52@gmail.com" userId="017bd91f96aa8751" providerId="LiveId" clId="{5B2C3894-F97E-4CAB-8812-5BB4D83AAC6A}" dt="2026-10-20T09:26:38.701" v="25398" actId="20577"/>
          <ac:spMkLst>
            <pc:docMk/>
            <pc:sldMk cId="2363351053" sldId="301"/>
            <ac:spMk id="136" creationId="{D21FA53C-FB07-DF72-9B27-9A23DA5E19BB}"/>
          </ac:spMkLst>
        </pc:spChg>
        <pc:spChg chg="add mod">
          <ac:chgData name="musukie52@gmail.com" userId="017bd91f96aa8751" providerId="LiveId" clId="{5B2C3894-F97E-4CAB-8812-5BB4D83AAC6A}" dt="2026-10-18T06:19:48.596" v="21485" actId="1076"/>
          <ac:spMkLst>
            <pc:docMk/>
            <pc:sldMk cId="2363351053" sldId="301"/>
            <ac:spMk id="140" creationId="{27194832-D6E3-0B10-DE91-4709B09F2612}"/>
          </ac:spMkLst>
        </pc:spChg>
        <pc:spChg chg="add mod">
          <ac:chgData name="musukie52@gmail.com" userId="017bd91f96aa8751" providerId="LiveId" clId="{5B2C3894-F97E-4CAB-8812-5BB4D83AAC6A}" dt="2026-10-18T06:31:25.965" v="21574" actId="20577"/>
          <ac:spMkLst>
            <pc:docMk/>
            <pc:sldMk cId="2363351053" sldId="301"/>
            <ac:spMk id="147" creationId="{E111AAE1-804F-0868-697A-2F3E2E18D401}"/>
          </ac:spMkLst>
        </pc:spChg>
        <pc:picChg chg="mod topLvl">
          <ac:chgData name="musukie52@gmail.com" userId="017bd91f96aa8751" providerId="LiveId" clId="{5B2C3894-F97E-4CAB-8812-5BB4D83AAC6A}" dt="2026-10-18T06:19:59.620" v="21494" actId="1035"/>
          <ac:picMkLst>
            <pc:docMk/>
            <pc:sldMk cId="2363351053" sldId="301"/>
            <ac:picMk id="53" creationId="{D0CCDDBD-43FE-5AD1-944F-1835E4CF6359}"/>
          </ac:picMkLst>
        </pc:picChg>
        <pc:picChg chg="mod topLvl">
          <ac:chgData name="musukie52@gmail.com" userId="017bd91f96aa8751" providerId="LiveId" clId="{5B2C3894-F97E-4CAB-8812-5BB4D83AAC6A}" dt="2026-10-18T05:13:47.640" v="20737" actId="1076"/>
          <ac:picMkLst>
            <pc:docMk/>
            <pc:sldMk cId="2363351053" sldId="301"/>
            <ac:picMk id="55" creationId="{BB6FBDA4-84AF-7A8E-1B1C-17415A9BB819}"/>
          </ac:picMkLst>
        </pc:picChg>
        <pc:picChg chg="mod topLvl">
          <ac:chgData name="musukie52@gmail.com" userId="017bd91f96aa8751" providerId="LiveId" clId="{5B2C3894-F97E-4CAB-8812-5BB4D83AAC6A}" dt="2026-10-18T05:14:00.677" v="20740" actId="1076"/>
          <ac:picMkLst>
            <pc:docMk/>
            <pc:sldMk cId="2363351053" sldId="301"/>
            <ac:picMk id="57" creationId="{78B37CA1-B246-9173-CBFE-D01DF5F8FA86}"/>
          </ac:picMkLst>
        </pc:picChg>
        <pc:picChg chg="mod topLvl">
          <ac:chgData name="musukie52@gmail.com" userId="017bd91f96aa8751" providerId="LiveId" clId="{5B2C3894-F97E-4CAB-8812-5BB4D83AAC6A}" dt="2026-10-18T05:13:41.191" v="20736" actId="1076"/>
          <ac:picMkLst>
            <pc:docMk/>
            <pc:sldMk cId="2363351053" sldId="301"/>
            <ac:picMk id="59" creationId="{92CC064D-A94E-4F5C-3367-F7D7D0A20168}"/>
          </ac:picMkLst>
        </pc:picChg>
        <pc:picChg chg="mod topLvl">
          <ac:chgData name="musukie52@gmail.com" userId="017bd91f96aa8751" providerId="LiveId" clId="{5B2C3894-F97E-4CAB-8812-5BB4D83AAC6A}" dt="2026-10-18T05:20:30.391" v="20889" actId="1076"/>
          <ac:picMkLst>
            <pc:docMk/>
            <pc:sldMk cId="2363351053" sldId="301"/>
            <ac:picMk id="61" creationId="{F9C533F6-246F-DD80-4362-C7D55593BEDB}"/>
          </ac:picMkLst>
        </pc:picChg>
        <pc:picChg chg="add mod modCrop">
          <ac:chgData name="musukie52@gmail.com" userId="017bd91f96aa8751" providerId="LiveId" clId="{5B2C3894-F97E-4CAB-8812-5BB4D83AAC6A}" dt="2026-10-18T06:19:32.464" v="21482" actId="732"/>
          <ac:picMkLst>
            <pc:docMk/>
            <pc:sldMk cId="2363351053" sldId="301"/>
            <ac:picMk id="134" creationId="{DF3DEF39-4572-00F3-C7CD-0DD164448CF0}"/>
          </ac:picMkLst>
        </pc:picChg>
        <pc:picChg chg="add">
          <ac:chgData name="musukie52@gmail.com" userId="017bd91f96aa8751" providerId="LiveId" clId="{5B2C3894-F97E-4CAB-8812-5BB4D83AAC6A}" dt="2026-10-18T06:15:31.626" v="21445" actId="22"/>
          <ac:picMkLst>
            <pc:docMk/>
            <pc:sldMk cId="2363351053" sldId="301"/>
            <ac:picMk id="138" creationId="{D98691ED-92F4-F650-7AEB-FB9D8F1BDE15}"/>
          </ac:picMkLst>
        </pc:picChg>
        <pc:cxnChg chg="mod">
          <ac:chgData name="musukie52@gmail.com" userId="017bd91f96aa8751" providerId="LiveId" clId="{5B2C3894-F97E-4CAB-8812-5BB4D83AAC6A}" dt="2026-10-18T04:41:15.838" v="19825" actId="20577"/>
          <ac:cxnSpMkLst>
            <pc:docMk/>
            <pc:sldMk cId="2363351053" sldId="301"/>
            <ac:cxnSpMk id="46" creationId="{C1566634-B2F9-0728-8DCA-00AC418E227F}"/>
          </ac:cxnSpMkLst>
        </pc:cxnChg>
        <pc:cxnChg chg="add mod">
          <ac:chgData name="musukie52@gmail.com" userId="017bd91f96aa8751" providerId="LiveId" clId="{5B2C3894-F97E-4CAB-8812-5BB4D83AAC6A}" dt="2026-10-18T05:58:18.242" v="21336" actId="1076"/>
          <ac:cxnSpMkLst>
            <pc:docMk/>
            <pc:sldMk cId="2363351053" sldId="301"/>
            <ac:cxnSpMk id="82" creationId="{B7A9D5B9-D839-8A7B-9F8F-D17566D148DD}"/>
          </ac:cxnSpMkLst>
        </pc:cxnChg>
        <pc:cxnChg chg="add mod">
          <ac:chgData name="musukie52@gmail.com" userId="017bd91f96aa8751" providerId="LiveId" clId="{5B2C3894-F97E-4CAB-8812-5BB4D83AAC6A}" dt="2026-10-18T05:55:46.650" v="21297" actId="692"/>
          <ac:cxnSpMkLst>
            <pc:docMk/>
            <pc:sldMk cId="2363351053" sldId="301"/>
            <ac:cxnSpMk id="84" creationId="{F61FF51A-FDB9-D3B4-5CF2-0ADB7C65148A}"/>
          </ac:cxnSpMkLst>
        </pc:cxnChg>
        <pc:cxnChg chg="add mod">
          <ac:chgData name="musukie52@gmail.com" userId="017bd91f96aa8751" providerId="LiveId" clId="{5B2C3894-F97E-4CAB-8812-5BB4D83AAC6A}" dt="2026-10-18T06:19:09.401" v="21481" actId="1076"/>
          <ac:cxnSpMkLst>
            <pc:docMk/>
            <pc:sldMk cId="2363351053" sldId="301"/>
            <ac:cxnSpMk id="90" creationId="{D2AFEAD3-BF53-DC61-76DF-576755C1079D}"/>
          </ac:cxnSpMkLst>
        </pc:cxnChg>
        <pc:cxnChg chg="add mod">
          <ac:chgData name="musukie52@gmail.com" userId="017bd91f96aa8751" providerId="LiveId" clId="{5B2C3894-F97E-4CAB-8812-5BB4D83AAC6A}" dt="2026-10-18T05:58:40.173" v="21342" actId="1076"/>
          <ac:cxnSpMkLst>
            <pc:docMk/>
            <pc:sldMk cId="2363351053" sldId="301"/>
            <ac:cxnSpMk id="95" creationId="{4906EA70-3C81-4269-ED35-D1C813A61B45}"/>
          </ac:cxnSpMkLst>
        </pc:cxnChg>
        <pc:cxnChg chg="add mod">
          <ac:chgData name="musukie52@gmail.com" userId="017bd91f96aa8751" providerId="LiveId" clId="{5B2C3894-F97E-4CAB-8812-5BB4D83AAC6A}" dt="2026-10-18T06:03:18.768" v="21356" actId="14100"/>
          <ac:cxnSpMkLst>
            <pc:docMk/>
            <pc:sldMk cId="2363351053" sldId="301"/>
            <ac:cxnSpMk id="96" creationId="{EB101C80-3A1B-E370-85E5-143A459E7D30}"/>
          </ac:cxnSpMkLst>
        </pc:cxnChg>
        <pc:cxnChg chg="add mod">
          <ac:chgData name="musukie52@gmail.com" userId="017bd91f96aa8751" providerId="LiveId" clId="{5B2C3894-F97E-4CAB-8812-5BB4D83AAC6A}" dt="2026-10-18T06:04:33.102" v="21369" actId="14100"/>
          <ac:cxnSpMkLst>
            <pc:docMk/>
            <pc:sldMk cId="2363351053" sldId="301"/>
            <ac:cxnSpMk id="102" creationId="{02838520-DD1B-9349-4C8E-28CDF7790069}"/>
          </ac:cxnSpMkLst>
        </pc:cxnChg>
        <pc:cxnChg chg="add mod">
          <ac:chgData name="musukie52@gmail.com" userId="017bd91f96aa8751" providerId="LiveId" clId="{5B2C3894-F97E-4CAB-8812-5BB4D83AAC6A}" dt="2026-10-18T06:07:28.313" v="21373" actId="14100"/>
          <ac:cxnSpMkLst>
            <pc:docMk/>
            <pc:sldMk cId="2363351053" sldId="301"/>
            <ac:cxnSpMk id="103" creationId="{F0213AFE-C515-696A-A8D0-254B82D0B2D8}"/>
          </ac:cxnSpMkLst>
        </pc:cxnChg>
        <pc:cxnChg chg="add mod">
          <ac:chgData name="musukie52@gmail.com" userId="017bd91f96aa8751" providerId="LiveId" clId="{5B2C3894-F97E-4CAB-8812-5BB4D83AAC6A}" dt="2026-10-18T06:08:11.068" v="21389" actId="692"/>
          <ac:cxnSpMkLst>
            <pc:docMk/>
            <pc:sldMk cId="2363351053" sldId="301"/>
            <ac:cxnSpMk id="114" creationId="{4505790C-E7A6-3A80-D22C-D178900BCF88}"/>
          </ac:cxnSpMkLst>
        </pc:cxnChg>
        <pc:cxnChg chg="add mod">
          <ac:chgData name="musukie52@gmail.com" userId="017bd91f96aa8751" providerId="LiveId" clId="{5B2C3894-F97E-4CAB-8812-5BB4D83AAC6A}" dt="2026-10-18T06:08:11.068" v="21389" actId="692"/>
          <ac:cxnSpMkLst>
            <pc:docMk/>
            <pc:sldMk cId="2363351053" sldId="301"/>
            <ac:cxnSpMk id="115" creationId="{B8C31184-2528-15E0-0424-DF3C220BE5B1}"/>
          </ac:cxnSpMkLst>
        </pc:cxnChg>
        <pc:cxnChg chg="add mod">
          <ac:chgData name="musukie52@gmail.com" userId="017bd91f96aa8751" providerId="LiveId" clId="{5B2C3894-F97E-4CAB-8812-5BB4D83AAC6A}" dt="2026-10-18T06:19:59.620" v="21494" actId="1035"/>
          <ac:cxnSpMkLst>
            <pc:docMk/>
            <pc:sldMk cId="2363351053" sldId="301"/>
            <ac:cxnSpMk id="120" creationId="{2C92E937-771E-9E66-FB66-E7CD19488B44}"/>
          </ac:cxnSpMkLst>
        </pc:cxnChg>
        <pc:cxnChg chg="add del mod">
          <ac:chgData name="musukie52@gmail.com" userId="017bd91f96aa8751" providerId="LiveId" clId="{5B2C3894-F97E-4CAB-8812-5BB4D83AAC6A}" dt="2026-10-18T06:19:59.620" v="21494" actId="1035"/>
          <ac:cxnSpMkLst>
            <pc:docMk/>
            <pc:sldMk cId="2363351053" sldId="301"/>
            <ac:cxnSpMk id="121" creationId="{A484B49E-7E0C-7D33-2439-9D76208685D1}"/>
          </ac:cxnSpMkLst>
        </pc:cxnChg>
      </pc:sldChg>
      <pc:sldChg chg="addSp delSp modSp add mod">
        <pc:chgData name="musukie52@gmail.com" userId="017bd91f96aa8751" providerId="LiveId" clId="{5B2C3894-F97E-4CAB-8812-5BB4D83AAC6A}" dt="2026-10-20T10:13:43.070" v="26641" actId="478"/>
        <pc:sldMkLst>
          <pc:docMk/>
          <pc:sldMk cId="2134184572" sldId="302"/>
        </pc:sldMkLst>
        <pc:spChg chg="add del mod">
          <ac:chgData name="musukie52@gmail.com" userId="017bd91f96aa8751" providerId="LiveId" clId="{5B2C3894-F97E-4CAB-8812-5BB4D83AAC6A}" dt="2026-10-20T07:34:17.949" v="24118" actId="21"/>
          <ac:spMkLst>
            <pc:docMk/>
            <pc:sldMk cId="2134184572" sldId="302"/>
            <ac:spMk id="2" creationId="{C823222B-A1CB-38E7-E20D-D9562B1D650F}"/>
          </ac:spMkLst>
        </pc:spChg>
        <pc:spChg chg="add mod">
          <ac:chgData name="musukie52@gmail.com" userId="017bd91f96aa8751" providerId="LiveId" clId="{5B2C3894-F97E-4CAB-8812-5BB4D83AAC6A}" dt="2026-10-18T06:31:30.670" v="21578" actId="20577"/>
          <ac:spMkLst>
            <pc:docMk/>
            <pc:sldMk cId="2134184572" sldId="302"/>
            <ac:spMk id="3" creationId="{20694B38-7671-A8D5-00ED-420194204A44}"/>
          </ac:spMkLst>
        </pc:spChg>
        <pc:spChg chg="add del mod">
          <ac:chgData name="musukie52@gmail.com" userId="017bd91f96aa8751" providerId="LiveId" clId="{5B2C3894-F97E-4CAB-8812-5BB4D83AAC6A}" dt="2026-10-20T03:40:11.036" v="23727" actId="21"/>
          <ac:spMkLst>
            <pc:docMk/>
            <pc:sldMk cId="2134184572" sldId="302"/>
            <ac:spMk id="4" creationId="{8BE7B57F-AD75-2E49-F530-7204503DD780}"/>
          </ac:spMkLst>
        </pc:spChg>
        <pc:spChg chg="mod">
          <ac:chgData name="musukie52@gmail.com" userId="017bd91f96aa8751" providerId="LiveId" clId="{5B2C3894-F97E-4CAB-8812-5BB4D83AAC6A}" dt="2026-10-20T07:29:20.249" v="24067" actId="6549"/>
          <ac:spMkLst>
            <pc:docMk/>
            <pc:sldMk cId="2134184572" sldId="302"/>
            <ac:spMk id="5" creationId="{26194C0D-581B-0D5D-E849-0321B071B9EF}"/>
          </ac:spMkLst>
        </pc:spChg>
        <pc:spChg chg="add del mod">
          <ac:chgData name="musukie52@gmail.com" userId="017bd91f96aa8751" providerId="LiveId" clId="{5B2C3894-F97E-4CAB-8812-5BB4D83AAC6A}" dt="2026-10-20T07:34:03.106" v="24113" actId="21"/>
          <ac:spMkLst>
            <pc:docMk/>
            <pc:sldMk cId="2134184572" sldId="302"/>
            <ac:spMk id="7" creationId="{2D3D31C4-390A-3FAA-D4C4-268FC7B6B73A}"/>
          </ac:spMkLst>
        </pc:spChg>
        <pc:spChg chg="add del mod">
          <ac:chgData name="musukie52@gmail.com" userId="017bd91f96aa8751" providerId="LiveId" clId="{5B2C3894-F97E-4CAB-8812-5BB4D83AAC6A}" dt="2026-10-20T02:58:59.795" v="22646"/>
          <ac:spMkLst>
            <pc:docMk/>
            <pc:sldMk cId="2134184572" sldId="302"/>
            <ac:spMk id="7" creationId="{9FB8C50F-DA10-B99D-5699-765CA15C31B5}"/>
          </ac:spMkLst>
        </pc:spChg>
        <pc:spChg chg="add del mo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8" creationId="{8D209966-A15D-AC91-D420-A2B2EB167C4C}"/>
          </ac:spMkLst>
        </pc:spChg>
        <pc:spChg chg="add del mod or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9" creationId="{A91D7E4C-4A07-AE4C-BA55-DDCBEED6BC23}"/>
          </ac:spMkLst>
        </pc:spChg>
        <pc:spChg chg="add del mod">
          <ac:chgData name="musukie52@gmail.com" userId="017bd91f96aa8751" providerId="LiveId" clId="{5B2C3894-F97E-4CAB-8812-5BB4D83AAC6A}" dt="2026-10-20T07:34:17.949" v="24118" actId="21"/>
          <ac:spMkLst>
            <pc:docMk/>
            <pc:sldMk cId="2134184572" sldId="302"/>
            <ac:spMk id="9" creationId="{BC0D286C-6E79-7BEF-55DA-7C5EEF3DDD3F}"/>
          </ac:spMkLst>
        </pc:spChg>
        <pc:spChg chg="add del mod">
          <ac:chgData name="musukie52@gmail.com" userId="017bd91f96aa8751" providerId="LiveId" clId="{5B2C3894-F97E-4CAB-8812-5BB4D83AAC6A}" dt="2026-10-20T02:58:59.795" v="22648"/>
          <ac:spMkLst>
            <pc:docMk/>
            <pc:sldMk cId="2134184572" sldId="302"/>
            <ac:spMk id="11" creationId="{4882C29F-4967-FB7F-C9B1-D0CA3EFB756E}"/>
          </ac:spMkLst>
        </pc:spChg>
        <pc:spChg chg="add del mod">
          <ac:chgData name="musukie52@gmail.com" userId="017bd91f96aa8751" providerId="LiveId" clId="{5B2C3894-F97E-4CAB-8812-5BB4D83AAC6A}" dt="2026-10-20T07:34:17.949" v="24118" actId="21"/>
          <ac:spMkLst>
            <pc:docMk/>
            <pc:sldMk cId="2134184572" sldId="302"/>
            <ac:spMk id="11" creationId="{ED7230C7-E236-740C-2729-4433FF39EA97}"/>
          </ac:spMkLst>
        </pc:spChg>
        <pc:spChg chg="add mod">
          <ac:chgData name="musukie52@gmail.com" userId="017bd91f96aa8751" providerId="LiveId" clId="{5B2C3894-F97E-4CAB-8812-5BB4D83AAC6A}" dt="2026-10-20T08:41:30.905" v="24871" actId="1076"/>
          <ac:spMkLst>
            <pc:docMk/>
            <pc:sldMk cId="2134184572" sldId="302"/>
            <ac:spMk id="13" creationId="{9331B452-EF04-27BA-3941-8A5155D47C73}"/>
          </ac:spMkLst>
        </pc:spChg>
        <pc:spChg chg="add del mod">
          <ac:chgData name="musukie52@gmail.com" userId="017bd91f96aa8751" providerId="LiveId" clId="{5B2C3894-F97E-4CAB-8812-5BB4D83AAC6A}" dt="2026-10-20T03:00:21.330" v="22699"/>
          <ac:spMkLst>
            <pc:docMk/>
            <pc:sldMk cId="2134184572" sldId="302"/>
            <ac:spMk id="13" creationId="{9AAF0647-3275-4DBF-6A19-2097BB2850C6}"/>
          </ac:spMkLst>
        </pc:spChg>
        <pc:spChg chg="add mod">
          <ac:chgData name="musukie52@gmail.com" userId="017bd91f96aa8751" providerId="LiveId" clId="{5B2C3894-F97E-4CAB-8812-5BB4D83AAC6A}" dt="2026-10-18T06:58:37.305" v="21804" actId="1076"/>
          <ac:spMkLst>
            <pc:docMk/>
            <pc:sldMk cId="2134184572" sldId="302"/>
            <ac:spMk id="15" creationId="{E5B6355C-2804-D89D-B895-6F783EDA9E79}"/>
          </ac:spMkLst>
        </pc:spChg>
        <pc:spChg chg="add del mod">
          <ac:chgData name="musukie52@gmail.com" userId="017bd91f96aa8751" providerId="LiveId" clId="{5B2C3894-F97E-4CAB-8812-5BB4D83AAC6A}" dt="2026-10-20T02:59:13.171" v="22655" actId="478"/>
          <ac:spMkLst>
            <pc:docMk/>
            <pc:sldMk cId="2134184572" sldId="302"/>
            <ac:spMk id="16" creationId="{3B1A89EF-4B0B-5F49-9D36-59B5F1364A15}"/>
          </ac:spMkLst>
        </pc:spChg>
        <pc:spChg chg="add del mod">
          <ac:chgData name="musukie52@gmail.com" userId="017bd91f96aa8751" providerId="LiveId" clId="{5B2C3894-F97E-4CAB-8812-5BB4D83AAC6A}" dt="2026-10-20T07:36:20.877" v="24141" actId="21"/>
          <ac:spMkLst>
            <pc:docMk/>
            <pc:sldMk cId="2134184572" sldId="302"/>
            <ac:spMk id="16" creationId="{DF9DE2AF-C5C1-C76D-5418-1E456ACB8E78}"/>
          </ac:spMkLst>
        </pc:spChg>
        <pc:spChg chg="add mo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17" creationId="{6E86C5B9-927C-A394-71E9-8E3708922764}"/>
          </ac:spMkLst>
        </pc:spChg>
        <pc:spChg chg="add mod">
          <ac:chgData name="musukie52@gmail.com" userId="017bd91f96aa8751" providerId="LiveId" clId="{5B2C3894-F97E-4CAB-8812-5BB4D83AAC6A}" dt="2026-10-20T08:40:15.474" v="24861" actId="1076"/>
          <ac:spMkLst>
            <pc:docMk/>
            <pc:sldMk cId="2134184572" sldId="302"/>
            <ac:spMk id="18" creationId="{C9746589-F60E-1168-F938-718E65828270}"/>
          </ac:spMkLst>
        </pc:spChg>
        <pc:spChg chg="add del mod">
          <ac:chgData name="musukie52@gmail.com" userId="017bd91f96aa8751" providerId="LiveId" clId="{5B2C3894-F97E-4CAB-8812-5BB4D83AAC6A}" dt="2026-10-20T03:21:22.623" v="23072" actId="21"/>
          <ac:spMkLst>
            <pc:docMk/>
            <pc:sldMk cId="2134184572" sldId="302"/>
            <ac:spMk id="19" creationId="{92F8A94B-B852-2B03-21A1-C65772B52386}"/>
          </ac:spMkLst>
        </pc:spChg>
        <pc:spChg chg="add del mod">
          <ac:chgData name="musukie52@gmail.com" userId="017bd91f96aa8751" providerId="LiveId" clId="{5B2C3894-F97E-4CAB-8812-5BB4D83AAC6A}" dt="2026-10-20T07:36:20.877" v="24141" actId="21"/>
          <ac:spMkLst>
            <pc:docMk/>
            <pc:sldMk cId="2134184572" sldId="302"/>
            <ac:spMk id="20" creationId="{F82417A1-ADD9-5FDD-8D0A-EFF47DCDB140}"/>
          </ac:spMkLst>
        </pc:spChg>
        <pc:spChg chg="add del mod">
          <ac:chgData name="musukie52@gmail.com" userId="017bd91f96aa8751" providerId="LiveId" clId="{5B2C3894-F97E-4CAB-8812-5BB4D83AAC6A}" dt="2026-10-20T08:05:01.388" v="24272" actId="478"/>
          <ac:spMkLst>
            <pc:docMk/>
            <pc:sldMk cId="2134184572" sldId="302"/>
            <ac:spMk id="21" creationId="{F38F3D66-0EB4-BCB7-16F0-6C6DFECA4461}"/>
          </ac:spMkLst>
        </pc:spChg>
        <pc:spChg chg="add mo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22" creationId="{1C9CEC84-51F8-6B85-CAAF-88407388BD1A}"/>
          </ac:spMkLst>
        </pc:spChg>
        <pc:spChg chg="add mo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24" creationId="{8DCBD4A2-E377-5B91-0EB9-8B659A391BE8}"/>
          </ac:spMkLst>
        </pc:spChg>
        <pc:spChg chg="add mod">
          <ac:chgData name="musukie52@gmail.com" userId="017bd91f96aa8751" providerId="LiveId" clId="{5B2C3894-F97E-4CAB-8812-5BB4D83AAC6A}" dt="2026-10-20T07:43:53.016" v="24168" actId="14100"/>
          <ac:spMkLst>
            <pc:docMk/>
            <pc:sldMk cId="2134184572" sldId="302"/>
            <ac:spMk id="25" creationId="{268F7B5C-F730-1DD8-A107-64C01B9FFCE7}"/>
          </ac:spMkLst>
        </pc:spChg>
        <pc:spChg chg="add mod">
          <ac:chgData name="musukie52@gmail.com" userId="017bd91f96aa8751" providerId="LiveId" clId="{5B2C3894-F97E-4CAB-8812-5BB4D83AAC6A}" dt="2026-10-18T07:09:35.565" v="22239" actId="1037"/>
          <ac:spMkLst>
            <pc:docMk/>
            <pc:sldMk cId="2134184572" sldId="302"/>
            <ac:spMk id="26" creationId="{DFA26F14-B552-B522-9EDF-564113D479C7}"/>
          </ac:spMkLst>
        </pc:spChg>
        <pc:spChg chg="add del mod">
          <ac:chgData name="musukie52@gmail.com" userId="017bd91f96aa8751" providerId="LiveId" clId="{5B2C3894-F97E-4CAB-8812-5BB4D83AAC6A}" dt="2026-10-20T07:36:20.877" v="24141" actId="21"/>
          <ac:spMkLst>
            <pc:docMk/>
            <pc:sldMk cId="2134184572" sldId="302"/>
            <ac:spMk id="27" creationId="{8CB3C17E-39B5-364B-6B6F-1F4D50E6CD38}"/>
          </ac:spMkLst>
        </pc:spChg>
        <pc:spChg chg="add mod">
          <ac:chgData name="musukie52@gmail.com" userId="017bd91f96aa8751" providerId="LiveId" clId="{5B2C3894-F97E-4CAB-8812-5BB4D83AAC6A}" dt="2026-10-20T07:44:47.280" v="24177" actId="1076"/>
          <ac:spMkLst>
            <pc:docMk/>
            <pc:sldMk cId="2134184572" sldId="302"/>
            <ac:spMk id="28" creationId="{4A7A0D30-9690-3503-CBF9-50F8754EC620}"/>
          </ac:spMkLst>
        </pc:spChg>
        <pc:spChg chg="add mo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30" creationId="{0C2E24EE-F9E4-8301-74F6-8BDDE1611202}"/>
          </ac:spMkLst>
        </pc:spChg>
        <pc:spChg chg="add mod">
          <ac:chgData name="musukie52@gmail.com" userId="017bd91f96aa8751" providerId="LiveId" clId="{5B2C3894-F97E-4CAB-8812-5BB4D83AAC6A}" dt="2026-10-19T04:54:31.412" v="22392" actId="20577"/>
          <ac:spMkLst>
            <pc:docMk/>
            <pc:sldMk cId="2134184572" sldId="302"/>
            <ac:spMk id="32" creationId="{D6A83186-0725-AC3E-889D-FF4FEE83ECE5}"/>
          </ac:spMkLst>
        </pc:spChg>
        <pc:spChg chg="add del mod">
          <ac:chgData name="musukie52@gmail.com" userId="017bd91f96aa8751" providerId="LiveId" clId="{5B2C3894-F97E-4CAB-8812-5BB4D83AAC6A}" dt="2026-10-20T07:36:20.877" v="24141" actId="21"/>
          <ac:spMkLst>
            <pc:docMk/>
            <pc:sldMk cId="2134184572" sldId="302"/>
            <ac:spMk id="33" creationId="{70A53F13-72A1-CE1E-99C4-5DEC24A78133}"/>
          </ac:spMkLst>
        </pc:spChg>
        <pc:spChg chg="add mod">
          <ac:chgData name="musukie52@gmail.com" userId="017bd91f96aa8751" providerId="LiveId" clId="{5B2C3894-F97E-4CAB-8812-5BB4D83AAC6A}" dt="2026-10-20T04:22:24.983" v="23857" actId="1076"/>
          <ac:spMkLst>
            <pc:docMk/>
            <pc:sldMk cId="2134184572" sldId="302"/>
            <ac:spMk id="34" creationId="{4F00CB80-9D65-8956-802B-5322C9CE933D}"/>
          </ac:spMkLst>
        </pc:spChg>
        <pc:spChg chg="add mod">
          <ac:chgData name="musukie52@gmail.com" userId="017bd91f96aa8751" providerId="LiveId" clId="{5B2C3894-F97E-4CAB-8812-5BB4D83AAC6A}" dt="2026-10-20T07:44:20.277" v="24172" actId="1076"/>
          <ac:spMkLst>
            <pc:docMk/>
            <pc:sldMk cId="2134184572" sldId="302"/>
            <ac:spMk id="35" creationId="{83A584BD-317E-49F9-F645-26E9B8AE3C2F}"/>
          </ac:spMkLst>
        </pc:spChg>
        <pc:spChg chg="add mod or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36" creationId="{A6D08085-0CEB-E363-EA23-2ECD1040F30D}"/>
          </ac:spMkLst>
        </pc:spChg>
        <pc:spChg chg="add mod or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38" creationId="{8D22B29C-CAB0-11A9-35D4-1B136FE0B38F}"/>
          </ac:spMkLst>
        </pc:spChg>
        <pc:spChg chg="add mod">
          <ac:chgData name="musukie52@gmail.com" userId="017bd91f96aa8751" providerId="LiveId" clId="{5B2C3894-F97E-4CAB-8812-5BB4D83AAC6A}" dt="2026-10-20T04:22:24.983" v="23857" actId="1076"/>
          <ac:spMkLst>
            <pc:docMk/>
            <pc:sldMk cId="2134184572" sldId="302"/>
            <ac:spMk id="40" creationId="{2A83473B-94A3-EA73-CDC1-4C6EBE25E77C}"/>
          </ac:spMkLst>
        </pc:spChg>
        <pc:spChg chg="add mod">
          <ac:chgData name="musukie52@gmail.com" userId="017bd91f96aa8751" providerId="LiveId" clId="{5B2C3894-F97E-4CAB-8812-5BB4D83AAC6A}" dt="2026-10-20T07:43:53.016" v="24168" actId="14100"/>
          <ac:spMkLst>
            <pc:docMk/>
            <pc:sldMk cId="2134184572" sldId="302"/>
            <ac:spMk id="41" creationId="{FE7FE35E-96C6-83D9-A424-AF5CEE5460BE}"/>
          </ac:spMkLst>
        </pc:spChg>
        <pc:spChg chg="add mod">
          <ac:chgData name="musukie52@gmail.com" userId="017bd91f96aa8751" providerId="LiveId" clId="{5B2C3894-F97E-4CAB-8812-5BB4D83AAC6A}" dt="2026-10-19T04:54:25.102" v="22391" actId="20577"/>
          <ac:spMkLst>
            <pc:docMk/>
            <pc:sldMk cId="2134184572" sldId="302"/>
            <ac:spMk id="42" creationId="{AE583BD5-20B7-F542-9C99-D1189A9006BE}"/>
          </ac:spMkLst>
        </pc:spChg>
        <pc:spChg chg="mod">
          <ac:chgData name="musukie52@gmail.com" userId="017bd91f96aa8751" providerId="LiveId" clId="{5B2C3894-F97E-4CAB-8812-5BB4D83AAC6A}" dt="2026-10-18T06:26:50.567" v="21547" actId="20577"/>
          <ac:spMkLst>
            <pc:docMk/>
            <pc:sldMk cId="2134184572" sldId="302"/>
            <ac:spMk id="44" creationId="{F8CADCE8-F732-0742-88DA-753397BE2DB3}"/>
          </ac:spMkLst>
        </pc:spChg>
        <pc:spChg chg="add mo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47" creationId="{ADDA2AD1-77EB-77A1-D0D0-FF844AB51CEC}"/>
          </ac:spMkLst>
        </pc:spChg>
        <pc:spChg chg="del">
          <ac:chgData name="musukie52@gmail.com" userId="017bd91f96aa8751" providerId="LiveId" clId="{5B2C3894-F97E-4CAB-8812-5BB4D83AAC6A}" dt="2026-10-20T10:13:43.070" v="26641" actId="478"/>
          <ac:spMkLst>
            <pc:docMk/>
            <pc:sldMk cId="2134184572" sldId="302"/>
            <ac:spMk id="48" creationId="{A2E57B6C-DBC2-8B17-286E-23885A2FB025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49" creationId="{D929C881-1E6D-8822-424D-75B66010129E}"/>
          </ac:spMkLst>
        </pc:spChg>
        <pc:spChg chg="del">
          <ac:chgData name="musukie52@gmail.com" userId="017bd91f96aa8751" providerId="LiveId" clId="{5B2C3894-F97E-4CAB-8812-5BB4D83AAC6A}" dt="2026-10-20T10:13:43.070" v="26641" actId="478"/>
          <ac:spMkLst>
            <pc:docMk/>
            <pc:sldMk cId="2134184572" sldId="302"/>
            <ac:spMk id="50" creationId="{418E1027-CE24-9A4E-0CED-C50778849A9C}"/>
          </ac:spMkLst>
        </pc:spChg>
        <pc:spChg chg="add mod or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51" creationId="{09450F67-7CFE-3713-4110-5DD83877490F}"/>
          </ac:spMkLst>
        </pc:spChg>
        <pc:spChg chg="del">
          <ac:chgData name="musukie52@gmail.com" userId="017bd91f96aa8751" providerId="LiveId" clId="{5B2C3894-F97E-4CAB-8812-5BB4D83AAC6A}" dt="2026-10-20T10:13:43.070" v="26641" actId="478"/>
          <ac:spMkLst>
            <pc:docMk/>
            <pc:sldMk cId="2134184572" sldId="302"/>
            <ac:spMk id="52" creationId="{E80C5F46-9062-F96A-6BF1-86A09164A43A}"/>
          </ac:spMkLst>
        </pc:spChg>
        <pc:spChg chg="del">
          <ac:chgData name="musukie52@gmail.com" userId="017bd91f96aa8751" providerId="LiveId" clId="{5B2C3894-F97E-4CAB-8812-5BB4D83AAC6A}" dt="2026-10-20T10:13:43.070" v="26641" actId="478"/>
          <ac:spMkLst>
            <pc:docMk/>
            <pc:sldMk cId="2134184572" sldId="302"/>
            <ac:spMk id="54" creationId="{FB930C64-500C-BBA9-90C9-12372D5E1F3C}"/>
          </ac:spMkLst>
        </pc:spChg>
        <pc:spChg chg="del">
          <ac:chgData name="musukie52@gmail.com" userId="017bd91f96aa8751" providerId="LiveId" clId="{5B2C3894-F97E-4CAB-8812-5BB4D83AAC6A}" dt="2026-10-20T10:13:43.070" v="26641" actId="478"/>
          <ac:spMkLst>
            <pc:docMk/>
            <pc:sldMk cId="2134184572" sldId="302"/>
            <ac:spMk id="56" creationId="{592A4E63-F43A-6941-E2CF-39C0F1CA586A}"/>
          </ac:spMkLst>
        </pc:spChg>
        <pc:spChg chg="del">
          <ac:chgData name="musukie52@gmail.com" userId="017bd91f96aa8751" providerId="LiveId" clId="{5B2C3894-F97E-4CAB-8812-5BB4D83AAC6A}" dt="2026-10-20T10:13:43.070" v="26641" actId="478"/>
          <ac:spMkLst>
            <pc:docMk/>
            <pc:sldMk cId="2134184572" sldId="302"/>
            <ac:spMk id="58" creationId="{CE37B482-2F4D-9171-2418-8E4FB3CED8E5}"/>
          </ac:spMkLst>
        </pc:spChg>
        <pc:spChg chg="del">
          <ac:chgData name="musukie52@gmail.com" userId="017bd91f96aa8751" providerId="LiveId" clId="{5B2C3894-F97E-4CAB-8812-5BB4D83AAC6A}" dt="2026-10-20T10:13:43.070" v="26641" actId="478"/>
          <ac:spMkLst>
            <pc:docMk/>
            <pc:sldMk cId="2134184572" sldId="302"/>
            <ac:spMk id="60" creationId="{CC895F72-1C1B-3BE3-C4FC-1E627A6BB03F}"/>
          </ac:spMkLst>
        </pc:spChg>
        <pc:spChg chg="add mod">
          <ac:chgData name="musukie52@gmail.com" userId="017bd91f96aa8751" providerId="LiveId" clId="{5B2C3894-F97E-4CAB-8812-5BB4D83AAC6A}" dt="2026-10-20T08:41:30.905" v="24871" actId="1076"/>
          <ac:spMkLst>
            <pc:docMk/>
            <pc:sldMk cId="2134184572" sldId="302"/>
            <ac:spMk id="61" creationId="{F14A1B02-093D-3575-E2B5-B9E27EB23F3A}"/>
          </ac:spMkLst>
        </pc:spChg>
        <pc:spChg chg="del">
          <ac:chgData name="musukie52@gmail.com" userId="017bd91f96aa8751" providerId="LiveId" clId="{5B2C3894-F97E-4CAB-8812-5BB4D83AAC6A}" dt="2026-10-20T10:13:43.070" v="26641" actId="478"/>
          <ac:spMkLst>
            <pc:docMk/>
            <pc:sldMk cId="2134184572" sldId="302"/>
            <ac:spMk id="62" creationId="{16A094E7-3AEF-FD04-B80E-F2CC46BEB580}"/>
          </ac:spMkLst>
        </pc:spChg>
        <pc:spChg chg="del">
          <ac:chgData name="musukie52@gmail.com" userId="017bd91f96aa8751" providerId="LiveId" clId="{5B2C3894-F97E-4CAB-8812-5BB4D83AAC6A}" dt="2026-10-20T10:13:40.971" v="26640" actId="478"/>
          <ac:spMkLst>
            <pc:docMk/>
            <pc:sldMk cId="2134184572" sldId="302"/>
            <ac:spMk id="64" creationId="{74E90C58-99C2-7D38-D8E3-5440A10EE08C}"/>
          </ac:spMkLst>
        </pc:spChg>
        <pc:spChg chg="add mod">
          <ac:chgData name="musukie52@gmail.com" userId="017bd91f96aa8751" providerId="LiveId" clId="{5B2C3894-F97E-4CAB-8812-5BB4D83AAC6A}" dt="2026-10-20T04:22:33.145" v="23858" actId="1076"/>
          <ac:spMkLst>
            <pc:docMk/>
            <pc:sldMk cId="2134184572" sldId="302"/>
            <ac:spMk id="65" creationId="{EF51AB65-EFDD-A85A-D090-5B79BF6063E8}"/>
          </ac:spMkLst>
        </pc:spChg>
        <pc:spChg chg="del">
          <ac:chgData name="musukie52@gmail.com" userId="017bd91f96aa8751" providerId="LiveId" clId="{5B2C3894-F97E-4CAB-8812-5BB4D83AAC6A}" dt="2026-10-20T10:13:40.971" v="26640" actId="478"/>
          <ac:spMkLst>
            <pc:docMk/>
            <pc:sldMk cId="2134184572" sldId="302"/>
            <ac:spMk id="66" creationId="{B5B531E7-9205-E10C-1BAC-4DFF7D7F548E}"/>
          </ac:spMkLst>
        </pc:spChg>
        <pc:spChg chg="del">
          <ac:chgData name="musukie52@gmail.com" userId="017bd91f96aa8751" providerId="LiveId" clId="{5B2C3894-F97E-4CAB-8812-5BB4D83AAC6A}" dt="2026-10-20T10:13:40.971" v="26640" actId="478"/>
          <ac:spMkLst>
            <pc:docMk/>
            <pc:sldMk cId="2134184572" sldId="302"/>
            <ac:spMk id="68" creationId="{91F3948F-86A7-587C-B2C2-5ADC19139BF7}"/>
          </ac:spMkLst>
        </pc:spChg>
        <pc:spChg chg="add mod">
          <ac:chgData name="musukie52@gmail.com" userId="017bd91f96aa8751" providerId="LiveId" clId="{5B2C3894-F97E-4CAB-8812-5BB4D83AAC6A}" dt="2026-10-20T07:58:20.670" v="24216" actId="1076"/>
          <ac:spMkLst>
            <pc:docMk/>
            <pc:sldMk cId="2134184572" sldId="302"/>
            <ac:spMk id="69" creationId="{75010EC6-8B2C-69F6-C992-235FE9CDBF76}"/>
          </ac:spMkLst>
        </pc:spChg>
        <pc:spChg chg="del">
          <ac:chgData name="musukie52@gmail.com" userId="017bd91f96aa8751" providerId="LiveId" clId="{5B2C3894-F97E-4CAB-8812-5BB4D83AAC6A}" dt="2026-10-20T10:13:40.971" v="26640" actId="478"/>
          <ac:spMkLst>
            <pc:docMk/>
            <pc:sldMk cId="2134184572" sldId="302"/>
            <ac:spMk id="70" creationId="{C7DD4BBE-C756-9216-09BF-77461D282A98}"/>
          </ac:spMkLst>
        </pc:spChg>
        <pc:spChg chg="add mod">
          <ac:chgData name="musukie52@gmail.com" userId="017bd91f96aa8751" providerId="LiveId" clId="{5B2C3894-F97E-4CAB-8812-5BB4D83AAC6A}" dt="2026-10-20T08:41:30.905" v="24871" actId="1076"/>
          <ac:spMkLst>
            <pc:docMk/>
            <pc:sldMk cId="2134184572" sldId="302"/>
            <ac:spMk id="71" creationId="{3FDE1024-5DD8-9684-750F-6A41584A7B0B}"/>
          </ac:spMkLst>
        </pc:spChg>
        <pc:spChg chg="del">
          <ac:chgData name="musukie52@gmail.com" userId="017bd91f96aa8751" providerId="LiveId" clId="{5B2C3894-F97E-4CAB-8812-5BB4D83AAC6A}" dt="2026-10-20T10:13:40.971" v="26640" actId="478"/>
          <ac:spMkLst>
            <pc:docMk/>
            <pc:sldMk cId="2134184572" sldId="302"/>
            <ac:spMk id="72" creationId="{28DC2379-DA9E-491B-DB1B-DB47CED555E4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73" creationId="{DED072C5-B86F-7EEE-312F-5004982BB2E0}"/>
          </ac:spMkLst>
        </pc:spChg>
        <pc:spChg chg="del">
          <ac:chgData name="musukie52@gmail.com" userId="017bd91f96aa8751" providerId="LiveId" clId="{5B2C3894-F97E-4CAB-8812-5BB4D83AAC6A}" dt="2026-10-20T10:13:40.971" v="26640" actId="478"/>
          <ac:spMkLst>
            <pc:docMk/>
            <pc:sldMk cId="2134184572" sldId="302"/>
            <ac:spMk id="74" creationId="{F1AF9A99-CAC5-264D-45F5-2BBFC5BBFDDB}"/>
          </ac:spMkLst>
        </pc:spChg>
        <pc:spChg chg="del">
          <ac:chgData name="musukie52@gmail.com" userId="017bd91f96aa8751" providerId="LiveId" clId="{5B2C3894-F97E-4CAB-8812-5BB4D83AAC6A}" dt="2026-10-20T10:13:40.971" v="26640" actId="478"/>
          <ac:spMkLst>
            <pc:docMk/>
            <pc:sldMk cId="2134184572" sldId="302"/>
            <ac:spMk id="76" creationId="{608F7279-6BFC-EFC1-DA2A-D18D7AEA7724}"/>
          </ac:spMkLst>
        </pc:spChg>
        <pc:spChg chg="add del mod">
          <ac:chgData name="musukie52@gmail.com" userId="017bd91f96aa8751" providerId="LiveId" clId="{5B2C3894-F97E-4CAB-8812-5BB4D83AAC6A}" dt="2026-10-20T07:34:33.881" v="24123" actId="21"/>
          <ac:spMkLst>
            <pc:docMk/>
            <pc:sldMk cId="2134184572" sldId="302"/>
            <ac:spMk id="77" creationId="{2506CACE-583C-C583-C0B7-8BD16D218D5F}"/>
          </ac:spMkLst>
        </pc:spChg>
        <pc:spChg chg="add mod">
          <ac:chgData name="musukie52@gmail.com" userId="017bd91f96aa8751" providerId="LiveId" clId="{5B2C3894-F97E-4CAB-8812-5BB4D83AAC6A}" dt="2026-10-20T08:41:30.905" v="24871" actId="1076"/>
          <ac:spMkLst>
            <pc:docMk/>
            <pc:sldMk cId="2134184572" sldId="302"/>
            <ac:spMk id="78" creationId="{4BFFA294-13D9-64E6-29F8-EE6B738C7487}"/>
          </ac:spMkLst>
        </pc:spChg>
        <pc:spChg chg="add del mod">
          <ac:chgData name="musukie52@gmail.com" userId="017bd91f96aa8751" providerId="LiveId" clId="{5B2C3894-F97E-4CAB-8812-5BB4D83AAC6A}" dt="2026-10-20T03:22:28.398" v="23091" actId="478"/>
          <ac:spMkLst>
            <pc:docMk/>
            <pc:sldMk cId="2134184572" sldId="302"/>
            <ac:spMk id="79" creationId="{1A7E9723-D211-AE38-8423-1DE290F0BB93}"/>
          </ac:spMkLst>
        </pc:spChg>
        <pc:spChg chg="add mod">
          <ac:chgData name="musukie52@gmail.com" userId="017bd91f96aa8751" providerId="LiveId" clId="{5B2C3894-F97E-4CAB-8812-5BB4D83AAC6A}" dt="2026-10-20T08:41:30.905" v="24871" actId="1076"/>
          <ac:spMkLst>
            <pc:docMk/>
            <pc:sldMk cId="2134184572" sldId="302"/>
            <ac:spMk id="80" creationId="{D0A26166-AD09-9ACF-D0C8-BF7ECE3379B4}"/>
          </ac:spMkLst>
        </pc:spChg>
        <pc:spChg chg="add del mod">
          <ac:chgData name="musukie52@gmail.com" userId="017bd91f96aa8751" providerId="LiveId" clId="{5B2C3894-F97E-4CAB-8812-5BB4D83AAC6A}" dt="2026-10-20T03:22:28.398" v="23091" actId="478"/>
          <ac:spMkLst>
            <pc:docMk/>
            <pc:sldMk cId="2134184572" sldId="302"/>
            <ac:spMk id="81" creationId="{1035D0E2-7C64-D578-0E59-BFDD17979E2C}"/>
          </ac:spMkLst>
        </pc:spChg>
        <pc:spChg chg="add mod">
          <ac:chgData name="musukie52@gmail.com" userId="017bd91f96aa8751" providerId="LiveId" clId="{5B2C3894-F97E-4CAB-8812-5BB4D83AAC6A}" dt="2026-10-20T08:41:30.905" v="24871" actId="1076"/>
          <ac:spMkLst>
            <pc:docMk/>
            <pc:sldMk cId="2134184572" sldId="302"/>
            <ac:spMk id="82" creationId="{52F03F0C-57A3-7BA9-7BAC-939397088FB3}"/>
          </ac:spMkLst>
        </pc:spChg>
        <pc:spChg chg="add del mod">
          <ac:chgData name="musukie52@gmail.com" userId="017bd91f96aa8751" providerId="LiveId" clId="{5B2C3894-F97E-4CAB-8812-5BB4D83AAC6A}" dt="2026-10-20T07:38:00.288" v="24166" actId="478"/>
          <ac:spMkLst>
            <pc:docMk/>
            <pc:sldMk cId="2134184572" sldId="302"/>
            <ac:spMk id="83" creationId="{C255D2BA-C909-4B59-77F3-0FB43EA7079E}"/>
          </ac:spMkLst>
        </pc:spChg>
        <pc:spChg chg="add del mod">
          <ac:chgData name="musukie52@gmail.com" userId="017bd91f96aa8751" providerId="LiveId" clId="{5B2C3894-F97E-4CAB-8812-5BB4D83AAC6A}" dt="2026-10-20T03:40:11.036" v="23727" actId="21"/>
          <ac:spMkLst>
            <pc:docMk/>
            <pc:sldMk cId="2134184572" sldId="302"/>
            <ac:spMk id="83" creationId="{EE930C48-9CB3-E541-63D5-6144E2ACCA2D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85" creationId="{9D0B6BF4-AE66-7773-3535-B65B9345641F}"/>
          </ac:spMkLst>
        </pc:spChg>
        <pc:spChg chg="add del mod">
          <ac:chgData name="musukie52@gmail.com" userId="017bd91f96aa8751" providerId="LiveId" clId="{5B2C3894-F97E-4CAB-8812-5BB4D83AAC6A}" dt="2026-10-20T07:38:00.288" v="24166" actId="478"/>
          <ac:spMkLst>
            <pc:docMk/>
            <pc:sldMk cId="2134184572" sldId="302"/>
            <ac:spMk id="86" creationId="{6D242E9C-C3D1-4FD2-1B09-ACB0BEC994FD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87" creationId="{57F72199-D508-CA3F-0DE9-A2198DFEC39A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89" creationId="{E87825D0-77ED-35BE-DF01-FD550C00C6E3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91" creationId="{35332917-160C-7F33-9258-9DEFA4732AEA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93" creationId="{268F7B5C-F730-1DD8-A107-64C01B9FFCE7}"/>
          </ac:spMkLst>
        </pc:spChg>
        <pc:spChg chg="add del mod">
          <ac:chgData name="musukie52@gmail.com" userId="017bd91f96aa8751" providerId="LiveId" clId="{5B2C3894-F97E-4CAB-8812-5BB4D83AAC6A}" dt="2026-10-20T03:25:02.569" v="23135" actId="21"/>
          <ac:spMkLst>
            <pc:docMk/>
            <pc:sldMk cId="2134184572" sldId="302"/>
            <ac:spMk id="93" creationId="{A03164FF-EE0C-90EE-5626-B63DEF1A71DA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95" creationId="{A03164FF-EE0C-90EE-5626-B63DEF1A71DA}"/>
          </ac:spMkLst>
        </pc:spChg>
        <pc:spChg chg="add del mod">
          <ac:chgData name="musukie52@gmail.com" userId="017bd91f96aa8751" providerId="LiveId" clId="{5B2C3894-F97E-4CAB-8812-5BB4D83AAC6A}" dt="2026-10-20T08:05:46.622" v="24280" actId="21"/>
          <ac:spMkLst>
            <pc:docMk/>
            <pc:sldMk cId="2134184572" sldId="302"/>
            <ac:spMk id="96" creationId="{4A7A0D30-9690-3503-CBF9-50F8754EC620}"/>
          </ac:spMkLst>
        </pc:spChg>
        <pc:spChg chg="add del mod">
          <ac:chgData name="musukie52@gmail.com" userId="017bd91f96aa8751" providerId="LiveId" clId="{5B2C3894-F97E-4CAB-8812-5BB4D83AAC6A}" dt="2026-10-20T03:30:25.161" v="23363" actId="21"/>
          <ac:spMkLst>
            <pc:docMk/>
            <pc:sldMk cId="2134184572" sldId="302"/>
            <ac:spMk id="97" creationId="{B9FBF6EF-FF97-26E4-01DE-A50DEB2BDF58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98" creationId="{83A584BD-317E-49F9-F645-26E9B8AE3C2F}"/>
          </ac:spMkLst>
        </pc:spChg>
        <pc:spChg chg="add del mod">
          <ac:chgData name="musukie52@gmail.com" userId="017bd91f96aa8751" providerId="LiveId" clId="{5B2C3894-F97E-4CAB-8812-5BB4D83AAC6A}" dt="2026-10-20T03:31:44.244" v="23381" actId="21"/>
          <ac:spMkLst>
            <pc:docMk/>
            <pc:sldMk cId="2134184572" sldId="302"/>
            <ac:spMk id="99" creationId="{C1001C1C-0EDD-49B5-71C8-6DA4FE438B3C}"/>
          </ac:spMkLst>
        </pc:spChg>
        <pc:spChg chg="add del mod">
          <ac:chgData name="musukie52@gmail.com" userId="017bd91f96aa8751" providerId="LiveId" clId="{5B2C3894-F97E-4CAB-8812-5BB4D83AAC6A}" dt="2026-10-20T03:31:44.244" v="23381" actId="21"/>
          <ac:spMkLst>
            <pc:docMk/>
            <pc:sldMk cId="2134184572" sldId="302"/>
            <ac:spMk id="101" creationId="{1EA4CFB1-08EE-41F9-31C2-A939DB3C5632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101" creationId="{FE7FE35E-96C6-83D9-A424-AF5CEE5460BE}"/>
          </ac:spMkLst>
        </pc:spChg>
        <pc:spChg chg="add del mo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103" creationId="{3AAFDB98-92E5-B33E-87CF-F993C8869B57}"/>
          </ac:spMkLst>
        </pc:spChg>
        <pc:spChg chg="del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103" creationId="{D929C881-1E6D-8822-424D-75B66010129E}"/>
          </ac:spMkLst>
        </pc:spChg>
        <pc:spChg chg="add del mod">
          <ac:chgData name="musukie52@gmail.com" userId="017bd91f96aa8751" providerId="LiveId" clId="{5B2C3894-F97E-4CAB-8812-5BB4D83AAC6A}" dt="2026-10-20T03:30:28.395" v="23364" actId="478"/>
          <ac:spMkLst>
            <pc:docMk/>
            <pc:sldMk cId="2134184572" sldId="302"/>
            <ac:spMk id="105" creationId="{9392B56F-CADC-D7E3-1D21-0E1C45DAAAAA}"/>
          </ac:spMkLst>
        </pc:spChg>
        <pc:spChg chg="del mod">
          <ac:chgData name="musukie52@gmail.com" userId="017bd91f96aa8751" providerId="LiveId" clId="{5B2C3894-F97E-4CAB-8812-5BB4D83AAC6A}" dt="2026-10-20T08:05:46.622" v="24280" actId="21"/>
          <ac:spMkLst>
            <pc:docMk/>
            <pc:sldMk cId="2134184572" sldId="302"/>
            <ac:spMk id="105" creationId="{EF51AB65-EFDD-A85A-D090-5B79BF6063E8}"/>
          </ac:spMkLst>
        </pc:spChg>
        <pc:spChg chg="del mod">
          <ac:chgData name="musukie52@gmail.com" userId="017bd91f96aa8751" providerId="LiveId" clId="{5B2C3894-F97E-4CAB-8812-5BB4D83AAC6A}" dt="2026-10-20T08:12:06.834" v="24346" actId="21"/>
          <ac:spMkLst>
            <pc:docMk/>
            <pc:sldMk cId="2134184572" sldId="302"/>
            <ac:spMk id="106" creationId="{75010EC6-8B2C-69F6-C992-235FE9CDBF76}"/>
          </ac:spMkLst>
        </pc:spChg>
        <pc:spChg chg="add del mod ord">
          <ac:chgData name="musukie52@gmail.com" userId="017bd91f96aa8751" providerId="LiveId" clId="{5B2C3894-F97E-4CAB-8812-5BB4D83AAC6A}" dt="2026-10-20T03:31:44.244" v="23381" actId="21"/>
          <ac:spMkLst>
            <pc:docMk/>
            <pc:sldMk cId="2134184572" sldId="302"/>
            <ac:spMk id="107" creationId="{4886AF24-4951-C326-704B-8FB19617273B}"/>
          </ac:spMkLst>
        </pc:spChg>
        <pc:spChg chg="del">
          <ac:chgData name="musukie52@gmail.com" userId="017bd91f96aa8751" providerId="LiveId" clId="{5B2C3894-F97E-4CAB-8812-5BB4D83AAC6A}" dt="2026-10-20T08:16:42.163" v="24423" actId="21"/>
          <ac:spMkLst>
            <pc:docMk/>
            <pc:sldMk cId="2134184572" sldId="302"/>
            <ac:spMk id="107" creationId="{DED072C5-B86F-7EEE-312F-5004982BB2E0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108" creationId="{9D0B6BF4-AE66-7773-3535-B65B9345641F}"/>
          </ac:spMkLst>
        </pc:spChg>
        <pc:spChg chg="add del mo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109" creationId="{066380C9-E728-CCDE-7E69-28C0165A8042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109" creationId="{57F72199-D508-CA3F-0DE9-A2198DFEC39A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110" creationId="{E87825D0-77ED-35BE-DF01-FD550C00C6E3}"/>
          </ac:spMkLst>
        </pc:spChg>
        <pc:spChg chg="add del mod or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111" creationId="{FEFC58DB-2FA9-A822-A8A2-9F461FE3520C}"/>
          </ac:spMkLst>
        </pc:spChg>
        <pc:spChg chg="add del mo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113" creationId="{9422221F-1EE7-7CA6-3845-F75898DEBBAC}"/>
          </ac:spMkLst>
        </pc:spChg>
        <pc:spChg chg="mod">
          <ac:chgData name="musukie52@gmail.com" userId="017bd91f96aa8751" providerId="LiveId" clId="{5B2C3894-F97E-4CAB-8812-5BB4D83AAC6A}" dt="2026-10-20T08:12:35.761" v="24352" actId="1076"/>
          <ac:spMkLst>
            <pc:docMk/>
            <pc:sldMk cId="2134184572" sldId="302"/>
            <ac:spMk id="114" creationId="{74CFB1A2-2438-00DD-EFBC-E2BDB8964CB6}"/>
          </ac:spMkLst>
        </pc:spChg>
        <pc:spChg chg="add del mo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115" creationId="{C4C765AB-CBC1-2317-1917-1D1D484EBC36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116" creationId="{E1A4EEB9-81C7-9D28-6346-B30A8C87E47D}"/>
          </ac:spMkLst>
        </pc:spChg>
        <pc:spChg chg="add del mo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117" creationId="{0F604B1A-4EEF-98AB-9664-C2B8D09649F2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118" creationId="{9C963993-E7B2-1150-800F-85E697309712}"/>
          </ac:spMkLst>
        </pc:spChg>
        <pc:spChg chg="add del mo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119" creationId="{59FAF07C-4C40-C515-BC80-CCF1CE6C8F87}"/>
          </ac:spMkLst>
        </pc:spChg>
        <pc:spChg chg="add del mod">
          <ac:chgData name="musukie52@gmail.com" userId="017bd91f96aa8751" providerId="LiveId" clId="{5B2C3894-F97E-4CAB-8812-5BB4D83AAC6A}" dt="2026-10-20T08:14:07.461" v="24396" actId="21"/>
          <ac:spMkLst>
            <pc:docMk/>
            <pc:sldMk cId="2134184572" sldId="302"/>
            <ac:spMk id="119" creationId="{C8906CF0-A8AE-48DE-5F98-8A184045361A}"/>
          </ac:spMkLst>
        </pc:spChg>
        <pc:spChg chg="add del mod">
          <ac:chgData name="musukie52@gmail.com" userId="017bd91f96aa8751" providerId="LiveId" clId="{5B2C3894-F97E-4CAB-8812-5BB4D83AAC6A}" dt="2026-10-20T08:12:06.834" v="24346" actId="21"/>
          <ac:spMkLst>
            <pc:docMk/>
            <pc:sldMk cId="2134184572" sldId="302"/>
            <ac:spMk id="121" creationId="{12BEFD1B-0B4F-BD69-796E-412D5A31794A}"/>
          </ac:spMkLst>
        </pc:spChg>
        <pc:spChg chg="add del mod">
          <ac:chgData name="musukie52@gmail.com" userId="017bd91f96aa8751" providerId="LiveId" clId="{5B2C3894-F97E-4CAB-8812-5BB4D83AAC6A}" dt="2026-10-20T03:37:39.143" v="23686" actId="21"/>
          <ac:spMkLst>
            <pc:docMk/>
            <pc:sldMk cId="2134184572" sldId="302"/>
            <ac:spMk id="121" creationId="{2FF6AA68-2730-54CF-CCD6-9AF7AB0A653A}"/>
          </ac:spMkLst>
        </pc:spChg>
        <pc:spChg chg="add del mod">
          <ac:chgData name="musukie52@gmail.com" userId="017bd91f96aa8751" providerId="LiveId" clId="{5B2C3894-F97E-4CAB-8812-5BB4D83AAC6A}" dt="2026-10-20T03:35:02.922" v="23483" actId="478"/>
          <ac:spMkLst>
            <pc:docMk/>
            <pc:sldMk cId="2134184572" sldId="302"/>
            <ac:spMk id="123" creationId="{605DA237-1CBE-51DB-E3DE-31FFBFD00438}"/>
          </ac:spMkLst>
        </pc:spChg>
        <pc:spChg chg="add del">
          <ac:chgData name="musukie52@gmail.com" userId="017bd91f96aa8751" providerId="LiveId" clId="{5B2C3894-F97E-4CAB-8812-5BB4D83AAC6A}" dt="2026-10-20T08:13:48.760" v="24391" actId="21"/>
          <ac:spMkLst>
            <pc:docMk/>
            <pc:sldMk cId="2134184572" sldId="302"/>
            <ac:spMk id="123" creationId="{D4F8E236-BD3E-F886-9BE1-2CCB2984A9DB}"/>
          </ac:spMkLst>
        </pc:spChg>
        <pc:spChg chg="add del mod">
          <ac:chgData name="musukie52@gmail.com" userId="017bd91f96aa8751" providerId="LiveId" clId="{5B2C3894-F97E-4CAB-8812-5BB4D83AAC6A}" dt="2026-10-20T03:35:02.922" v="23483" actId="478"/>
          <ac:spMkLst>
            <pc:docMk/>
            <pc:sldMk cId="2134184572" sldId="302"/>
            <ac:spMk id="125" creationId="{B82DB538-7F4C-1105-BB55-24987F9774A3}"/>
          </ac:spMkLst>
        </pc:spChg>
        <pc:spChg chg="add del mod">
          <ac:chgData name="musukie52@gmail.com" userId="017bd91f96aa8751" providerId="LiveId" clId="{5B2C3894-F97E-4CAB-8812-5BB4D83AAC6A}" dt="2026-10-20T08:08:18.230" v="24316" actId="21"/>
          <ac:spMkLst>
            <pc:docMk/>
            <pc:sldMk cId="2134184572" sldId="302"/>
            <ac:spMk id="125" creationId="{BAD71D45-0D17-CBAD-58F2-35CE8B1B9AD7}"/>
          </ac:spMkLst>
        </pc:spChg>
        <pc:spChg chg="add del mod">
          <ac:chgData name="musukie52@gmail.com" userId="017bd91f96aa8751" providerId="LiveId" clId="{5B2C3894-F97E-4CAB-8812-5BB4D83AAC6A}" dt="2026-10-20T08:06:28.052" v="24288" actId="21"/>
          <ac:spMkLst>
            <pc:docMk/>
            <pc:sldMk cId="2134184572" sldId="302"/>
            <ac:spMk id="127" creationId="{763660DF-732C-5EF5-FA9F-11F38E14D5CD}"/>
          </ac:spMkLst>
        </pc:spChg>
        <pc:spChg chg="add del mod">
          <ac:chgData name="musukie52@gmail.com" userId="017bd91f96aa8751" providerId="LiveId" clId="{5B2C3894-F97E-4CAB-8812-5BB4D83AAC6A}" dt="2026-10-20T08:23:46.454" v="24557" actId="21"/>
          <ac:spMkLst>
            <pc:docMk/>
            <pc:sldMk cId="2134184572" sldId="302"/>
            <ac:spMk id="128" creationId="{2D22DFC1-07F8-31DA-D219-9AEEC2F7C561}"/>
          </ac:spMkLst>
        </pc:spChg>
        <pc:spChg chg="add del mod">
          <ac:chgData name="musukie52@gmail.com" userId="017bd91f96aa8751" providerId="LiveId" clId="{5B2C3894-F97E-4CAB-8812-5BB4D83AAC6A}" dt="2026-10-20T08:06:28.052" v="24288" actId="21"/>
          <ac:spMkLst>
            <pc:docMk/>
            <pc:sldMk cId="2134184572" sldId="302"/>
            <ac:spMk id="129" creationId="{BE682AAF-2373-D6F6-500A-F0CE68143F19}"/>
          </ac:spMkLst>
        </pc:spChg>
        <pc:spChg chg="add del mod">
          <ac:chgData name="musukie52@gmail.com" userId="017bd91f96aa8751" providerId="LiveId" clId="{5B2C3894-F97E-4CAB-8812-5BB4D83AAC6A}" dt="2026-10-20T08:06:28.052" v="24288" actId="21"/>
          <ac:spMkLst>
            <pc:docMk/>
            <pc:sldMk cId="2134184572" sldId="302"/>
            <ac:spMk id="131" creationId="{EAAA68C2-D23B-F169-FAC8-8A7E53066F61}"/>
          </ac:spMkLst>
        </pc:spChg>
        <pc:spChg chg="add del mod">
          <ac:chgData name="musukie52@gmail.com" userId="017bd91f96aa8751" providerId="LiveId" clId="{5B2C3894-F97E-4CAB-8812-5BB4D83AAC6A}" dt="2026-10-20T08:34:33.123" v="24786" actId="21"/>
          <ac:spMkLst>
            <pc:docMk/>
            <pc:sldMk cId="2134184572" sldId="302"/>
            <ac:spMk id="132" creationId="{BF0808D2-847A-0FB3-FD42-B9566205FFA1}"/>
          </ac:spMkLst>
        </pc:spChg>
        <pc:spChg chg="add del mod">
          <ac:chgData name="musukie52@gmail.com" userId="017bd91f96aa8751" providerId="LiveId" clId="{5B2C3894-F97E-4CAB-8812-5BB4D83AAC6A}" dt="2026-10-20T08:34:33.123" v="24786" actId="21"/>
          <ac:spMkLst>
            <pc:docMk/>
            <pc:sldMk cId="2134184572" sldId="302"/>
            <ac:spMk id="133" creationId="{574F2D15-6B23-6618-8CE7-9A2B9EB91FA7}"/>
          </ac:spMkLst>
        </pc:spChg>
        <pc:spChg chg="add del ord">
          <ac:chgData name="musukie52@gmail.com" userId="017bd91f96aa8751" providerId="LiveId" clId="{5B2C3894-F97E-4CAB-8812-5BB4D83AAC6A}" dt="2026-10-20T03:40:11.036" v="23727" actId="21"/>
          <ac:spMkLst>
            <pc:docMk/>
            <pc:sldMk cId="2134184572" sldId="302"/>
            <ac:spMk id="135" creationId="{89E2556F-1788-C53A-A0F9-88E9CF01193F}"/>
          </ac:spMkLst>
        </pc:spChg>
        <pc:spChg chg="add del mod">
          <ac:chgData name="musukie52@gmail.com" userId="017bd91f96aa8751" providerId="LiveId" clId="{5B2C3894-F97E-4CAB-8812-5BB4D83AAC6A}" dt="2026-10-20T08:23:16.861" v="24549" actId="21"/>
          <ac:spMkLst>
            <pc:docMk/>
            <pc:sldMk cId="2134184572" sldId="302"/>
            <ac:spMk id="135" creationId="{CC66980F-1A80-8361-356E-AB602970D4D4}"/>
          </ac:spMkLst>
        </pc:spChg>
        <pc:spChg chg="add del mod">
          <ac:chgData name="musukie52@gmail.com" userId="017bd91f96aa8751" providerId="LiveId" clId="{5B2C3894-F97E-4CAB-8812-5BB4D83AAC6A}" dt="2026-10-20T08:23:16.861" v="24549" actId="21"/>
          <ac:spMkLst>
            <pc:docMk/>
            <pc:sldMk cId="2134184572" sldId="302"/>
            <ac:spMk id="137" creationId="{31F96BB0-8047-457C-94B7-D36E07BA54B6}"/>
          </ac:spMkLst>
        </pc:spChg>
        <pc:spChg chg="add del ord">
          <ac:chgData name="musukie52@gmail.com" userId="017bd91f96aa8751" providerId="LiveId" clId="{5B2C3894-F97E-4CAB-8812-5BB4D83AAC6A}" dt="2026-10-20T03:40:11.036" v="23727" actId="21"/>
          <ac:spMkLst>
            <pc:docMk/>
            <pc:sldMk cId="2134184572" sldId="302"/>
            <ac:spMk id="137" creationId="{40DAA0C4-FECC-1384-DEE4-D25D6E87ECC2}"/>
          </ac:spMkLst>
        </pc:spChg>
        <pc:spChg chg="add del ord">
          <ac:chgData name="musukie52@gmail.com" userId="017bd91f96aa8751" providerId="LiveId" clId="{5B2C3894-F97E-4CAB-8812-5BB4D83AAC6A}" dt="2026-10-20T03:40:11.036" v="23727" actId="21"/>
          <ac:spMkLst>
            <pc:docMk/>
            <pc:sldMk cId="2134184572" sldId="302"/>
            <ac:spMk id="139" creationId="{5CD712BB-C763-1F06-EE4C-BB371D84B5C9}"/>
          </ac:spMkLst>
        </pc:spChg>
        <pc:spChg chg="add del mod">
          <ac:chgData name="musukie52@gmail.com" userId="017bd91f96aa8751" providerId="LiveId" clId="{5B2C3894-F97E-4CAB-8812-5BB4D83AAC6A}" dt="2026-10-20T08:12:06.834" v="24346" actId="21"/>
          <ac:spMkLst>
            <pc:docMk/>
            <pc:sldMk cId="2134184572" sldId="302"/>
            <ac:spMk id="139" creationId="{6383F9A7-FAF2-ECA1-8DEB-B6C3A7ED7C07}"/>
          </ac:spMkLst>
        </pc:spChg>
        <pc:spChg chg="add del mod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41" creationId="{BB31478B-17CD-AFF9-EBF6-7B44409B46DD}"/>
          </ac:spMkLst>
        </pc:spChg>
        <pc:spChg chg="add del ord">
          <ac:chgData name="musukie52@gmail.com" userId="017bd91f96aa8751" providerId="LiveId" clId="{5B2C3894-F97E-4CAB-8812-5BB4D83AAC6A}" dt="2026-10-20T03:40:11.036" v="23727" actId="21"/>
          <ac:spMkLst>
            <pc:docMk/>
            <pc:sldMk cId="2134184572" sldId="302"/>
            <ac:spMk id="141" creationId="{FE6B3120-B7D3-E7F1-C695-FD3445311E31}"/>
          </ac:spMkLst>
        </pc:spChg>
        <pc:spChg chg="add del">
          <ac:chgData name="musukie52@gmail.com" userId="017bd91f96aa8751" providerId="LiveId" clId="{5B2C3894-F97E-4CAB-8812-5BB4D83AAC6A}" dt="2026-10-20T08:13:48.760" v="24391" actId="21"/>
          <ac:spMkLst>
            <pc:docMk/>
            <pc:sldMk cId="2134184572" sldId="302"/>
            <ac:spMk id="143" creationId="{662C35EF-6C1F-18C1-7A1C-7B337D91FDCC}"/>
          </ac:spMkLst>
        </pc:spChg>
        <pc:spChg chg="add del ord">
          <ac:chgData name="musukie52@gmail.com" userId="017bd91f96aa8751" providerId="LiveId" clId="{5B2C3894-F97E-4CAB-8812-5BB4D83AAC6A}" dt="2026-10-20T03:40:11.036" v="23727" actId="21"/>
          <ac:spMkLst>
            <pc:docMk/>
            <pc:sldMk cId="2134184572" sldId="302"/>
            <ac:spMk id="143" creationId="{B28217FE-51DC-65B1-D2EB-0ED27CF8F07F}"/>
          </ac:spMkLst>
        </pc:spChg>
        <pc:spChg chg="add mod or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145" creationId="{2612D249-3762-CB78-2BAE-FE73F3D69FFE}"/>
          </ac:spMkLst>
        </pc:spChg>
        <pc:spChg chg="add del">
          <ac:chgData name="musukie52@gmail.com" userId="017bd91f96aa8751" providerId="LiveId" clId="{5B2C3894-F97E-4CAB-8812-5BB4D83AAC6A}" dt="2026-10-20T08:13:33.716" v="24386" actId="21"/>
          <ac:spMkLst>
            <pc:docMk/>
            <pc:sldMk cId="2134184572" sldId="302"/>
            <ac:spMk id="146" creationId="{2897EF1A-46D7-5C4C-D74F-1174A6D45584}"/>
          </ac:spMkLst>
        </pc:spChg>
        <pc:spChg chg="add del">
          <ac:chgData name="musukie52@gmail.com" userId="017bd91f96aa8751" providerId="LiveId" clId="{5B2C3894-F97E-4CAB-8812-5BB4D83AAC6A}" dt="2026-10-20T03:40:29.754" v="23731" actId="21"/>
          <ac:spMkLst>
            <pc:docMk/>
            <pc:sldMk cId="2134184572" sldId="302"/>
            <ac:spMk id="147" creationId="{3E0CF637-87DD-EEE9-CA94-C6D25ADA1396}"/>
          </ac:spMkLst>
        </pc:spChg>
        <pc:spChg chg="add del mod">
          <ac:chgData name="musukie52@gmail.com" userId="017bd91f96aa8751" providerId="LiveId" clId="{5B2C3894-F97E-4CAB-8812-5BB4D83AAC6A}" dt="2026-10-20T08:13:33.716" v="24386" actId="21"/>
          <ac:spMkLst>
            <pc:docMk/>
            <pc:sldMk cId="2134184572" sldId="302"/>
            <ac:spMk id="148" creationId="{F2BA3350-D15E-FA78-F21E-D5C23B83E33D}"/>
          </ac:spMkLst>
        </pc:spChg>
        <pc:spChg chg="add del mod ord">
          <ac:chgData name="musukie52@gmail.com" userId="017bd91f96aa8751" providerId="LiveId" clId="{5B2C3894-F97E-4CAB-8812-5BB4D83AAC6A}" dt="2026-10-20T08:06:28.052" v="24288" actId="21"/>
          <ac:spMkLst>
            <pc:docMk/>
            <pc:sldMk cId="2134184572" sldId="302"/>
            <ac:spMk id="149" creationId="{3E785719-2DAB-A09B-05E4-A1D01871E80C}"/>
          </ac:spMkLst>
        </pc:spChg>
        <pc:spChg chg="add del mod">
          <ac:chgData name="musukie52@gmail.com" userId="017bd91f96aa8751" providerId="LiveId" clId="{5B2C3894-F97E-4CAB-8812-5BB4D83AAC6A}" dt="2026-10-20T08:42:04.217" v="24881" actId="1035"/>
          <ac:spMkLst>
            <pc:docMk/>
            <pc:sldMk cId="2134184572" sldId="302"/>
            <ac:spMk id="151" creationId="{A3E5A626-B367-F613-A8E8-6335B0BD2710}"/>
          </ac:spMkLst>
        </pc:spChg>
        <pc:spChg chg="add del">
          <ac:chgData name="musukie52@gmail.com" userId="017bd91f96aa8751" providerId="LiveId" clId="{5B2C3894-F97E-4CAB-8812-5BB4D83AAC6A}" dt="2026-10-20T08:13:48.760" v="24391" actId="21"/>
          <ac:spMkLst>
            <pc:docMk/>
            <pc:sldMk cId="2134184572" sldId="302"/>
            <ac:spMk id="152" creationId="{0C1CACE0-8600-A3CB-3592-9D1457B31743}"/>
          </ac:spMkLst>
        </pc:spChg>
        <pc:spChg chg="add del mod ord">
          <ac:chgData name="musukie52@gmail.com" userId="017bd91f96aa8751" providerId="LiveId" clId="{5B2C3894-F97E-4CAB-8812-5BB4D83AAC6A}" dt="2026-10-20T08:26:49.638" v="24585" actId="21"/>
          <ac:spMkLst>
            <pc:docMk/>
            <pc:sldMk cId="2134184572" sldId="302"/>
            <ac:spMk id="153" creationId="{3B5BBBFE-B7EC-E021-DA53-F4BE0AB144D8}"/>
          </ac:spMkLst>
        </pc:spChg>
        <pc:spChg chg="add del mod">
          <ac:chgData name="musukie52@gmail.com" userId="017bd91f96aa8751" providerId="LiveId" clId="{5B2C3894-F97E-4CAB-8812-5BB4D83AAC6A}" dt="2026-10-20T08:46:49.947" v="24902" actId="20577"/>
          <ac:spMkLst>
            <pc:docMk/>
            <pc:sldMk cId="2134184572" sldId="302"/>
            <ac:spMk id="155" creationId="{DAE58A8B-D594-B5F8-5B0F-531444AE475C}"/>
          </ac:spMkLst>
        </pc:spChg>
        <pc:spChg chg="add del">
          <ac:chgData name="musukie52@gmail.com" userId="017bd91f96aa8751" providerId="LiveId" clId="{5B2C3894-F97E-4CAB-8812-5BB4D83AAC6A}" dt="2026-10-20T08:13:48.760" v="24391" actId="21"/>
          <ac:spMkLst>
            <pc:docMk/>
            <pc:sldMk cId="2134184572" sldId="302"/>
            <ac:spMk id="156" creationId="{887CC822-46F6-F14C-1475-DB77552B32C1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157" creationId="{74CFB1A2-2438-00DD-EFBC-E2BDB8964CB6}"/>
          </ac:spMkLst>
        </pc:spChg>
        <pc:spChg chg="add mod ord">
          <ac:chgData name="musukie52@gmail.com" userId="017bd91f96aa8751" providerId="LiveId" clId="{5B2C3894-F97E-4CAB-8812-5BB4D83AAC6A}" dt="2026-10-20T08:40:33.174" v="24862" actId="1076"/>
          <ac:spMkLst>
            <pc:docMk/>
            <pc:sldMk cId="2134184572" sldId="302"/>
            <ac:spMk id="159" creationId="{F59F3C57-2469-0082-8B74-E415CA8F5AAF}"/>
          </ac:spMkLst>
        </pc:spChg>
        <pc:spChg chg="add del">
          <ac:chgData name="musukie52@gmail.com" userId="017bd91f96aa8751" providerId="LiveId" clId="{5B2C3894-F97E-4CAB-8812-5BB4D83AAC6A}" dt="2026-10-20T08:16:42.163" v="24423" actId="21"/>
          <ac:spMkLst>
            <pc:docMk/>
            <pc:sldMk cId="2134184572" sldId="302"/>
            <ac:spMk id="160" creationId="{14D3BC54-C192-9EC5-A216-8E4EF6FFE41A}"/>
          </ac:spMkLst>
        </pc:spChg>
        <pc:spChg chg="add del mod ord">
          <ac:chgData name="musukie52@gmail.com" userId="017bd91f96aa8751" providerId="LiveId" clId="{5B2C3894-F97E-4CAB-8812-5BB4D83AAC6A}" dt="2026-10-20T07:34:03.106" v="24113" actId="21"/>
          <ac:spMkLst>
            <pc:docMk/>
            <pc:sldMk cId="2134184572" sldId="302"/>
            <ac:spMk id="161" creationId="{0CC81E35-DD24-F99D-5D8A-DA292DAD0639}"/>
          </ac:spMkLst>
        </pc:spChg>
        <pc:spChg chg="add del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63" creationId="{484C959A-36B6-B297-673A-BEA9BF1E6E9E}"/>
          </ac:spMkLst>
        </pc:spChg>
        <pc:spChg chg="add del mod">
          <ac:chgData name="musukie52@gmail.com" userId="017bd91f96aa8751" providerId="LiveId" clId="{5B2C3894-F97E-4CAB-8812-5BB4D83AAC6A}" dt="2026-10-20T04:30:10.910" v="24028" actId="21"/>
          <ac:spMkLst>
            <pc:docMk/>
            <pc:sldMk cId="2134184572" sldId="302"/>
            <ac:spMk id="163" creationId="{C8906CF0-A8AE-48DE-5F98-8A184045361A}"/>
          </ac:spMkLst>
        </pc:spChg>
        <pc:spChg chg="add mod">
          <ac:chgData name="musukie52@gmail.com" userId="017bd91f96aa8751" providerId="LiveId" clId="{5B2C3894-F97E-4CAB-8812-5BB4D83AAC6A}" dt="2026-10-20T04:28:03.769" v="24002" actId="20577"/>
          <ac:spMkLst>
            <pc:docMk/>
            <pc:sldMk cId="2134184572" sldId="302"/>
            <ac:spMk id="165" creationId="{BCE93E52-0DC0-D642-E765-21D0FAFEC5D8}"/>
          </ac:spMkLst>
        </pc:spChg>
        <pc:spChg chg="add del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66" creationId="{9D6B31CD-A789-DDFA-4C28-9D839860C4CE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167" creationId="{E1A4EEB9-81C7-9D28-6346-B30A8C87E47D}"/>
          </ac:spMkLst>
        </pc:spChg>
        <pc:spChg chg="add del">
          <ac:chgData name="musukie52@gmail.com" userId="017bd91f96aa8751" providerId="LiveId" clId="{5B2C3894-F97E-4CAB-8812-5BB4D83AAC6A}" dt="2026-10-20T08:16:42.163" v="24423" actId="21"/>
          <ac:spMkLst>
            <pc:docMk/>
            <pc:sldMk cId="2134184572" sldId="302"/>
            <ac:spMk id="170" creationId="{529591D3-586D-057F-CD38-5C52C983B088}"/>
          </ac:spMkLst>
        </pc:spChg>
        <pc:spChg chg="add del mod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71" creationId="{268F7B5C-F730-1DD8-A107-64C01B9FFCE7}"/>
          </ac:spMkLst>
        </pc:spChg>
        <pc:spChg chg="del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73" creationId="{83A584BD-317E-49F9-F645-26E9B8AE3C2F}"/>
          </ac:spMkLst>
        </pc:spChg>
        <pc:spChg chg="del">
          <ac:chgData name="musukie52@gmail.com" userId="017bd91f96aa8751" providerId="LiveId" clId="{5B2C3894-F97E-4CAB-8812-5BB4D83AAC6A}" dt="2026-10-20T08:17:21.721" v="24436" actId="21"/>
          <ac:spMkLst>
            <pc:docMk/>
            <pc:sldMk cId="2134184572" sldId="302"/>
            <ac:spMk id="176" creationId="{FE7FE35E-96C6-83D9-A424-AF5CEE5460BE}"/>
          </ac:spMkLst>
        </pc:spChg>
        <pc:spChg chg="mod">
          <ac:chgData name="musukie52@gmail.com" userId="017bd91f96aa8751" providerId="LiveId" clId="{5B2C3894-F97E-4CAB-8812-5BB4D83AAC6A}" dt="2026-10-20T08:18:12.998" v="24448" actId="1076"/>
          <ac:spMkLst>
            <pc:docMk/>
            <pc:sldMk cId="2134184572" sldId="302"/>
            <ac:spMk id="178" creationId="{D929C881-1E6D-8822-424D-75B66010129E}"/>
          </ac:spMkLst>
        </pc:spChg>
        <pc:spChg chg="add del mod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80" creationId="{9D0B6BF4-AE66-7773-3535-B65B9345641F}"/>
          </ac:spMkLst>
        </pc:spChg>
        <pc:spChg chg="add del mod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81" creationId="{57F72199-D508-CA3F-0DE9-A2198DFEC39A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182" creationId="{E87825D0-77ED-35BE-DF01-FD550C00C6E3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183" creationId="{35332917-160C-7F33-9258-9DEFA4732AEA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185" creationId="{A03164FF-EE0C-90EE-5626-B63DEF1A71DA}"/>
          </ac:spMkLst>
        </pc:spChg>
        <pc:spChg chg="del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86" creationId="{74CFB1A2-2438-00DD-EFBC-E2BDB8964CB6}"/>
          </ac:spMkLst>
        </pc:spChg>
        <pc:spChg chg="add del mod">
          <ac:chgData name="musukie52@gmail.com" userId="017bd91f96aa8751" providerId="LiveId" clId="{5B2C3894-F97E-4CAB-8812-5BB4D83AAC6A}" dt="2026-10-20T04:29:46.240" v="24022" actId="21"/>
          <ac:spMkLst>
            <pc:docMk/>
            <pc:sldMk cId="2134184572" sldId="302"/>
            <ac:spMk id="186" creationId="{9C963993-E7B2-1150-800F-85E697309712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187" creationId="{BCE93E52-0DC0-D642-E765-21D0FAFEC5D8}"/>
          </ac:spMkLst>
        </pc:spChg>
        <pc:spChg chg="add mod">
          <ac:chgData name="musukie52@gmail.com" userId="017bd91f96aa8751" providerId="LiveId" clId="{5B2C3894-F97E-4CAB-8812-5BB4D83AAC6A}" dt="2026-10-20T04:28:07.288" v="24003" actId="1076"/>
          <ac:spMkLst>
            <pc:docMk/>
            <pc:sldMk cId="2134184572" sldId="302"/>
            <ac:spMk id="188" creationId="{FD9F0427-3054-BB81-9173-49D0D8C1CFFD}"/>
          </ac:spMkLst>
        </pc:spChg>
        <pc:spChg chg="del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89" creationId="{E1A4EEB9-81C7-9D28-6346-B30A8C87E47D}"/>
          </ac:spMkLst>
        </pc:spChg>
        <pc:spChg chg="add mod">
          <ac:chgData name="musukie52@gmail.com" userId="017bd91f96aa8751" providerId="LiveId" clId="{5B2C3894-F97E-4CAB-8812-5BB4D83AAC6A}" dt="2026-10-20T08:40:15.474" v="24861" actId="1076"/>
          <ac:spMkLst>
            <pc:docMk/>
            <pc:sldMk cId="2134184572" sldId="302"/>
            <ac:spMk id="190" creationId="{FD9F0427-3054-BB81-9173-49D0D8C1CFFD}"/>
          </ac:spMkLst>
        </pc:spChg>
        <pc:spChg chg="add mod">
          <ac:chgData name="musukie52@gmail.com" userId="017bd91f96aa8751" providerId="LiveId" clId="{5B2C3894-F97E-4CAB-8812-5BB4D83AAC6A}" dt="2026-10-20T08:18:12.998" v="24448" actId="1076"/>
          <ac:spMkLst>
            <pc:docMk/>
            <pc:sldMk cId="2134184572" sldId="302"/>
            <ac:spMk id="191" creationId="{9C963993-E7B2-1150-800F-85E697309712}"/>
          </ac:spMkLst>
        </pc:spChg>
        <pc:spChg chg="add del mod">
          <ac:chgData name="musukie52@gmail.com" userId="017bd91f96aa8751" providerId="LiveId" clId="{5B2C3894-F97E-4CAB-8812-5BB4D83AAC6A}" dt="2026-10-20T08:14:44.799" v="24403" actId="21"/>
          <ac:spMkLst>
            <pc:docMk/>
            <pc:sldMk cId="2134184572" sldId="302"/>
            <ac:spMk id="192" creationId="{C8906CF0-A8AE-48DE-5F98-8A184045361A}"/>
          </ac:spMkLst>
        </pc:spChg>
        <pc:spChg chg="add del mod">
          <ac:chgData name="musukie52@gmail.com" userId="017bd91f96aa8751" providerId="LiveId" clId="{5B2C3894-F97E-4CAB-8812-5BB4D83AAC6A}" dt="2026-10-20T08:16:42.163" v="24423" actId="21"/>
          <ac:spMkLst>
            <pc:docMk/>
            <pc:sldMk cId="2134184572" sldId="302"/>
            <ac:spMk id="193" creationId="{BB31478B-17CD-AFF9-EBF6-7B44409B46DD}"/>
          </ac:spMkLst>
        </pc:spChg>
        <pc:spChg chg="add del mod">
          <ac:chgData name="musukie52@gmail.com" userId="017bd91f96aa8751" providerId="LiveId" clId="{5B2C3894-F97E-4CAB-8812-5BB4D83AAC6A}" dt="2026-10-20T08:16:42.163" v="24423" actId="21"/>
          <ac:spMkLst>
            <pc:docMk/>
            <pc:sldMk cId="2134184572" sldId="302"/>
            <ac:spMk id="194" creationId="{484C959A-36B6-B297-673A-BEA9BF1E6E9E}"/>
          </ac:spMkLst>
        </pc:spChg>
        <pc:spChg chg="add del mod">
          <ac:chgData name="musukie52@gmail.com" userId="017bd91f96aa8751" providerId="LiveId" clId="{5B2C3894-F97E-4CAB-8812-5BB4D83AAC6A}" dt="2026-10-20T08:16:42.163" v="24423" actId="21"/>
          <ac:spMkLst>
            <pc:docMk/>
            <pc:sldMk cId="2134184572" sldId="302"/>
            <ac:spMk id="195" creationId="{9D6B31CD-A789-DDFA-4C28-9D839860C4CE}"/>
          </ac:spMkLst>
        </pc:spChg>
        <pc:spChg chg="add del mod">
          <ac:chgData name="musukie52@gmail.com" userId="017bd91f96aa8751" providerId="LiveId" clId="{5B2C3894-F97E-4CAB-8812-5BB4D83AAC6A}" dt="2026-10-20T04:29:46.240" v="24022" actId="21"/>
          <ac:spMkLst>
            <pc:docMk/>
            <pc:sldMk cId="2134184572" sldId="302"/>
            <ac:spMk id="195" creationId="{DF81A17D-2261-E713-0FA9-0FC9ACFBA791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196" creationId="{268F7B5C-F730-1DD8-A107-64C01B9FFCE7}"/>
          </ac:spMkLst>
        </pc:spChg>
        <pc:spChg chg="add mod">
          <ac:chgData name="musukie52@gmail.com" userId="017bd91f96aa8751" providerId="LiveId" clId="{5B2C3894-F97E-4CAB-8812-5BB4D83AAC6A}" dt="2026-10-20T04:29:57.365" v="24026"/>
          <ac:spMkLst>
            <pc:docMk/>
            <pc:sldMk cId="2134184572" sldId="302"/>
            <ac:spMk id="198" creationId="{9C963993-E7B2-1150-800F-85E697309712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200" creationId="{83A584BD-317E-49F9-F645-26E9B8AE3C2F}"/>
          </ac:spMkLst>
        </pc:spChg>
        <pc:spChg chg="add del mod">
          <ac:chgData name="musukie52@gmail.com" userId="017bd91f96aa8751" providerId="LiveId" clId="{5B2C3894-F97E-4CAB-8812-5BB4D83AAC6A}" dt="2026-10-20T07:58:34.285" v="24218" actId="21"/>
          <ac:spMkLst>
            <pc:docMk/>
            <pc:sldMk cId="2134184572" sldId="302"/>
            <ac:spMk id="201" creationId="{C8906CF0-A8AE-48DE-5F98-8A184045361A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205" creationId="{9D0B6BF4-AE66-7773-3535-B65B9345641F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206" creationId="{57F72199-D508-CA3F-0DE9-A2198DFEC39A}"/>
          </ac:spMkLst>
        </pc:spChg>
        <pc:spChg chg="add mod">
          <ac:chgData name="musukie52@gmail.com" userId="017bd91f96aa8751" providerId="LiveId" clId="{5B2C3894-F97E-4CAB-8812-5BB4D83AAC6A}" dt="2026-10-20T08:16:33.471" v="24422"/>
          <ac:spMkLst>
            <pc:docMk/>
            <pc:sldMk cId="2134184572" sldId="302"/>
            <ac:spMk id="207" creationId="{74CFB1A2-2438-00DD-EFBC-E2BDB8964CB6}"/>
          </ac:spMkLst>
        </pc:spChg>
        <pc:spChg chg="add mod">
          <ac:chgData name="musukie52@gmail.com" userId="017bd91f96aa8751" providerId="LiveId" clId="{5B2C3894-F97E-4CAB-8812-5BB4D83AAC6A}" dt="2026-10-20T08:16:33.471" v="24422"/>
          <ac:spMkLst>
            <pc:docMk/>
            <pc:sldMk cId="2134184572" sldId="302"/>
            <ac:spMk id="208" creationId="{E1A4EEB9-81C7-9D28-6346-B30A8C87E47D}"/>
          </ac:spMkLst>
        </pc:spChg>
        <pc:spChg chg="add mod">
          <ac:chgData name="musukie52@gmail.com" userId="017bd91f96aa8751" providerId="LiveId" clId="{5B2C3894-F97E-4CAB-8812-5BB4D83AAC6A}" dt="2026-10-20T08:40:15.474" v="24861" actId="1076"/>
          <ac:spMkLst>
            <pc:docMk/>
            <pc:sldMk cId="2134184572" sldId="302"/>
            <ac:spMk id="209" creationId="{C8906CF0-A8AE-48DE-5F98-8A184045361A}"/>
          </ac:spMkLst>
        </pc:spChg>
        <pc:spChg chg="add mod">
          <ac:chgData name="musukie52@gmail.com" userId="017bd91f96aa8751" providerId="LiveId" clId="{5B2C3894-F97E-4CAB-8812-5BB4D83AAC6A}" dt="2026-10-20T08:18:33.509" v="24464" actId="207"/>
          <ac:spMkLst>
            <pc:docMk/>
            <pc:sldMk cId="2134184572" sldId="302"/>
            <ac:spMk id="211" creationId="{294A2212-664A-AC2A-ED2A-BCE7E83BA657}"/>
          </ac:spMkLst>
        </pc:spChg>
        <pc:spChg chg="add">
          <ac:chgData name="musukie52@gmail.com" userId="017bd91f96aa8751" providerId="LiveId" clId="{5B2C3894-F97E-4CAB-8812-5BB4D83AAC6A}" dt="2026-10-20T08:17:16.387" v="24435" actId="22"/>
          <ac:spMkLst>
            <pc:docMk/>
            <pc:sldMk cId="2134184572" sldId="302"/>
            <ac:spMk id="213" creationId="{ED1C82A5-C738-00F0-A97B-A952ED4AD7DE}"/>
          </ac:spMkLst>
        </pc:spChg>
        <pc:spChg chg="add del">
          <ac:chgData name="musukie52@gmail.com" userId="017bd91f96aa8751" providerId="LiveId" clId="{5B2C3894-F97E-4CAB-8812-5BB4D83AAC6A}" dt="2026-10-20T08:17:21.721" v="24436" actId="21"/>
          <ac:spMkLst>
            <pc:docMk/>
            <pc:sldMk cId="2134184572" sldId="302"/>
            <ac:spMk id="215" creationId="{FB9E9553-E6F7-F8D8-391A-AF696B1CE020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217" creationId="{94B602C0-693B-D50F-6C8F-3169F382C816}"/>
          </ac:spMkLst>
        </pc:spChg>
        <pc:spChg chg="add">
          <ac:chgData name="musukie52@gmail.com" userId="017bd91f96aa8751" providerId="LiveId" clId="{5B2C3894-F97E-4CAB-8812-5BB4D83AAC6A}" dt="2026-10-20T08:17:16.387" v="24435" actId="22"/>
          <ac:spMkLst>
            <pc:docMk/>
            <pc:sldMk cId="2134184572" sldId="302"/>
            <ac:spMk id="219" creationId="{97CC4DE4-923F-09FD-7B73-51472508111A}"/>
          </ac:spMkLst>
        </pc:spChg>
        <pc:spChg chg="add del">
          <ac:chgData name="musukie52@gmail.com" userId="017bd91f96aa8751" providerId="LiveId" clId="{5B2C3894-F97E-4CAB-8812-5BB4D83AAC6A}" dt="2026-10-20T08:17:46.843" v="24443" actId="21"/>
          <ac:spMkLst>
            <pc:docMk/>
            <pc:sldMk cId="2134184572" sldId="302"/>
            <ac:spMk id="221" creationId="{308124C4-CBB5-5F3B-C2BA-BB45E6A84CE9}"/>
          </ac:spMkLst>
        </pc:spChg>
        <pc:spChg chg="add ord">
          <ac:chgData name="musukie52@gmail.com" userId="017bd91f96aa8751" providerId="LiveId" clId="{5B2C3894-F97E-4CAB-8812-5BB4D83AAC6A}" dt="2026-10-20T08:17:36.457" v="24441" actId="167"/>
          <ac:spMkLst>
            <pc:docMk/>
            <pc:sldMk cId="2134184572" sldId="302"/>
            <ac:spMk id="223" creationId="{3C756BF2-65D4-F690-1798-2BB53DC5E19A}"/>
          </ac:spMkLst>
        </pc:spChg>
        <pc:spChg chg="add del mod ord">
          <ac:chgData name="musukie52@gmail.com" userId="017bd91f96aa8751" providerId="LiveId" clId="{5B2C3894-F97E-4CAB-8812-5BB4D83AAC6A}" dt="2026-10-20T08:17:46.843" v="24443" actId="21"/>
          <ac:spMkLst>
            <pc:docMk/>
            <pc:sldMk cId="2134184572" sldId="302"/>
            <ac:spMk id="225" creationId="{B1C5CBBE-095F-63A6-6FE5-CEAE3C852A67}"/>
          </ac:spMkLst>
        </pc:spChg>
        <pc:spChg chg="add mod">
          <ac:chgData name="musukie52@gmail.com" userId="017bd91f96aa8751" providerId="LiveId" clId="{5B2C3894-F97E-4CAB-8812-5BB4D83AAC6A}" dt="2026-10-20T08:40:15.474" v="24861" actId="1076"/>
          <ac:spMkLst>
            <pc:docMk/>
            <pc:sldMk cId="2134184572" sldId="302"/>
            <ac:spMk id="227" creationId="{B466528F-BD44-0AD5-8D84-4FA461B3A711}"/>
          </ac:spMkLst>
        </pc:spChg>
        <pc:spChg chg="add mod">
          <ac:chgData name="musukie52@gmail.com" userId="017bd91f96aa8751" providerId="LiveId" clId="{5B2C3894-F97E-4CAB-8812-5BB4D83AAC6A}" dt="2026-10-20T08:41:46.662" v="24873" actId="1076"/>
          <ac:spMkLst>
            <pc:docMk/>
            <pc:sldMk cId="2134184572" sldId="302"/>
            <ac:spMk id="229" creationId="{85641C2F-6D8E-A739-7189-ADDF8A496491}"/>
          </ac:spMkLst>
        </pc:spChg>
        <pc:spChg chg="add del mod">
          <ac:chgData name="musukie52@gmail.com" userId="017bd91f96aa8751" providerId="LiveId" clId="{5B2C3894-F97E-4CAB-8812-5BB4D83AAC6A}" dt="2026-10-20T08:23:16.861" v="24549" actId="21"/>
          <ac:spMkLst>
            <pc:docMk/>
            <pc:sldMk cId="2134184572" sldId="302"/>
            <ac:spMk id="231" creationId="{B5AADE4A-18C0-26F2-A1A8-F1523EE83D49}"/>
          </ac:spMkLst>
        </pc:spChg>
        <pc:spChg chg="add del mod">
          <ac:chgData name="musukie52@gmail.com" userId="017bd91f96aa8751" providerId="LiveId" clId="{5B2C3894-F97E-4CAB-8812-5BB4D83AAC6A}" dt="2026-10-20T08:23:16.861" v="24549" actId="21"/>
          <ac:spMkLst>
            <pc:docMk/>
            <pc:sldMk cId="2134184572" sldId="302"/>
            <ac:spMk id="233" creationId="{852BB452-5040-F38F-B4AF-C2700235971F}"/>
          </ac:spMkLst>
        </pc:spChg>
        <pc:spChg chg="add del">
          <ac:chgData name="musukie52@gmail.com" userId="017bd91f96aa8751" providerId="LiveId" clId="{5B2C3894-F97E-4CAB-8812-5BB4D83AAC6A}" dt="2026-10-20T08:23:46.454" v="24557" actId="21"/>
          <ac:spMkLst>
            <pc:docMk/>
            <pc:sldMk cId="2134184572" sldId="302"/>
            <ac:spMk id="235" creationId="{84C5356C-ED99-0138-5A07-41A025BF6BE3}"/>
          </ac:spMkLst>
        </pc:spChg>
        <pc:spChg chg="add del mod">
          <ac:chgData name="musukie52@gmail.com" userId="017bd91f96aa8751" providerId="LiveId" clId="{5B2C3894-F97E-4CAB-8812-5BB4D83AAC6A}" dt="2026-10-20T08:23:46.454" v="24557" actId="21"/>
          <ac:spMkLst>
            <pc:docMk/>
            <pc:sldMk cId="2134184572" sldId="302"/>
            <ac:spMk id="237" creationId="{DADE7C57-6A14-F0FB-CE24-49FFCAEE0DE0}"/>
          </ac:spMkLst>
        </pc:spChg>
        <pc:spChg chg="add del mod ord">
          <ac:chgData name="musukie52@gmail.com" userId="017bd91f96aa8751" providerId="LiveId" clId="{5B2C3894-F97E-4CAB-8812-5BB4D83AAC6A}" dt="2026-10-20T08:26:49.638" v="24585" actId="21"/>
          <ac:spMkLst>
            <pc:docMk/>
            <pc:sldMk cId="2134184572" sldId="302"/>
            <ac:spMk id="239" creationId="{D23917A9-119F-337C-A30A-D26F1499BB0C}"/>
          </ac:spMkLst>
        </pc:spChg>
        <pc:spChg chg="add del ord">
          <ac:chgData name="musukie52@gmail.com" userId="017bd91f96aa8751" providerId="LiveId" clId="{5B2C3894-F97E-4CAB-8812-5BB4D83AAC6A}" dt="2026-10-20T08:26:49.638" v="24585" actId="21"/>
          <ac:spMkLst>
            <pc:docMk/>
            <pc:sldMk cId="2134184572" sldId="302"/>
            <ac:spMk id="241" creationId="{0E16C4A8-8787-C894-FB33-EC28C474CE88}"/>
          </ac:spMkLst>
        </pc:spChg>
        <pc:spChg chg="add del mod ord">
          <ac:chgData name="musukie52@gmail.com" userId="017bd91f96aa8751" providerId="LiveId" clId="{5B2C3894-F97E-4CAB-8812-5BB4D83AAC6A}" dt="2026-10-20T08:36:38.605" v="24822" actId="21"/>
          <ac:spMkLst>
            <pc:docMk/>
            <pc:sldMk cId="2134184572" sldId="302"/>
            <ac:spMk id="243" creationId="{0F9DD98E-1170-7637-76C3-D0DFEC137F18}"/>
          </ac:spMkLst>
        </pc:spChg>
        <pc:spChg chg="add del mod ord">
          <ac:chgData name="musukie52@gmail.com" userId="017bd91f96aa8751" providerId="LiveId" clId="{5B2C3894-F97E-4CAB-8812-5BB4D83AAC6A}" dt="2026-10-20T08:36:38.605" v="24822" actId="21"/>
          <ac:spMkLst>
            <pc:docMk/>
            <pc:sldMk cId="2134184572" sldId="302"/>
            <ac:spMk id="245" creationId="{026BF530-7C6F-E259-E1AE-8C32258EEEE8}"/>
          </ac:spMkLst>
        </pc:spChg>
        <pc:spChg chg="add del mod ord">
          <ac:chgData name="musukie52@gmail.com" userId="017bd91f96aa8751" providerId="LiveId" clId="{5B2C3894-F97E-4CAB-8812-5BB4D83AAC6A}" dt="2026-10-20T08:35:42.778" v="24807" actId="21"/>
          <ac:spMkLst>
            <pc:docMk/>
            <pc:sldMk cId="2134184572" sldId="302"/>
            <ac:spMk id="247" creationId="{3F00F362-937C-FD52-A9B0-D7A891A5A435}"/>
          </ac:spMkLst>
        </pc:spChg>
        <pc:spChg chg="add del">
          <ac:chgData name="musukie52@gmail.com" userId="017bd91f96aa8751" providerId="LiveId" clId="{5B2C3894-F97E-4CAB-8812-5BB4D83AAC6A}" dt="2026-10-20T08:26:10.484" v="24576" actId="22"/>
          <ac:spMkLst>
            <pc:docMk/>
            <pc:sldMk cId="2134184572" sldId="302"/>
            <ac:spMk id="249" creationId="{08D69AA5-1BCB-F2C9-DB59-F46F4D8450AF}"/>
          </ac:spMkLst>
        </pc:spChg>
        <pc:spChg chg="add del mod">
          <ac:chgData name="musukie52@gmail.com" userId="017bd91f96aa8751" providerId="LiveId" clId="{5B2C3894-F97E-4CAB-8812-5BB4D83AAC6A}" dt="2026-10-20T08:26:49.638" v="24585" actId="21"/>
          <ac:spMkLst>
            <pc:docMk/>
            <pc:sldMk cId="2134184572" sldId="302"/>
            <ac:spMk id="251" creationId="{339C8705-FFF2-423F-86D1-C85C42A8503F}"/>
          </ac:spMkLst>
        </pc:spChg>
        <pc:spChg chg="add del ord">
          <ac:chgData name="musukie52@gmail.com" userId="017bd91f96aa8751" providerId="LiveId" clId="{5B2C3894-F97E-4CAB-8812-5BB4D83AAC6A}" dt="2026-10-20T08:34:52.613" v="24792" actId="21"/>
          <ac:spMkLst>
            <pc:docMk/>
            <pc:sldMk cId="2134184572" sldId="302"/>
            <ac:spMk id="253" creationId="{41925073-E963-52F7-2762-A5284BF93395}"/>
          </ac:spMkLst>
        </pc:spChg>
        <pc:spChg chg="add del mod ord">
          <ac:chgData name="musukie52@gmail.com" userId="017bd91f96aa8751" providerId="LiveId" clId="{5B2C3894-F97E-4CAB-8812-5BB4D83AAC6A}" dt="2026-10-20T08:34:52.613" v="24792" actId="21"/>
          <ac:spMkLst>
            <pc:docMk/>
            <pc:sldMk cId="2134184572" sldId="302"/>
            <ac:spMk id="255" creationId="{9AA68B1B-A321-3C75-442E-27782834C639}"/>
          </ac:spMkLst>
        </pc:spChg>
        <pc:spChg chg="add del ord">
          <ac:chgData name="musukie52@gmail.com" userId="017bd91f96aa8751" providerId="LiveId" clId="{5B2C3894-F97E-4CAB-8812-5BB4D83AAC6A}" dt="2026-10-20T08:34:52.613" v="24792" actId="21"/>
          <ac:spMkLst>
            <pc:docMk/>
            <pc:sldMk cId="2134184572" sldId="302"/>
            <ac:spMk id="257" creationId="{0EC8D3A5-E34A-4987-F745-1BBD5A3003DE}"/>
          </ac:spMkLst>
        </pc:spChg>
        <pc:spChg chg="add del mod ord">
          <ac:chgData name="musukie52@gmail.com" userId="017bd91f96aa8751" providerId="LiveId" clId="{5B2C3894-F97E-4CAB-8812-5BB4D83AAC6A}" dt="2026-10-20T08:34:52.613" v="24792" actId="21"/>
          <ac:spMkLst>
            <pc:docMk/>
            <pc:sldMk cId="2134184572" sldId="302"/>
            <ac:spMk id="259" creationId="{BC126477-AC45-0EF2-93D2-9D7959CEF4D2}"/>
          </ac:spMkLst>
        </pc:spChg>
        <pc:spChg chg="add del mod">
          <ac:chgData name="musukie52@gmail.com" userId="017bd91f96aa8751" providerId="LiveId" clId="{5B2C3894-F97E-4CAB-8812-5BB4D83AAC6A}" dt="2026-10-20T08:34:10.848" v="24780" actId="478"/>
          <ac:spMkLst>
            <pc:docMk/>
            <pc:sldMk cId="2134184572" sldId="302"/>
            <ac:spMk id="261" creationId="{516F5CB1-FE7E-8C34-D060-02C79278EA17}"/>
          </ac:spMkLst>
        </pc:spChg>
        <pc:spChg chg="add del mod">
          <ac:chgData name="musukie52@gmail.com" userId="017bd91f96aa8751" providerId="LiveId" clId="{5B2C3894-F97E-4CAB-8812-5BB4D83AAC6A}" dt="2026-10-20T08:35:42.778" v="24807" actId="21"/>
          <ac:spMkLst>
            <pc:docMk/>
            <pc:sldMk cId="2134184572" sldId="302"/>
            <ac:spMk id="263" creationId="{FF2F6C1F-40F8-EA39-CC57-AF2AE2B2ED6E}"/>
          </ac:spMkLst>
        </pc:spChg>
        <pc:spChg chg="add del mod">
          <ac:chgData name="musukie52@gmail.com" userId="017bd91f96aa8751" providerId="LiveId" clId="{5B2C3894-F97E-4CAB-8812-5BB4D83AAC6A}" dt="2026-10-20T08:36:07.964" v="24814" actId="21"/>
          <ac:spMkLst>
            <pc:docMk/>
            <pc:sldMk cId="2134184572" sldId="302"/>
            <ac:spMk id="265" creationId="{5BE3FB00-5ECB-C7FE-FB43-C14B270EEEB6}"/>
          </ac:spMkLst>
        </pc:spChg>
        <pc:spChg chg="add del mod">
          <ac:chgData name="musukie52@gmail.com" userId="017bd91f96aa8751" providerId="LiveId" clId="{5B2C3894-F97E-4CAB-8812-5BB4D83AAC6A}" dt="2026-10-20T08:48:36.700" v="24924" actId="21"/>
          <ac:spMkLst>
            <pc:docMk/>
            <pc:sldMk cId="2134184572" sldId="302"/>
            <ac:spMk id="267" creationId="{AE9F7B0E-FECD-FEDE-9B47-16DF0B6A2EDB}"/>
          </ac:spMkLst>
        </pc:spChg>
        <pc:spChg chg="add del mod">
          <ac:chgData name="musukie52@gmail.com" userId="017bd91f96aa8751" providerId="LiveId" clId="{5B2C3894-F97E-4CAB-8812-5BB4D83AAC6A}" dt="2026-10-20T08:48:36.700" v="24924" actId="21"/>
          <ac:spMkLst>
            <pc:docMk/>
            <pc:sldMk cId="2134184572" sldId="302"/>
            <ac:spMk id="269" creationId="{5D826BB5-6589-7D99-8D35-B7CC17BF3B40}"/>
          </ac:spMkLst>
        </pc:spChg>
        <pc:spChg chg="add del ord">
          <ac:chgData name="musukie52@gmail.com" userId="017bd91f96aa8751" providerId="LiveId" clId="{5B2C3894-F97E-4CAB-8812-5BB4D83AAC6A}" dt="2026-10-20T08:42:13.072" v="24882" actId="21"/>
          <ac:spMkLst>
            <pc:docMk/>
            <pc:sldMk cId="2134184572" sldId="302"/>
            <ac:spMk id="271" creationId="{65634B77-6F4E-A67E-4DD4-EDB70C0AE6BA}"/>
          </ac:spMkLst>
        </pc:spChg>
        <pc:spChg chg="add del ord">
          <ac:chgData name="musukie52@gmail.com" userId="017bd91f96aa8751" providerId="LiveId" clId="{5B2C3894-F97E-4CAB-8812-5BB4D83AAC6A}" dt="2026-10-20T08:35:42.778" v="24807" actId="21"/>
          <ac:spMkLst>
            <pc:docMk/>
            <pc:sldMk cId="2134184572" sldId="302"/>
            <ac:spMk id="273" creationId="{AE4422C7-47F1-9A84-B573-FF1DDA722D50}"/>
          </ac:spMkLst>
        </pc:spChg>
        <pc:spChg chg="add del ord">
          <ac:chgData name="musukie52@gmail.com" userId="017bd91f96aa8751" providerId="LiveId" clId="{5B2C3894-F97E-4CAB-8812-5BB4D83AAC6A}" dt="2026-10-20T08:36:07.964" v="24814" actId="21"/>
          <ac:spMkLst>
            <pc:docMk/>
            <pc:sldMk cId="2134184572" sldId="302"/>
            <ac:spMk id="275" creationId="{D5338C37-F09A-E62A-4A90-3DE8B5417579}"/>
          </ac:spMkLst>
        </pc:spChg>
        <pc:spChg chg="add del ord">
          <ac:chgData name="musukie52@gmail.com" userId="017bd91f96aa8751" providerId="LiveId" clId="{5B2C3894-F97E-4CAB-8812-5BB4D83AAC6A}" dt="2026-10-20T08:35:42.778" v="24807" actId="21"/>
          <ac:spMkLst>
            <pc:docMk/>
            <pc:sldMk cId="2134184572" sldId="302"/>
            <ac:spMk id="277" creationId="{4B4640A3-5804-D63A-5FAE-C0450F7CDE09}"/>
          </ac:spMkLst>
        </pc:spChg>
        <pc:spChg chg="add del">
          <ac:chgData name="musukie52@gmail.com" userId="017bd91f96aa8751" providerId="LiveId" clId="{5B2C3894-F97E-4CAB-8812-5BB4D83AAC6A}" dt="2026-10-20T08:36:38.605" v="24822" actId="21"/>
          <ac:spMkLst>
            <pc:docMk/>
            <pc:sldMk cId="2134184572" sldId="302"/>
            <ac:spMk id="279" creationId="{5BFE7BC6-31D7-01FA-D391-212A33F9E0FE}"/>
          </ac:spMkLst>
        </pc:spChg>
        <pc:spChg chg="add del">
          <ac:chgData name="musukie52@gmail.com" userId="017bd91f96aa8751" providerId="LiveId" clId="{5B2C3894-F97E-4CAB-8812-5BB4D83AAC6A}" dt="2026-10-20T08:36:07.964" v="24814" actId="21"/>
          <ac:spMkLst>
            <pc:docMk/>
            <pc:sldMk cId="2134184572" sldId="302"/>
            <ac:spMk id="281" creationId="{D083460E-4EB9-4407-FDF1-5798DD3ED60A}"/>
          </ac:spMkLst>
        </pc:spChg>
        <pc:spChg chg="add del">
          <ac:chgData name="musukie52@gmail.com" userId="017bd91f96aa8751" providerId="LiveId" clId="{5B2C3894-F97E-4CAB-8812-5BB4D83AAC6A}" dt="2026-10-20T08:36:38.605" v="24822" actId="21"/>
          <ac:spMkLst>
            <pc:docMk/>
            <pc:sldMk cId="2134184572" sldId="302"/>
            <ac:spMk id="283" creationId="{29513846-5B27-9686-4B84-6008CD3AECD1}"/>
          </ac:spMkLst>
        </pc:spChg>
        <pc:spChg chg="add del">
          <ac:chgData name="musukie52@gmail.com" userId="017bd91f96aa8751" providerId="LiveId" clId="{5B2C3894-F97E-4CAB-8812-5BB4D83AAC6A}" dt="2026-10-20T08:36:07.964" v="24814" actId="21"/>
          <ac:spMkLst>
            <pc:docMk/>
            <pc:sldMk cId="2134184572" sldId="302"/>
            <ac:spMk id="285" creationId="{67AD8C0E-57A0-7F23-9254-0FCADB953980}"/>
          </ac:spMkLst>
        </pc:spChg>
        <pc:spChg chg="add del mod ord">
          <ac:chgData name="musukie52@gmail.com" userId="017bd91f96aa8751" providerId="LiveId" clId="{5B2C3894-F97E-4CAB-8812-5BB4D83AAC6A}" dt="2026-10-20T08:48:36.700" v="24924" actId="21"/>
          <ac:spMkLst>
            <pc:docMk/>
            <pc:sldMk cId="2134184572" sldId="302"/>
            <ac:spMk id="287" creationId="{BA720F35-2E66-4053-42F5-0AC0A59287B5}"/>
          </ac:spMkLst>
        </pc:spChg>
        <pc:spChg chg="add del mod ord">
          <ac:chgData name="musukie52@gmail.com" userId="017bd91f96aa8751" providerId="LiveId" clId="{5B2C3894-F97E-4CAB-8812-5BB4D83AAC6A}" dt="2026-10-20T08:58:43.181" v="25081" actId="21"/>
          <ac:spMkLst>
            <pc:docMk/>
            <pc:sldMk cId="2134184572" sldId="302"/>
            <ac:spMk id="289" creationId="{C761EA1F-6D31-724F-8144-77E9BC0A0AF5}"/>
          </ac:spMkLst>
        </pc:spChg>
        <pc:spChg chg="add del ord">
          <ac:chgData name="musukie52@gmail.com" userId="017bd91f96aa8751" providerId="LiveId" clId="{5B2C3894-F97E-4CAB-8812-5BB4D83AAC6A}" dt="2026-10-20T08:36:38.605" v="24822" actId="21"/>
          <ac:spMkLst>
            <pc:docMk/>
            <pc:sldMk cId="2134184572" sldId="302"/>
            <ac:spMk id="291" creationId="{7A74CFFB-A7E1-B525-E0BE-216C61A30CA6}"/>
          </ac:spMkLst>
        </pc:spChg>
        <pc:spChg chg="add del ord">
          <ac:chgData name="musukie52@gmail.com" userId="017bd91f96aa8751" providerId="LiveId" clId="{5B2C3894-F97E-4CAB-8812-5BB4D83AAC6A}" dt="2026-10-20T08:36:38.605" v="24822" actId="21"/>
          <ac:spMkLst>
            <pc:docMk/>
            <pc:sldMk cId="2134184572" sldId="302"/>
            <ac:spMk id="293" creationId="{30B2D5EC-BA46-4CDB-5F6B-6853AD18E60B}"/>
          </ac:spMkLst>
        </pc:spChg>
        <pc:spChg chg="add del mod">
          <ac:chgData name="musukie52@gmail.com" userId="017bd91f96aa8751" providerId="LiveId" clId="{5B2C3894-F97E-4CAB-8812-5BB4D83AAC6A}" dt="2026-10-20T09:08:07.678" v="25115" actId="21"/>
          <ac:spMkLst>
            <pc:docMk/>
            <pc:sldMk cId="2134184572" sldId="302"/>
            <ac:spMk id="295" creationId="{042B7242-70D4-6DAB-6C2C-66E330D9C601}"/>
          </ac:spMkLst>
        </pc:spChg>
        <pc:spChg chg="add del mod">
          <ac:chgData name="musukie52@gmail.com" userId="017bd91f96aa8751" providerId="LiveId" clId="{5B2C3894-F97E-4CAB-8812-5BB4D83AAC6A}" dt="2026-10-20T09:08:07.678" v="25115" actId="21"/>
          <ac:spMkLst>
            <pc:docMk/>
            <pc:sldMk cId="2134184572" sldId="302"/>
            <ac:spMk id="297" creationId="{04808141-8A98-C4C4-EADB-F462C73E9D58}"/>
          </ac:spMkLst>
        </pc:spChg>
        <pc:spChg chg="add del mod">
          <ac:chgData name="musukie52@gmail.com" userId="017bd91f96aa8751" providerId="LiveId" clId="{5B2C3894-F97E-4CAB-8812-5BB4D83AAC6A}" dt="2026-10-20T09:08:07.678" v="25115" actId="21"/>
          <ac:spMkLst>
            <pc:docMk/>
            <pc:sldMk cId="2134184572" sldId="302"/>
            <ac:spMk id="299" creationId="{2E169AB9-0265-B873-BFB4-BD39F3C40D14}"/>
          </ac:spMkLst>
        </pc:spChg>
        <pc:spChg chg="add del mod">
          <ac:chgData name="musukie52@gmail.com" userId="017bd91f96aa8751" providerId="LiveId" clId="{5B2C3894-F97E-4CAB-8812-5BB4D83AAC6A}" dt="2026-10-20T09:08:07.678" v="25115" actId="21"/>
          <ac:spMkLst>
            <pc:docMk/>
            <pc:sldMk cId="2134184572" sldId="302"/>
            <ac:spMk id="301" creationId="{2A7A6656-2C8D-4FDE-A9C8-9D1F76FDB5CD}"/>
          </ac:spMkLst>
        </pc:spChg>
        <pc:spChg chg="add del mod">
          <ac:chgData name="musukie52@gmail.com" userId="017bd91f96aa8751" providerId="LiveId" clId="{5B2C3894-F97E-4CAB-8812-5BB4D83AAC6A}" dt="2026-10-20T08:53:26.309" v="24987" actId="478"/>
          <ac:spMkLst>
            <pc:docMk/>
            <pc:sldMk cId="2134184572" sldId="302"/>
            <ac:spMk id="303" creationId="{8243ABEE-35D2-5E4D-1CC7-2B938F65CD70}"/>
          </ac:spMkLst>
        </pc:spChg>
        <pc:spChg chg="add del mod">
          <ac:chgData name="musukie52@gmail.com" userId="017bd91f96aa8751" providerId="LiveId" clId="{5B2C3894-F97E-4CAB-8812-5BB4D83AAC6A}" dt="2026-10-20T08:58:43.181" v="25081" actId="21"/>
          <ac:spMkLst>
            <pc:docMk/>
            <pc:sldMk cId="2134184572" sldId="302"/>
            <ac:spMk id="305" creationId="{164E4327-14B4-E6AE-1DA5-DE9E67526415}"/>
          </ac:spMkLst>
        </pc:spChg>
        <pc:spChg chg="add del mod">
          <ac:chgData name="musukie52@gmail.com" userId="017bd91f96aa8751" providerId="LiveId" clId="{5B2C3894-F97E-4CAB-8812-5BB4D83AAC6A}" dt="2026-10-20T08:40:36.108" v="24865"/>
          <ac:spMkLst>
            <pc:docMk/>
            <pc:sldMk cId="2134184572" sldId="302"/>
            <ac:spMk id="306" creationId="{0D572B72-2F23-891F-27FA-AC5314B77175}"/>
          </ac:spMkLst>
        </pc:spChg>
        <pc:spChg chg="add del ord">
          <ac:chgData name="musukie52@gmail.com" userId="017bd91f96aa8751" providerId="LiveId" clId="{5B2C3894-F97E-4CAB-8812-5BB4D83AAC6A}" dt="2026-10-20T08:48:36.700" v="24924" actId="21"/>
          <ac:spMkLst>
            <pc:docMk/>
            <pc:sldMk cId="2134184572" sldId="302"/>
            <ac:spMk id="308" creationId="{AA443841-A21B-D894-6176-DFA47DE16A67}"/>
          </ac:spMkLst>
        </pc:spChg>
        <pc:spChg chg="add del ord">
          <ac:chgData name="musukie52@gmail.com" userId="017bd91f96aa8751" providerId="LiveId" clId="{5B2C3894-F97E-4CAB-8812-5BB4D83AAC6A}" dt="2026-10-20T09:08:46.290" v="25127" actId="21"/>
          <ac:spMkLst>
            <pc:docMk/>
            <pc:sldMk cId="2134184572" sldId="302"/>
            <ac:spMk id="310" creationId="{D1848D5D-C844-FFD0-6D93-DC77AFB77737}"/>
          </ac:spMkLst>
        </pc:spChg>
        <pc:spChg chg="add del mod ord">
          <ac:chgData name="musukie52@gmail.com" userId="017bd91f96aa8751" providerId="LiveId" clId="{5B2C3894-F97E-4CAB-8812-5BB4D83AAC6A}" dt="2026-10-20T08:58:43.181" v="25081" actId="21"/>
          <ac:spMkLst>
            <pc:docMk/>
            <pc:sldMk cId="2134184572" sldId="302"/>
            <ac:spMk id="312" creationId="{52A7EF91-11C4-4B50-CADF-AA5ADE282E03}"/>
          </ac:spMkLst>
        </pc:spChg>
        <pc:spChg chg="add del mod ord">
          <ac:chgData name="musukie52@gmail.com" userId="017bd91f96aa8751" providerId="LiveId" clId="{5B2C3894-F97E-4CAB-8812-5BB4D83AAC6A}" dt="2026-10-20T08:58:43.181" v="25081" actId="21"/>
          <ac:spMkLst>
            <pc:docMk/>
            <pc:sldMk cId="2134184572" sldId="302"/>
            <ac:spMk id="314" creationId="{7286470D-5060-A09E-11AC-1F81873E149C}"/>
          </ac:spMkLst>
        </pc:spChg>
        <pc:spChg chg="add mod ord">
          <ac:chgData name="musukie52@gmail.com" userId="017bd91f96aa8751" providerId="LiveId" clId="{5B2C3894-F97E-4CAB-8812-5BB4D83AAC6A}" dt="2026-10-20T09:26:17.353" v="25396" actId="20577"/>
          <ac:spMkLst>
            <pc:docMk/>
            <pc:sldMk cId="2134184572" sldId="302"/>
            <ac:spMk id="316" creationId="{F673FE16-0CBC-7621-C019-4590C4949966}"/>
          </ac:spMkLst>
        </pc:spChg>
        <pc:spChg chg="add del mod">
          <ac:chgData name="musukie52@gmail.com" userId="017bd91f96aa8751" providerId="LiveId" clId="{5B2C3894-F97E-4CAB-8812-5BB4D83AAC6A}" dt="2026-10-20T08:58:43.181" v="25081" actId="21"/>
          <ac:spMkLst>
            <pc:docMk/>
            <pc:sldMk cId="2134184572" sldId="302"/>
            <ac:spMk id="318" creationId="{610949BD-810D-E73D-48A8-0A7FD5FE2AED}"/>
          </ac:spMkLst>
        </pc:spChg>
        <pc:spChg chg="add">
          <ac:chgData name="musukie52@gmail.com" userId="017bd91f96aa8751" providerId="LiveId" clId="{5B2C3894-F97E-4CAB-8812-5BB4D83AAC6A}" dt="2026-10-20T09:01:05.388" v="25113" actId="22"/>
          <ac:spMkLst>
            <pc:docMk/>
            <pc:sldMk cId="2134184572" sldId="302"/>
            <ac:spMk id="320" creationId="{E6A7F1DC-EF18-04E0-3862-1C16F3ABAE71}"/>
          </ac:spMkLst>
        </pc:spChg>
        <pc:spChg chg="add">
          <ac:chgData name="musukie52@gmail.com" userId="017bd91f96aa8751" providerId="LiveId" clId="{5B2C3894-F97E-4CAB-8812-5BB4D83AAC6A}" dt="2026-10-20T09:01:05.388" v="25113" actId="22"/>
          <ac:spMkLst>
            <pc:docMk/>
            <pc:sldMk cId="2134184572" sldId="302"/>
            <ac:spMk id="322" creationId="{E683C2C1-09DC-EA8F-4025-B01658276480}"/>
          </ac:spMkLst>
        </pc:spChg>
        <pc:spChg chg="add">
          <ac:chgData name="musukie52@gmail.com" userId="017bd91f96aa8751" providerId="LiveId" clId="{5B2C3894-F97E-4CAB-8812-5BB4D83AAC6A}" dt="2026-10-20T09:01:05.388" v="25113" actId="22"/>
          <ac:spMkLst>
            <pc:docMk/>
            <pc:sldMk cId="2134184572" sldId="302"/>
            <ac:spMk id="324" creationId="{A75CEE4A-157B-88AB-B647-73D79D5A36D2}"/>
          </ac:spMkLst>
        </pc:spChg>
        <pc:spChg chg="add">
          <ac:chgData name="musukie52@gmail.com" userId="017bd91f96aa8751" providerId="LiveId" clId="{5B2C3894-F97E-4CAB-8812-5BB4D83AAC6A}" dt="2026-10-20T09:01:05.388" v="25113" actId="22"/>
          <ac:spMkLst>
            <pc:docMk/>
            <pc:sldMk cId="2134184572" sldId="302"/>
            <ac:spMk id="326" creationId="{2CD8A3A7-5E0E-6F23-A39A-A55CEC024DE1}"/>
          </ac:spMkLst>
        </pc:spChg>
        <pc:spChg chg="add mod">
          <ac:chgData name="musukie52@gmail.com" userId="017bd91f96aa8751" providerId="LiveId" clId="{5B2C3894-F97E-4CAB-8812-5BB4D83AAC6A}" dt="2026-10-20T09:26:12.943" v="25395" actId="20577"/>
          <ac:spMkLst>
            <pc:docMk/>
            <pc:sldMk cId="2134184572" sldId="302"/>
            <ac:spMk id="328" creationId="{DF9EC1B7-5C20-FCA7-34D1-40CA37E631D2}"/>
          </ac:spMkLst>
        </pc:spChg>
        <pc:spChg chg="add del">
          <ac:chgData name="musukie52@gmail.com" userId="017bd91f96aa8751" providerId="LiveId" clId="{5B2C3894-F97E-4CAB-8812-5BB4D83AAC6A}" dt="2026-10-20T09:08:46.290" v="25127" actId="21"/>
          <ac:spMkLst>
            <pc:docMk/>
            <pc:sldMk cId="2134184572" sldId="302"/>
            <ac:spMk id="330" creationId="{3A03F4F5-1447-279D-3DBF-AD467DC40F58}"/>
          </ac:spMkLst>
        </pc:spChg>
        <pc:spChg chg="add del">
          <ac:chgData name="musukie52@gmail.com" userId="017bd91f96aa8751" providerId="LiveId" clId="{5B2C3894-F97E-4CAB-8812-5BB4D83AAC6A}" dt="2026-10-20T09:08:46.290" v="25127" actId="21"/>
          <ac:spMkLst>
            <pc:docMk/>
            <pc:sldMk cId="2134184572" sldId="302"/>
            <ac:spMk id="332" creationId="{D5A1FC17-A9B2-8079-958F-0A003D485C06}"/>
          </ac:spMkLst>
        </pc:spChg>
        <pc:spChg chg="add del">
          <ac:chgData name="musukie52@gmail.com" userId="017bd91f96aa8751" providerId="LiveId" clId="{5B2C3894-F97E-4CAB-8812-5BB4D83AAC6A}" dt="2026-10-20T09:08:46.290" v="25127" actId="21"/>
          <ac:spMkLst>
            <pc:docMk/>
            <pc:sldMk cId="2134184572" sldId="302"/>
            <ac:spMk id="334" creationId="{9265E086-CEBB-0FFB-81E7-6614B02B52A2}"/>
          </ac:spMkLst>
        </pc:spChg>
        <pc:spChg chg="add del mod">
          <ac:chgData name="musukie52@gmail.com" userId="017bd91f96aa8751" providerId="LiveId" clId="{5B2C3894-F97E-4CAB-8812-5BB4D83AAC6A}" dt="2026-10-20T09:08:46.290" v="25127" actId="21"/>
          <ac:spMkLst>
            <pc:docMk/>
            <pc:sldMk cId="2134184572" sldId="302"/>
            <ac:spMk id="336" creationId="{526C9100-CC57-5F21-F779-BE0B5B853F58}"/>
          </ac:spMkLst>
        </pc:spChg>
        <pc:spChg chg="add ord">
          <ac:chgData name="musukie52@gmail.com" userId="017bd91f96aa8751" providerId="LiveId" clId="{5B2C3894-F97E-4CAB-8812-5BB4D83AAC6A}" dt="2026-10-20T09:09:27.238" v="25141" actId="167"/>
          <ac:spMkLst>
            <pc:docMk/>
            <pc:sldMk cId="2134184572" sldId="302"/>
            <ac:spMk id="338" creationId="{D92E13AC-A3F6-4EA3-AB5A-1384336D340C}"/>
          </ac:spMkLst>
        </pc:spChg>
        <pc:spChg chg="add ord">
          <ac:chgData name="musukie52@gmail.com" userId="017bd91f96aa8751" providerId="LiveId" clId="{5B2C3894-F97E-4CAB-8812-5BB4D83AAC6A}" dt="2026-10-20T09:09:27.238" v="25141" actId="167"/>
          <ac:spMkLst>
            <pc:docMk/>
            <pc:sldMk cId="2134184572" sldId="302"/>
            <ac:spMk id="340" creationId="{9ED022D5-2D15-E3D4-2251-6C2DADA4C172}"/>
          </ac:spMkLst>
        </pc:spChg>
        <pc:spChg chg="add ord">
          <ac:chgData name="musukie52@gmail.com" userId="017bd91f96aa8751" providerId="LiveId" clId="{5B2C3894-F97E-4CAB-8812-5BB4D83AAC6A}" dt="2026-10-20T09:09:27.238" v="25141" actId="167"/>
          <ac:spMkLst>
            <pc:docMk/>
            <pc:sldMk cId="2134184572" sldId="302"/>
            <ac:spMk id="342" creationId="{149EACD3-200B-B719-4CB9-1ED4AD6C7CC5}"/>
          </ac:spMkLst>
        </pc:spChg>
        <pc:spChg chg="add ord">
          <ac:chgData name="musukie52@gmail.com" userId="017bd91f96aa8751" providerId="LiveId" clId="{5B2C3894-F97E-4CAB-8812-5BB4D83AAC6A}" dt="2026-10-20T09:09:27.238" v="25141" actId="167"/>
          <ac:spMkLst>
            <pc:docMk/>
            <pc:sldMk cId="2134184572" sldId="302"/>
            <ac:spMk id="344" creationId="{52AB6F28-17BB-FBCE-E729-D57553227E5F}"/>
          </ac:spMkLst>
        </pc:spChg>
        <pc:spChg chg="add ord">
          <ac:chgData name="musukie52@gmail.com" userId="017bd91f96aa8751" providerId="LiveId" clId="{5B2C3894-F97E-4CAB-8812-5BB4D83AAC6A}" dt="2026-10-20T09:09:27.238" v="25141" actId="167"/>
          <ac:spMkLst>
            <pc:docMk/>
            <pc:sldMk cId="2134184572" sldId="302"/>
            <ac:spMk id="346" creationId="{1FE9CD84-D25D-6ABD-967D-93CCF62BF2C0}"/>
          </ac:spMkLst>
        </pc:spChg>
        <pc:picChg chg="add mod modCrop">
          <ac:chgData name="musukie52@gmail.com" userId="017bd91f96aa8751" providerId="LiveId" clId="{5B2C3894-F97E-4CAB-8812-5BB4D83AAC6A}" dt="2026-10-18T07:05:30.680" v="22222" actId="1036"/>
          <ac:picMkLst>
            <pc:docMk/>
            <pc:sldMk cId="2134184572" sldId="302"/>
            <ac:picMk id="6" creationId="{AB72FAA1-7BC5-B5AF-0B3C-B30174CE7BAC}"/>
          </ac:picMkLst>
        </pc:picChg>
        <pc:picChg chg="add mod modCrop">
          <ac:chgData name="musukie52@gmail.com" userId="017bd91f96aa8751" providerId="LiveId" clId="{5B2C3894-F97E-4CAB-8812-5BB4D83AAC6A}" dt="2026-10-18T07:09:35.565" v="22239" actId="1037"/>
          <ac:picMkLst>
            <pc:docMk/>
            <pc:sldMk cId="2134184572" sldId="302"/>
            <ac:picMk id="55" creationId="{56DD7DD6-5E62-87FA-998F-34FF8F2103C4}"/>
          </ac:picMkLst>
        </pc:picChg>
        <pc:picChg chg="add mod modCrop">
          <ac:chgData name="musukie52@gmail.com" userId="017bd91f96aa8751" providerId="LiveId" clId="{5B2C3894-F97E-4CAB-8812-5BB4D83AAC6A}" dt="2026-10-18T07:09:44.303" v="22242" actId="1038"/>
          <ac:picMkLst>
            <pc:docMk/>
            <pc:sldMk cId="2134184572" sldId="302"/>
            <ac:picMk id="59" creationId="{07EB3ED3-7E49-B61E-FE03-C7C5B2E78E05}"/>
          </ac:picMkLst>
        </pc:picChg>
        <pc:picChg chg="add mod modCrop">
          <ac:chgData name="musukie52@gmail.com" userId="017bd91f96aa8751" providerId="LiveId" clId="{5B2C3894-F97E-4CAB-8812-5BB4D83AAC6A}" dt="2026-10-18T07:09:20.758" v="22236" actId="1076"/>
          <ac:picMkLst>
            <pc:docMk/>
            <pc:sldMk cId="2134184572" sldId="302"/>
            <ac:picMk id="63" creationId="{F6014E8F-0FE2-CC42-6B68-AF77DC3339B5}"/>
          </ac:picMkLst>
        </pc:picChg>
        <pc:cxnChg chg="add mod">
          <ac:chgData name="musukie52@gmail.com" userId="017bd91f96aa8751" providerId="LiveId" clId="{5B2C3894-F97E-4CAB-8812-5BB4D83AAC6A}" dt="2026-10-20T07:44:38.582" v="24175" actId="1076"/>
          <ac:cxnSpMkLst>
            <pc:docMk/>
            <pc:sldMk cId="2134184572" sldId="302"/>
            <ac:cxnSpMk id="31" creationId="{87135EEA-A0B6-58E0-F0A2-FA0D6ED12233}"/>
          </ac:cxnSpMkLst>
        </pc:cxnChg>
        <pc:cxnChg chg="add mod">
          <ac:chgData name="musukie52@gmail.com" userId="017bd91f96aa8751" providerId="LiveId" clId="{5B2C3894-F97E-4CAB-8812-5BB4D83AAC6A}" dt="2026-10-20T03:17:16.014" v="22898" actId="1076"/>
          <ac:cxnSpMkLst>
            <pc:docMk/>
            <pc:sldMk cId="2134184572" sldId="302"/>
            <ac:cxnSpMk id="37" creationId="{C873F206-CDDE-FDAB-5CE3-F02814B272B3}"/>
          </ac:cxnSpMkLst>
        </pc:cxnChg>
        <pc:cxnChg chg="add mod">
          <ac:chgData name="musukie52@gmail.com" userId="017bd91f96aa8751" providerId="LiveId" clId="{5B2C3894-F97E-4CAB-8812-5BB4D83AAC6A}" dt="2026-10-20T07:44:53.759" v="24178" actId="1076"/>
          <ac:cxnSpMkLst>
            <pc:docMk/>
            <pc:sldMk cId="2134184572" sldId="302"/>
            <ac:cxnSpMk id="39" creationId="{2CA86DEF-EC51-E9D1-A045-261553E6E72B}"/>
          </ac:cxnSpMkLst>
        </pc:cxnChg>
        <pc:cxnChg chg="add mod">
          <ac:chgData name="musukie52@gmail.com" userId="017bd91f96aa8751" providerId="LiveId" clId="{5B2C3894-F97E-4CAB-8812-5BB4D83AAC6A}" dt="2026-10-20T07:57:42.818" v="24209" actId="1076"/>
          <ac:cxnSpMkLst>
            <pc:docMk/>
            <pc:sldMk cId="2134184572" sldId="302"/>
            <ac:cxnSpMk id="43" creationId="{DDD7DA87-0AC8-9943-6BDB-FF2A21121E65}"/>
          </ac:cxnSpMkLst>
        </pc:cxnChg>
        <pc:cxnChg chg="mod">
          <ac:chgData name="musukie52@gmail.com" userId="017bd91f96aa8751" providerId="LiveId" clId="{5B2C3894-F97E-4CAB-8812-5BB4D83AAC6A}" dt="2026-10-18T06:26:48.753" v="21545" actId="20577"/>
          <ac:cxnSpMkLst>
            <pc:docMk/>
            <pc:sldMk cId="2134184572" sldId="302"/>
            <ac:cxnSpMk id="46" creationId="{94729D8D-7E7D-62D3-E388-734BCB36AAD4}"/>
          </ac:cxnSpMkLst>
        </pc:cxnChg>
        <pc:cxnChg chg="add del mod">
          <ac:chgData name="musukie52@gmail.com" userId="017bd91f96aa8751" providerId="LiveId" clId="{5B2C3894-F97E-4CAB-8812-5BB4D83AAC6A}" dt="2026-10-20T03:25:02.569" v="23135" actId="21"/>
          <ac:cxnSpMkLst>
            <pc:docMk/>
            <pc:sldMk cId="2134184572" sldId="302"/>
            <ac:cxnSpMk id="53" creationId="{B70897D0-1060-578A-D65F-D1C32D88212C}"/>
          </ac:cxnSpMkLst>
        </pc:cxnChg>
        <pc:cxnChg chg="add mod">
          <ac:chgData name="musukie52@gmail.com" userId="017bd91f96aa8751" providerId="LiveId" clId="{5B2C3894-F97E-4CAB-8812-5BB4D83AAC6A}" dt="2026-10-20T07:58:02.078" v="24214" actId="1076"/>
          <ac:cxnSpMkLst>
            <pc:docMk/>
            <pc:sldMk cId="2134184572" sldId="302"/>
            <ac:cxnSpMk id="57" creationId="{1DBD36F1-978D-EDF8-F87F-E599A3BC6E07}"/>
          </ac:cxnSpMkLst>
        </pc:cxnChg>
        <pc:cxnChg chg="add mod">
          <ac:chgData name="musukie52@gmail.com" userId="017bd91f96aa8751" providerId="LiveId" clId="{5B2C3894-F97E-4CAB-8812-5BB4D83AAC6A}" dt="2026-10-20T07:57:56.102" v="24213" actId="1076"/>
          <ac:cxnSpMkLst>
            <pc:docMk/>
            <pc:sldMk cId="2134184572" sldId="302"/>
            <ac:cxnSpMk id="94" creationId="{B70897D0-1060-578A-D65F-D1C32D88212C}"/>
          </ac:cxnSpMkLst>
        </pc:cxnChg>
        <pc:cxnChg chg="mod">
          <ac:chgData name="musukie52@gmail.com" userId="017bd91f96aa8751" providerId="LiveId" clId="{5B2C3894-F97E-4CAB-8812-5BB4D83AAC6A}" dt="2026-10-20T08:12:35.761" v="24352" actId="1076"/>
          <ac:cxnSpMkLst>
            <pc:docMk/>
            <pc:sldMk cId="2134184572" sldId="302"/>
            <ac:cxnSpMk id="97" creationId="{87135EEA-A0B6-58E0-F0A2-FA0D6ED12233}"/>
          </ac:cxnSpMkLst>
        </pc:cxnChg>
        <pc:cxnChg chg="mod">
          <ac:chgData name="musukie52@gmail.com" userId="017bd91f96aa8751" providerId="LiveId" clId="{5B2C3894-F97E-4CAB-8812-5BB4D83AAC6A}" dt="2026-10-20T08:12:35.761" v="24352" actId="1076"/>
          <ac:cxnSpMkLst>
            <pc:docMk/>
            <pc:sldMk cId="2134184572" sldId="302"/>
            <ac:cxnSpMk id="99" creationId="{C873F206-CDDE-FDAB-5CE3-F02814B272B3}"/>
          </ac:cxnSpMkLst>
        </pc:cxnChg>
        <pc:cxnChg chg="mod">
          <ac:chgData name="musukie52@gmail.com" userId="017bd91f96aa8751" providerId="LiveId" clId="{5B2C3894-F97E-4CAB-8812-5BB4D83AAC6A}" dt="2026-10-20T08:12:35.761" v="24352" actId="1076"/>
          <ac:cxnSpMkLst>
            <pc:docMk/>
            <pc:sldMk cId="2134184572" sldId="302"/>
            <ac:cxnSpMk id="100" creationId="{2CA86DEF-EC51-E9D1-A045-261553E6E72B}"/>
          </ac:cxnSpMkLst>
        </pc:cxnChg>
        <pc:cxnChg chg="add del mod ord">
          <ac:chgData name="musukie52@gmail.com" userId="017bd91f96aa8751" providerId="LiveId" clId="{5B2C3894-F97E-4CAB-8812-5BB4D83AAC6A}" dt="2026-10-20T07:45:03.753" v="24180" actId="478"/>
          <ac:cxnSpMkLst>
            <pc:docMk/>
            <pc:sldMk cId="2134184572" sldId="302"/>
            <ac:cxnSpMk id="169" creationId="{217903A2-437B-E831-A7A1-8031D0120BFF}"/>
          </ac:cxnSpMkLst>
        </pc:cxnChg>
        <pc:cxnChg chg="add del mod">
          <ac:chgData name="musukie52@gmail.com" userId="017bd91f96aa8751" providerId="LiveId" clId="{5B2C3894-F97E-4CAB-8812-5BB4D83AAC6A}" dt="2026-10-20T04:30:10.910" v="24028" actId="21"/>
          <ac:cxnSpMkLst>
            <pc:docMk/>
            <pc:sldMk cId="2134184572" sldId="302"/>
            <ac:cxnSpMk id="173" creationId="{95232041-AD81-4FCA-7704-CB8BDD693E39}"/>
          </ac:cxnSpMkLst>
        </pc:cxnChg>
        <pc:cxnChg chg="mod">
          <ac:chgData name="musukie52@gmail.com" userId="017bd91f96aa8751" providerId="LiveId" clId="{5B2C3894-F97E-4CAB-8812-5BB4D83AAC6A}" dt="2026-10-20T08:18:12.998" v="24448" actId="1076"/>
          <ac:cxnSpMkLst>
            <pc:docMk/>
            <pc:sldMk cId="2134184572" sldId="302"/>
            <ac:cxnSpMk id="177" creationId="{DDD7DA87-0AC8-9943-6BDB-FF2A21121E65}"/>
          </ac:cxnSpMkLst>
        </pc:cxnChg>
        <pc:cxnChg chg="mod">
          <ac:chgData name="musukie52@gmail.com" userId="017bd91f96aa8751" providerId="LiveId" clId="{5B2C3894-F97E-4CAB-8812-5BB4D83AAC6A}" dt="2026-10-20T08:18:12.998" v="24448" actId="1076"/>
          <ac:cxnSpMkLst>
            <pc:docMk/>
            <pc:sldMk cId="2134184572" sldId="302"/>
            <ac:cxnSpMk id="179" creationId="{1DBD36F1-978D-EDF8-F87F-E599A3BC6E07}"/>
          </ac:cxnSpMkLst>
        </pc:cxnChg>
        <pc:cxnChg chg="mod">
          <ac:chgData name="musukie52@gmail.com" userId="017bd91f96aa8751" providerId="LiveId" clId="{5B2C3894-F97E-4CAB-8812-5BB4D83AAC6A}" dt="2026-10-20T08:18:12.998" v="24448" actId="1076"/>
          <ac:cxnSpMkLst>
            <pc:docMk/>
            <pc:sldMk cId="2134184572" sldId="302"/>
            <ac:cxnSpMk id="184" creationId="{B70897D0-1060-578A-D65F-D1C32D88212C}"/>
          </ac:cxnSpMkLst>
        </pc:cxnChg>
        <pc:cxnChg chg="add del mod">
          <ac:chgData name="musukie52@gmail.com" userId="017bd91f96aa8751" providerId="LiveId" clId="{5B2C3894-F97E-4CAB-8812-5BB4D83AAC6A}" dt="2026-10-20T04:29:46.240" v="24022" actId="21"/>
          <ac:cxnSpMkLst>
            <pc:docMk/>
            <pc:sldMk cId="2134184572" sldId="302"/>
            <ac:cxnSpMk id="189" creationId="{65A4950F-3D88-89DA-8701-A71546FD2453}"/>
          </ac:cxnSpMkLst>
        </pc:cxnChg>
        <pc:cxnChg chg="add del mod">
          <ac:chgData name="musukie52@gmail.com" userId="017bd91f96aa8751" providerId="LiveId" clId="{5B2C3894-F97E-4CAB-8812-5BB4D83AAC6A}" dt="2026-10-20T07:57:45.220" v="24210" actId="478"/>
          <ac:cxnSpMkLst>
            <pc:docMk/>
            <pc:sldMk cId="2134184572" sldId="302"/>
            <ac:cxnSpMk id="199" creationId="{65A4950F-3D88-89DA-8701-A71546FD2453}"/>
          </ac:cxnSpMkLst>
        </pc:cxnChg>
        <pc:cxnChg chg="add del mod">
          <ac:chgData name="musukie52@gmail.com" userId="017bd91f96aa8751" providerId="LiveId" clId="{5B2C3894-F97E-4CAB-8812-5BB4D83AAC6A}" dt="2026-10-20T07:45:10.624" v="24182" actId="478"/>
          <ac:cxnSpMkLst>
            <pc:docMk/>
            <pc:sldMk cId="2134184572" sldId="302"/>
            <ac:cxnSpMk id="202" creationId="{95232041-AD81-4FCA-7704-CB8BDD693E39}"/>
          </ac:cxnSpMkLst>
        </pc:cxnChg>
      </pc:sldChg>
      <pc:sldChg chg="addSp delSp modSp add mod setBg">
        <pc:chgData name="musukie52@gmail.com" userId="017bd91f96aa8751" providerId="LiveId" clId="{5B2C3894-F97E-4CAB-8812-5BB4D83AAC6A}" dt="2026-10-20T13:23:06.638" v="35533" actId="1036"/>
        <pc:sldMkLst>
          <pc:docMk/>
          <pc:sldMk cId="4174444934" sldId="303"/>
        </pc:sldMkLst>
        <pc:spChg chg="add mod">
          <ac:chgData name="musukie52@gmail.com" userId="017bd91f96aa8751" providerId="LiveId" clId="{5B2C3894-F97E-4CAB-8812-5BB4D83AAC6A}" dt="2026-10-18T06:31:41.239" v="21581" actId="20577"/>
          <ac:spMkLst>
            <pc:docMk/>
            <pc:sldMk cId="4174444934" sldId="303"/>
            <ac:spMk id="3" creationId="{5D65905E-CF1B-2B7C-85AB-2E4F49A06C05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4" creationId="{378FDD2D-F20E-B09F-FCEC-360A412B078A}"/>
          </ac:spMkLst>
        </pc:spChg>
        <pc:spChg chg="mod">
          <ac:chgData name="musukie52@gmail.com" userId="017bd91f96aa8751" providerId="LiveId" clId="{5B2C3894-F97E-4CAB-8812-5BB4D83AAC6A}" dt="2026-10-20T09:26:07.630" v="25394" actId="20577"/>
          <ac:spMkLst>
            <pc:docMk/>
            <pc:sldMk cId="4174444934" sldId="303"/>
            <ac:spMk id="5" creationId="{AD0749B3-7A2A-C438-6142-D3194D6384CA}"/>
          </ac:spMkLst>
        </pc:spChg>
        <pc:spChg chg="add del mod">
          <ac:chgData name="musukie52@gmail.com" userId="017bd91f96aa8751" providerId="LiveId" clId="{5B2C3894-F97E-4CAB-8812-5BB4D83AAC6A}" dt="2026-10-20T09:37:49.033" v="25814" actId="21"/>
          <ac:spMkLst>
            <pc:docMk/>
            <pc:sldMk cId="4174444934" sldId="303"/>
            <ac:spMk id="7" creationId="{850AE429-A2F5-95CB-B9E6-14A75AC31B57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0" creationId="{67387E73-5C49-21BB-4D2D-3D0F7F8DC81A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2" creationId="{98F96A65-3DE8-DBA0-84F8-7D0EBD97240D}"/>
          </ac:spMkLst>
        </pc:spChg>
        <pc:spChg chg="add del mod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14" creationId="{529C908F-82DA-D4D0-420C-040AF4C442BF}"/>
          </ac:spMkLst>
        </pc:spChg>
        <pc:spChg chg="add del mod">
          <ac:chgData name="musukie52@gmail.com" userId="017bd91f96aa8751" providerId="LiveId" clId="{5B2C3894-F97E-4CAB-8812-5BB4D83AAC6A}" dt="2026-10-20T09:37:49.033" v="25814" actId="21"/>
          <ac:spMkLst>
            <pc:docMk/>
            <pc:sldMk cId="4174444934" sldId="303"/>
            <ac:spMk id="16" creationId="{6E7A85F4-7AA0-EAA3-5CEB-3D717CED76A9}"/>
          </ac:spMkLst>
        </pc:spChg>
        <pc:spChg chg="add del mod">
          <ac:chgData name="musukie52@gmail.com" userId="017bd91f96aa8751" providerId="LiveId" clId="{5B2C3894-F97E-4CAB-8812-5BB4D83AAC6A}" dt="2026-10-20T09:37:49.033" v="25814" actId="21"/>
          <ac:spMkLst>
            <pc:docMk/>
            <pc:sldMk cId="4174444934" sldId="303"/>
            <ac:spMk id="18" creationId="{11ACFA8A-C744-80D4-4D1E-4BF8B0A4F523}"/>
          </ac:spMkLst>
        </pc:spChg>
        <pc:spChg chg="add del">
          <ac:chgData name="musukie52@gmail.com" userId="017bd91f96aa8751" providerId="LiveId" clId="{5B2C3894-F97E-4CAB-8812-5BB4D83AAC6A}" dt="2026-10-20T09:38:23.384" v="25827" actId="21"/>
          <ac:spMkLst>
            <pc:docMk/>
            <pc:sldMk cId="4174444934" sldId="303"/>
            <ac:spMk id="20" creationId="{5817028A-C967-5115-D07B-84ED0C803A43}"/>
          </ac:spMkLst>
        </pc:spChg>
        <pc:spChg chg="add del">
          <ac:chgData name="musukie52@gmail.com" userId="017bd91f96aa8751" providerId="LiveId" clId="{5B2C3894-F97E-4CAB-8812-5BB4D83AAC6A}" dt="2026-10-20T09:38:23.384" v="25827" actId="21"/>
          <ac:spMkLst>
            <pc:docMk/>
            <pc:sldMk cId="4174444934" sldId="303"/>
            <ac:spMk id="22" creationId="{5FF957DE-C82D-8FAB-AFE9-77419B4DF288}"/>
          </ac:spMkLst>
        </pc:spChg>
        <pc:spChg chg="add del mod">
          <ac:chgData name="musukie52@gmail.com" userId="017bd91f96aa8751" providerId="LiveId" clId="{5B2C3894-F97E-4CAB-8812-5BB4D83AAC6A}" dt="2026-10-20T09:38:23.384" v="25827" actId="21"/>
          <ac:spMkLst>
            <pc:docMk/>
            <pc:sldMk cId="4174444934" sldId="303"/>
            <ac:spMk id="24" creationId="{DA26B80B-2C63-5486-28F4-C310DD83CF80}"/>
          </ac:spMkLst>
        </pc:spChg>
        <pc:spChg chg="add del">
          <ac:chgData name="musukie52@gmail.com" userId="017bd91f96aa8751" providerId="LiveId" clId="{5B2C3894-F97E-4CAB-8812-5BB4D83AAC6A}" dt="2026-10-20T09:39:02.174" v="25843" actId="22"/>
          <ac:spMkLst>
            <pc:docMk/>
            <pc:sldMk cId="4174444934" sldId="303"/>
            <ac:spMk id="26" creationId="{1D1D2DA1-E655-AE04-E69A-D6DC9EDF0D60}"/>
          </ac:spMkLst>
        </pc:spChg>
        <pc:spChg chg="add del">
          <ac:chgData name="musukie52@gmail.com" userId="017bd91f96aa8751" providerId="LiveId" clId="{5B2C3894-F97E-4CAB-8812-5BB4D83AAC6A}" dt="2026-10-20T09:39:02.174" v="25843" actId="22"/>
          <ac:spMkLst>
            <pc:docMk/>
            <pc:sldMk cId="4174444934" sldId="303"/>
            <ac:spMk id="28" creationId="{E06A3C91-C7A8-10E4-8860-2FAFA89EA3F3}"/>
          </ac:spMkLst>
        </pc:spChg>
        <pc:spChg chg="add del">
          <ac:chgData name="musukie52@gmail.com" userId="017bd91f96aa8751" providerId="LiveId" clId="{5B2C3894-F97E-4CAB-8812-5BB4D83AAC6A}" dt="2026-10-20T09:39:02.174" v="25843" actId="22"/>
          <ac:spMkLst>
            <pc:docMk/>
            <pc:sldMk cId="4174444934" sldId="303"/>
            <ac:spMk id="30" creationId="{4E2C3576-094F-C8E0-B339-36B2664D6ECB}"/>
          </ac:spMkLst>
        </pc:spChg>
        <pc:spChg chg="add del">
          <ac:chgData name="musukie52@gmail.com" userId="017bd91f96aa8751" providerId="LiveId" clId="{5B2C3894-F97E-4CAB-8812-5BB4D83AAC6A}" dt="2026-10-20T09:39:02.174" v="25843" actId="22"/>
          <ac:spMkLst>
            <pc:docMk/>
            <pc:sldMk cId="4174444934" sldId="303"/>
            <ac:spMk id="32" creationId="{1C845184-FDB8-9A25-B4A2-3494815459CC}"/>
          </ac:spMkLst>
        </pc:spChg>
        <pc:spChg chg="add del">
          <ac:chgData name="musukie52@gmail.com" userId="017bd91f96aa8751" providerId="LiveId" clId="{5B2C3894-F97E-4CAB-8812-5BB4D83AAC6A}" dt="2026-10-20T09:39:02.174" v="25843" actId="22"/>
          <ac:spMkLst>
            <pc:docMk/>
            <pc:sldMk cId="4174444934" sldId="303"/>
            <ac:spMk id="34" creationId="{474FEC69-250C-987B-3401-22342279B80C}"/>
          </ac:spMkLst>
        </pc:spChg>
        <pc:spChg chg="add del">
          <ac:chgData name="musukie52@gmail.com" userId="017bd91f96aa8751" providerId="LiveId" clId="{5B2C3894-F97E-4CAB-8812-5BB4D83AAC6A}" dt="2026-10-20T09:39:02.174" v="25843" actId="22"/>
          <ac:spMkLst>
            <pc:docMk/>
            <pc:sldMk cId="4174444934" sldId="303"/>
            <ac:spMk id="36" creationId="{8FA4096F-FB0F-3C82-416E-2EC4D06FFE8D}"/>
          </ac:spMkLst>
        </pc:spChg>
        <pc:spChg chg="add del">
          <ac:chgData name="musukie52@gmail.com" userId="017bd91f96aa8751" providerId="LiveId" clId="{5B2C3894-F97E-4CAB-8812-5BB4D83AAC6A}" dt="2026-10-20T09:39:17.224" v="25850" actId="21"/>
          <ac:spMkLst>
            <pc:docMk/>
            <pc:sldMk cId="4174444934" sldId="303"/>
            <ac:spMk id="38" creationId="{1B7882AA-7BAA-27E1-3DBD-1901E2EF7F4D}"/>
          </ac:spMkLst>
        </pc:spChg>
        <pc:spChg chg="add del">
          <ac:chgData name="musukie52@gmail.com" userId="017bd91f96aa8751" providerId="LiveId" clId="{5B2C3894-F97E-4CAB-8812-5BB4D83AAC6A}" dt="2026-10-20T09:39:17.224" v="25850" actId="21"/>
          <ac:spMkLst>
            <pc:docMk/>
            <pc:sldMk cId="4174444934" sldId="303"/>
            <ac:spMk id="40" creationId="{AE184952-3DE0-A087-3142-972E38B16A1B}"/>
          </ac:spMkLst>
        </pc:spChg>
        <pc:spChg chg="add del">
          <ac:chgData name="musukie52@gmail.com" userId="017bd91f96aa8751" providerId="LiveId" clId="{5B2C3894-F97E-4CAB-8812-5BB4D83AAC6A}" dt="2026-10-20T09:39:17.224" v="25850" actId="21"/>
          <ac:spMkLst>
            <pc:docMk/>
            <pc:sldMk cId="4174444934" sldId="303"/>
            <ac:spMk id="42" creationId="{1335A5D7-66D8-6F22-C53B-E8956D8717AA}"/>
          </ac:spMkLst>
        </pc:spChg>
        <pc:spChg chg="mod">
          <ac:chgData name="musukie52@gmail.com" userId="017bd91f96aa8751" providerId="LiveId" clId="{5B2C3894-F97E-4CAB-8812-5BB4D83AAC6A}" dt="2026-10-20T03:49:37.652" v="23776" actId="20577"/>
          <ac:spMkLst>
            <pc:docMk/>
            <pc:sldMk cId="4174444934" sldId="303"/>
            <ac:spMk id="44" creationId="{069DB741-3A07-835B-5775-FAB970C75E34}"/>
          </ac:spMkLst>
        </pc:spChg>
        <pc:spChg chg="add del">
          <ac:chgData name="musukie52@gmail.com" userId="017bd91f96aa8751" providerId="LiveId" clId="{5B2C3894-F97E-4CAB-8812-5BB4D83AAC6A}" dt="2026-10-20T09:39:17.224" v="25850" actId="21"/>
          <ac:spMkLst>
            <pc:docMk/>
            <pc:sldMk cId="4174444934" sldId="303"/>
            <ac:spMk id="47" creationId="{C1BA7884-0423-6BA1-FEBA-33FB678DF58E}"/>
          </ac:spMkLst>
        </pc:spChg>
        <pc:spChg chg="del">
          <ac:chgData name="musukie52@gmail.com" userId="017bd91f96aa8751" providerId="LiveId" clId="{5B2C3894-F97E-4CAB-8812-5BB4D83AAC6A}" dt="2026-10-20T10:13:58.753" v="26645" actId="478"/>
          <ac:spMkLst>
            <pc:docMk/>
            <pc:sldMk cId="4174444934" sldId="303"/>
            <ac:spMk id="48" creationId="{ABF046B8-1D56-2B6B-4070-B4F0C6087A7D}"/>
          </ac:spMkLst>
        </pc:spChg>
        <pc:spChg chg="del">
          <ac:chgData name="musukie52@gmail.com" userId="017bd91f96aa8751" providerId="LiveId" clId="{5B2C3894-F97E-4CAB-8812-5BB4D83AAC6A}" dt="2026-10-20T10:13:58.753" v="26645" actId="478"/>
          <ac:spMkLst>
            <pc:docMk/>
            <pc:sldMk cId="4174444934" sldId="303"/>
            <ac:spMk id="50" creationId="{7B92774C-B6B9-2A16-07DA-60C77B00F1B9}"/>
          </ac:spMkLst>
        </pc:spChg>
        <pc:spChg chg="add del">
          <ac:chgData name="musukie52@gmail.com" userId="017bd91f96aa8751" providerId="LiveId" clId="{5B2C3894-F97E-4CAB-8812-5BB4D83AAC6A}" dt="2026-10-20T09:39:17.224" v="25850" actId="21"/>
          <ac:spMkLst>
            <pc:docMk/>
            <pc:sldMk cId="4174444934" sldId="303"/>
            <ac:spMk id="51" creationId="{1C18546E-682C-E6A6-C510-D1BA21892901}"/>
          </ac:spMkLst>
        </pc:spChg>
        <pc:spChg chg="del">
          <ac:chgData name="musukie52@gmail.com" userId="017bd91f96aa8751" providerId="LiveId" clId="{5B2C3894-F97E-4CAB-8812-5BB4D83AAC6A}" dt="2026-10-20T10:13:58.753" v="26645" actId="478"/>
          <ac:spMkLst>
            <pc:docMk/>
            <pc:sldMk cId="4174444934" sldId="303"/>
            <ac:spMk id="52" creationId="{BE0439F3-4963-0F24-BE79-78C0D6E890A8}"/>
          </ac:spMkLst>
        </pc:spChg>
        <pc:spChg chg="del">
          <ac:chgData name="musukie52@gmail.com" userId="017bd91f96aa8751" providerId="LiveId" clId="{5B2C3894-F97E-4CAB-8812-5BB4D83AAC6A}" dt="2026-10-20T10:13:58.753" v="26645" actId="478"/>
          <ac:spMkLst>
            <pc:docMk/>
            <pc:sldMk cId="4174444934" sldId="303"/>
            <ac:spMk id="54" creationId="{AA008E2E-14E2-5BEC-E3B4-3BBBDAAF0C61}"/>
          </ac:spMkLst>
        </pc:spChg>
        <pc:spChg chg="add del">
          <ac:chgData name="musukie52@gmail.com" userId="017bd91f96aa8751" providerId="LiveId" clId="{5B2C3894-F97E-4CAB-8812-5BB4D83AAC6A}" dt="2026-10-20T09:39:17.224" v="25850" actId="21"/>
          <ac:spMkLst>
            <pc:docMk/>
            <pc:sldMk cId="4174444934" sldId="303"/>
            <ac:spMk id="55" creationId="{4D8DFF6A-DD97-1595-AA95-50BA6424E750}"/>
          </ac:spMkLst>
        </pc:spChg>
        <pc:spChg chg="del">
          <ac:chgData name="musukie52@gmail.com" userId="017bd91f96aa8751" providerId="LiveId" clId="{5B2C3894-F97E-4CAB-8812-5BB4D83AAC6A}" dt="2026-10-20T10:13:58.753" v="26645" actId="478"/>
          <ac:spMkLst>
            <pc:docMk/>
            <pc:sldMk cId="4174444934" sldId="303"/>
            <ac:spMk id="56" creationId="{811630E9-CEBB-A40D-FC15-9B6F69C1753F}"/>
          </ac:spMkLst>
        </pc:spChg>
        <pc:spChg chg="del">
          <ac:chgData name="musukie52@gmail.com" userId="017bd91f96aa8751" providerId="LiveId" clId="{5B2C3894-F97E-4CAB-8812-5BB4D83AAC6A}" dt="2026-10-20T10:13:58.753" v="26645" actId="478"/>
          <ac:spMkLst>
            <pc:docMk/>
            <pc:sldMk cId="4174444934" sldId="303"/>
            <ac:spMk id="58" creationId="{818F634A-7F33-896D-472C-B15674F12AE6}"/>
          </ac:spMkLst>
        </pc:spChg>
        <pc:spChg chg="add del">
          <ac:chgData name="musukie52@gmail.com" userId="017bd91f96aa8751" providerId="LiveId" clId="{5B2C3894-F97E-4CAB-8812-5BB4D83AAC6A}" dt="2026-10-20T09:39:17.224" v="25850" actId="21"/>
          <ac:spMkLst>
            <pc:docMk/>
            <pc:sldMk cId="4174444934" sldId="303"/>
            <ac:spMk id="59" creationId="{033D81C7-A818-C0E4-9A5A-C4C38C39A06D}"/>
          </ac:spMkLst>
        </pc:spChg>
        <pc:spChg chg="del">
          <ac:chgData name="musukie52@gmail.com" userId="017bd91f96aa8751" providerId="LiveId" clId="{5B2C3894-F97E-4CAB-8812-5BB4D83AAC6A}" dt="2026-10-20T10:13:58.753" v="26645" actId="478"/>
          <ac:spMkLst>
            <pc:docMk/>
            <pc:sldMk cId="4174444934" sldId="303"/>
            <ac:spMk id="60" creationId="{5F85664D-4FFB-81F2-0982-350324436EDF}"/>
          </ac:spMkLst>
        </pc:spChg>
        <pc:spChg chg="del">
          <ac:chgData name="musukie52@gmail.com" userId="017bd91f96aa8751" providerId="LiveId" clId="{5B2C3894-F97E-4CAB-8812-5BB4D83AAC6A}" dt="2026-10-20T10:13:58.753" v="26645" actId="478"/>
          <ac:spMkLst>
            <pc:docMk/>
            <pc:sldMk cId="4174444934" sldId="303"/>
            <ac:spMk id="62" creationId="{80712699-FA0C-7938-3B1D-503ABAB70FE0}"/>
          </ac:spMkLst>
        </pc:spChg>
        <pc:spChg chg="add del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63" creationId="{6F761933-2525-B2F9-A4B0-103BB44A054B}"/>
          </ac:spMkLst>
        </pc:spChg>
        <pc:spChg chg="del">
          <ac:chgData name="musukie52@gmail.com" userId="017bd91f96aa8751" providerId="LiveId" clId="{5B2C3894-F97E-4CAB-8812-5BB4D83AAC6A}" dt="2026-10-20T10:13:37.763" v="26639" actId="478"/>
          <ac:spMkLst>
            <pc:docMk/>
            <pc:sldMk cId="4174444934" sldId="303"/>
            <ac:spMk id="64" creationId="{71A74365-63F3-A4CD-76F1-DB9BD6BE5800}"/>
          </ac:spMkLst>
        </pc:spChg>
        <pc:spChg chg="del">
          <ac:chgData name="musukie52@gmail.com" userId="017bd91f96aa8751" providerId="LiveId" clId="{5B2C3894-F97E-4CAB-8812-5BB4D83AAC6A}" dt="2026-10-20T10:13:37.763" v="26639" actId="478"/>
          <ac:spMkLst>
            <pc:docMk/>
            <pc:sldMk cId="4174444934" sldId="303"/>
            <ac:spMk id="66" creationId="{794E7C8C-B90B-9FB7-5FDA-EBFFA5069AC3}"/>
          </ac:spMkLst>
        </pc:spChg>
        <pc:spChg chg="add del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67" creationId="{4049F350-85AA-CAE4-9E55-5270485AF44D}"/>
          </ac:spMkLst>
        </pc:spChg>
        <pc:spChg chg="del">
          <ac:chgData name="musukie52@gmail.com" userId="017bd91f96aa8751" providerId="LiveId" clId="{5B2C3894-F97E-4CAB-8812-5BB4D83AAC6A}" dt="2026-10-20T10:13:37.763" v="26639" actId="478"/>
          <ac:spMkLst>
            <pc:docMk/>
            <pc:sldMk cId="4174444934" sldId="303"/>
            <ac:spMk id="68" creationId="{53BDC7BE-FD26-B8E1-4CF0-B8A1C8D8518D}"/>
          </ac:spMkLst>
        </pc:spChg>
        <pc:spChg chg="del">
          <ac:chgData name="musukie52@gmail.com" userId="017bd91f96aa8751" providerId="LiveId" clId="{5B2C3894-F97E-4CAB-8812-5BB4D83AAC6A}" dt="2026-10-20T10:13:37.763" v="26639" actId="478"/>
          <ac:spMkLst>
            <pc:docMk/>
            <pc:sldMk cId="4174444934" sldId="303"/>
            <ac:spMk id="70" creationId="{36EF9A9D-3B07-3450-F9A6-2D8076C0E2DF}"/>
          </ac:spMkLst>
        </pc:spChg>
        <pc:spChg chg="add del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71" creationId="{956834FF-1C7E-9A44-8F70-355D9E215A1E}"/>
          </ac:spMkLst>
        </pc:spChg>
        <pc:spChg chg="del">
          <ac:chgData name="musukie52@gmail.com" userId="017bd91f96aa8751" providerId="LiveId" clId="{5B2C3894-F97E-4CAB-8812-5BB4D83AAC6A}" dt="2026-10-20T10:13:37.763" v="26639" actId="478"/>
          <ac:spMkLst>
            <pc:docMk/>
            <pc:sldMk cId="4174444934" sldId="303"/>
            <ac:spMk id="72" creationId="{6B35C797-6BA9-A273-2537-5B394AC98D2E}"/>
          </ac:spMkLst>
        </pc:spChg>
        <pc:spChg chg="del">
          <ac:chgData name="musukie52@gmail.com" userId="017bd91f96aa8751" providerId="LiveId" clId="{5B2C3894-F97E-4CAB-8812-5BB4D83AAC6A}" dt="2026-10-20T10:13:37.763" v="26639" actId="478"/>
          <ac:spMkLst>
            <pc:docMk/>
            <pc:sldMk cId="4174444934" sldId="303"/>
            <ac:spMk id="74" creationId="{A72A2B4A-C976-5EE4-2DC9-23A32C11416E}"/>
          </ac:spMkLst>
        </pc:spChg>
        <pc:spChg chg="add del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75" creationId="{5CC0ABE1-2027-A6E4-8E46-032A330A651A}"/>
          </ac:spMkLst>
        </pc:spChg>
        <pc:spChg chg="del">
          <ac:chgData name="musukie52@gmail.com" userId="017bd91f96aa8751" providerId="LiveId" clId="{5B2C3894-F97E-4CAB-8812-5BB4D83AAC6A}" dt="2026-10-20T10:13:37.763" v="26639" actId="478"/>
          <ac:spMkLst>
            <pc:docMk/>
            <pc:sldMk cId="4174444934" sldId="303"/>
            <ac:spMk id="76" creationId="{35298E49-0DB0-E300-757D-53A12179102D}"/>
          </ac:spMkLst>
        </pc:spChg>
        <pc:spChg chg="add del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78" creationId="{A545390A-5008-84A5-35EA-8067B65FB79A}"/>
          </ac:spMkLst>
        </pc:spChg>
        <pc:spChg chg="add del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80" creationId="{A4117165-13B2-9D50-5753-DCAF79642A51}"/>
          </ac:spMkLst>
        </pc:spChg>
        <pc:spChg chg="add del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82" creationId="{7EF02BB2-4413-F44F-CF5E-7B39727994FE}"/>
          </ac:spMkLst>
        </pc:spChg>
        <pc:spChg chg="add del">
          <ac:chgData name="musukie52@gmail.com" userId="017bd91f96aa8751" providerId="LiveId" clId="{5B2C3894-F97E-4CAB-8812-5BB4D83AAC6A}" dt="2026-10-20T09:39:58.701" v="25858" actId="21"/>
          <ac:spMkLst>
            <pc:docMk/>
            <pc:sldMk cId="4174444934" sldId="303"/>
            <ac:spMk id="84" creationId="{57C6D685-74C2-F9B3-DEDB-3F0DC78B0E41}"/>
          </ac:spMkLst>
        </pc:spChg>
        <pc:spChg chg="add mod">
          <ac:chgData name="musukie52@gmail.com" userId="017bd91f96aa8751" providerId="LiveId" clId="{5B2C3894-F97E-4CAB-8812-5BB4D83AAC6A}" dt="2026-10-20T09:45:53.113" v="26062" actId="1035"/>
          <ac:spMkLst>
            <pc:docMk/>
            <pc:sldMk cId="4174444934" sldId="303"/>
            <ac:spMk id="86" creationId="{2421E03A-B4B3-50BF-1E79-880C3304392F}"/>
          </ac:spMkLst>
        </pc:spChg>
        <pc:spChg chg="add del mod">
          <ac:chgData name="musukie52@gmail.com" userId="017bd91f96aa8751" providerId="LiveId" clId="{5B2C3894-F97E-4CAB-8812-5BB4D83AAC6A}" dt="2026-10-20T09:51:27.260" v="26089" actId="478"/>
          <ac:spMkLst>
            <pc:docMk/>
            <pc:sldMk cId="4174444934" sldId="303"/>
            <ac:spMk id="88" creationId="{962ACE57-4E90-ED43-7728-0F139BF5D301}"/>
          </ac:spMkLst>
        </pc:spChg>
        <pc:spChg chg="add mod">
          <ac:chgData name="musukie52@gmail.com" userId="017bd91f96aa8751" providerId="LiveId" clId="{5B2C3894-F97E-4CAB-8812-5BB4D83AAC6A}" dt="2026-10-20T09:54:11.724" v="26141" actId="1076"/>
          <ac:spMkLst>
            <pc:docMk/>
            <pc:sldMk cId="4174444934" sldId="303"/>
            <ac:spMk id="90" creationId="{EBEE9F71-9259-3798-6DDC-CA62DA326229}"/>
          </ac:spMkLst>
        </pc:spChg>
        <pc:spChg chg="add mod">
          <ac:chgData name="musukie52@gmail.com" userId="017bd91f96aa8751" providerId="LiveId" clId="{5B2C3894-F97E-4CAB-8812-5BB4D83AAC6A}" dt="2026-10-20T09:54:11.724" v="26141" actId="1076"/>
          <ac:spMkLst>
            <pc:docMk/>
            <pc:sldMk cId="4174444934" sldId="303"/>
            <ac:spMk id="92" creationId="{730DB5E6-D0B1-1511-FEA9-D495F56ACBDB}"/>
          </ac:spMkLst>
        </pc:spChg>
        <pc:spChg chg="add mod">
          <ac:chgData name="musukie52@gmail.com" userId="017bd91f96aa8751" providerId="LiveId" clId="{5B2C3894-F97E-4CAB-8812-5BB4D83AAC6A}" dt="2026-10-20T09:54:11.724" v="26141" actId="1076"/>
          <ac:spMkLst>
            <pc:docMk/>
            <pc:sldMk cId="4174444934" sldId="303"/>
            <ac:spMk id="94" creationId="{5BDBA557-3D30-C7A1-056F-42E5841EA8AB}"/>
          </ac:spMkLst>
        </pc:spChg>
        <pc:spChg chg="add mod">
          <ac:chgData name="musukie52@gmail.com" userId="017bd91f96aa8751" providerId="LiveId" clId="{5B2C3894-F97E-4CAB-8812-5BB4D83AAC6A}" dt="2026-10-20T09:54:11.724" v="26141" actId="1076"/>
          <ac:spMkLst>
            <pc:docMk/>
            <pc:sldMk cId="4174444934" sldId="303"/>
            <ac:spMk id="96" creationId="{C482DBD7-5CC6-930C-71D4-5F3D7C8702F3}"/>
          </ac:spMkLst>
        </pc:spChg>
        <pc:spChg chg="add mod">
          <ac:chgData name="musukie52@gmail.com" userId="017bd91f96aa8751" providerId="LiveId" clId="{5B2C3894-F97E-4CAB-8812-5BB4D83AAC6A}" dt="2026-10-20T09:54:11.724" v="26141" actId="1076"/>
          <ac:spMkLst>
            <pc:docMk/>
            <pc:sldMk cId="4174444934" sldId="303"/>
            <ac:spMk id="98" creationId="{DB275BEF-EF09-C923-8D09-8B5456D2F2E3}"/>
          </ac:spMkLst>
        </pc:spChg>
        <pc:spChg chg="add mod">
          <ac:chgData name="musukie52@gmail.com" userId="017bd91f96aa8751" providerId="LiveId" clId="{5B2C3894-F97E-4CAB-8812-5BB4D83AAC6A}" dt="2026-10-20T09:54:11.724" v="26141" actId="1076"/>
          <ac:spMkLst>
            <pc:docMk/>
            <pc:sldMk cId="4174444934" sldId="303"/>
            <ac:spMk id="100" creationId="{EE358793-268A-F789-BAB0-7808F4D4197D}"/>
          </ac:spMkLst>
        </pc:spChg>
        <pc:spChg chg="add del">
          <ac:chgData name="musukie52@gmail.com" userId="017bd91f96aa8751" providerId="LiveId" clId="{5B2C3894-F97E-4CAB-8812-5BB4D83AAC6A}" dt="2026-10-20T09:45:09.447" v="26036" actId="478"/>
          <ac:spMkLst>
            <pc:docMk/>
            <pc:sldMk cId="4174444934" sldId="303"/>
            <ac:spMk id="101" creationId="{E25CAD16-7931-12BB-E083-FF49D87900E1}"/>
          </ac:spMkLst>
        </pc:spChg>
        <pc:spChg chg="add del mod">
          <ac:chgData name="musukie52@gmail.com" userId="017bd91f96aa8751" providerId="LiveId" clId="{5B2C3894-F97E-4CAB-8812-5BB4D83AAC6A}" dt="2026-10-20T09:46:01.805" v="26063" actId="478"/>
          <ac:spMkLst>
            <pc:docMk/>
            <pc:sldMk cId="4174444934" sldId="303"/>
            <ac:spMk id="102" creationId="{00988A16-850C-7C8F-86E5-86A83011FBDA}"/>
          </ac:spMkLst>
        </pc:spChg>
        <pc:spChg chg="add del mod">
          <ac:chgData name="musukie52@gmail.com" userId="017bd91f96aa8751" providerId="LiveId" clId="{5B2C3894-F97E-4CAB-8812-5BB4D83AAC6A}" dt="2026-10-20T09:46:01.805" v="26063" actId="478"/>
          <ac:spMkLst>
            <pc:docMk/>
            <pc:sldMk cId="4174444934" sldId="303"/>
            <ac:spMk id="104" creationId="{09AF8053-A00D-499D-2051-FC9859825D8D}"/>
          </ac:spMkLst>
        </pc:spChg>
        <pc:spChg chg="add mod">
          <ac:chgData name="musukie52@gmail.com" userId="017bd91f96aa8751" providerId="LiveId" clId="{5B2C3894-F97E-4CAB-8812-5BB4D83AAC6A}" dt="2026-10-20T09:58:03.567" v="26195" actId="20577"/>
          <ac:spMkLst>
            <pc:docMk/>
            <pc:sldMk cId="4174444934" sldId="303"/>
            <ac:spMk id="106" creationId="{270A6ED2-36D3-B064-ADCD-8D1E0920B2B4}"/>
          </ac:spMkLst>
        </pc:spChg>
        <pc:spChg chg="add mod">
          <ac:chgData name="musukie52@gmail.com" userId="017bd91f96aa8751" providerId="LiveId" clId="{5B2C3894-F97E-4CAB-8812-5BB4D83AAC6A}" dt="2026-10-20T09:54:11.724" v="26141" actId="1076"/>
          <ac:spMkLst>
            <pc:docMk/>
            <pc:sldMk cId="4174444934" sldId="303"/>
            <ac:spMk id="107" creationId="{1E86AE0C-941F-2621-C3EF-D8C0BD477082}"/>
          </ac:spMkLst>
        </pc:spChg>
        <pc:spChg chg="add del mod">
          <ac:chgData name="musukie52@gmail.com" userId="017bd91f96aa8751" providerId="LiveId" clId="{5B2C3894-F97E-4CAB-8812-5BB4D83AAC6A}" dt="2026-10-20T09:54:19.511" v="26142" actId="478"/>
          <ac:spMkLst>
            <pc:docMk/>
            <pc:sldMk cId="4174444934" sldId="303"/>
            <ac:spMk id="109" creationId="{5569AA58-4BAF-AFAB-B4EC-91C9C83445B6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11" creationId="{DD5E8BEF-6B07-DB2F-381E-4926082AA33B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13" creationId="{DE061301-46D7-FB03-E1B9-E22B9E1D7C12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15" creationId="{44639B53-B3EA-1357-2C32-F8D4A1A664BB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17" creationId="{8A4EC138-7ED2-1969-E3BA-14E58A44D1E4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19" creationId="{E2E79C54-03EC-9904-5B72-E5EDEE0F20AD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21" creationId="{E0844370-2418-C49E-02D7-E71A365CDB5C}"/>
          </ac:spMkLst>
        </pc:spChg>
        <pc:spChg chg="add mod">
          <ac:chgData name="musukie52@gmail.com" userId="017bd91f96aa8751" providerId="LiveId" clId="{5B2C3894-F97E-4CAB-8812-5BB4D83AAC6A}" dt="2026-10-20T10:14:59.668" v="26655" actId="1076"/>
          <ac:spMkLst>
            <pc:docMk/>
            <pc:sldMk cId="4174444934" sldId="303"/>
            <ac:spMk id="123" creationId="{2F0E99F3-4A98-F179-C8E7-F7069C33931B}"/>
          </ac:spMkLst>
        </pc:spChg>
        <pc:spChg chg="add mod">
          <ac:chgData name="musukie52@gmail.com" userId="017bd91f96aa8751" providerId="LiveId" clId="{5B2C3894-F97E-4CAB-8812-5BB4D83AAC6A}" dt="2026-10-20T09:57:54.297" v="26193" actId="1076"/>
          <ac:spMkLst>
            <pc:docMk/>
            <pc:sldMk cId="4174444934" sldId="303"/>
            <ac:spMk id="125" creationId="{2EC4E167-521C-9428-32FA-83ABC333291A}"/>
          </ac:spMkLst>
        </pc:spChg>
        <pc:spChg chg="add mod">
          <ac:chgData name="musukie52@gmail.com" userId="017bd91f96aa8751" providerId="LiveId" clId="{5B2C3894-F97E-4CAB-8812-5BB4D83AAC6A}" dt="2026-10-20T10:13:08.216" v="26636" actId="1076"/>
          <ac:spMkLst>
            <pc:docMk/>
            <pc:sldMk cId="4174444934" sldId="303"/>
            <ac:spMk id="127" creationId="{8B6DFAE7-2C57-90E0-1086-D6CE5907BB93}"/>
          </ac:spMkLst>
        </pc:spChg>
        <pc:spChg chg="add mod ord">
          <ac:chgData name="musukie52@gmail.com" userId="017bd91f96aa8751" providerId="LiveId" clId="{5B2C3894-F97E-4CAB-8812-5BB4D83AAC6A}" dt="2026-10-20T10:21:58.174" v="27016" actId="1076"/>
          <ac:spMkLst>
            <pc:docMk/>
            <pc:sldMk cId="4174444934" sldId="303"/>
            <ac:spMk id="131" creationId="{55EB401D-FE21-4B32-A3D8-012957257B1B}"/>
          </ac:spMkLst>
        </pc:spChg>
        <pc:spChg chg="add del mod">
          <ac:chgData name="musukie52@gmail.com" userId="017bd91f96aa8751" providerId="LiveId" clId="{5B2C3894-F97E-4CAB-8812-5BB4D83AAC6A}" dt="2026-10-20T10:01:04.595" v="26308" actId="478"/>
          <ac:spMkLst>
            <pc:docMk/>
            <pc:sldMk cId="4174444934" sldId="303"/>
            <ac:spMk id="133" creationId="{4C4B77EF-5813-A159-65C3-3245E2436D24}"/>
          </ac:spMkLst>
        </pc:spChg>
        <pc:spChg chg="add del mod">
          <ac:chgData name="musukie52@gmail.com" userId="017bd91f96aa8751" providerId="LiveId" clId="{5B2C3894-F97E-4CAB-8812-5BB4D83AAC6A}" dt="2026-10-20T10:07:40.051" v="26500" actId="478"/>
          <ac:spMkLst>
            <pc:docMk/>
            <pc:sldMk cId="4174444934" sldId="303"/>
            <ac:spMk id="134" creationId="{0BDF651D-AB54-624B-282E-5CD3ECF06034}"/>
          </ac:spMkLst>
        </pc:spChg>
        <pc:spChg chg="add del mod">
          <ac:chgData name="musukie52@gmail.com" userId="017bd91f96aa8751" providerId="LiveId" clId="{5B2C3894-F97E-4CAB-8812-5BB4D83AAC6A}" dt="2026-10-20T10:07:40.051" v="26500" actId="478"/>
          <ac:spMkLst>
            <pc:docMk/>
            <pc:sldMk cId="4174444934" sldId="303"/>
            <ac:spMk id="136" creationId="{92E5CCBD-BE58-3BAF-C847-70AF62A2E402}"/>
          </ac:spMkLst>
        </pc:spChg>
        <pc:spChg chg="add del mod">
          <ac:chgData name="musukie52@gmail.com" userId="017bd91f96aa8751" providerId="LiveId" clId="{5B2C3894-F97E-4CAB-8812-5BB4D83AAC6A}" dt="2026-10-20T10:07:40.051" v="26500" actId="478"/>
          <ac:spMkLst>
            <pc:docMk/>
            <pc:sldMk cId="4174444934" sldId="303"/>
            <ac:spMk id="138" creationId="{FF56DDCE-F2C2-F563-638E-21BC3FD0632C}"/>
          </ac:spMkLst>
        </pc:spChg>
        <pc:spChg chg="add del mod">
          <ac:chgData name="musukie52@gmail.com" userId="017bd91f96aa8751" providerId="LiveId" clId="{5B2C3894-F97E-4CAB-8812-5BB4D83AAC6A}" dt="2026-10-20T10:07:40.051" v="26500" actId="478"/>
          <ac:spMkLst>
            <pc:docMk/>
            <pc:sldMk cId="4174444934" sldId="303"/>
            <ac:spMk id="140" creationId="{BDA29EEA-BFCB-3C9E-833B-D9BACF6F0AD9}"/>
          </ac:spMkLst>
        </pc:spChg>
        <pc:spChg chg="add mod">
          <ac:chgData name="musukie52@gmail.com" userId="017bd91f96aa8751" providerId="LiveId" clId="{5B2C3894-F97E-4CAB-8812-5BB4D83AAC6A}" dt="2026-10-20T10:46:00.768" v="27427" actId="1035"/>
          <ac:spMkLst>
            <pc:docMk/>
            <pc:sldMk cId="4174444934" sldId="303"/>
            <ac:spMk id="150" creationId="{DBD6BCA3-4892-84EC-85B7-EEB82315505F}"/>
          </ac:spMkLst>
        </pc:spChg>
        <pc:spChg chg="add mod">
          <ac:chgData name="musukie52@gmail.com" userId="017bd91f96aa8751" providerId="LiveId" clId="{5B2C3894-F97E-4CAB-8812-5BB4D83AAC6A}" dt="2026-10-20T10:46:00.768" v="27427" actId="1035"/>
          <ac:spMkLst>
            <pc:docMk/>
            <pc:sldMk cId="4174444934" sldId="303"/>
            <ac:spMk id="155" creationId="{8B0AEDB2-C8AC-0149-AFFB-40DB27E011A2}"/>
          </ac:spMkLst>
        </pc:spChg>
        <pc:spChg chg="add mod">
          <ac:chgData name="musukie52@gmail.com" userId="017bd91f96aa8751" providerId="LiveId" clId="{5B2C3894-F97E-4CAB-8812-5BB4D83AAC6A}" dt="2026-10-20T10:46:00.768" v="27427" actId="1035"/>
          <ac:spMkLst>
            <pc:docMk/>
            <pc:sldMk cId="4174444934" sldId="303"/>
            <ac:spMk id="159" creationId="{EDF845A3-6CF5-F144-8F43-638E3D14267A}"/>
          </ac:spMkLst>
        </pc:spChg>
        <pc:spChg chg="add del mod">
          <ac:chgData name="musukie52@gmail.com" userId="017bd91f96aa8751" providerId="LiveId" clId="{5B2C3894-F97E-4CAB-8812-5BB4D83AAC6A}" dt="2026-10-20T10:35:30.632" v="27147" actId="478"/>
          <ac:spMkLst>
            <pc:docMk/>
            <pc:sldMk cId="4174444934" sldId="303"/>
            <ac:spMk id="170" creationId="{CD8EA672-11C9-1969-69E1-FDD1F221DC41}"/>
          </ac:spMkLst>
        </pc:spChg>
        <pc:spChg chg="add del mod">
          <ac:chgData name="musukie52@gmail.com" userId="017bd91f96aa8751" providerId="LiveId" clId="{5B2C3894-F97E-4CAB-8812-5BB4D83AAC6A}" dt="2026-10-20T10:54:24.389" v="27530" actId="1076"/>
          <ac:spMkLst>
            <pc:docMk/>
            <pc:sldMk cId="4174444934" sldId="303"/>
            <ac:spMk id="174" creationId="{54D69871-EA59-9FD0-77A0-AE366EAD899C}"/>
          </ac:spMkLst>
        </pc:spChg>
        <pc:spChg chg="add del mod ord">
          <ac:chgData name="musukie52@gmail.com" userId="017bd91f96aa8751" providerId="LiveId" clId="{5B2C3894-F97E-4CAB-8812-5BB4D83AAC6A}" dt="2026-10-20T10:40:55.068" v="27285" actId="21"/>
          <ac:spMkLst>
            <pc:docMk/>
            <pc:sldMk cId="4174444934" sldId="303"/>
            <ac:spMk id="176" creationId="{639BD2A8-8861-1640-A945-E77ED005C343}"/>
          </ac:spMkLst>
        </pc:spChg>
        <pc:spChg chg="add del mod ord">
          <ac:chgData name="musukie52@gmail.com" userId="017bd91f96aa8751" providerId="LiveId" clId="{5B2C3894-F97E-4CAB-8812-5BB4D83AAC6A}" dt="2026-10-20T10:40:55.068" v="27285" actId="21"/>
          <ac:spMkLst>
            <pc:docMk/>
            <pc:sldMk cId="4174444934" sldId="303"/>
            <ac:spMk id="177" creationId="{4C6EC08D-7FB0-DD42-B7B2-2CDBB11107AE}"/>
          </ac:spMkLst>
        </pc:spChg>
        <pc:spChg chg="add mod">
          <ac:chgData name="musukie52@gmail.com" userId="017bd91f96aa8751" providerId="LiveId" clId="{5B2C3894-F97E-4CAB-8812-5BB4D83AAC6A}" dt="2026-10-20T10:54:24.389" v="27530" actId="1076"/>
          <ac:spMkLst>
            <pc:docMk/>
            <pc:sldMk cId="4174444934" sldId="303"/>
            <ac:spMk id="179" creationId="{212750B2-5B05-9E3D-86AF-F6AC3725FB9A}"/>
          </ac:spMkLst>
        </pc:spChg>
        <pc:spChg chg="add mod">
          <ac:chgData name="musukie52@gmail.com" userId="017bd91f96aa8751" providerId="LiveId" clId="{5B2C3894-F97E-4CAB-8812-5BB4D83AAC6A}" dt="2026-10-20T13:23:06.638" v="35533" actId="1036"/>
          <ac:spMkLst>
            <pc:docMk/>
            <pc:sldMk cId="4174444934" sldId="303"/>
            <ac:spMk id="181" creationId="{CF42BE7E-AE56-CFBC-5041-61875BD5C4CE}"/>
          </ac:spMkLst>
        </pc:spChg>
        <pc:spChg chg="add mod">
          <ac:chgData name="musukie52@gmail.com" userId="017bd91f96aa8751" providerId="LiveId" clId="{5B2C3894-F97E-4CAB-8812-5BB4D83AAC6A}" dt="2026-10-20T10:41:02.913" v="27289" actId="571"/>
          <ac:spMkLst>
            <pc:docMk/>
            <pc:sldMk cId="4174444934" sldId="303"/>
            <ac:spMk id="182" creationId="{D569E15A-5ADB-CC0B-E067-558C45B5FEED}"/>
          </ac:spMkLst>
        </pc:spChg>
        <pc:spChg chg="add del">
          <ac:chgData name="musukie52@gmail.com" userId="017bd91f96aa8751" providerId="LiveId" clId="{5B2C3894-F97E-4CAB-8812-5BB4D83AAC6A}" dt="2026-10-20T10:41:40.551" v="27332" actId="22"/>
          <ac:spMkLst>
            <pc:docMk/>
            <pc:sldMk cId="4174444934" sldId="303"/>
            <ac:spMk id="184" creationId="{547B63BB-646B-9738-1193-C6E0EC26DAB8}"/>
          </ac:spMkLst>
        </pc:spChg>
        <pc:spChg chg="add del">
          <ac:chgData name="musukie52@gmail.com" userId="017bd91f96aa8751" providerId="LiveId" clId="{5B2C3894-F97E-4CAB-8812-5BB4D83AAC6A}" dt="2026-10-20T10:41:40.551" v="27332" actId="22"/>
          <ac:spMkLst>
            <pc:docMk/>
            <pc:sldMk cId="4174444934" sldId="303"/>
            <ac:spMk id="186" creationId="{3133A8D3-B68A-76B1-B7B9-23681A58C4E3}"/>
          </ac:spMkLst>
        </pc:spChg>
        <pc:spChg chg="add del">
          <ac:chgData name="musukie52@gmail.com" userId="017bd91f96aa8751" providerId="LiveId" clId="{5B2C3894-F97E-4CAB-8812-5BB4D83AAC6A}" dt="2026-10-20T10:41:40.324" v="27331" actId="22"/>
          <ac:spMkLst>
            <pc:docMk/>
            <pc:sldMk cId="4174444934" sldId="303"/>
            <ac:spMk id="188" creationId="{35081E65-4CB3-3804-D9A4-1E258FE4843E}"/>
          </ac:spMkLst>
        </pc:spChg>
        <pc:spChg chg="add del">
          <ac:chgData name="musukie52@gmail.com" userId="017bd91f96aa8751" providerId="LiveId" clId="{5B2C3894-F97E-4CAB-8812-5BB4D83AAC6A}" dt="2026-10-20T10:41:40.324" v="27331" actId="22"/>
          <ac:spMkLst>
            <pc:docMk/>
            <pc:sldMk cId="4174444934" sldId="303"/>
            <ac:spMk id="190" creationId="{9856D14A-3293-75C2-C9F0-09B2842790B0}"/>
          </ac:spMkLst>
        </pc:spChg>
        <pc:spChg chg="add del mod">
          <ac:chgData name="musukie52@gmail.com" userId="017bd91f96aa8751" providerId="LiveId" clId="{5B2C3894-F97E-4CAB-8812-5BB4D83AAC6A}" dt="2026-10-20T10:43:56.257" v="27405"/>
          <ac:spMkLst>
            <pc:docMk/>
            <pc:sldMk cId="4174444934" sldId="303"/>
            <ac:spMk id="193" creationId="{39C8517B-7C90-1596-9AE1-966ADA21541E}"/>
          </ac:spMkLst>
        </pc:spChg>
        <pc:spChg chg="add del mod">
          <ac:chgData name="musukie52@gmail.com" userId="017bd91f96aa8751" providerId="LiveId" clId="{5B2C3894-F97E-4CAB-8812-5BB4D83AAC6A}" dt="2026-10-20T10:46:04.281" v="27428" actId="478"/>
          <ac:spMkLst>
            <pc:docMk/>
            <pc:sldMk cId="4174444934" sldId="303"/>
            <ac:spMk id="194" creationId="{0B55FCE6-13B8-D48A-BE9F-7A5169CCA223}"/>
          </ac:spMkLst>
        </pc:spChg>
        <pc:spChg chg="add del mod">
          <ac:chgData name="musukie52@gmail.com" userId="017bd91f96aa8751" providerId="LiveId" clId="{5B2C3894-F97E-4CAB-8812-5BB4D83AAC6A}" dt="2026-10-20T10:46:04.281" v="27428" actId="478"/>
          <ac:spMkLst>
            <pc:docMk/>
            <pc:sldMk cId="4174444934" sldId="303"/>
            <ac:spMk id="196" creationId="{713AD387-5DFB-B54E-8589-774695E68FA1}"/>
          </ac:spMkLst>
        </pc:spChg>
        <pc:spChg chg="add mod">
          <ac:chgData name="musukie52@gmail.com" userId="017bd91f96aa8751" providerId="LiveId" clId="{5B2C3894-F97E-4CAB-8812-5BB4D83AAC6A}" dt="2026-10-20T11:02:43.199" v="27846" actId="1076"/>
          <ac:spMkLst>
            <pc:docMk/>
            <pc:sldMk cId="4174444934" sldId="303"/>
            <ac:spMk id="200" creationId="{BCF19EDD-BB65-CC86-3724-A94AF089AF35}"/>
          </ac:spMkLst>
        </pc:spChg>
        <pc:spChg chg="add del mod">
          <ac:chgData name="musukie52@gmail.com" userId="017bd91f96aa8751" providerId="LiveId" clId="{5B2C3894-F97E-4CAB-8812-5BB4D83AAC6A}" dt="2026-10-20T10:55:17.284" v="27569"/>
          <ac:spMkLst>
            <pc:docMk/>
            <pc:sldMk cId="4174444934" sldId="303"/>
            <ac:spMk id="201" creationId="{2F2179C2-695E-C3AC-AF7C-2E418A1A389C}"/>
          </ac:spMkLst>
        </pc:spChg>
        <pc:spChg chg="add del mod">
          <ac:chgData name="musukie52@gmail.com" userId="017bd91f96aa8751" providerId="LiveId" clId="{5B2C3894-F97E-4CAB-8812-5BB4D83AAC6A}" dt="2026-10-20T11:00:38.642" v="27762" actId="21"/>
          <ac:spMkLst>
            <pc:docMk/>
            <pc:sldMk cId="4174444934" sldId="303"/>
            <ac:spMk id="209" creationId="{3D048F9D-9536-8522-D24E-EAD97E37CA75}"/>
          </ac:spMkLst>
        </pc:spChg>
        <pc:spChg chg="add del mod">
          <ac:chgData name="musukie52@gmail.com" userId="017bd91f96aa8751" providerId="LiveId" clId="{5B2C3894-F97E-4CAB-8812-5BB4D83AAC6A}" dt="2026-10-20T11:00:38.642" v="27762" actId="21"/>
          <ac:spMkLst>
            <pc:docMk/>
            <pc:sldMk cId="4174444934" sldId="303"/>
            <ac:spMk id="211" creationId="{B0EC296E-1F30-B6A1-43AC-6259540D9065}"/>
          </ac:spMkLst>
        </pc:spChg>
        <pc:spChg chg="add mod">
          <ac:chgData name="musukie52@gmail.com" userId="017bd91f96aa8751" providerId="LiveId" clId="{5B2C3894-F97E-4CAB-8812-5BB4D83AAC6A}" dt="2026-10-20T11:06:12.224" v="28030" actId="1076"/>
          <ac:spMkLst>
            <pc:docMk/>
            <pc:sldMk cId="4174444934" sldId="303"/>
            <ac:spMk id="213" creationId="{B5C686D7-B078-286F-1C4C-9B57E4B99C8D}"/>
          </ac:spMkLst>
        </pc:spChg>
        <pc:spChg chg="add del mod">
          <ac:chgData name="musukie52@gmail.com" userId="017bd91f96aa8751" providerId="LiveId" clId="{5B2C3894-F97E-4CAB-8812-5BB4D83AAC6A}" dt="2026-10-20T11:00:38.642" v="27762" actId="21"/>
          <ac:spMkLst>
            <pc:docMk/>
            <pc:sldMk cId="4174444934" sldId="303"/>
            <ac:spMk id="215" creationId="{FD1ABE1E-A2C1-F807-2FBF-AE69DBF70C1D}"/>
          </ac:spMkLst>
        </pc:spChg>
        <pc:spChg chg="add del">
          <ac:chgData name="musukie52@gmail.com" userId="017bd91f96aa8751" providerId="LiveId" clId="{5B2C3894-F97E-4CAB-8812-5BB4D83AAC6A}" dt="2026-10-20T11:01:54.390" v="27838" actId="21"/>
          <ac:spMkLst>
            <pc:docMk/>
            <pc:sldMk cId="4174444934" sldId="303"/>
            <ac:spMk id="217" creationId="{A8E48199-DCA4-3547-35A6-DA395B78B0B9}"/>
          </ac:spMkLst>
        </pc:spChg>
        <pc:spChg chg="add del">
          <ac:chgData name="musukie52@gmail.com" userId="017bd91f96aa8751" providerId="LiveId" clId="{5B2C3894-F97E-4CAB-8812-5BB4D83AAC6A}" dt="2026-10-20T11:01:54.390" v="27838" actId="21"/>
          <ac:spMkLst>
            <pc:docMk/>
            <pc:sldMk cId="4174444934" sldId="303"/>
            <ac:spMk id="219" creationId="{8C9743DB-1BE5-2165-BA03-3B3C8FE586C8}"/>
          </ac:spMkLst>
        </pc:spChg>
        <pc:spChg chg="add del mod">
          <ac:chgData name="musukie52@gmail.com" userId="017bd91f96aa8751" providerId="LiveId" clId="{5B2C3894-F97E-4CAB-8812-5BB4D83AAC6A}" dt="2026-10-20T11:01:54.390" v="27838" actId="21"/>
          <ac:spMkLst>
            <pc:docMk/>
            <pc:sldMk cId="4174444934" sldId="303"/>
            <ac:spMk id="221" creationId="{5EA95192-1282-D802-F7C0-AA07E244A207}"/>
          </ac:spMkLst>
        </pc:spChg>
        <pc:spChg chg="add del mod">
          <ac:chgData name="musukie52@gmail.com" userId="017bd91f96aa8751" providerId="LiveId" clId="{5B2C3894-F97E-4CAB-8812-5BB4D83AAC6A}" dt="2026-10-20T11:02:54.700" v="27848" actId="21"/>
          <ac:spMkLst>
            <pc:docMk/>
            <pc:sldMk cId="4174444934" sldId="303"/>
            <ac:spMk id="223" creationId="{220383CA-1C2D-83F8-1B84-575D464ECF7D}"/>
          </ac:spMkLst>
        </pc:spChg>
        <pc:spChg chg="add del">
          <ac:chgData name="musukie52@gmail.com" userId="017bd91f96aa8751" providerId="LiveId" clId="{5B2C3894-F97E-4CAB-8812-5BB4D83AAC6A}" dt="2026-10-20T11:02:54.700" v="27848" actId="21"/>
          <ac:spMkLst>
            <pc:docMk/>
            <pc:sldMk cId="4174444934" sldId="303"/>
            <ac:spMk id="225" creationId="{F1BE4A90-D8F7-5DE8-D491-803FDF9B0949}"/>
          </ac:spMkLst>
        </pc:spChg>
        <pc:spChg chg="add del">
          <ac:chgData name="musukie52@gmail.com" userId="017bd91f96aa8751" providerId="LiveId" clId="{5B2C3894-F97E-4CAB-8812-5BB4D83AAC6A}" dt="2026-10-20T11:02:54.700" v="27848" actId="21"/>
          <ac:spMkLst>
            <pc:docMk/>
            <pc:sldMk cId="4174444934" sldId="303"/>
            <ac:spMk id="227" creationId="{3781881E-6CB0-3218-D41E-89EFA1E9AD0F}"/>
          </ac:spMkLst>
        </pc:spChg>
        <pc:spChg chg="add mod">
          <ac:chgData name="musukie52@gmail.com" userId="017bd91f96aa8751" providerId="LiveId" clId="{5B2C3894-F97E-4CAB-8812-5BB4D83AAC6A}" dt="2026-10-20T11:06:12.224" v="28030" actId="1076"/>
          <ac:spMkLst>
            <pc:docMk/>
            <pc:sldMk cId="4174444934" sldId="303"/>
            <ac:spMk id="229" creationId="{0FEB2AD7-8F71-9E1B-CBA8-4E82F28CB766}"/>
          </ac:spMkLst>
        </pc:spChg>
        <pc:spChg chg="add mod">
          <ac:chgData name="musukie52@gmail.com" userId="017bd91f96aa8751" providerId="LiveId" clId="{5B2C3894-F97E-4CAB-8812-5BB4D83AAC6A}" dt="2026-10-20T11:06:12.224" v="28030" actId="1076"/>
          <ac:spMkLst>
            <pc:docMk/>
            <pc:sldMk cId="4174444934" sldId="303"/>
            <ac:spMk id="231" creationId="{5DBDD627-B7D2-CC2E-51B7-161065DEAA83}"/>
          </ac:spMkLst>
        </pc:spChg>
        <pc:spChg chg="add mod">
          <ac:chgData name="musukie52@gmail.com" userId="017bd91f96aa8751" providerId="LiveId" clId="{5B2C3894-F97E-4CAB-8812-5BB4D83AAC6A}" dt="2026-10-20T11:06:12.224" v="28030" actId="1076"/>
          <ac:spMkLst>
            <pc:docMk/>
            <pc:sldMk cId="4174444934" sldId="303"/>
            <ac:spMk id="233" creationId="{1BB17A45-562A-CE8B-9F09-E17B433D6E28}"/>
          </ac:spMkLst>
        </pc:spChg>
        <pc:spChg chg="add mod ord">
          <ac:chgData name="musukie52@gmail.com" userId="017bd91f96aa8751" providerId="LiveId" clId="{5B2C3894-F97E-4CAB-8812-5BB4D83AAC6A}" dt="2026-10-20T11:50:39.435" v="29694" actId="14100"/>
          <ac:spMkLst>
            <pc:docMk/>
            <pc:sldMk cId="4174444934" sldId="303"/>
            <ac:spMk id="235" creationId="{B32A916F-9309-74EE-2C21-0818BDE691BB}"/>
          </ac:spMkLst>
        </pc:spChg>
        <pc:graphicFrameChg chg="add mod ord modGraphic">
          <ac:chgData name="musukie52@gmail.com" userId="017bd91f96aa8751" providerId="LiveId" clId="{5B2C3894-F97E-4CAB-8812-5BB4D83AAC6A}" dt="2026-10-20T10:21:58.174" v="27016" actId="1076"/>
          <ac:graphicFrameMkLst>
            <pc:docMk/>
            <pc:sldMk cId="4174444934" sldId="303"/>
            <ac:graphicFrameMk id="129" creationId="{6C449C60-2DF4-C227-8B0B-519EDF19D644}"/>
          </ac:graphicFrameMkLst>
        </pc:graphicFrameChg>
        <pc:picChg chg="add mod modCrop">
          <ac:chgData name="musukie52@gmail.com" userId="017bd91f96aa8751" providerId="LiveId" clId="{5B2C3894-F97E-4CAB-8812-5BB4D83AAC6A}" dt="2026-10-20T10:54:24.389" v="27530" actId="1076"/>
          <ac:picMkLst>
            <pc:docMk/>
            <pc:sldMk cId="4174444934" sldId="303"/>
            <ac:picMk id="166" creationId="{00611AB5-2BBA-A75D-4243-BC85F3876816}"/>
          </ac:picMkLst>
        </pc:picChg>
        <pc:picChg chg="add del mod">
          <ac:chgData name="musukie52@gmail.com" userId="017bd91f96aa8751" providerId="LiveId" clId="{5B2C3894-F97E-4CAB-8812-5BB4D83AAC6A}" dt="2026-10-20T10:35:33.160" v="27148" actId="478"/>
          <ac:picMkLst>
            <pc:docMk/>
            <pc:sldMk cId="4174444934" sldId="303"/>
            <ac:picMk id="168" creationId="{07917634-F51C-D75F-97EE-97684E4CCCCB}"/>
          </ac:picMkLst>
        </pc:picChg>
        <pc:picChg chg="add mod modCrop">
          <ac:chgData name="musukie52@gmail.com" userId="017bd91f96aa8751" providerId="LiveId" clId="{5B2C3894-F97E-4CAB-8812-5BB4D83AAC6A}" dt="2026-10-20T10:54:43.796" v="27534" actId="1076"/>
          <ac:picMkLst>
            <pc:docMk/>
            <pc:sldMk cId="4174444934" sldId="303"/>
            <ac:picMk id="172" creationId="{AAF8ABC8-1152-2F34-2C21-E1AE52A7510A}"/>
          </ac:picMkLst>
        </pc:picChg>
        <pc:picChg chg="add del mod">
          <ac:chgData name="musukie52@gmail.com" userId="017bd91f96aa8751" providerId="LiveId" clId="{5B2C3894-F97E-4CAB-8812-5BB4D83AAC6A}" dt="2026-10-20T10:47:03.082" v="27446" actId="21"/>
          <ac:picMkLst>
            <pc:docMk/>
            <pc:sldMk cId="4174444934" sldId="303"/>
            <ac:picMk id="198" creationId="{2E38EBB5-BB3F-CD93-93D1-E9B4755AFD86}"/>
          </ac:picMkLst>
        </pc:picChg>
        <pc:picChg chg="add mod">
          <ac:chgData name="musukie52@gmail.com" userId="017bd91f96aa8751" providerId="LiveId" clId="{5B2C3894-F97E-4CAB-8812-5BB4D83AAC6A}" dt="2026-10-20T11:07:12.194" v="28043" actId="1076"/>
          <ac:picMkLst>
            <pc:docMk/>
            <pc:sldMk cId="4174444934" sldId="303"/>
            <ac:picMk id="203" creationId="{B40863D4-75F2-F13E-DC17-81D61F88EF87}"/>
          </ac:picMkLst>
        </pc:picChg>
        <pc:picChg chg="add del">
          <ac:chgData name="musukie52@gmail.com" userId="017bd91f96aa8751" providerId="LiveId" clId="{5B2C3894-F97E-4CAB-8812-5BB4D83AAC6A}" dt="2026-10-20T10:55:41.832" v="27581" actId="22"/>
          <ac:picMkLst>
            <pc:docMk/>
            <pc:sldMk cId="4174444934" sldId="303"/>
            <ac:picMk id="205" creationId="{BDA2144D-25AA-1092-86E5-6240D9BEEC60}"/>
          </ac:picMkLst>
        </pc:picChg>
        <pc:picChg chg="add del">
          <ac:chgData name="musukie52@gmail.com" userId="017bd91f96aa8751" providerId="LiveId" clId="{5B2C3894-F97E-4CAB-8812-5BB4D83AAC6A}" dt="2026-10-20T10:55:41.452" v="27580" actId="22"/>
          <ac:picMkLst>
            <pc:docMk/>
            <pc:sldMk cId="4174444934" sldId="303"/>
            <ac:picMk id="207" creationId="{DF39D0C1-5BC8-81A6-D00E-E77085DC0AE0}"/>
          </ac:picMkLst>
        </pc:picChg>
        <pc:cxnChg chg="add del mod">
          <ac:chgData name="musukie52@gmail.com" userId="017bd91f96aa8751" providerId="LiveId" clId="{5B2C3894-F97E-4CAB-8812-5BB4D83AAC6A}" dt="2026-10-20T10:44:17.989" v="27408" actId="478"/>
          <ac:cxnSpMkLst>
            <pc:docMk/>
            <pc:sldMk cId="4174444934" sldId="303"/>
            <ac:cxnSpMk id="8" creationId="{F6CB0929-6BA4-BFEC-BE58-F7A9E09753EA}"/>
          </ac:cxnSpMkLst>
        </pc:cxnChg>
        <pc:cxnChg chg="mod">
          <ac:chgData name="musukie52@gmail.com" userId="017bd91f96aa8751" providerId="LiveId" clId="{5B2C3894-F97E-4CAB-8812-5BB4D83AAC6A}" dt="2026-10-20T03:49:34.801" v="23774" actId="20577"/>
          <ac:cxnSpMkLst>
            <pc:docMk/>
            <pc:sldMk cId="4174444934" sldId="303"/>
            <ac:cxnSpMk id="46" creationId="{CE5705A3-163B-F52C-4CC3-E9763B19DAB2}"/>
          </ac:cxnSpMkLst>
        </pc:cxnChg>
        <pc:cxnChg chg="add del mod">
          <ac:chgData name="musukie52@gmail.com" userId="017bd91f96aa8751" providerId="LiveId" clId="{5B2C3894-F97E-4CAB-8812-5BB4D83AAC6A}" dt="2026-10-20T10:44:19.165" v="27409" actId="478"/>
          <ac:cxnSpMkLst>
            <pc:docMk/>
            <pc:sldMk cId="4174444934" sldId="303"/>
            <ac:cxnSpMk id="141" creationId="{7A1B7F20-2E4C-EC70-CAEF-00C8AC0E3AEE}"/>
          </ac:cxnSpMkLst>
        </pc:cxnChg>
        <pc:cxnChg chg="add del mod">
          <ac:chgData name="musukie52@gmail.com" userId="017bd91f96aa8751" providerId="LiveId" clId="{5B2C3894-F97E-4CAB-8812-5BB4D83AAC6A}" dt="2026-10-20T10:13:02.473" v="26635" actId="478"/>
          <ac:cxnSpMkLst>
            <pc:docMk/>
            <pc:sldMk cId="4174444934" sldId="303"/>
            <ac:cxnSpMk id="144" creationId="{BA2DF8F0-20EA-56EB-57DD-0B0BD6CB1B8E}"/>
          </ac:cxnSpMkLst>
        </pc:cxnChg>
        <pc:cxnChg chg="add mod">
          <ac:chgData name="musukie52@gmail.com" userId="017bd91f96aa8751" providerId="LiveId" clId="{5B2C3894-F97E-4CAB-8812-5BB4D83AAC6A}" dt="2026-10-20T10:46:00.768" v="27427" actId="1035"/>
          <ac:cxnSpMkLst>
            <pc:docMk/>
            <pc:sldMk cId="4174444934" sldId="303"/>
            <ac:cxnSpMk id="152" creationId="{34EBABAC-FACE-F56D-5B45-D43E76B609CB}"/>
          </ac:cxnSpMkLst>
        </pc:cxnChg>
      </pc:sldChg>
      <pc:sldChg chg="addSp delSp modSp add mod">
        <pc:chgData name="musukie52@gmail.com" userId="017bd91f96aa8751" providerId="LiveId" clId="{5B2C3894-F97E-4CAB-8812-5BB4D83AAC6A}" dt="2026-10-20T12:25:33.178" v="31528" actId="208"/>
        <pc:sldMkLst>
          <pc:docMk/>
          <pc:sldMk cId="2530194072" sldId="304"/>
        </pc:sldMkLst>
        <pc:spChg chg="add del mod">
          <ac:chgData name="musukie52@gmail.com" userId="017bd91f96aa8751" providerId="LiveId" clId="{5B2C3894-F97E-4CAB-8812-5BB4D83AAC6A}" dt="2026-10-20T11:22:40.907" v="28574" actId="21"/>
          <ac:spMkLst>
            <pc:docMk/>
            <pc:sldMk cId="2530194072" sldId="304"/>
            <ac:spMk id="2" creationId="{D9C33E02-AF15-57C4-FB0D-5BA51ECBC85F}"/>
          </ac:spMkLst>
        </pc:spChg>
        <pc:spChg chg="add mod">
          <ac:chgData name="musukie52@gmail.com" userId="017bd91f96aa8751" providerId="LiveId" clId="{5B2C3894-F97E-4CAB-8812-5BB4D83AAC6A}" dt="2026-10-18T06:31:46.504" v="21584" actId="20577"/>
          <ac:spMkLst>
            <pc:docMk/>
            <pc:sldMk cId="2530194072" sldId="304"/>
            <ac:spMk id="3" creationId="{2CA523B5-21E9-006F-C638-9FAC546E257F}"/>
          </ac:spMkLst>
        </pc:spChg>
        <pc:spChg chg="mod">
          <ac:chgData name="musukie52@gmail.com" userId="017bd91f96aa8751" providerId="LiveId" clId="{5B2C3894-F97E-4CAB-8812-5BB4D83AAC6A}" dt="2026-10-20T11:10:00.299" v="28212" actId="20577"/>
          <ac:spMkLst>
            <pc:docMk/>
            <pc:sldMk cId="2530194072" sldId="304"/>
            <ac:spMk id="5" creationId="{066092CA-77A4-E1DD-B73D-1979FA8F30B2}"/>
          </ac:spMkLst>
        </pc:spChg>
        <pc:spChg chg="add del mod">
          <ac:chgData name="musukie52@gmail.com" userId="017bd91f96aa8751" providerId="LiveId" clId="{5B2C3894-F97E-4CAB-8812-5BB4D83AAC6A}" dt="2026-10-20T11:22:23.564" v="28568" actId="21"/>
          <ac:spMkLst>
            <pc:docMk/>
            <pc:sldMk cId="2530194072" sldId="304"/>
            <ac:spMk id="6" creationId="{C39BA730-6A99-D7F5-55C4-C0072E0C2B40}"/>
          </ac:spMkLst>
        </pc:spChg>
        <pc:spChg chg="add del mod">
          <ac:chgData name="musukie52@gmail.com" userId="017bd91f96aa8751" providerId="LiveId" clId="{5B2C3894-F97E-4CAB-8812-5BB4D83AAC6A}" dt="2026-10-20T11:22:40.907" v="28574" actId="21"/>
          <ac:spMkLst>
            <pc:docMk/>
            <pc:sldMk cId="2530194072" sldId="304"/>
            <ac:spMk id="8" creationId="{F8CF21CD-CDFA-C740-D7F5-B0286EC72C9B}"/>
          </ac:spMkLst>
        </pc:spChg>
        <pc:spChg chg="add del mod">
          <ac:chgData name="musukie52@gmail.com" userId="017bd91f96aa8751" providerId="LiveId" clId="{5B2C3894-F97E-4CAB-8812-5BB4D83AAC6A}" dt="2026-10-20T11:22:40.907" v="28574" actId="21"/>
          <ac:spMkLst>
            <pc:docMk/>
            <pc:sldMk cId="2530194072" sldId="304"/>
            <ac:spMk id="10" creationId="{15697A1D-42C3-3FD8-DB08-6B07D1755805}"/>
          </ac:spMkLst>
        </pc:spChg>
        <pc:spChg chg="add del mod">
          <ac:chgData name="musukie52@gmail.com" userId="017bd91f96aa8751" providerId="LiveId" clId="{5B2C3894-F97E-4CAB-8812-5BB4D83AAC6A}" dt="2026-10-20T11:22:23.564" v="28568" actId="21"/>
          <ac:spMkLst>
            <pc:docMk/>
            <pc:sldMk cId="2530194072" sldId="304"/>
            <ac:spMk id="12" creationId="{9AB5BD8C-F3D7-F31B-F5ED-AF3938A459FC}"/>
          </ac:spMkLst>
        </pc:spChg>
        <pc:spChg chg="add del mod">
          <ac:chgData name="musukie52@gmail.com" userId="017bd91f96aa8751" providerId="LiveId" clId="{5B2C3894-F97E-4CAB-8812-5BB4D83AAC6A}" dt="2026-10-20T11:22:32.071" v="28571" actId="21"/>
          <ac:spMkLst>
            <pc:docMk/>
            <pc:sldMk cId="2530194072" sldId="304"/>
            <ac:spMk id="13" creationId="{68D5DA41-158C-EFAA-2AF2-901C3408F32E}"/>
          </ac:spMkLst>
        </pc:spChg>
        <pc:spChg chg="add del mod">
          <ac:chgData name="musukie52@gmail.com" userId="017bd91f96aa8751" providerId="LiveId" clId="{5B2C3894-F97E-4CAB-8812-5BB4D83AAC6A}" dt="2026-10-20T11:22:32.071" v="28571" actId="21"/>
          <ac:spMkLst>
            <pc:docMk/>
            <pc:sldMk cId="2530194072" sldId="304"/>
            <ac:spMk id="15" creationId="{8E8D2555-CE60-BA6B-A897-645B7CA0FD4C}"/>
          </ac:spMkLst>
        </pc:spChg>
        <pc:spChg chg="add del mod">
          <ac:chgData name="musukie52@gmail.com" userId="017bd91f96aa8751" providerId="LiveId" clId="{5B2C3894-F97E-4CAB-8812-5BB4D83AAC6A}" dt="2026-10-20T11:22:32.071" v="28571" actId="21"/>
          <ac:spMkLst>
            <pc:docMk/>
            <pc:sldMk cId="2530194072" sldId="304"/>
            <ac:spMk id="17" creationId="{2982830C-7ABD-821E-C9A8-C4ACA5256E2C}"/>
          </ac:spMkLst>
        </pc:spChg>
        <pc:spChg chg="add del mod">
          <ac:chgData name="musukie52@gmail.com" userId="017bd91f96aa8751" providerId="LiveId" clId="{5B2C3894-F97E-4CAB-8812-5BB4D83AAC6A}" dt="2026-10-20T11:22:48.397" v="28577" actId="21"/>
          <ac:spMkLst>
            <pc:docMk/>
            <pc:sldMk cId="2530194072" sldId="304"/>
            <ac:spMk id="18" creationId="{3B875BD7-5F73-1513-3255-39095E7F8170}"/>
          </ac:spMkLst>
        </pc:spChg>
        <pc:spChg chg="add del mod">
          <ac:chgData name="musukie52@gmail.com" userId="017bd91f96aa8751" providerId="LiveId" clId="{5B2C3894-F97E-4CAB-8812-5BB4D83AAC6A}" dt="2026-10-20T11:22:48.397" v="28577" actId="21"/>
          <ac:spMkLst>
            <pc:docMk/>
            <pc:sldMk cId="2530194072" sldId="304"/>
            <ac:spMk id="20" creationId="{BD94CED4-2EEA-39D3-8AB5-803C96635224}"/>
          </ac:spMkLst>
        </pc:spChg>
        <pc:spChg chg="add del mod">
          <ac:chgData name="musukie52@gmail.com" userId="017bd91f96aa8751" providerId="LiveId" clId="{5B2C3894-F97E-4CAB-8812-5BB4D83AAC6A}" dt="2026-10-20T11:22:48.397" v="28577" actId="21"/>
          <ac:spMkLst>
            <pc:docMk/>
            <pc:sldMk cId="2530194072" sldId="304"/>
            <ac:spMk id="22" creationId="{74EE7CD9-E141-55F2-C9D2-4CE7D8235332}"/>
          </ac:spMkLst>
        </pc:spChg>
        <pc:spChg chg="add del mod">
          <ac:chgData name="musukie52@gmail.com" userId="017bd91f96aa8751" providerId="LiveId" clId="{5B2C3894-F97E-4CAB-8812-5BB4D83AAC6A}" dt="2026-10-20T11:22:57.103" v="28580" actId="21"/>
          <ac:spMkLst>
            <pc:docMk/>
            <pc:sldMk cId="2530194072" sldId="304"/>
            <ac:spMk id="24" creationId="{FAEDB01D-D148-E04E-B8B9-C7CDD1A75EF3}"/>
          </ac:spMkLst>
        </pc:spChg>
        <pc:spChg chg="add del mod">
          <ac:chgData name="musukie52@gmail.com" userId="017bd91f96aa8751" providerId="LiveId" clId="{5B2C3894-F97E-4CAB-8812-5BB4D83AAC6A}" dt="2026-10-20T11:22:57.103" v="28580" actId="21"/>
          <ac:spMkLst>
            <pc:docMk/>
            <pc:sldMk cId="2530194072" sldId="304"/>
            <ac:spMk id="26" creationId="{8F79A273-C8AA-0340-CB6D-237BF4A92F47}"/>
          </ac:spMkLst>
        </pc:spChg>
        <pc:spChg chg="add del mod">
          <ac:chgData name="musukie52@gmail.com" userId="017bd91f96aa8751" providerId="LiveId" clId="{5B2C3894-F97E-4CAB-8812-5BB4D83AAC6A}" dt="2026-10-20T11:21:32.624" v="28555" actId="478"/>
          <ac:spMkLst>
            <pc:docMk/>
            <pc:sldMk cId="2530194072" sldId="304"/>
            <ac:spMk id="28" creationId="{CD892A0B-8734-9D7B-B6BE-1101594C03C1}"/>
          </ac:spMkLst>
        </pc:spChg>
        <pc:spChg chg="add del mod">
          <ac:chgData name="musukie52@gmail.com" userId="017bd91f96aa8751" providerId="LiveId" clId="{5B2C3894-F97E-4CAB-8812-5BB4D83AAC6A}" dt="2026-10-20T11:23:10.355" v="28583" actId="21"/>
          <ac:spMkLst>
            <pc:docMk/>
            <pc:sldMk cId="2530194072" sldId="304"/>
            <ac:spMk id="30" creationId="{23E1D2E5-BE0A-CC3A-552C-85968CB732E1}"/>
          </ac:spMkLst>
        </pc:spChg>
        <pc:spChg chg="add del mod">
          <ac:chgData name="musukie52@gmail.com" userId="017bd91f96aa8751" providerId="LiveId" clId="{5B2C3894-F97E-4CAB-8812-5BB4D83AAC6A}" dt="2026-10-20T11:22:57.103" v="28580" actId="21"/>
          <ac:spMkLst>
            <pc:docMk/>
            <pc:sldMk cId="2530194072" sldId="304"/>
            <ac:spMk id="32" creationId="{33867E75-1754-9D99-A669-B07B6AFEBACA}"/>
          </ac:spMkLst>
        </pc:spChg>
        <pc:spChg chg="add del mod">
          <ac:chgData name="musukie52@gmail.com" userId="017bd91f96aa8751" providerId="LiveId" clId="{5B2C3894-F97E-4CAB-8812-5BB4D83AAC6A}" dt="2026-10-20T11:23:10.355" v="28583" actId="21"/>
          <ac:spMkLst>
            <pc:docMk/>
            <pc:sldMk cId="2530194072" sldId="304"/>
            <ac:spMk id="34" creationId="{8467070B-0E64-6EC0-6D7E-D86C4EEBD65B}"/>
          </ac:spMkLst>
        </pc:spChg>
        <pc:spChg chg="add del mod">
          <ac:chgData name="musukie52@gmail.com" userId="017bd91f96aa8751" providerId="LiveId" clId="{5B2C3894-F97E-4CAB-8812-5BB4D83AAC6A}" dt="2026-10-20T11:23:10.355" v="28583" actId="21"/>
          <ac:spMkLst>
            <pc:docMk/>
            <pc:sldMk cId="2530194072" sldId="304"/>
            <ac:spMk id="36" creationId="{AE90EC1F-751D-5152-6984-5E691625B03D}"/>
          </ac:spMkLst>
        </pc:spChg>
        <pc:spChg chg="add del mod">
          <ac:chgData name="musukie52@gmail.com" userId="017bd91f96aa8751" providerId="LiveId" clId="{5B2C3894-F97E-4CAB-8812-5BB4D83AAC6A}" dt="2026-10-20T11:23:10.355" v="28583" actId="21"/>
          <ac:spMkLst>
            <pc:docMk/>
            <pc:sldMk cId="2530194072" sldId="304"/>
            <ac:spMk id="38" creationId="{289A9E15-36CA-3988-9AFF-64F1C91AB529}"/>
          </ac:spMkLst>
        </pc:spChg>
        <pc:spChg chg="add del mod">
          <ac:chgData name="musukie52@gmail.com" userId="017bd91f96aa8751" providerId="LiveId" clId="{5B2C3894-F97E-4CAB-8812-5BB4D83AAC6A}" dt="2026-10-20T11:23:10.355" v="28583" actId="21"/>
          <ac:spMkLst>
            <pc:docMk/>
            <pc:sldMk cId="2530194072" sldId="304"/>
            <ac:spMk id="40" creationId="{F66A2C65-6CE4-8F7E-5431-2DD5F437CE1B}"/>
          </ac:spMkLst>
        </pc:spChg>
        <pc:spChg chg="add del mod">
          <ac:chgData name="musukie52@gmail.com" userId="017bd91f96aa8751" providerId="LiveId" clId="{5B2C3894-F97E-4CAB-8812-5BB4D83AAC6A}" dt="2026-10-20T11:23:10.355" v="28583" actId="21"/>
          <ac:spMkLst>
            <pc:docMk/>
            <pc:sldMk cId="2530194072" sldId="304"/>
            <ac:spMk id="42" creationId="{44716FA7-0ECB-C57E-FDBA-1130BB01FB61}"/>
          </ac:spMkLst>
        </pc:spChg>
        <pc:spChg chg="mod">
          <ac:chgData name="musukie52@gmail.com" userId="017bd91f96aa8751" providerId="LiveId" clId="{5B2C3894-F97E-4CAB-8812-5BB4D83AAC6A}" dt="2026-10-20T11:09:39.998" v="28099" actId="20577"/>
          <ac:spMkLst>
            <pc:docMk/>
            <pc:sldMk cId="2530194072" sldId="304"/>
            <ac:spMk id="44" creationId="{32F7ABB4-0915-3AAA-FF22-A1C96B8833AE}"/>
          </ac:spMkLst>
        </pc:spChg>
        <pc:spChg chg="mod">
          <ac:chgData name="musukie52@gmail.com" userId="017bd91f96aa8751" providerId="LiveId" clId="{5B2C3894-F97E-4CAB-8812-5BB4D83AAC6A}" dt="2026-10-20T11:09:32.611" v="28082" actId="20577"/>
          <ac:spMkLst>
            <pc:docMk/>
            <pc:sldMk cId="2530194072" sldId="304"/>
            <ac:spMk id="45" creationId="{FC2EE09A-F5BC-4804-EEFB-9819BFB2152C}"/>
          </ac:spMkLst>
        </pc:spChg>
        <pc:spChg chg="mod">
          <ac:chgData name="musukie52@gmail.com" userId="017bd91f96aa8751" providerId="LiveId" clId="{5B2C3894-F97E-4CAB-8812-5BB4D83AAC6A}" dt="2026-10-20T11:24:24.232" v="28597" actId="1076"/>
          <ac:spMkLst>
            <pc:docMk/>
            <pc:sldMk cId="2530194072" sldId="304"/>
            <ac:spMk id="47" creationId="{AA669812-80FB-7E46-F4B3-F9E924C14B45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51" creationId="{1FEE29E7-C956-D496-3F37-946C0182CE1B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63" creationId="{7732AF5C-1CA3-2734-4F8C-D581B389DE50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67" creationId="{E29350C1-D8FB-0A4A-1B76-331DDEADAEE3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75" creationId="{0773CE28-4D59-B729-A532-E2C47C07E915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80" creationId="{9B26210E-B8C3-6816-2AFE-27585A4EBFD6}"/>
          </ac:spMkLst>
        </pc:spChg>
        <pc:spChg chg="mod">
          <ac:chgData name="musukie52@gmail.com" userId="017bd91f96aa8751" providerId="LiveId" clId="{5B2C3894-F97E-4CAB-8812-5BB4D83AAC6A}" dt="2026-10-20T11:27:24.170" v="28635" actId="207"/>
          <ac:spMkLst>
            <pc:docMk/>
            <pc:sldMk cId="2530194072" sldId="304"/>
            <ac:spMk id="82" creationId="{C6931673-DDB1-3217-6A43-B3205685CB1E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84" creationId="{73E67225-2892-D3A1-F6B4-725A33F96037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86" creationId="{536EE9F2-6AD5-967C-4A74-B060706F2FB4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88" creationId="{F60BA212-E78E-2C90-0935-2F939E47E515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90" creationId="{6D33B1F2-423C-E013-E0DD-E15CF47C56C5}"/>
          </ac:spMkLst>
        </pc:spChg>
        <pc:spChg chg="add del mod">
          <ac:chgData name="musukie52@gmail.com" userId="017bd91f96aa8751" providerId="LiveId" clId="{5B2C3894-F97E-4CAB-8812-5BB4D83AAC6A}" dt="2026-10-20T11:30:15.885" v="28670" actId="478"/>
          <ac:spMkLst>
            <pc:docMk/>
            <pc:sldMk cId="2530194072" sldId="304"/>
            <ac:spMk id="96" creationId="{0B772F8C-62EC-1E4C-E8A2-E7696E748B42}"/>
          </ac:spMkLst>
        </pc:spChg>
        <pc:spChg chg="add del mod">
          <ac:chgData name="musukie52@gmail.com" userId="017bd91f96aa8751" providerId="LiveId" clId="{5B2C3894-F97E-4CAB-8812-5BB4D83AAC6A}" dt="2026-10-20T11:27:48.806" v="28640" actId="21"/>
          <ac:spMkLst>
            <pc:docMk/>
            <pc:sldMk cId="2530194072" sldId="304"/>
            <ac:spMk id="102" creationId="{24D2177F-64A3-D36B-55D7-2B424875ECAE}"/>
          </ac:spMkLst>
        </pc:spChg>
        <pc:spChg chg="mod">
          <ac:chgData name="musukie52@gmail.com" userId="017bd91f96aa8751" providerId="LiveId" clId="{5B2C3894-F97E-4CAB-8812-5BB4D83AAC6A}" dt="2026-10-20T11:30:52.381" v="28680" actId="242"/>
          <ac:spMkLst>
            <pc:docMk/>
            <pc:sldMk cId="2530194072" sldId="304"/>
            <ac:spMk id="126" creationId="{33C9FF7E-537B-3115-D8D2-06D3028A4E61}"/>
          </ac:spMkLst>
        </pc:spChg>
        <pc:spChg chg="mod">
          <ac:chgData name="musukie52@gmail.com" userId="017bd91f96aa8751" providerId="LiveId" clId="{5B2C3894-F97E-4CAB-8812-5BB4D83AAC6A}" dt="2026-10-20T11:30:52.381" v="28680" actId="242"/>
          <ac:spMkLst>
            <pc:docMk/>
            <pc:sldMk cId="2530194072" sldId="304"/>
            <ac:spMk id="127" creationId="{819F2A7B-209B-ABC4-E78F-83218B91AF29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387" creationId="{605ECA54-9C0B-6FE1-3FA3-90A44042876D}"/>
          </ac:spMkLst>
        </pc:spChg>
        <pc:spChg chg="mod">
          <ac:chgData name="musukie52@gmail.com" userId="017bd91f96aa8751" providerId="LiveId" clId="{5B2C3894-F97E-4CAB-8812-5BB4D83AAC6A}" dt="2026-10-20T11:33:37.566" v="28745" actId="1076"/>
          <ac:spMkLst>
            <pc:docMk/>
            <pc:sldMk cId="2530194072" sldId="304"/>
            <ac:spMk id="388" creationId="{07850D98-B808-BCAE-E21E-4D4BFD23DF7F}"/>
          </ac:spMkLst>
        </pc:spChg>
        <pc:spChg chg="mod">
          <ac:chgData name="musukie52@gmail.com" userId="017bd91f96aa8751" providerId="LiveId" clId="{5B2C3894-F97E-4CAB-8812-5BB4D83AAC6A}" dt="2026-10-20T11:30:52.381" v="28680" actId="242"/>
          <ac:spMkLst>
            <pc:docMk/>
            <pc:sldMk cId="2530194072" sldId="304"/>
            <ac:spMk id="394" creationId="{7D2D6DC4-1352-AECC-C5A8-D5905D9C59E9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396" creationId="{96B49A90-D664-316B-F4B3-F3790D81A362}"/>
          </ac:spMkLst>
        </pc:spChg>
        <pc:spChg chg="mod">
          <ac:chgData name="musukie52@gmail.com" userId="017bd91f96aa8751" providerId="LiveId" clId="{5B2C3894-F97E-4CAB-8812-5BB4D83AAC6A}" dt="2026-10-20T11:30:52.381" v="28680" actId="242"/>
          <ac:spMkLst>
            <pc:docMk/>
            <pc:sldMk cId="2530194072" sldId="304"/>
            <ac:spMk id="397" creationId="{004CF344-4995-5BAE-1B00-ADCB7345D1AE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398" creationId="{5C23FA76-E683-BA0A-59AB-98954CDF5BBB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402" creationId="{381CFB55-012B-FE70-33A4-DCA9698E801C}"/>
          </ac:spMkLst>
        </pc:spChg>
        <pc:spChg chg="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411" creationId="{091844A0-AB65-9055-1C49-07376D1C559E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412" creationId="{76BFF122-74FB-FD91-90A8-E97F3E1F82C6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417" creationId="{B122CE39-8C32-19F0-0E80-6CA42010B7CE}"/>
          </ac:spMkLst>
        </pc:spChg>
        <pc:spChg chg="mod">
          <ac:chgData name="musukie52@gmail.com" userId="017bd91f96aa8751" providerId="LiveId" clId="{5B2C3894-F97E-4CAB-8812-5BB4D83AAC6A}" dt="2026-10-20T11:30:52.381" v="28680" actId="242"/>
          <ac:spMkLst>
            <pc:docMk/>
            <pc:sldMk cId="2530194072" sldId="304"/>
            <ac:spMk id="419" creationId="{A14F6165-A1BA-28EE-43A6-F3855FB29CA5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424" creationId="{5B87E636-F61B-5AF5-4872-42E5A78F5CD3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425" creationId="{D3E9F9E6-1B2A-D7CA-CE3D-84D1D94DC3FA}"/>
          </ac:spMkLst>
        </pc:spChg>
        <pc:spChg chg="add mod">
          <ac:chgData name="musukie52@gmail.com" userId="017bd91f96aa8751" providerId="LiveId" clId="{5B2C3894-F97E-4CAB-8812-5BB4D83AAC6A}" dt="2026-10-20T11:33:39.729" v="28746" actId="1076"/>
          <ac:spMkLst>
            <pc:docMk/>
            <pc:sldMk cId="2530194072" sldId="304"/>
            <ac:spMk id="431" creationId="{0DDD1E50-6254-FED1-61EE-2745FF8A8C56}"/>
          </ac:spMkLst>
        </pc:spChg>
        <pc:spChg chg="add mod">
          <ac:chgData name="musukie52@gmail.com" userId="017bd91f96aa8751" providerId="LiveId" clId="{5B2C3894-F97E-4CAB-8812-5BB4D83AAC6A}" dt="2026-10-20T11:33:39.929" v="28747" actId="1076"/>
          <ac:spMkLst>
            <pc:docMk/>
            <pc:sldMk cId="2530194072" sldId="304"/>
            <ac:spMk id="434" creationId="{21CB63BA-4D26-BB50-58B0-6ECB0465A1CB}"/>
          </ac:spMkLst>
        </pc:spChg>
        <pc:spChg chg="mod">
          <ac:chgData name="musukie52@gmail.com" userId="017bd91f96aa8751" providerId="LiveId" clId="{5B2C3894-F97E-4CAB-8812-5BB4D83AAC6A}" dt="2026-10-20T11:33:39.929" v="28747" actId="1076"/>
          <ac:spMkLst>
            <pc:docMk/>
            <pc:sldMk cId="2530194072" sldId="304"/>
            <ac:spMk id="435" creationId="{1AD457E1-1135-FFF4-61A9-E7229CBE3A50}"/>
          </ac:spMkLst>
        </pc:spChg>
        <pc:spChg chg="add mod">
          <ac:chgData name="musukie52@gmail.com" userId="017bd91f96aa8751" providerId="LiveId" clId="{5B2C3894-F97E-4CAB-8812-5BB4D83AAC6A}" dt="2026-10-20T11:33:39.929" v="28747" actId="1076"/>
          <ac:spMkLst>
            <pc:docMk/>
            <pc:sldMk cId="2530194072" sldId="304"/>
            <ac:spMk id="438" creationId="{24D2177F-64A3-D36B-55D7-2B424875ECAE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40" creationId="{C229CF2F-231C-13C0-58F5-1772648D7CDE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41" creationId="{E83FAFB7-C90D-6832-94BC-B311D7D55DA7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42" creationId="{2AFD5BD7-E190-1DF3-B6D2-76CCFF7616D3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44" creationId="{60F33588-EBE4-C082-9880-C75B24593AF1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47" creationId="{5C91C4FC-A851-7353-E4D7-A9B9C997F039}"/>
          </ac:spMkLst>
        </pc:spChg>
        <pc:spChg chg="add mod">
          <ac:chgData name="musukie52@gmail.com" userId="017bd91f96aa8751" providerId="LiveId" clId="{5B2C3894-F97E-4CAB-8812-5BB4D83AAC6A}" dt="2026-10-20T11:34:33.872" v="28753" actId="1076"/>
          <ac:spMkLst>
            <pc:docMk/>
            <pc:sldMk cId="2530194072" sldId="304"/>
            <ac:spMk id="465" creationId="{C530BB8C-FE9F-0A72-CBCA-89F9B4074B12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79" creationId="{640A6A36-5EFF-55B4-A3FC-3659E06B5803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88" creationId="{8A95F00A-8CA9-40C9-2C9E-6C940517F2E5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89" creationId="{BB10999D-2DE3-437D-5088-D6EDDC41F096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497" creationId="{5B8360D5-620B-DF8D-D02B-C621DC3B0346}"/>
          </ac:spMkLst>
        </pc:spChg>
        <pc:spChg chg="add mod">
          <ac:chgData name="musukie52@gmail.com" userId="017bd91f96aa8751" providerId="LiveId" clId="{5B2C3894-F97E-4CAB-8812-5BB4D83AAC6A}" dt="2026-10-20T11:35:18.305" v="28766" actId="1037"/>
          <ac:spMkLst>
            <pc:docMk/>
            <pc:sldMk cId="2530194072" sldId="304"/>
            <ac:spMk id="502" creationId="{6242227F-3942-28F4-093D-A2280FAA558E}"/>
          </ac:spMkLst>
        </pc:spChg>
        <pc:spChg chg="add del mod">
          <ac:chgData name="musukie52@gmail.com" userId="017bd91f96aa8751" providerId="LiveId" clId="{5B2C3894-F97E-4CAB-8812-5BB4D83AAC6A}" dt="2026-10-20T11:32:49.419" v="28741"/>
          <ac:spMkLst>
            <pc:docMk/>
            <pc:sldMk cId="2530194072" sldId="304"/>
            <ac:spMk id="504" creationId="{F7736474-5E38-AD5F-C4B6-75A625F222AC}"/>
          </ac:spMkLst>
        </pc:spChg>
        <pc:spChg chg="add del mod">
          <ac:chgData name="musukie52@gmail.com" userId="017bd91f96aa8751" providerId="LiveId" clId="{5B2C3894-F97E-4CAB-8812-5BB4D83AAC6A}" dt="2026-10-20T11:35:25.270" v="28767" actId="478"/>
          <ac:spMkLst>
            <pc:docMk/>
            <pc:sldMk cId="2530194072" sldId="304"/>
            <ac:spMk id="505" creationId="{130697FD-8268-59EC-1D2E-DCC1CC2C4F13}"/>
          </ac:spMkLst>
        </pc:spChg>
        <pc:spChg chg="add del mod">
          <ac:chgData name="musukie52@gmail.com" userId="017bd91f96aa8751" providerId="LiveId" clId="{5B2C3894-F97E-4CAB-8812-5BB4D83AAC6A}" dt="2026-10-20T11:35:25.270" v="28767" actId="478"/>
          <ac:spMkLst>
            <pc:docMk/>
            <pc:sldMk cId="2530194072" sldId="304"/>
            <ac:spMk id="507" creationId="{588C052B-85F7-3443-D0A0-AC66371E482F}"/>
          </ac:spMkLst>
        </pc:spChg>
        <pc:cxnChg chg="mod">
          <ac:chgData name="musukie52@gmail.com" userId="017bd91f96aa8751" providerId="LiveId" clId="{5B2C3894-F97E-4CAB-8812-5BB4D83AAC6A}" dt="2026-10-20T12:25:33.178" v="31528" actId="208"/>
          <ac:cxnSpMkLst>
            <pc:docMk/>
            <pc:sldMk cId="2530194072" sldId="304"/>
            <ac:cxnSpMk id="46" creationId="{F7C6946E-6482-C04F-91D8-A3A697702971}"/>
          </ac:cxnSpMkLst>
        </pc:cxnChg>
        <pc:cxnChg chg="add del mod">
          <ac:chgData name="musukie52@gmail.com" userId="017bd91f96aa8751" providerId="LiveId" clId="{5B2C3894-F97E-4CAB-8812-5BB4D83AAC6A}" dt="2026-10-20T11:27:48.806" v="28640" actId="21"/>
          <ac:cxnSpMkLst>
            <pc:docMk/>
            <pc:sldMk cId="2530194072" sldId="304"/>
            <ac:cxnSpMk id="103" creationId="{C90F8EEA-5856-F22D-074A-3C21F45E4D77}"/>
          </ac:cxnSpMkLst>
        </pc:cxnChg>
        <pc:cxnChg chg="add del mod">
          <ac:chgData name="musukie52@gmail.com" userId="017bd91f96aa8751" providerId="LiveId" clId="{5B2C3894-F97E-4CAB-8812-5BB4D83AAC6A}" dt="2026-10-20T11:30:17.877" v="28671" actId="478"/>
          <ac:cxnSpMkLst>
            <pc:docMk/>
            <pc:sldMk cId="2530194072" sldId="304"/>
            <ac:cxnSpMk id="106" creationId="{88707FF0-2382-A861-D965-799E08E3F95C}"/>
          </ac:cxnSpMkLst>
        </pc:cxnChg>
        <pc:cxnChg chg="add mod">
          <ac:chgData name="musukie52@gmail.com" userId="017bd91f96aa8751" providerId="LiveId" clId="{5B2C3894-F97E-4CAB-8812-5BB4D83AAC6A}" dt="2026-10-20T11:29:13.998" v="28657" actId="1076"/>
          <ac:cxnSpMkLst>
            <pc:docMk/>
            <pc:sldMk cId="2530194072" sldId="304"/>
            <ac:cxnSpMk id="108" creationId="{55B4AE37-865B-6450-32BF-659F865C833B}"/>
          </ac:cxnSpMkLst>
        </pc:cxnChg>
        <pc:cxnChg chg="add mod">
          <ac:chgData name="musukie52@gmail.com" userId="017bd91f96aa8751" providerId="LiveId" clId="{5B2C3894-F97E-4CAB-8812-5BB4D83AAC6A}" dt="2026-10-20T11:29:37.507" v="28661" actId="692"/>
          <ac:cxnSpMkLst>
            <pc:docMk/>
            <pc:sldMk cId="2530194072" sldId="304"/>
            <ac:cxnSpMk id="115" creationId="{F693081E-2163-32FF-6B84-A63681A26164}"/>
          </ac:cxnSpMkLst>
        </pc:cxnChg>
        <pc:cxnChg chg="add mod">
          <ac:chgData name="musukie52@gmail.com" userId="017bd91f96aa8751" providerId="LiveId" clId="{5B2C3894-F97E-4CAB-8812-5BB4D83AAC6A}" dt="2026-10-20T11:29:51.829" v="28665" actId="14100"/>
          <ac:cxnSpMkLst>
            <pc:docMk/>
            <pc:sldMk cId="2530194072" sldId="304"/>
            <ac:cxnSpMk id="118" creationId="{70BCAA5C-0380-8A1E-AC71-75D1760700D3}"/>
          </ac:cxnSpMkLst>
        </pc:cxnChg>
        <pc:cxnChg chg="add mod">
          <ac:chgData name="musukie52@gmail.com" userId="017bd91f96aa8751" providerId="LiveId" clId="{5B2C3894-F97E-4CAB-8812-5BB4D83AAC6A}" dt="2026-10-20T11:29:55.934" v="28668" actId="14100"/>
          <ac:cxnSpMkLst>
            <pc:docMk/>
            <pc:sldMk cId="2530194072" sldId="304"/>
            <ac:cxnSpMk id="121" creationId="{6F490D6F-61F3-912F-F82B-C51772C9E455}"/>
          </ac:cxnSpMkLst>
        </pc:cxnChg>
        <pc:cxnChg chg="add mod">
          <ac:chgData name="musukie52@gmail.com" userId="017bd91f96aa8751" providerId="LiveId" clId="{5B2C3894-F97E-4CAB-8812-5BB4D83AAC6A}" dt="2026-10-20T11:29:56.755" v="28669"/>
          <ac:cxnSpMkLst>
            <pc:docMk/>
            <pc:sldMk cId="2530194072" sldId="304"/>
            <ac:cxnSpMk id="124" creationId="{0BE4DEA1-7C01-FFD7-60E2-1B7658610763}"/>
          </ac:cxnSpMkLst>
        </pc:cxnChg>
        <pc:cxnChg chg="mod">
          <ac:chgData name="musukie52@gmail.com" userId="017bd91f96aa8751" providerId="LiveId" clId="{5B2C3894-F97E-4CAB-8812-5BB4D83AAC6A}" dt="2026-10-20T11:33:39.929" v="28747" actId="1076"/>
          <ac:cxnSpMkLst>
            <pc:docMk/>
            <pc:sldMk cId="2530194072" sldId="304"/>
            <ac:cxnSpMk id="432" creationId="{A9413E31-8E6B-DAAC-7789-B398639A4243}"/>
          </ac:cxnSpMkLst>
        </pc:cxnChg>
        <pc:cxnChg chg="mod">
          <ac:chgData name="musukie52@gmail.com" userId="017bd91f96aa8751" providerId="LiveId" clId="{5B2C3894-F97E-4CAB-8812-5BB4D83AAC6A}" dt="2026-10-20T11:33:39.929" v="28747" actId="1076"/>
          <ac:cxnSpMkLst>
            <pc:docMk/>
            <pc:sldMk cId="2530194072" sldId="304"/>
            <ac:cxnSpMk id="433" creationId="{6042BB91-3D23-C03D-340E-327CA50F6041}"/>
          </ac:cxnSpMkLst>
        </pc:cxnChg>
        <pc:cxnChg chg="add mod">
          <ac:chgData name="musukie52@gmail.com" userId="017bd91f96aa8751" providerId="LiveId" clId="{5B2C3894-F97E-4CAB-8812-5BB4D83AAC6A}" dt="2026-10-20T11:33:39.929" v="28747" actId="1076"/>
          <ac:cxnSpMkLst>
            <pc:docMk/>
            <pc:sldMk cId="2530194072" sldId="304"/>
            <ac:cxnSpMk id="439" creationId="{C90F8EEA-5856-F22D-074A-3C21F45E4D77}"/>
          </ac:cxnSpMkLst>
        </pc:cxnChg>
        <pc:cxnChg chg="add mod">
          <ac:chgData name="musukie52@gmail.com" userId="017bd91f96aa8751" providerId="LiveId" clId="{5B2C3894-F97E-4CAB-8812-5BB4D83AAC6A}" dt="2026-10-20T11:34:17.062" v="28750" actId="1076"/>
          <ac:cxnSpMkLst>
            <pc:docMk/>
            <pc:sldMk cId="2530194072" sldId="304"/>
            <ac:cxnSpMk id="503" creationId="{852BA679-D421-6037-29B7-BCD27BE251BC}"/>
          </ac:cxnSpMkLst>
        </pc:cxnChg>
      </pc:sldChg>
      <pc:sldChg chg="addSp delSp modSp add mod">
        <pc:chgData name="musukie52@gmail.com" userId="017bd91f96aa8751" providerId="LiveId" clId="{5B2C3894-F97E-4CAB-8812-5BB4D83AAC6A}" dt="2026-10-20T14:06:57.006" v="36276" actId="14861"/>
        <pc:sldMkLst>
          <pc:docMk/>
          <pc:sldMk cId="3313339323" sldId="305"/>
        </pc:sldMkLst>
        <pc:spChg chg="add mod">
          <ac:chgData name="musukie52@gmail.com" userId="017bd91f96aa8751" providerId="LiveId" clId="{5B2C3894-F97E-4CAB-8812-5BB4D83AAC6A}" dt="2026-10-18T06:54:46.652" v="21589" actId="20577"/>
          <ac:spMkLst>
            <pc:docMk/>
            <pc:sldMk cId="3313339323" sldId="305"/>
            <ac:spMk id="3" creationId="{12D1D00D-75A4-190B-4997-A2A334F9DCC3}"/>
          </ac:spMkLst>
        </pc:spChg>
        <pc:spChg chg="add mod">
          <ac:chgData name="musukie52@gmail.com" userId="017bd91f96aa8751" providerId="LiveId" clId="{5B2C3894-F97E-4CAB-8812-5BB4D83AAC6A}" dt="2026-10-20T11:36:34.457" v="28797" actId="20577"/>
          <ac:spMkLst>
            <pc:docMk/>
            <pc:sldMk cId="3313339323" sldId="305"/>
            <ac:spMk id="4" creationId="{C2A066AF-55FA-DF86-2705-92295A9FA485}"/>
          </ac:spMkLst>
        </pc:spChg>
        <pc:spChg chg="mod">
          <ac:chgData name="musukie52@gmail.com" userId="017bd91f96aa8751" providerId="LiveId" clId="{5B2C3894-F97E-4CAB-8812-5BB4D83AAC6A}" dt="2026-10-20T11:37:38.832" v="28970" actId="20577"/>
          <ac:spMkLst>
            <pc:docMk/>
            <pc:sldMk cId="3313339323" sldId="305"/>
            <ac:spMk id="5" creationId="{9C8FDEF4-070F-86F5-785B-189C3C490CB9}"/>
          </ac:spMkLst>
        </pc:spChg>
        <pc:spChg chg="add del mod">
          <ac:chgData name="musukie52@gmail.com" userId="017bd91f96aa8751" providerId="LiveId" clId="{5B2C3894-F97E-4CAB-8812-5BB4D83AAC6A}" dt="2026-10-20T11:38:24.359" v="29013" actId="21"/>
          <ac:spMkLst>
            <pc:docMk/>
            <pc:sldMk cId="3313339323" sldId="305"/>
            <ac:spMk id="7" creationId="{C12C26E5-A4CC-4136-03C7-9A7A918935A7}"/>
          </ac:spMkLst>
        </pc:spChg>
        <pc:spChg chg="add del">
          <ac:chgData name="musukie52@gmail.com" userId="017bd91f96aa8751" providerId="LiveId" clId="{5B2C3894-F97E-4CAB-8812-5BB4D83AAC6A}" dt="2026-10-20T11:38:30.499" v="29018" actId="478"/>
          <ac:spMkLst>
            <pc:docMk/>
            <pc:sldMk cId="3313339323" sldId="305"/>
            <ac:spMk id="9" creationId="{E7071819-613C-2E13-0E3C-D0E32395619E}"/>
          </ac:spMkLst>
        </pc:spChg>
        <pc:spChg chg="add del mod">
          <ac:chgData name="musukie52@gmail.com" userId="017bd91f96aa8751" providerId="LiveId" clId="{5B2C3894-F97E-4CAB-8812-5BB4D83AAC6A}" dt="2026-10-20T11:38:28.855" v="29017" actId="21"/>
          <ac:spMkLst>
            <pc:docMk/>
            <pc:sldMk cId="3313339323" sldId="305"/>
            <ac:spMk id="11" creationId="{A1669E26-2CE0-560A-93D7-49E2A761C47C}"/>
          </ac:spMkLst>
        </pc:spChg>
        <pc:spChg chg="add mod">
          <ac:chgData name="musukie52@gmail.com" userId="017bd91f96aa8751" providerId="LiveId" clId="{5B2C3894-F97E-4CAB-8812-5BB4D83AAC6A}" dt="2026-10-20T11:44:20.782" v="29220" actId="1076"/>
          <ac:spMkLst>
            <pc:docMk/>
            <pc:sldMk cId="3313339323" sldId="305"/>
            <ac:spMk id="13" creationId="{491B7112-DDD2-5274-BB3A-93697FE15CD5}"/>
          </ac:spMkLst>
        </pc:spChg>
        <pc:spChg chg="add mod">
          <ac:chgData name="musukie52@gmail.com" userId="017bd91f96aa8751" providerId="LiveId" clId="{5B2C3894-F97E-4CAB-8812-5BB4D83AAC6A}" dt="2026-10-20T11:44:20.782" v="29220" actId="1076"/>
          <ac:spMkLst>
            <pc:docMk/>
            <pc:sldMk cId="3313339323" sldId="305"/>
            <ac:spMk id="15" creationId="{7196AAC5-3E3D-EC60-4AD0-FC324A6ADBFA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17" creationId="{E3D934C9-4FFE-920B-B540-5807521B7DAC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22" creationId="{7517825B-FF58-5346-4E5C-02DFDC6AE70C}"/>
          </ac:spMkLst>
        </pc:spChg>
        <pc:spChg chg="add mod">
          <ac:chgData name="musukie52@gmail.com" userId="017bd91f96aa8751" providerId="LiveId" clId="{5B2C3894-F97E-4CAB-8812-5BB4D83AAC6A}" dt="2026-10-20T11:44:20.782" v="29220" actId="1076"/>
          <ac:spMkLst>
            <pc:docMk/>
            <pc:sldMk cId="3313339323" sldId="305"/>
            <ac:spMk id="24" creationId="{F1381605-D3A4-C94F-A015-AADF64916C96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26" creationId="{B628A9EF-99F4-343C-85D7-BD753F944A61}"/>
          </ac:spMkLst>
        </pc:spChg>
        <pc:spChg chg="add mod">
          <ac:chgData name="musukie52@gmail.com" userId="017bd91f96aa8751" providerId="LiveId" clId="{5B2C3894-F97E-4CAB-8812-5BB4D83AAC6A}" dt="2026-10-20T11:44:20.782" v="29220" actId="1076"/>
          <ac:spMkLst>
            <pc:docMk/>
            <pc:sldMk cId="3313339323" sldId="305"/>
            <ac:spMk id="28" creationId="{FF6F8996-5547-4932-E854-61199C429821}"/>
          </ac:spMkLst>
        </pc:spChg>
        <pc:spChg chg="mod">
          <ac:chgData name="musukie52@gmail.com" userId="017bd91f96aa8751" providerId="LiveId" clId="{5B2C3894-F97E-4CAB-8812-5BB4D83AAC6A}" dt="2026-10-20T11:37:20.253" v="28856" actId="20577"/>
          <ac:spMkLst>
            <pc:docMk/>
            <pc:sldMk cId="3313339323" sldId="305"/>
            <ac:spMk id="44" creationId="{B149919C-4B70-2A49-9325-D59AECC608D3}"/>
          </ac:spMkLst>
        </pc:spChg>
        <pc:spChg chg="del">
          <ac:chgData name="musukie52@gmail.com" userId="017bd91f96aa8751" providerId="LiveId" clId="{5B2C3894-F97E-4CAB-8812-5BB4D83AAC6A}" dt="2026-10-20T11:35:35.040" v="28770" actId="478"/>
          <ac:spMkLst>
            <pc:docMk/>
            <pc:sldMk cId="3313339323" sldId="305"/>
            <ac:spMk id="45" creationId="{1EE82198-A926-2E3F-A8BE-0486D05EAF18}"/>
          </ac:spMkLst>
        </pc:spChg>
        <pc:spChg chg="add mod">
          <ac:chgData name="musukie52@gmail.com" userId="017bd91f96aa8751" providerId="LiveId" clId="{5B2C3894-F97E-4CAB-8812-5BB4D83AAC6A}" dt="2026-10-20T14:06:57.006" v="36276" actId="14861"/>
          <ac:spMkLst>
            <pc:docMk/>
            <pc:sldMk cId="3313339323" sldId="305"/>
            <ac:spMk id="47" creationId="{339E7997-65F1-AB23-692E-1345E81E5EEB}"/>
          </ac:spMkLst>
        </pc:spChg>
        <pc:spChg chg="del">
          <ac:chgData name="musukie52@gmail.com" userId="017bd91f96aa8751" providerId="LiveId" clId="{5B2C3894-F97E-4CAB-8812-5BB4D83AAC6A}" dt="2026-10-20T13:54:44.741" v="36182" actId="478"/>
          <ac:spMkLst>
            <pc:docMk/>
            <pc:sldMk cId="3313339323" sldId="305"/>
            <ac:spMk id="48" creationId="{C53C4F9D-C79C-05EF-D82F-099BDD5F2452}"/>
          </ac:spMkLst>
        </pc:spChg>
        <pc:spChg chg="del">
          <ac:chgData name="musukie52@gmail.com" userId="017bd91f96aa8751" providerId="LiveId" clId="{5B2C3894-F97E-4CAB-8812-5BB4D83AAC6A}" dt="2026-10-20T13:54:44.741" v="36182" actId="478"/>
          <ac:spMkLst>
            <pc:docMk/>
            <pc:sldMk cId="3313339323" sldId="305"/>
            <ac:spMk id="50" creationId="{2DAAC24E-3FC1-255A-7591-E749DFAA1710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51" creationId="{B2E6BFFB-E1CA-3396-4DDC-EB36E41A8806}"/>
          </ac:spMkLst>
        </pc:spChg>
        <pc:spChg chg="del">
          <ac:chgData name="musukie52@gmail.com" userId="017bd91f96aa8751" providerId="LiveId" clId="{5B2C3894-F97E-4CAB-8812-5BB4D83AAC6A}" dt="2026-10-20T13:54:44.741" v="36182" actId="478"/>
          <ac:spMkLst>
            <pc:docMk/>
            <pc:sldMk cId="3313339323" sldId="305"/>
            <ac:spMk id="52" creationId="{F151B2F2-60E6-80F2-1026-300B0F91A4C8}"/>
          </ac:spMkLst>
        </pc:spChg>
        <pc:spChg chg="del">
          <ac:chgData name="musukie52@gmail.com" userId="017bd91f96aa8751" providerId="LiveId" clId="{5B2C3894-F97E-4CAB-8812-5BB4D83AAC6A}" dt="2026-10-20T13:54:44.741" v="36182" actId="478"/>
          <ac:spMkLst>
            <pc:docMk/>
            <pc:sldMk cId="3313339323" sldId="305"/>
            <ac:spMk id="54" creationId="{01745AF1-4665-B824-3912-66981023A4BF}"/>
          </ac:spMkLst>
        </pc:spChg>
        <pc:spChg chg="add mod">
          <ac:chgData name="musukie52@gmail.com" userId="017bd91f96aa8751" providerId="LiveId" clId="{5B2C3894-F97E-4CAB-8812-5BB4D83AAC6A}" dt="2026-10-20T11:44:14.734" v="29219" actId="1076"/>
          <ac:spMkLst>
            <pc:docMk/>
            <pc:sldMk cId="3313339323" sldId="305"/>
            <ac:spMk id="55" creationId="{680E7F8F-A7BA-AA1C-B8D8-E3FD6B1A6499}"/>
          </ac:spMkLst>
        </pc:spChg>
        <pc:spChg chg="del">
          <ac:chgData name="musukie52@gmail.com" userId="017bd91f96aa8751" providerId="LiveId" clId="{5B2C3894-F97E-4CAB-8812-5BB4D83AAC6A}" dt="2026-10-20T13:54:44.741" v="36182" actId="478"/>
          <ac:spMkLst>
            <pc:docMk/>
            <pc:sldMk cId="3313339323" sldId="305"/>
            <ac:spMk id="56" creationId="{A10319A6-6C19-C253-D92E-02F701746405}"/>
          </ac:spMkLst>
        </pc:spChg>
        <pc:spChg chg="del">
          <ac:chgData name="musukie52@gmail.com" userId="017bd91f96aa8751" providerId="LiveId" clId="{5B2C3894-F97E-4CAB-8812-5BB4D83AAC6A}" dt="2026-10-20T13:54:44.741" v="36182" actId="478"/>
          <ac:spMkLst>
            <pc:docMk/>
            <pc:sldMk cId="3313339323" sldId="305"/>
            <ac:spMk id="58" creationId="{18FB4C76-0357-6E71-16EE-DF795C54D687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59" creationId="{41027255-5781-A7C9-9536-BBCF4FC90A83}"/>
          </ac:spMkLst>
        </pc:spChg>
        <pc:spChg chg="del">
          <ac:chgData name="musukie52@gmail.com" userId="017bd91f96aa8751" providerId="LiveId" clId="{5B2C3894-F97E-4CAB-8812-5BB4D83AAC6A}" dt="2026-10-20T13:54:44.741" v="36182" actId="478"/>
          <ac:spMkLst>
            <pc:docMk/>
            <pc:sldMk cId="3313339323" sldId="305"/>
            <ac:spMk id="60" creationId="{29CBDD3E-5EC8-1BD6-924D-C747AD1DB1F6}"/>
          </ac:spMkLst>
        </pc:spChg>
        <pc:spChg chg="del">
          <ac:chgData name="musukie52@gmail.com" userId="017bd91f96aa8751" providerId="LiveId" clId="{5B2C3894-F97E-4CAB-8812-5BB4D83AAC6A}" dt="2026-10-20T13:54:44.741" v="36182" actId="478"/>
          <ac:spMkLst>
            <pc:docMk/>
            <pc:sldMk cId="3313339323" sldId="305"/>
            <ac:spMk id="62" creationId="{2370DC95-E442-FB20-2071-4906F51D121B}"/>
          </ac:spMkLst>
        </pc:spChg>
        <pc:spChg chg="add del mod">
          <ac:chgData name="musukie52@gmail.com" userId="017bd91f96aa8751" providerId="LiveId" clId="{5B2C3894-F97E-4CAB-8812-5BB4D83AAC6A}" dt="2026-10-20T11:47:05.965" v="29412" actId="21"/>
          <ac:spMkLst>
            <pc:docMk/>
            <pc:sldMk cId="3313339323" sldId="305"/>
            <ac:spMk id="63" creationId="{A67BA456-01CC-5278-7611-762043832305}"/>
          </ac:spMkLst>
        </pc:spChg>
        <pc:spChg chg="del">
          <ac:chgData name="musukie52@gmail.com" userId="017bd91f96aa8751" providerId="LiveId" clId="{5B2C3894-F97E-4CAB-8812-5BB4D83AAC6A}" dt="2026-10-20T13:54:43.375" v="36181" actId="478"/>
          <ac:spMkLst>
            <pc:docMk/>
            <pc:sldMk cId="3313339323" sldId="305"/>
            <ac:spMk id="64" creationId="{C0FF3215-35DA-4561-D7CA-2986D1846FA3}"/>
          </ac:spMkLst>
        </pc:spChg>
        <pc:spChg chg="del">
          <ac:chgData name="musukie52@gmail.com" userId="017bd91f96aa8751" providerId="LiveId" clId="{5B2C3894-F97E-4CAB-8812-5BB4D83AAC6A}" dt="2026-10-20T13:54:43.375" v="36181" actId="478"/>
          <ac:spMkLst>
            <pc:docMk/>
            <pc:sldMk cId="3313339323" sldId="305"/>
            <ac:spMk id="66" creationId="{6CA02385-963F-FE37-2B3F-5C2C0EBD4523}"/>
          </ac:spMkLst>
        </pc:spChg>
        <pc:spChg chg="add del mod">
          <ac:chgData name="musukie52@gmail.com" userId="017bd91f96aa8751" providerId="LiveId" clId="{5B2C3894-F97E-4CAB-8812-5BB4D83AAC6A}" dt="2026-10-20T11:47:05.965" v="29412" actId="21"/>
          <ac:spMkLst>
            <pc:docMk/>
            <pc:sldMk cId="3313339323" sldId="305"/>
            <ac:spMk id="67" creationId="{FDFB2C3A-8125-74DA-F2D6-E010A1249276}"/>
          </ac:spMkLst>
        </pc:spChg>
        <pc:spChg chg="del">
          <ac:chgData name="musukie52@gmail.com" userId="017bd91f96aa8751" providerId="LiveId" clId="{5B2C3894-F97E-4CAB-8812-5BB4D83AAC6A}" dt="2026-10-20T13:54:43.375" v="36181" actId="478"/>
          <ac:spMkLst>
            <pc:docMk/>
            <pc:sldMk cId="3313339323" sldId="305"/>
            <ac:spMk id="68" creationId="{65A926BC-ECBE-7731-D5B0-F7D5B4F76E0F}"/>
          </ac:spMkLst>
        </pc:spChg>
        <pc:spChg chg="del">
          <ac:chgData name="musukie52@gmail.com" userId="017bd91f96aa8751" providerId="LiveId" clId="{5B2C3894-F97E-4CAB-8812-5BB4D83AAC6A}" dt="2026-10-20T13:54:43.375" v="36181" actId="478"/>
          <ac:spMkLst>
            <pc:docMk/>
            <pc:sldMk cId="3313339323" sldId="305"/>
            <ac:spMk id="70" creationId="{25825285-0E70-5D11-9263-3E6FA889AB2E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71" creationId="{3D13DC10-E4A8-956B-399C-1E8F9C1FF7AA}"/>
          </ac:spMkLst>
        </pc:spChg>
        <pc:spChg chg="del">
          <ac:chgData name="musukie52@gmail.com" userId="017bd91f96aa8751" providerId="LiveId" clId="{5B2C3894-F97E-4CAB-8812-5BB4D83AAC6A}" dt="2026-10-20T13:54:43.375" v="36181" actId="478"/>
          <ac:spMkLst>
            <pc:docMk/>
            <pc:sldMk cId="3313339323" sldId="305"/>
            <ac:spMk id="72" creationId="{3C4FCBFC-2956-313C-AD53-4B1AE50E77BA}"/>
          </ac:spMkLst>
        </pc:spChg>
        <pc:spChg chg="del">
          <ac:chgData name="musukie52@gmail.com" userId="017bd91f96aa8751" providerId="LiveId" clId="{5B2C3894-F97E-4CAB-8812-5BB4D83AAC6A}" dt="2026-10-20T13:54:43.375" v="36181" actId="478"/>
          <ac:spMkLst>
            <pc:docMk/>
            <pc:sldMk cId="3313339323" sldId="305"/>
            <ac:spMk id="74" creationId="{66BD333D-DC0F-28BF-1B76-21C8512BFF99}"/>
          </ac:spMkLst>
        </pc:spChg>
        <pc:spChg chg="add del mod">
          <ac:chgData name="musukie52@gmail.com" userId="017bd91f96aa8751" providerId="LiveId" clId="{5B2C3894-F97E-4CAB-8812-5BB4D83AAC6A}" dt="2026-10-20T11:47:05.965" v="29412" actId="21"/>
          <ac:spMkLst>
            <pc:docMk/>
            <pc:sldMk cId="3313339323" sldId="305"/>
            <ac:spMk id="75" creationId="{03C38795-BD6D-38CD-56CD-7981D0538601}"/>
          </ac:spMkLst>
        </pc:spChg>
        <pc:spChg chg="del">
          <ac:chgData name="musukie52@gmail.com" userId="017bd91f96aa8751" providerId="LiveId" clId="{5B2C3894-F97E-4CAB-8812-5BB4D83AAC6A}" dt="2026-10-20T13:54:43.375" v="36181" actId="478"/>
          <ac:spMkLst>
            <pc:docMk/>
            <pc:sldMk cId="3313339323" sldId="305"/>
            <ac:spMk id="76" creationId="{A3872902-4E15-C9F6-F331-06BDA73D4BA6}"/>
          </ac:spMkLst>
        </pc:spChg>
        <pc:spChg chg="add del mod">
          <ac:chgData name="musukie52@gmail.com" userId="017bd91f96aa8751" providerId="LiveId" clId="{5B2C3894-F97E-4CAB-8812-5BB4D83AAC6A}" dt="2026-10-20T11:47:05.965" v="29412" actId="21"/>
          <ac:spMkLst>
            <pc:docMk/>
            <pc:sldMk cId="3313339323" sldId="305"/>
            <ac:spMk id="78" creationId="{BB80501B-575C-52E8-FDAF-92EC4C924421}"/>
          </ac:spMkLst>
        </pc:spChg>
        <pc:spChg chg="add mod">
          <ac:chgData name="musukie52@gmail.com" userId="017bd91f96aa8751" providerId="LiveId" clId="{5B2C3894-F97E-4CAB-8812-5BB4D83AAC6A}" dt="2026-10-20T11:48:12.762" v="29549" actId="1076"/>
          <ac:spMkLst>
            <pc:docMk/>
            <pc:sldMk cId="3313339323" sldId="305"/>
            <ac:spMk id="80" creationId="{509F4ACB-A0F5-F9EF-B78E-2D6816392F9B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82" creationId="{A96297DF-3F96-411E-6B38-4C1DCB9165A9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84" creationId="{F6CF5208-FC1D-1566-3274-7861BD5E9A9F}"/>
          </ac:spMkLst>
        </pc:spChg>
        <pc:spChg chg="add mod">
          <ac:chgData name="musukie52@gmail.com" userId="017bd91f96aa8751" providerId="LiveId" clId="{5B2C3894-F97E-4CAB-8812-5BB4D83AAC6A}" dt="2026-10-20T11:49:10.624" v="29680" actId="20577"/>
          <ac:spMkLst>
            <pc:docMk/>
            <pc:sldMk cId="3313339323" sldId="305"/>
            <ac:spMk id="86" creationId="{E1468230-AB16-33E1-4EFB-4022CDA160B0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88" creationId="{903E4346-6161-86B0-E665-914ED22C3DB7}"/>
          </ac:spMkLst>
        </pc:spChg>
        <pc:spChg chg="add del mod">
          <ac:chgData name="musukie52@gmail.com" userId="017bd91f96aa8751" providerId="LiveId" clId="{5B2C3894-F97E-4CAB-8812-5BB4D83AAC6A}" dt="2026-10-20T11:51:09.847" v="29702" actId="21"/>
          <ac:spMkLst>
            <pc:docMk/>
            <pc:sldMk cId="3313339323" sldId="305"/>
            <ac:spMk id="90" creationId="{0061BA23-CB17-03A9-257E-E9977AB906A1}"/>
          </ac:spMkLst>
        </pc:spChg>
        <pc:spChg chg="add del mod">
          <ac:chgData name="musukie52@gmail.com" userId="017bd91f96aa8751" providerId="LiveId" clId="{5B2C3894-F97E-4CAB-8812-5BB4D83AAC6A}" dt="2026-10-20T11:51:09.847" v="29702" actId="21"/>
          <ac:spMkLst>
            <pc:docMk/>
            <pc:sldMk cId="3313339323" sldId="305"/>
            <ac:spMk id="92" creationId="{9763B699-5366-7901-6DAE-A960B8DB4207}"/>
          </ac:spMkLst>
        </pc:spChg>
        <pc:spChg chg="add del mod ord">
          <ac:chgData name="musukie52@gmail.com" userId="017bd91f96aa8751" providerId="LiveId" clId="{5B2C3894-F97E-4CAB-8812-5BB4D83AAC6A}" dt="2026-10-20T11:51:09.847" v="29702" actId="21"/>
          <ac:spMkLst>
            <pc:docMk/>
            <pc:sldMk cId="3313339323" sldId="305"/>
            <ac:spMk id="94" creationId="{6AB6CFEA-577D-C017-4A7E-7F75C5A90E19}"/>
          </ac:spMkLst>
        </pc:spChg>
        <pc:spChg chg="add mod">
          <ac:chgData name="musukie52@gmail.com" userId="017bd91f96aa8751" providerId="LiveId" clId="{5B2C3894-F97E-4CAB-8812-5BB4D83AAC6A}" dt="2026-10-20T11:53:41.261" v="29749" actId="1076"/>
          <ac:spMkLst>
            <pc:docMk/>
            <pc:sldMk cId="3313339323" sldId="305"/>
            <ac:spMk id="96" creationId="{D5ED9C1F-CF09-A13C-2400-1FF8E6E28B79}"/>
          </ac:spMkLst>
        </pc:spChg>
        <pc:spChg chg="add mod">
          <ac:chgData name="musukie52@gmail.com" userId="017bd91f96aa8751" providerId="LiveId" clId="{5B2C3894-F97E-4CAB-8812-5BB4D83AAC6A}" dt="2026-10-20T11:53:28.679" v="29748" actId="1038"/>
          <ac:spMkLst>
            <pc:docMk/>
            <pc:sldMk cId="3313339323" sldId="305"/>
            <ac:spMk id="98" creationId="{AC6A4C57-6C15-755D-4029-69C6E6046A2A}"/>
          </ac:spMkLst>
        </pc:spChg>
        <pc:spChg chg="add mod">
          <ac:chgData name="musukie52@gmail.com" userId="017bd91f96aa8751" providerId="LiveId" clId="{5B2C3894-F97E-4CAB-8812-5BB4D83AAC6A}" dt="2026-10-20T11:53:28.679" v="29748" actId="1038"/>
          <ac:spMkLst>
            <pc:docMk/>
            <pc:sldMk cId="3313339323" sldId="305"/>
            <ac:spMk id="100" creationId="{240375FA-3E06-06DD-EA84-7255FD65F6C5}"/>
          </ac:spMkLst>
        </pc:spChg>
        <pc:cxnChg chg="add mod">
          <ac:chgData name="musukie52@gmail.com" userId="017bd91f96aa8751" providerId="LiveId" clId="{5B2C3894-F97E-4CAB-8812-5BB4D83AAC6A}" dt="2026-10-20T11:44:20.782" v="29220" actId="1076"/>
          <ac:cxnSpMkLst>
            <pc:docMk/>
            <pc:sldMk cId="3313339323" sldId="305"/>
            <ac:cxnSpMk id="18" creationId="{06CB3FEA-7A55-04FB-4976-0D5E0FB8D1F8}"/>
          </ac:cxnSpMkLst>
        </pc:cxnChg>
        <pc:cxnChg chg="add mod">
          <ac:chgData name="musukie52@gmail.com" userId="017bd91f96aa8751" providerId="LiveId" clId="{5B2C3894-F97E-4CAB-8812-5BB4D83AAC6A}" dt="2026-10-20T11:44:20.782" v="29220" actId="1076"/>
          <ac:cxnSpMkLst>
            <pc:docMk/>
            <pc:sldMk cId="3313339323" sldId="305"/>
            <ac:cxnSpMk id="31" creationId="{C357E4C1-89D0-B3B4-CC57-4F91532F0ED3}"/>
          </ac:cxnSpMkLst>
        </pc:cxnChg>
        <pc:cxnChg chg="add mod">
          <ac:chgData name="musukie52@gmail.com" userId="017bd91f96aa8751" providerId="LiveId" clId="{5B2C3894-F97E-4CAB-8812-5BB4D83AAC6A}" dt="2026-10-20T11:42:09.317" v="29152" actId="208"/>
          <ac:cxnSpMkLst>
            <pc:docMk/>
            <pc:sldMk cId="3313339323" sldId="305"/>
            <ac:cxnSpMk id="34" creationId="{FE157FFB-035A-7FBE-5A41-57AB22CDE09D}"/>
          </ac:cxnSpMkLst>
        </pc:cxnChg>
        <pc:cxnChg chg="add mod">
          <ac:chgData name="musukie52@gmail.com" userId="017bd91f96aa8751" providerId="LiveId" clId="{5B2C3894-F97E-4CAB-8812-5BB4D83AAC6A}" dt="2026-10-20T11:42:09.317" v="29152" actId="208"/>
          <ac:cxnSpMkLst>
            <pc:docMk/>
            <pc:sldMk cId="3313339323" sldId="305"/>
            <ac:cxnSpMk id="37" creationId="{EB676763-C3CB-53FE-1CE6-BF35532FA823}"/>
          </ac:cxnSpMkLst>
        </pc:cxnChg>
        <pc:cxnChg chg="add mod">
          <ac:chgData name="musukie52@gmail.com" userId="017bd91f96aa8751" providerId="LiveId" clId="{5B2C3894-F97E-4CAB-8812-5BB4D83AAC6A}" dt="2026-10-20T11:44:20.782" v="29220" actId="1076"/>
          <ac:cxnSpMkLst>
            <pc:docMk/>
            <pc:sldMk cId="3313339323" sldId="305"/>
            <ac:cxnSpMk id="40" creationId="{F96D98B0-75B5-D65E-0721-475F6CF33FD8}"/>
          </ac:cxnSpMkLst>
        </pc:cxnChg>
        <pc:cxnChg chg="mod">
          <ac:chgData name="musukie52@gmail.com" userId="017bd91f96aa8751" providerId="LiveId" clId="{5B2C3894-F97E-4CAB-8812-5BB4D83AAC6A}" dt="2026-10-20T12:25:45.975" v="31529" actId="208"/>
          <ac:cxnSpMkLst>
            <pc:docMk/>
            <pc:sldMk cId="3313339323" sldId="305"/>
            <ac:cxnSpMk id="46" creationId="{8DAABF1E-3FB8-1445-0192-582E96F1FAAE}"/>
          </ac:cxnSpMkLst>
        </pc:cxnChg>
      </pc:sldChg>
      <pc:sldChg chg="addSp delSp modSp add mod">
        <pc:chgData name="musukie52@gmail.com" userId="017bd91f96aa8751" providerId="LiveId" clId="{5B2C3894-F97E-4CAB-8812-5BB4D83AAC6A}" dt="2026-10-20T13:54:39.702" v="36180" actId="478"/>
        <pc:sldMkLst>
          <pc:docMk/>
          <pc:sldMk cId="1846174469" sldId="306"/>
        </pc:sldMkLst>
        <pc:spChg chg="add mod">
          <ac:chgData name="musukie52@gmail.com" userId="017bd91f96aa8751" providerId="LiveId" clId="{5B2C3894-F97E-4CAB-8812-5BB4D83AAC6A}" dt="2026-10-18T06:54:51.465" v="21592" actId="20577"/>
          <ac:spMkLst>
            <pc:docMk/>
            <pc:sldMk cId="1846174469" sldId="306"/>
            <ac:spMk id="3" creationId="{808ABFF8-E41C-473B-23FD-ED3E78EF3574}"/>
          </ac:spMkLst>
        </pc:spChg>
        <pc:spChg chg="add">
          <ac:chgData name="musukie52@gmail.com" userId="017bd91f96aa8751" providerId="LiveId" clId="{5B2C3894-F97E-4CAB-8812-5BB4D83AAC6A}" dt="2026-10-20T11:54:42.928" v="29753" actId="22"/>
          <ac:spMkLst>
            <pc:docMk/>
            <pc:sldMk cId="1846174469" sldId="306"/>
            <ac:spMk id="4" creationId="{964C96D8-61F8-4E99-B1BC-EE17D5A55E4F}"/>
          </ac:spMkLst>
        </pc:spChg>
        <pc:spChg chg="mod">
          <ac:chgData name="musukie52@gmail.com" userId="017bd91f96aa8751" providerId="LiveId" clId="{5B2C3894-F97E-4CAB-8812-5BB4D83AAC6A}" dt="2026-10-20T11:55:28.075" v="29947" actId="20577"/>
          <ac:spMkLst>
            <pc:docMk/>
            <pc:sldMk cId="1846174469" sldId="306"/>
            <ac:spMk id="5" creationId="{36018E46-BBF5-4128-A4DF-3690514D0E01}"/>
          </ac:spMkLst>
        </pc:spChg>
        <pc:spChg chg="add mod">
          <ac:chgData name="musukie52@gmail.com" userId="017bd91f96aa8751" providerId="LiveId" clId="{5B2C3894-F97E-4CAB-8812-5BB4D83AAC6A}" dt="2026-10-20T12:19:58.091" v="31305" actId="1076"/>
          <ac:spMkLst>
            <pc:docMk/>
            <pc:sldMk cId="1846174469" sldId="306"/>
            <ac:spMk id="7" creationId="{7044DB6F-B266-E810-2BAC-9A1962ABCE27}"/>
          </ac:spMkLst>
        </pc:spChg>
        <pc:spChg chg="add mod">
          <ac:chgData name="musukie52@gmail.com" userId="017bd91f96aa8751" providerId="LiveId" clId="{5B2C3894-F97E-4CAB-8812-5BB4D83AAC6A}" dt="2026-10-20T12:20:56.206" v="31318" actId="1076"/>
          <ac:spMkLst>
            <pc:docMk/>
            <pc:sldMk cId="1846174469" sldId="306"/>
            <ac:spMk id="9" creationId="{D22660A7-3439-FECF-2077-A0F605F0C545}"/>
          </ac:spMkLst>
        </pc:spChg>
        <pc:spChg chg="add mod">
          <ac:chgData name="musukie52@gmail.com" userId="017bd91f96aa8751" providerId="LiveId" clId="{5B2C3894-F97E-4CAB-8812-5BB4D83AAC6A}" dt="2026-10-20T12:19:58.091" v="31305" actId="1076"/>
          <ac:spMkLst>
            <pc:docMk/>
            <pc:sldMk cId="1846174469" sldId="306"/>
            <ac:spMk id="10" creationId="{C6FE118A-7E12-A398-4D8B-31D6183B9D80}"/>
          </ac:spMkLst>
        </pc:spChg>
        <pc:spChg chg="add mod">
          <ac:chgData name="musukie52@gmail.com" userId="017bd91f96aa8751" providerId="LiveId" clId="{5B2C3894-F97E-4CAB-8812-5BB4D83AAC6A}" dt="2026-10-20T12:20:56.206" v="31318" actId="1076"/>
          <ac:spMkLst>
            <pc:docMk/>
            <pc:sldMk cId="1846174469" sldId="306"/>
            <ac:spMk id="14" creationId="{E03F89D8-3847-813C-32C1-B08735FD13EC}"/>
          </ac:spMkLst>
        </pc:spChg>
        <pc:spChg chg="add del mod ord">
          <ac:chgData name="musukie52@gmail.com" userId="017bd91f96aa8751" providerId="LiveId" clId="{5B2C3894-F97E-4CAB-8812-5BB4D83AAC6A}" dt="2026-10-20T12:20:36.870" v="31312" actId="478"/>
          <ac:spMkLst>
            <pc:docMk/>
            <pc:sldMk cId="1846174469" sldId="306"/>
            <ac:spMk id="17" creationId="{FEB164F4-1AD5-758D-3F71-E7246133C474}"/>
          </ac:spMkLst>
        </pc:spChg>
        <pc:spChg chg="add mod">
          <ac:chgData name="musukie52@gmail.com" userId="017bd91f96aa8751" providerId="LiveId" clId="{5B2C3894-F97E-4CAB-8812-5BB4D83AAC6A}" dt="2026-10-20T12:21:40.832" v="31324" actId="1076"/>
          <ac:spMkLst>
            <pc:docMk/>
            <pc:sldMk cId="1846174469" sldId="306"/>
            <ac:spMk id="19" creationId="{39C97642-0E86-860C-1EA6-31C164C991F5}"/>
          </ac:spMkLst>
        </pc:spChg>
        <pc:spChg chg="add mod">
          <ac:chgData name="musukie52@gmail.com" userId="017bd91f96aa8751" providerId="LiveId" clId="{5B2C3894-F97E-4CAB-8812-5BB4D83AAC6A}" dt="2026-10-20T12:21:40.832" v="31324" actId="1076"/>
          <ac:spMkLst>
            <pc:docMk/>
            <pc:sldMk cId="1846174469" sldId="306"/>
            <ac:spMk id="21" creationId="{B651ED97-E6B1-C8BD-8910-8CA289A887DD}"/>
          </ac:spMkLst>
        </pc:spChg>
        <pc:spChg chg="add mod">
          <ac:chgData name="musukie52@gmail.com" userId="017bd91f96aa8751" providerId="LiveId" clId="{5B2C3894-F97E-4CAB-8812-5BB4D83AAC6A}" dt="2026-10-20T12:21:40.832" v="31324" actId="1076"/>
          <ac:spMkLst>
            <pc:docMk/>
            <pc:sldMk cId="1846174469" sldId="306"/>
            <ac:spMk id="23" creationId="{B85FD1E3-F76B-CB1C-D39A-2FB3A4C8EFD8}"/>
          </ac:spMkLst>
        </pc:spChg>
        <pc:spChg chg="add del mod">
          <ac:chgData name="musukie52@gmail.com" userId="017bd91f96aa8751" providerId="LiveId" clId="{5B2C3894-F97E-4CAB-8812-5BB4D83AAC6A}" dt="2026-10-20T12:07:04.757" v="30743" actId="21"/>
          <ac:spMkLst>
            <pc:docMk/>
            <pc:sldMk cId="1846174469" sldId="306"/>
            <ac:spMk id="25" creationId="{ED9DE15E-62F3-55BB-6B16-C4560860CFDD}"/>
          </ac:spMkLst>
        </pc:spChg>
        <pc:spChg chg="add del mod">
          <ac:chgData name="musukie52@gmail.com" userId="017bd91f96aa8751" providerId="LiveId" clId="{5B2C3894-F97E-4CAB-8812-5BB4D83AAC6A}" dt="2026-10-20T12:07:04.757" v="30743" actId="21"/>
          <ac:spMkLst>
            <pc:docMk/>
            <pc:sldMk cId="1846174469" sldId="306"/>
            <ac:spMk id="27" creationId="{F1E6326A-84A1-3B16-4966-BB155BCFA1F6}"/>
          </ac:spMkLst>
        </pc:spChg>
        <pc:spChg chg="add del mod">
          <ac:chgData name="musukie52@gmail.com" userId="017bd91f96aa8751" providerId="LiveId" clId="{5B2C3894-F97E-4CAB-8812-5BB4D83AAC6A}" dt="2026-10-20T12:07:56.088" v="30824" actId="21"/>
          <ac:spMkLst>
            <pc:docMk/>
            <pc:sldMk cId="1846174469" sldId="306"/>
            <ac:spMk id="29" creationId="{9E12C008-F057-3EC6-50C3-F36672C2F1CF}"/>
          </ac:spMkLst>
        </pc:spChg>
        <pc:spChg chg="add mod">
          <ac:chgData name="musukie52@gmail.com" userId="017bd91f96aa8751" providerId="LiveId" clId="{5B2C3894-F97E-4CAB-8812-5BB4D83AAC6A}" dt="2026-10-20T12:21:40.832" v="31324" actId="1076"/>
          <ac:spMkLst>
            <pc:docMk/>
            <pc:sldMk cId="1846174469" sldId="306"/>
            <ac:spMk id="31" creationId="{50DB494B-9F70-E4EB-9197-9959E92F5A1A}"/>
          </ac:spMkLst>
        </pc:spChg>
        <pc:spChg chg="add mod">
          <ac:chgData name="musukie52@gmail.com" userId="017bd91f96aa8751" providerId="LiveId" clId="{5B2C3894-F97E-4CAB-8812-5BB4D83AAC6A}" dt="2026-10-20T12:21:40.832" v="31324" actId="1076"/>
          <ac:spMkLst>
            <pc:docMk/>
            <pc:sldMk cId="1846174469" sldId="306"/>
            <ac:spMk id="33" creationId="{7389266E-1A6D-D47E-E49D-29A5E9E219EF}"/>
          </ac:spMkLst>
        </pc:spChg>
        <pc:spChg chg="add mod">
          <ac:chgData name="musukie52@gmail.com" userId="017bd91f96aa8751" providerId="LiveId" clId="{5B2C3894-F97E-4CAB-8812-5BB4D83AAC6A}" dt="2026-10-20T12:21:40.832" v="31324" actId="1076"/>
          <ac:spMkLst>
            <pc:docMk/>
            <pc:sldMk cId="1846174469" sldId="306"/>
            <ac:spMk id="35" creationId="{DF380752-A910-6130-7710-25BD34DB4C65}"/>
          </ac:spMkLst>
        </pc:spChg>
        <pc:spChg chg="add mod">
          <ac:chgData name="musukie52@gmail.com" userId="017bd91f96aa8751" providerId="LiveId" clId="{5B2C3894-F97E-4CAB-8812-5BB4D83AAC6A}" dt="2026-10-20T12:21:40.832" v="31324" actId="1076"/>
          <ac:spMkLst>
            <pc:docMk/>
            <pc:sldMk cId="1846174469" sldId="306"/>
            <ac:spMk id="37" creationId="{F9869D94-E99D-C2BD-5E33-89A1A2DE4687}"/>
          </ac:spMkLst>
        </pc:spChg>
        <pc:spChg chg="add mod">
          <ac:chgData name="musukie52@gmail.com" userId="017bd91f96aa8751" providerId="LiveId" clId="{5B2C3894-F97E-4CAB-8812-5BB4D83AAC6A}" dt="2026-10-20T12:21:31.900" v="31323" actId="1076"/>
          <ac:spMkLst>
            <pc:docMk/>
            <pc:sldMk cId="1846174469" sldId="306"/>
            <ac:spMk id="39" creationId="{8A20A7F2-4725-EEE8-7398-96176B3F0474}"/>
          </ac:spMkLst>
        </pc:spChg>
        <pc:spChg chg="add mod">
          <ac:chgData name="musukie52@gmail.com" userId="017bd91f96aa8751" providerId="LiveId" clId="{5B2C3894-F97E-4CAB-8812-5BB4D83AAC6A}" dt="2026-10-20T12:33:33.758" v="32122" actId="20577"/>
          <ac:spMkLst>
            <pc:docMk/>
            <pc:sldMk cId="1846174469" sldId="306"/>
            <ac:spMk id="41" creationId="{6669F953-9344-8114-FDE3-E8FFCBD8E612}"/>
          </ac:spMkLst>
        </pc:spChg>
        <pc:spChg chg="add del mod">
          <ac:chgData name="musukie52@gmail.com" userId="017bd91f96aa8751" providerId="LiveId" clId="{5B2C3894-F97E-4CAB-8812-5BB4D83AAC6A}" dt="2026-10-20T12:20:34.368" v="31310" actId="478"/>
          <ac:spMkLst>
            <pc:docMk/>
            <pc:sldMk cId="1846174469" sldId="306"/>
            <ac:spMk id="43" creationId="{420716DC-633C-C763-DA26-B667D5486944}"/>
          </ac:spMkLst>
        </pc:spChg>
        <pc:spChg chg="mod">
          <ac:chgData name="musukie52@gmail.com" userId="017bd91f96aa8751" providerId="LiveId" clId="{5B2C3894-F97E-4CAB-8812-5BB4D83AAC6A}" dt="2026-10-20T11:55:06.535" v="29794" actId="20577"/>
          <ac:spMkLst>
            <pc:docMk/>
            <pc:sldMk cId="1846174469" sldId="306"/>
            <ac:spMk id="44" creationId="{7A646C2F-279A-5552-B0DF-14A75BD7898E}"/>
          </ac:spMkLst>
        </pc:spChg>
        <pc:spChg chg="del">
          <ac:chgData name="musukie52@gmail.com" userId="017bd91f96aa8751" providerId="LiveId" clId="{5B2C3894-F97E-4CAB-8812-5BB4D83AAC6A}" dt="2026-10-20T11:54:38.988" v="29752" actId="478"/>
          <ac:spMkLst>
            <pc:docMk/>
            <pc:sldMk cId="1846174469" sldId="306"/>
            <ac:spMk id="45" creationId="{160F9546-7CF6-55B6-AC15-6447B751C77E}"/>
          </ac:spMkLst>
        </pc:spChg>
        <pc:spChg chg="del">
          <ac:chgData name="musukie52@gmail.com" userId="017bd91f96aa8751" providerId="LiveId" clId="{5B2C3894-F97E-4CAB-8812-5BB4D83AAC6A}" dt="2026-10-20T13:54:39.702" v="36180" actId="478"/>
          <ac:spMkLst>
            <pc:docMk/>
            <pc:sldMk cId="1846174469" sldId="306"/>
            <ac:spMk id="48" creationId="{CB28F81B-41C6-C591-982B-E0C32F600C71}"/>
          </ac:spMkLst>
        </pc:spChg>
        <pc:spChg chg="del">
          <ac:chgData name="musukie52@gmail.com" userId="017bd91f96aa8751" providerId="LiveId" clId="{5B2C3894-F97E-4CAB-8812-5BB4D83AAC6A}" dt="2026-10-20T13:54:39.702" v="36180" actId="478"/>
          <ac:spMkLst>
            <pc:docMk/>
            <pc:sldMk cId="1846174469" sldId="306"/>
            <ac:spMk id="50" creationId="{8BEBE3A1-F4A6-6812-042D-F4CF3022BB9B}"/>
          </ac:spMkLst>
        </pc:spChg>
        <pc:spChg chg="del">
          <ac:chgData name="musukie52@gmail.com" userId="017bd91f96aa8751" providerId="LiveId" clId="{5B2C3894-F97E-4CAB-8812-5BB4D83AAC6A}" dt="2026-10-20T13:54:39.702" v="36180" actId="478"/>
          <ac:spMkLst>
            <pc:docMk/>
            <pc:sldMk cId="1846174469" sldId="306"/>
            <ac:spMk id="52" creationId="{7AE49E1E-B907-C066-93C4-ADE9C839BF1C}"/>
          </ac:spMkLst>
        </pc:spChg>
        <pc:spChg chg="del">
          <ac:chgData name="musukie52@gmail.com" userId="017bd91f96aa8751" providerId="LiveId" clId="{5B2C3894-F97E-4CAB-8812-5BB4D83AAC6A}" dt="2026-10-20T13:54:39.702" v="36180" actId="478"/>
          <ac:spMkLst>
            <pc:docMk/>
            <pc:sldMk cId="1846174469" sldId="306"/>
            <ac:spMk id="54" creationId="{8BD192A1-1D97-7C53-A82F-4663A94105B8}"/>
          </ac:spMkLst>
        </pc:spChg>
        <pc:spChg chg="del">
          <ac:chgData name="musukie52@gmail.com" userId="017bd91f96aa8751" providerId="LiveId" clId="{5B2C3894-F97E-4CAB-8812-5BB4D83AAC6A}" dt="2026-10-20T13:54:39.702" v="36180" actId="478"/>
          <ac:spMkLst>
            <pc:docMk/>
            <pc:sldMk cId="1846174469" sldId="306"/>
            <ac:spMk id="56" creationId="{DD6C7A8C-D583-F88D-DC4A-9AD70FD8F340}"/>
          </ac:spMkLst>
        </pc:spChg>
        <pc:spChg chg="del">
          <ac:chgData name="musukie52@gmail.com" userId="017bd91f96aa8751" providerId="LiveId" clId="{5B2C3894-F97E-4CAB-8812-5BB4D83AAC6A}" dt="2026-10-20T13:54:39.702" v="36180" actId="478"/>
          <ac:spMkLst>
            <pc:docMk/>
            <pc:sldMk cId="1846174469" sldId="306"/>
            <ac:spMk id="58" creationId="{FD9B7B38-942D-D4A6-B4AB-94E17380C053}"/>
          </ac:spMkLst>
        </pc:spChg>
        <pc:spChg chg="del">
          <ac:chgData name="musukie52@gmail.com" userId="017bd91f96aa8751" providerId="LiveId" clId="{5B2C3894-F97E-4CAB-8812-5BB4D83AAC6A}" dt="2026-10-20T13:54:39.702" v="36180" actId="478"/>
          <ac:spMkLst>
            <pc:docMk/>
            <pc:sldMk cId="1846174469" sldId="306"/>
            <ac:spMk id="60" creationId="{C13C1CA7-233F-E929-53D5-4E017E981701}"/>
          </ac:spMkLst>
        </pc:spChg>
        <pc:spChg chg="del">
          <ac:chgData name="musukie52@gmail.com" userId="017bd91f96aa8751" providerId="LiveId" clId="{5B2C3894-F97E-4CAB-8812-5BB4D83AAC6A}" dt="2026-10-20T13:54:39.702" v="36180" actId="478"/>
          <ac:spMkLst>
            <pc:docMk/>
            <pc:sldMk cId="1846174469" sldId="306"/>
            <ac:spMk id="62" creationId="{F87BE22A-4165-E167-AA28-1D77A369A577}"/>
          </ac:spMkLst>
        </pc:spChg>
        <pc:spChg chg="del">
          <ac:chgData name="musukie52@gmail.com" userId="017bd91f96aa8751" providerId="LiveId" clId="{5B2C3894-F97E-4CAB-8812-5BB4D83AAC6A}" dt="2026-10-20T13:54:36.842" v="36179" actId="478"/>
          <ac:spMkLst>
            <pc:docMk/>
            <pc:sldMk cId="1846174469" sldId="306"/>
            <ac:spMk id="64" creationId="{6B8A571C-B5E7-87E0-830B-7EF3492B24E8}"/>
          </ac:spMkLst>
        </pc:spChg>
        <pc:spChg chg="del">
          <ac:chgData name="musukie52@gmail.com" userId="017bd91f96aa8751" providerId="LiveId" clId="{5B2C3894-F97E-4CAB-8812-5BB4D83AAC6A}" dt="2026-10-20T13:54:36.842" v="36179" actId="478"/>
          <ac:spMkLst>
            <pc:docMk/>
            <pc:sldMk cId="1846174469" sldId="306"/>
            <ac:spMk id="66" creationId="{9522FA18-92B8-B690-75AD-8F512D693F2B}"/>
          </ac:spMkLst>
        </pc:spChg>
        <pc:spChg chg="del">
          <ac:chgData name="musukie52@gmail.com" userId="017bd91f96aa8751" providerId="LiveId" clId="{5B2C3894-F97E-4CAB-8812-5BB4D83AAC6A}" dt="2026-10-20T13:54:36.842" v="36179" actId="478"/>
          <ac:spMkLst>
            <pc:docMk/>
            <pc:sldMk cId="1846174469" sldId="306"/>
            <ac:spMk id="68" creationId="{DB508A1F-DF7E-1F40-2CC4-934D23C55053}"/>
          </ac:spMkLst>
        </pc:spChg>
        <pc:spChg chg="del">
          <ac:chgData name="musukie52@gmail.com" userId="017bd91f96aa8751" providerId="LiveId" clId="{5B2C3894-F97E-4CAB-8812-5BB4D83AAC6A}" dt="2026-10-20T13:54:36.842" v="36179" actId="478"/>
          <ac:spMkLst>
            <pc:docMk/>
            <pc:sldMk cId="1846174469" sldId="306"/>
            <ac:spMk id="70" creationId="{7AB3E14C-8D55-B09B-3FE2-DDE88D65DB71}"/>
          </ac:spMkLst>
        </pc:spChg>
        <pc:spChg chg="del">
          <ac:chgData name="musukie52@gmail.com" userId="017bd91f96aa8751" providerId="LiveId" clId="{5B2C3894-F97E-4CAB-8812-5BB4D83AAC6A}" dt="2026-10-20T13:54:36.842" v="36179" actId="478"/>
          <ac:spMkLst>
            <pc:docMk/>
            <pc:sldMk cId="1846174469" sldId="306"/>
            <ac:spMk id="72" creationId="{E2A9CE19-3EBF-0608-3B5D-B4D1DB3DAEDE}"/>
          </ac:spMkLst>
        </pc:spChg>
        <pc:spChg chg="del">
          <ac:chgData name="musukie52@gmail.com" userId="017bd91f96aa8751" providerId="LiveId" clId="{5B2C3894-F97E-4CAB-8812-5BB4D83AAC6A}" dt="2026-10-20T13:54:36.842" v="36179" actId="478"/>
          <ac:spMkLst>
            <pc:docMk/>
            <pc:sldMk cId="1846174469" sldId="306"/>
            <ac:spMk id="74" creationId="{B2262A50-1E66-1EBA-2CDC-A93175B24CD9}"/>
          </ac:spMkLst>
        </pc:spChg>
        <pc:spChg chg="del">
          <ac:chgData name="musukie52@gmail.com" userId="017bd91f96aa8751" providerId="LiveId" clId="{5B2C3894-F97E-4CAB-8812-5BB4D83AAC6A}" dt="2026-10-20T13:54:36.842" v="36179" actId="478"/>
          <ac:spMkLst>
            <pc:docMk/>
            <pc:sldMk cId="1846174469" sldId="306"/>
            <ac:spMk id="76" creationId="{15E07C65-8CE2-DAAF-8ADE-C382EE556E83}"/>
          </ac:spMkLst>
        </pc:spChg>
        <pc:picChg chg="add del mod modCrop">
          <ac:chgData name="musukie52@gmail.com" userId="017bd91f96aa8751" providerId="LiveId" clId="{5B2C3894-F97E-4CAB-8812-5BB4D83AAC6A}" dt="2026-10-20T13:54:27.086" v="36175" actId="21"/>
          <ac:picMkLst>
            <pc:docMk/>
            <pc:sldMk cId="1846174469" sldId="306"/>
            <ac:picMk id="6" creationId="{664A3F4E-DA72-0B57-1163-6D49D3B4D7F5}"/>
          </ac:picMkLst>
        </pc:picChg>
        <pc:picChg chg="add mod">
          <ac:chgData name="musukie52@gmail.com" userId="017bd91f96aa8751" providerId="LiveId" clId="{5B2C3894-F97E-4CAB-8812-5BB4D83AAC6A}" dt="2026-10-20T13:54:31.709" v="36178" actId="14100"/>
          <ac:picMkLst>
            <pc:docMk/>
            <pc:sldMk cId="1846174469" sldId="306"/>
            <ac:picMk id="12" creationId="{C6AA8812-B5F5-B09C-9076-970F3291F4A0}"/>
          </ac:picMkLst>
        </pc:picChg>
        <pc:picChg chg="add del mod modCrop">
          <ac:chgData name="musukie52@gmail.com" userId="017bd91f96aa8751" providerId="LiveId" clId="{5B2C3894-F97E-4CAB-8812-5BB4D83AAC6A}" dt="2026-10-20T12:20:35.910" v="31311" actId="21"/>
          <ac:picMkLst>
            <pc:docMk/>
            <pc:sldMk cId="1846174469" sldId="306"/>
            <ac:picMk id="49" creationId="{778D9AED-BA23-E89D-1567-805FA3864C23}"/>
          </ac:picMkLst>
        </pc:picChg>
        <pc:picChg chg="add del mod">
          <ac:chgData name="musukie52@gmail.com" userId="017bd91f96aa8751" providerId="LiveId" clId="{5B2C3894-F97E-4CAB-8812-5BB4D83AAC6A}" dt="2026-10-20T12:19:32.947" v="31299" actId="478"/>
          <ac:picMkLst>
            <pc:docMk/>
            <pc:sldMk cId="1846174469" sldId="306"/>
            <ac:picMk id="53" creationId="{82E1D944-BAEE-079B-F1A5-A2C136C620AA}"/>
          </ac:picMkLst>
        </pc:picChg>
        <pc:picChg chg="add del mod">
          <ac:chgData name="musukie52@gmail.com" userId="017bd91f96aa8751" providerId="LiveId" clId="{5B2C3894-F97E-4CAB-8812-5BB4D83AAC6A}" dt="2026-10-20T12:20:32.724" v="31309" actId="478"/>
          <ac:picMkLst>
            <pc:docMk/>
            <pc:sldMk cId="1846174469" sldId="306"/>
            <ac:picMk id="57" creationId="{34DF73E8-38B7-A61A-F3B0-A8E5479D9CAE}"/>
          </ac:picMkLst>
        </pc:picChg>
        <pc:picChg chg="add">
          <ac:chgData name="musukie52@gmail.com" userId="017bd91f96aa8751" providerId="LiveId" clId="{5B2C3894-F97E-4CAB-8812-5BB4D83AAC6A}" dt="2026-10-20T12:20:37.629" v="31313" actId="22"/>
          <ac:picMkLst>
            <pc:docMk/>
            <pc:sldMk cId="1846174469" sldId="306"/>
            <ac:picMk id="61" creationId="{8DEDCCB4-BFC1-18FA-C195-8A8AC4F55448}"/>
          </ac:picMkLst>
        </pc:picChg>
        <pc:picChg chg="add del mod">
          <ac:chgData name="musukie52@gmail.com" userId="017bd91f96aa8751" providerId="LiveId" clId="{5B2C3894-F97E-4CAB-8812-5BB4D83AAC6A}" dt="2026-10-20T13:54:28.243" v="36176" actId="478"/>
          <ac:picMkLst>
            <pc:docMk/>
            <pc:sldMk cId="1846174469" sldId="306"/>
            <ac:picMk id="65" creationId="{77E274D5-74AC-337B-837C-E3704E325E44}"/>
          </ac:picMkLst>
        </pc:picChg>
        <pc:cxnChg chg="add mod">
          <ac:chgData name="musukie52@gmail.com" userId="017bd91f96aa8751" providerId="LiveId" clId="{5B2C3894-F97E-4CAB-8812-5BB4D83AAC6A}" dt="2026-10-20T12:19:58.091" v="31305" actId="1076"/>
          <ac:cxnSpMkLst>
            <pc:docMk/>
            <pc:sldMk cId="1846174469" sldId="306"/>
            <ac:cxnSpMk id="11" creationId="{71FC56D1-3A40-5286-A46B-F4FA328FC68F}"/>
          </ac:cxnSpMkLst>
        </pc:cxnChg>
        <pc:cxnChg chg="add mod">
          <ac:chgData name="musukie52@gmail.com" userId="017bd91f96aa8751" providerId="LiveId" clId="{5B2C3894-F97E-4CAB-8812-5BB4D83AAC6A}" dt="2026-10-20T12:20:56.206" v="31318" actId="1076"/>
          <ac:cxnSpMkLst>
            <pc:docMk/>
            <pc:sldMk cId="1846174469" sldId="306"/>
            <ac:cxnSpMk id="15" creationId="{02930727-EAFF-E5AD-0691-BDFD5E3E331A}"/>
          </ac:cxnSpMkLst>
        </pc:cxnChg>
        <pc:cxnChg chg="mod">
          <ac:chgData name="musukie52@gmail.com" userId="017bd91f96aa8751" providerId="LiveId" clId="{5B2C3894-F97E-4CAB-8812-5BB4D83AAC6A}" dt="2026-10-20T12:25:50.736" v="31530" actId="208"/>
          <ac:cxnSpMkLst>
            <pc:docMk/>
            <pc:sldMk cId="1846174469" sldId="306"/>
            <ac:cxnSpMk id="46" creationId="{071F7704-21EB-20A2-A8AF-40BADECBD46E}"/>
          </ac:cxnSpMkLst>
        </pc:cxnChg>
      </pc:sldChg>
      <pc:sldChg chg="addSp delSp modSp add mod">
        <pc:chgData name="musukie52@gmail.com" userId="017bd91f96aa8751" providerId="LiveId" clId="{5B2C3894-F97E-4CAB-8812-5BB4D83AAC6A}" dt="2026-10-20T15:42:50.628" v="39506" actId="1076"/>
        <pc:sldMkLst>
          <pc:docMk/>
          <pc:sldMk cId="3341741370" sldId="307"/>
        </pc:sldMkLst>
        <pc:spChg chg="add mod">
          <ac:chgData name="musukie52@gmail.com" userId="017bd91f96aa8751" providerId="LiveId" clId="{5B2C3894-F97E-4CAB-8812-5BB4D83AAC6A}" dt="2026-10-18T06:54:55.868" v="21595" actId="20577"/>
          <ac:spMkLst>
            <pc:docMk/>
            <pc:sldMk cId="3341741370" sldId="307"/>
            <ac:spMk id="3" creationId="{547BB68A-F245-0ACF-3EE2-B458C3B6AFD1}"/>
          </ac:spMkLst>
        </pc:spChg>
        <pc:spChg chg="add del">
          <ac:chgData name="musukie52@gmail.com" userId="017bd91f96aa8751" providerId="LiveId" clId="{5B2C3894-F97E-4CAB-8812-5BB4D83AAC6A}" dt="2026-10-20T12:26:02.742" v="31533" actId="478"/>
          <ac:spMkLst>
            <pc:docMk/>
            <pc:sldMk cId="3341741370" sldId="307"/>
            <ac:spMk id="4" creationId="{52C6C3A0-3DA1-A251-0201-E35FE62F89BE}"/>
          </ac:spMkLst>
        </pc:spChg>
        <pc:spChg chg="mod">
          <ac:chgData name="musukie52@gmail.com" userId="017bd91f96aa8751" providerId="LiveId" clId="{5B2C3894-F97E-4CAB-8812-5BB4D83AAC6A}" dt="2026-10-20T12:33:28.739" v="32121" actId="20577"/>
          <ac:spMkLst>
            <pc:docMk/>
            <pc:sldMk cId="3341741370" sldId="307"/>
            <ac:spMk id="5" creationId="{AD0333C7-3B63-6299-0780-D2C44B16BDD3}"/>
          </ac:spMkLst>
        </pc:spChg>
        <pc:spChg chg="add mod">
          <ac:chgData name="musukie52@gmail.com" userId="017bd91f96aa8751" providerId="LiveId" clId="{5B2C3894-F97E-4CAB-8812-5BB4D83AAC6A}" dt="2026-10-20T15:42:45.704" v="39505" actId="1076"/>
          <ac:spMkLst>
            <pc:docMk/>
            <pc:sldMk cId="3341741370" sldId="307"/>
            <ac:spMk id="7" creationId="{ABB442EE-0C23-B556-2FA5-EA89671F07B6}"/>
          </ac:spMkLst>
        </pc:spChg>
        <pc:spChg chg="add mod">
          <ac:chgData name="musukie52@gmail.com" userId="017bd91f96aa8751" providerId="LiveId" clId="{5B2C3894-F97E-4CAB-8812-5BB4D83AAC6A}" dt="2026-10-20T15:42:45.704" v="39505" actId="1076"/>
          <ac:spMkLst>
            <pc:docMk/>
            <pc:sldMk cId="3341741370" sldId="307"/>
            <ac:spMk id="9" creationId="{1261E07F-84B4-98FB-EDE1-165DB53FC368}"/>
          </ac:spMkLst>
        </pc:spChg>
        <pc:spChg chg="add mod">
          <ac:chgData name="musukie52@gmail.com" userId="017bd91f96aa8751" providerId="LiveId" clId="{5B2C3894-F97E-4CAB-8812-5BB4D83AAC6A}" dt="2026-10-20T15:42:50.628" v="39506" actId="1076"/>
          <ac:spMkLst>
            <pc:docMk/>
            <pc:sldMk cId="3341741370" sldId="307"/>
            <ac:spMk id="11" creationId="{299BE836-2618-B9E6-6550-0191D5926B55}"/>
          </ac:spMkLst>
        </pc:spChg>
        <pc:spChg chg="add mod">
          <ac:chgData name="musukie52@gmail.com" userId="017bd91f96aa8751" providerId="LiveId" clId="{5B2C3894-F97E-4CAB-8812-5BB4D83AAC6A}" dt="2026-10-20T15:42:50.628" v="39506" actId="1076"/>
          <ac:spMkLst>
            <pc:docMk/>
            <pc:sldMk cId="3341741370" sldId="307"/>
            <ac:spMk id="29" creationId="{3DA24EEC-526F-C806-2162-B1DF697AACA1}"/>
          </ac:spMkLst>
        </pc:spChg>
        <pc:spChg chg="add del mod">
          <ac:chgData name="musukie52@gmail.com" userId="017bd91f96aa8751" providerId="LiveId" clId="{5B2C3894-F97E-4CAB-8812-5BB4D83AAC6A}" dt="2026-10-20T15:41:24.749" v="39453" actId="478"/>
          <ac:spMkLst>
            <pc:docMk/>
            <pc:sldMk cId="3341741370" sldId="307"/>
            <ac:spMk id="31" creationId="{6A536E82-7870-6C72-27A7-99EA26BE9E8C}"/>
          </ac:spMkLst>
        </pc:spChg>
        <pc:spChg chg="add del mod">
          <ac:chgData name="musukie52@gmail.com" userId="017bd91f96aa8751" providerId="LiveId" clId="{5B2C3894-F97E-4CAB-8812-5BB4D83AAC6A}" dt="2026-10-20T15:41:24.749" v="39453" actId="478"/>
          <ac:spMkLst>
            <pc:docMk/>
            <pc:sldMk cId="3341741370" sldId="307"/>
            <ac:spMk id="33" creationId="{AB047BD3-C01C-B675-EF2E-170F07B126B8}"/>
          </ac:spMkLst>
        </pc:spChg>
        <pc:spChg chg="add del mod">
          <ac:chgData name="musukie52@gmail.com" userId="017bd91f96aa8751" providerId="LiveId" clId="{5B2C3894-F97E-4CAB-8812-5BB4D83AAC6A}" dt="2026-10-20T15:41:24.749" v="39453" actId="478"/>
          <ac:spMkLst>
            <pc:docMk/>
            <pc:sldMk cId="3341741370" sldId="307"/>
            <ac:spMk id="35" creationId="{E3560013-2E1A-DEB2-91AC-38CD5E171550}"/>
          </ac:spMkLst>
        </pc:spChg>
        <pc:spChg chg="add del mod">
          <ac:chgData name="musukie52@gmail.com" userId="017bd91f96aa8751" providerId="LiveId" clId="{5B2C3894-F97E-4CAB-8812-5BB4D83AAC6A}" dt="2026-10-20T15:41:24.749" v="39453" actId="478"/>
          <ac:spMkLst>
            <pc:docMk/>
            <pc:sldMk cId="3341741370" sldId="307"/>
            <ac:spMk id="37" creationId="{D22C987E-4956-053E-57CE-B16806B42EC1}"/>
          </ac:spMkLst>
        </pc:spChg>
        <pc:spChg chg="mod">
          <ac:chgData name="musukie52@gmail.com" userId="017bd91f96aa8751" providerId="LiveId" clId="{5B2C3894-F97E-4CAB-8812-5BB4D83AAC6A}" dt="2026-10-20T12:25:04.167" v="31370" actId="20577"/>
          <ac:spMkLst>
            <pc:docMk/>
            <pc:sldMk cId="3341741370" sldId="307"/>
            <ac:spMk id="44" creationId="{07A53E13-E1C2-EC6C-EDE3-4B053F076022}"/>
          </ac:spMkLst>
        </pc:spChg>
        <pc:spChg chg="add del mod">
          <ac:chgData name="musukie52@gmail.com" userId="017bd91f96aa8751" providerId="LiveId" clId="{5B2C3894-F97E-4CAB-8812-5BB4D83AAC6A}" dt="2026-10-20T12:24:57.895" v="31344" actId="20577"/>
          <ac:spMkLst>
            <pc:docMk/>
            <pc:sldMk cId="3341741370" sldId="307"/>
            <ac:spMk id="45" creationId="{A539C87D-6C1A-FFED-7EB1-9562C5E79321}"/>
          </ac:spMkLst>
        </pc:spChg>
        <pc:spChg chg="del">
          <ac:chgData name="musukie52@gmail.com" userId="017bd91f96aa8751" providerId="LiveId" clId="{5B2C3894-F97E-4CAB-8812-5BB4D83AAC6A}" dt="2026-10-20T14:01:30.157" v="36186" actId="478"/>
          <ac:spMkLst>
            <pc:docMk/>
            <pc:sldMk cId="3341741370" sldId="307"/>
            <ac:spMk id="48" creationId="{A0B93029-AD06-FB2B-4215-4D787350C083}"/>
          </ac:spMkLst>
        </pc:spChg>
        <pc:spChg chg="del">
          <ac:chgData name="musukie52@gmail.com" userId="017bd91f96aa8751" providerId="LiveId" clId="{5B2C3894-F97E-4CAB-8812-5BB4D83AAC6A}" dt="2026-10-20T14:01:30.157" v="36186" actId="478"/>
          <ac:spMkLst>
            <pc:docMk/>
            <pc:sldMk cId="3341741370" sldId="307"/>
            <ac:spMk id="50" creationId="{D654A81F-6DB8-9420-C9EB-CF9AA5C6ED97}"/>
          </ac:spMkLst>
        </pc:spChg>
        <pc:spChg chg="del">
          <ac:chgData name="musukie52@gmail.com" userId="017bd91f96aa8751" providerId="LiveId" clId="{5B2C3894-F97E-4CAB-8812-5BB4D83AAC6A}" dt="2026-10-20T14:01:30.157" v="36186" actId="478"/>
          <ac:spMkLst>
            <pc:docMk/>
            <pc:sldMk cId="3341741370" sldId="307"/>
            <ac:spMk id="52" creationId="{352FC3B1-4187-09B8-8C05-1F062D8667BD}"/>
          </ac:spMkLst>
        </pc:spChg>
        <pc:spChg chg="del">
          <ac:chgData name="musukie52@gmail.com" userId="017bd91f96aa8751" providerId="LiveId" clId="{5B2C3894-F97E-4CAB-8812-5BB4D83AAC6A}" dt="2026-10-20T14:01:30.157" v="36186" actId="478"/>
          <ac:spMkLst>
            <pc:docMk/>
            <pc:sldMk cId="3341741370" sldId="307"/>
            <ac:spMk id="54" creationId="{ADA08568-046E-0284-A9B9-365CE0921D93}"/>
          </ac:spMkLst>
        </pc:spChg>
        <pc:spChg chg="del">
          <ac:chgData name="musukie52@gmail.com" userId="017bd91f96aa8751" providerId="LiveId" clId="{5B2C3894-F97E-4CAB-8812-5BB4D83AAC6A}" dt="2026-10-20T14:01:30.157" v="36186" actId="478"/>
          <ac:spMkLst>
            <pc:docMk/>
            <pc:sldMk cId="3341741370" sldId="307"/>
            <ac:spMk id="56" creationId="{5221287A-39CC-1FB7-EA66-EB45747D296B}"/>
          </ac:spMkLst>
        </pc:spChg>
        <pc:spChg chg="del">
          <ac:chgData name="musukie52@gmail.com" userId="017bd91f96aa8751" providerId="LiveId" clId="{5B2C3894-F97E-4CAB-8812-5BB4D83AAC6A}" dt="2026-10-20T14:01:30.157" v="36186" actId="478"/>
          <ac:spMkLst>
            <pc:docMk/>
            <pc:sldMk cId="3341741370" sldId="307"/>
            <ac:spMk id="58" creationId="{9695C727-49DA-4239-CCB9-4170C2A176C0}"/>
          </ac:spMkLst>
        </pc:spChg>
        <pc:spChg chg="del">
          <ac:chgData name="musukie52@gmail.com" userId="017bd91f96aa8751" providerId="LiveId" clId="{5B2C3894-F97E-4CAB-8812-5BB4D83AAC6A}" dt="2026-10-20T14:01:30.157" v="36186" actId="478"/>
          <ac:spMkLst>
            <pc:docMk/>
            <pc:sldMk cId="3341741370" sldId="307"/>
            <ac:spMk id="60" creationId="{85BDD0C7-6EF4-009B-CE55-872E5C1D5176}"/>
          </ac:spMkLst>
        </pc:spChg>
        <pc:spChg chg="del">
          <ac:chgData name="musukie52@gmail.com" userId="017bd91f96aa8751" providerId="LiveId" clId="{5B2C3894-F97E-4CAB-8812-5BB4D83AAC6A}" dt="2026-10-20T14:01:30.157" v="36186" actId="478"/>
          <ac:spMkLst>
            <pc:docMk/>
            <pc:sldMk cId="3341741370" sldId="307"/>
            <ac:spMk id="62" creationId="{7E0A32F6-76A1-8932-BF42-2DD595F6D28C}"/>
          </ac:spMkLst>
        </pc:spChg>
        <pc:spChg chg="del">
          <ac:chgData name="musukie52@gmail.com" userId="017bd91f96aa8751" providerId="LiveId" clId="{5B2C3894-F97E-4CAB-8812-5BB4D83AAC6A}" dt="2026-10-20T14:01:28.709" v="36185" actId="478"/>
          <ac:spMkLst>
            <pc:docMk/>
            <pc:sldMk cId="3341741370" sldId="307"/>
            <ac:spMk id="64" creationId="{589171F4-C296-7D0F-580D-DB956AF6C7D2}"/>
          </ac:spMkLst>
        </pc:spChg>
        <pc:spChg chg="del">
          <ac:chgData name="musukie52@gmail.com" userId="017bd91f96aa8751" providerId="LiveId" clId="{5B2C3894-F97E-4CAB-8812-5BB4D83AAC6A}" dt="2026-10-20T14:01:28.709" v="36185" actId="478"/>
          <ac:spMkLst>
            <pc:docMk/>
            <pc:sldMk cId="3341741370" sldId="307"/>
            <ac:spMk id="66" creationId="{09860DD8-2DD5-4EDA-5358-B0A5B503399D}"/>
          </ac:spMkLst>
        </pc:spChg>
        <pc:spChg chg="del">
          <ac:chgData name="musukie52@gmail.com" userId="017bd91f96aa8751" providerId="LiveId" clId="{5B2C3894-F97E-4CAB-8812-5BB4D83AAC6A}" dt="2026-10-20T14:01:28.709" v="36185" actId="478"/>
          <ac:spMkLst>
            <pc:docMk/>
            <pc:sldMk cId="3341741370" sldId="307"/>
            <ac:spMk id="68" creationId="{D6A34CF1-4263-1761-0565-19EBEC1BBCD6}"/>
          </ac:spMkLst>
        </pc:spChg>
        <pc:spChg chg="del">
          <ac:chgData name="musukie52@gmail.com" userId="017bd91f96aa8751" providerId="LiveId" clId="{5B2C3894-F97E-4CAB-8812-5BB4D83AAC6A}" dt="2026-10-20T14:01:28.709" v="36185" actId="478"/>
          <ac:spMkLst>
            <pc:docMk/>
            <pc:sldMk cId="3341741370" sldId="307"/>
            <ac:spMk id="70" creationId="{6CBD34D7-D959-8BA6-A781-B70CE0AB9A2D}"/>
          </ac:spMkLst>
        </pc:spChg>
        <pc:spChg chg="del">
          <ac:chgData name="musukie52@gmail.com" userId="017bd91f96aa8751" providerId="LiveId" clId="{5B2C3894-F97E-4CAB-8812-5BB4D83AAC6A}" dt="2026-10-20T14:01:28.709" v="36185" actId="478"/>
          <ac:spMkLst>
            <pc:docMk/>
            <pc:sldMk cId="3341741370" sldId="307"/>
            <ac:spMk id="72" creationId="{EA6FA66C-8BB9-8E74-2122-88E86C28C209}"/>
          </ac:spMkLst>
        </pc:spChg>
        <pc:spChg chg="del">
          <ac:chgData name="musukie52@gmail.com" userId="017bd91f96aa8751" providerId="LiveId" clId="{5B2C3894-F97E-4CAB-8812-5BB4D83AAC6A}" dt="2026-10-20T14:01:28.709" v="36185" actId="478"/>
          <ac:spMkLst>
            <pc:docMk/>
            <pc:sldMk cId="3341741370" sldId="307"/>
            <ac:spMk id="74" creationId="{1694F1D4-7F35-C072-BCE7-B2718EC7E053}"/>
          </ac:spMkLst>
        </pc:spChg>
        <pc:spChg chg="del">
          <ac:chgData name="musukie52@gmail.com" userId="017bd91f96aa8751" providerId="LiveId" clId="{5B2C3894-F97E-4CAB-8812-5BB4D83AAC6A}" dt="2026-10-20T14:01:28.709" v="36185" actId="478"/>
          <ac:spMkLst>
            <pc:docMk/>
            <pc:sldMk cId="3341741370" sldId="307"/>
            <ac:spMk id="76" creationId="{F7F77AB9-7CA9-81B6-0A1F-3B524A72CEB8}"/>
          </ac:spMkLst>
        </pc:spChg>
        <pc:picChg chg="add del mod">
          <ac:chgData name="musukie52@gmail.com" userId="017bd91f96aa8751" providerId="LiveId" clId="{5B2C3894-F97E-4CAB-8812-5BB4D83AAC6A}" dt="2026-10-20T12:27:53.079" v="31593" actId="21"/>
          <ac:picMkLst>
            <pc:docMk/>
            <pc:sldMk cId="3341741370" sldId="307"/>
            <ac:picMk id="13" creationId="{A3AF8EDD-E6B2-2B05-15A9-16316D976D15}"/>
          </ac:picMkLst>
        </pc:picChg>
        <pc:picChg chg="add del mod">
          <ac:chgData name="musukie52@gmail.com" userId="017bd91f96aa8751" providerId="LiveId" clId="{5B2C3894-F97E-4CAB-8812-5BB4D83AAC6A}" dt="2026-10-20T12:27:53.079" v="31593" actId="21"/>
          <ac:picMkLst>
            <pc:docMk/>
            <pc:sldMk cId="3341741370" sldId="307"/>
            <ac:picMk id="15" creationId="{02EA06EC-A516-D246-ABBE-FCFC0A573BBA}"/>
          </ac:picMkLst>
        </pc:picChg>
        <pc:picChg chg="add del mod">
          <ac:chgData name="musukie52@gmail.com" userId="017bd91f96aa8751" providerId="LiveId" clId="{5B2C3894-F97E-4CAB-8812-5BB4D83AAC6A}" dt="2026-10-20T12:27:53.079" v="31593" actId="21"/>
          <ac:picMkLst>
            <pc:docMk/>
            <pc:sldMk cId="3341741370" sldId="307"/>
            <ac:picMk id="17" creationId="{F04603A0-A974-0745-B4A7-A08217A451E5}"/>
          </ac:picMkLst>
        </pc:picChg>
        <pc:picChg chg="add del mod">
          <ac:chgData name="musukie52@gmail.com" userId="017bd91f96aa8751" providerId="LiveId" clId="{5B2C3894-F97E-4CAB-8812-5BB4D83AAC6A}" dt="2026-10-20T12:27:53.079" v="31593" actId="21"/>
          <ac:picMkLst>
            <pc:docMk/>
            <pc:sldMk cId="3341741370" sldId="307"/>
            <ac:picMk id="19" creationId="{0EBF2413-A7E6-2832-A0E8-6BE967685680}"/>
          </ac:picMkLst>
        </pc:picChg>
        <pc:picChg chg="add mod">
          <ac:chgData name="musukie52@gmail.com" userId="017bd91f96aa8751" providerId="LiveId" clId="{5B2C3894-F97E-4CAB-8812-5BB4D83AAC6A}" dt="2026-10-20T15:42:17.401" v="39504" actId="1038"/>
          <ac:picMkLst>
            <pc:docMk/>
            <pc:sldMk cId="3341741370" sldId="307"/>
            <ac:picMk id="21" creationId="{97F0308E-E488-8324-D707-5DE6EC0B7056}"/>
          </ac:picMkLst>
        </pc:picChg>
        <pc:picChg chg="add mod">
          <ac:chgData name="musukie52@gmail.com" userId="017bd91f96aa8751" providerId="LiveId" clId="{5B2C3894-F97E-4CAB-8812-5BB4D83AAC6A}" dt="2026-10-20T15:42:10.667" v="39494" actId="1037"/>
          <ac:picMkLst>
            <pc:docMk/>
            <pc:sldMk cId="3341741370" sldId="307"/>
            <ac:picMk id="23" creationId="{23F44C6C-5C0B-E50D-3E13-B349E382FAFC}"/>
          </ac:picMkLst>
        </pc:picChg>
        <pc:picChg chg="add mod">
          <ac:chgData name="musukie52@gmail.com" userId="017bd91f96aa8751" providerId="LiveId" clId="{5B2C3894-F97E-4CAB-8812-5BB4D83AAC6A}" dt="2026-10-20T15:42:17.401" v="39504" actId="1038"/>
          <ac:picMkLst>
            <pc:docMk/>
            <pc:sldMk cId="3341741370" sldId="307"/>
            <ac:picMk id="25" creationId="{32DB29CB-BC5D-347A-1AC7-1C146C52BE83}"/>
          </ac:picMkLst>
        </pc:picChg>
        <pc:picChg chg="add mod">
          <ac:chgData name="musukie52@gmail.com" userId="017bd91f96aa8751" providerId="LiveId" clId="{5B2C3894-F97E-4CAB-8812-5BB4D83AAC6A}" dt="2026-10-20T15:42:10.667" v="39494" actId="1037"/>
          <ac:picMkLst>
            <pc:docMk/>
            <pc:sldMk cId="3341741370" sldId="307"/>
            <ac:picMk id="27" creationId="{981F2772-2076-B2BC-E0A6-0F144C2A19A5}"/>
          </ac:picMkLst>
        </pc:picChg>
        <pc:cxnChg chg="mod">
          <ac:chgData name="musukie52@gmail.com" userId="017bd91f96aa8751" providerId="LiveId" clId="{5B2C3894-F97E-4CAB-8812-5BB4D83AAC6A}" dt="2026-10-20T12:25:56.133" v="31531" actId="208"/>
          <ac:cxnSpMkLst>
            <pc:docMk/>
            <pc:sldMk cId="3341741370" sldId="307"/>
            <ac:cxnSpMk id="46" creationId="{BA0AB98F-FDCA-9B8B-BDBE-CBE217CA9368}"/>
          </ac:cxnSpMkLst>
        </pc:cxnChg>
      </pc:sldChg>
      <pc:sldChg chg="addSp delSp modSp add mod">
        <pc:chgData name="musukie52@gmail.com" userId="017bd91f96aa8751" providerId="LiveId" clId="{5B2C3894-F97E-4CAB-8812-5BB4D83AAC6A}" dt="2026-10-20T14:48:16.801" v="37302" actId="14100"/>
        <pc:sldMkLst>
          <pc:docMk/>
          <pc:sldMk cId="2174233081" sldId="308"/>
        </pc:sldMkLst>
        <pc:spChg chg="add mod">
          <ac:chgData name="musukie52@gmail.com" userId="017bd91f96aa8751" providerId="LiveId" clId="{5B2C3894-F97E-4CAB-8812-5BB4D83AAC6A}" dt="2026-10-18T06:55:00.089" v="21598" actId="20577"/>
          <ac:spMkLst>
            <pc:docMk/>
            <pc:sldMk cId="2174233081" sldId="308"/>
            <ac:spMk id="3" creationId="{82F24262-342B-184F-9878-43F93A1953B6}"/>
          </ac:spMkLst>
        </pc:spChg>
        <pc:spChg chg="add del mod">
          <ac:chgData name="musukie52@gmail.com" userId="017bd91f96aa8751" providerId="LiveId" clId="{5B2C3894-F97E-4CAB-8812-5BB4D83AAC6A}" dt="2026-10-20T14:48:16.801" v="37302" actId="14100"/>
          <ac:spMkLst>
            <pc:docMk/>
            <pc:sldMk cId="2174233081" sldId="308"/>
            <ac:spMk id="4" creationId="{D13DE5E9-F0CA-1D37-C2D7-692B6E9BD98A}"/>
          </ac:spMkLst>
        </pc:spChg>
        <pc:spChg chg="mod">
          <ac:chgData name="musukie52@gmail.com" userId="017bd91f96aa8751" providerId="LiveId" clId="{5B2C3894-F97E-4CAB-8812-5BB4D83AAC6A}" dt="2026-10-20T12:35:38.875" v="32312" actId="20577"/>
          <ac:spMkLst>
            <pc:docMk/>
            <pc:sldMk cId="2174233081" sldId="308"/>
            <ac:spMk id="5" creationId="{FBB0DCB1-E81D-1440-F247-4F0C9DAFDAA8}"/>
          </ac:spMkLst>
        </pc:spChg>
        <pc:spChg chg="add">
          <ac:chgData name="musukie52@gmail.com" userId="017bd91f96aa8751" providerId="LiveId" clId="{5B2C3894-F97E-4CAB-8812-5BB4D83AAC6A}" dt="2026-10-20T12:35:08.397" v="32132" actId="22"/>
          <ac:spMkLst>
            <pc:docMk/>
            <pc:sldMk cId="2174233081" sldId="308"/>
            <ac:spMk id="7" creationId="{D8252F95-7FE7-9A41-F5F4-4F11A8469F43}"/>
          </ac:spMkLst>
        </pc:spChg>
        <pc:spChg chg="add del mod">
          <ac:chgData name="musukie52@gmail.com" userId="017bd91f96aa8751" providerId="LiveId" clId="{5B2C3894-F97E-4CAB-8812-5BB4D83AAC6A}" dt="2026-10-20T12:51:27.491" v="33423" actId="1076"/>
          <ac:spMkLst>
            <pc:docMk/>
            <pc:sldMk cId="2174233081" sldId="308"/>
            <ac:spMk id="9" creationId="{75F24BB6-E960-7DC2-1D13-81368CF96763}"/>
          </ac:spMkLst>
        </pc:spChg>
        <pc:spChg chg="add mod">
          <ac:chgData name="musukie52@gmail.com" userId="017bd91f96aa8751" providerId="LiveId" clId="{5B2C3894-F97E-4CAB-8812-5BB4D83AAC6A}" dt="2026-10-20T12:51:27.491" v="33423" actId="1076"/>
          <ac:spMkLst>
            <pc:docMk/>
            <pc:sldMk cId="2174233081" sldId="308"/>
            <ac:spMk id="11" creationId="{1C855F39-A965-125D-E06E-811169C51349}"/>
          </ac:spMkLst>
        </pc:spChg>
        <pc:spChg chg="add del mod">
          <ac:chgData name="musukie52@gmail.com" userId="017bd91f96aa8751" providerId="LiveId" clId="{5B2C3894-F97E-4CAB-8812-5BB4D83AAC6A}" dt="2026-10-20T12:38:16.232" v="32550" actId="21"/>
          <ac:spMkLst>
            <pc:docMk/>
            <pc:sldMk cId="2174233081" sldId="308"/>
            <ac:spMk id="12" creationId="{BFFD3116-6103-C78E-7D52-F3DD2DE5D65F}"/>
          </ac:spMkLst>
        </pc:spChg>
        <pc:spChg chg="add del mod">
          <ac:chgData name="musukie52@gmail.com" userId="017bd91f96aa8751" providerId="LiveId" clId="{5B2C3894-F97E-4CAB-8812-5BB4D83AAC6A}" dt="2026-10-20T12:39:37.887" v="32569" actId="478"/>
          <ac:spMkLst>
            <pc:docMk/>
            <pc:sldMk cId="2174233081" sldId="308"/>
            <ac:spMk id="16" creationId="{B08924D1-1ABA-5FB5-D6BF-67F1C3ED955E}"/>
          </ac:spMkLst>
        </pc:spChg>
        <pc:spChg chg="add del mod">
          <ac:chgData name="musukie52@gmail.com" userId="017bd91f96aa8751" providerId="LiveId" clId="{5B2C3894-F97E-4CAB-8812-5BB4D83AAC6A}" dt="2026-10-20T12:40:28.533" v="32694" actId="21"/>
          <ac:spMkLst>
            <pc:docMk/>
            <pc:sldMk cId="2174233081" sldId="308"/>
            <ac:spMk id="17" creationId="{2552A172-14BA-9B26-1E46-BE06BE154D27}"/>
          </ac:spMkLst>
        </pc:spChg>
        <pc:spChg chg="add mod">
          <ac:chgData name="musukie52@gmail.com" userId="017bd91f96aa8751" providerId="LiveId" clId="{5B2C3894-F97E-4CAB-8812-5BB4D83AAC6A}" dt="2026-10-20T12:51:35.174" v="33424" actId="1076"/>
          <ac:spMkLst>
            <pc:docMk/>
            <pc:sldMk cId="2174233081" sldId="308"/>
            <ac:spMk id="23" creationId="{DAFDFE42-D096-FE3C-A0D7-D96FF44E67B5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26" creationId="{D73FE50D-56AF-3149-B39F-409DF5CF2185}"/>
          </ac:spMkLst>
        </pc:spChg>
        <pc:spChg chg="add mod">
          <ac:chgData name="musukie52@gmail.com" userId="017bd91f96aa8751" providerId="LiveId" clId="{5B2C3894-F97E-4CAB-8812-5BB4D83AAC6A}" dt="2026-10-20T12:51:05.084" v="33420" actId="1076"/>
          <ac:spMkLst>
            <pc:docMk/>
            <pc:sldMk cId="2174233081" sldId="308"/>
            <ac:spMk id="28" creationId="{DA23AB34-B863-DF28-17BC-38DB9D2A7B77}"/>
          </ac:spMkLst>
        </pc:spChg>
        <pc:spChg chg="add mod">
          <ac:chgData name="musukie52@gmail.com" userId="017bd91f96aa8751" providerId="LiveId" clId="{5B2C3894-F97E-4CAB-8812-5BB4D83AAC6A}" dt="2026-10-20T12:51:05.084" v="33420" actId="1076"/>
          <ac:spMkLst>
            <pc:docMk/>
            <pc:sldMk cId="2174233081" sldId="308"/>
            <ac:spMk id="30" creationId="{C1EAD10D-9ABD-20D5-DAAE-AE9F18DFE8FA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32" creationId="{5EDE920E-1221-ABD3-5165-82D4AF51C0A5}"/>
          </ac:spMkLst>
        </pc:spChg>
        <pc:spChg chg="add mod">
          <ac:chgData name="musukie52@gmail.com" userId="017bd91f96aa8751" providerId="LiveId" clId="{5B2C3894-F97E-4CAB-8812-5BB4D83AAC6A}" dt="2026-10-20T12:51:05.084" v="33420" actId="1076"/>
          <ac:spMkLst>
            <pc:docMk/>
            <pc:sldMk cId="2174233081" sldId="308"/>
            <ac:spMk id="34" creationId="{916AC0B8-625A-E97C-0D84-FE88009765D8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36" creationId="{0787B1A4-ECAE-7B91-7531-51F76118B8D0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38" creationId="{57188B4A-67FB-8F81-34E2-5B7FC8972C73}"/>
          </ac:spMkLst>
        </pc:spChg>
        <pc:spChg chg="add mod">
          <ac:chgData name="musukie52@gmail.com" userId="017bd91f96aa8751" providerId="LiveId" clId="{5B2C3894-F97E-4CAB-8812-5BB4D83AAC6A}" dt="2026-10-20T12:51:05.084" v="33420" actId="1076"/>
          <ac:spMkLst>
            <pc:docMk/>
            <pc:sldMk cId="2174233081" sldId="308"/>
            <ac:spMk id="40" creationId="{D45F6A95-E8FD-9A80-AF56-4DEAB4D52F0B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42" creationId="{F39E9CAF-C08E-B745-08A7-AC7593E90B9E}"/>
          </ac:spMkLst>
        </pc:spChg>
        <pc:spChg chg="mod">
          <ac:chgData name="musukie52@gmail.com" userId="017bd91f96aa8751" providerId="LiveId" clId="{5B2C3894-F97E-4CAB-8812-5BB4D83AAC6A}" dt="2026-10-20T12:35:17.988" v="32166" actId="20577"/>
          <ac:spMkLst>
            <pc:docMk/>
            <pc:sldMk cId="2174233081" sldId="308"/>
            <ac:spMk id="44" creationId="{2291D2BB-42D0-D3DF-6373-41B4D0B72C28}"/>
          </ac:spMkLst>
        </pc:spChg>
        <pc:spChg chg="del">
          <ac:chgData name="musukie52@gmail.com" userId="017bd91f96aa8751" providerId="LiveId" clId="{5B2C3894-F97E-4CAB-8812-5BB4D83AAC6A}" dt="2026-10-20T12:35:04.772" v="32131" actId="478"/>
          <ac:spMkLst>
            <pc:docMk/>
            <pc:sldMk cId="2174233081" sldId="308"/>
            <ac:spMk id="45" creationId="{89FCE35A-9A6F-6D25-1BB2-574DF9389B4E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47" creationId="{7DE313D0-9F3D-03B0-E5AD-127710A78404}"/>
          </ac:spMkLst>
        </pc:spChg>
        <pc:spChg chg="del">
          <ac:chgData name="musukie52@gmail.com" userId="017bd91f96aa8751" providerId="LiveId" clId="{5B2C3894-F97E-4CAB-8812-5BB4D83AAC6A}" dt="2026-10-20T14:01:14.677" v="36184" actId="478"/>
          <ac:spMkLst>
            <pc:docMk/>
            <pc:sldMk cId="2174233081" sldId="308"/>
            <ac:spMk id="48" creationId="{DA5C3C0F-547A-B7D6-2458-FD6418FD6915}"/>
          </ac:spMkLst>
        </pc:spChg>
        <pc:spChg chg="del">
          <ac:chgData name="musukie52@gmail.com" userId="017bd91f96aa8751" providerId="LiveId" clId="{5B2C3894-F97E-4CAB-8812-5BB4D83AAC6A}" dt="2026-10-20T14:01:14.677" v="36184" actId="478"/>
          <ac:spMkLst>
            <pc:docMk/>
            <pc:sldMk cId="2174233081" sldId="308"/>
            <ac:spMk id="50" creationId="{9159EC77-7961-474E-B0A8-2618DD3EB33B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51" creationId="{F6279C62-2DF0-58EB-70F0-FA3755F36E15}"/>
          </ac:spMkLst>
        </pc:spChg>
        <pc:spChg chg="del">
          <ac:chgData name="musukie52@gmail.com" userId="017bd91f96aa8751" providerId="LiveId" clId="{5B2C3894-F97E-4CAB-8812-5BB4D83AAC6A}" dt="2026-10-20T14:01:14.677" v="36184" actId="478"/>
          <ac:spMkLst>
            <pc:docMk/>
            <pc:sldMk cId="2174233081" sldId="308"/>
            <ac:spMk id="52" creationId="{F99505E5-F63B-E2EE-46A3-44F244F7381E}"/>
          </ac:spMkLst>
        </pc:spChg>
        <pc:spChg chg="del">
          <ac:chgData name="musukie52@gmail.com" userId="017bd91f96aa8751" providerId="LiveId" clId="{5B2C3894-F97E-4CAB-8812-5BB4D83AAC6A}" dt="2026-10-20T14:01:14.677" v="36184" actId="478"/>
          <ac:spMkLst>
            <pc:docMk/>
            <pc:sldMk cId="2174233081" sldId="308"/>
            <ac:spMk id="54" creationId="{17F9B7C6-06C8-F1D9-6D8C-A6062E9968BE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55" creationId="{8B5DBCAE-65E1-33D4-8671-98049AFA99D6}"/>
          </ac:spMkLst>
        </pc:spChg>
        <pc:spChg chg="del">
          <ac:chgData name="musukie52@gmail.com" userId="017bd91f96aa8751" providerId="LiveId" clId="{5B2C3894-F97E-4CAB-8812-5BB4D83AAC6A}" dt="2026-10-20T14:01:14.677" v="36184" actId="478"/>
          <ac:spMkLst>
            <pc:docMk/>
            <pc:sldMk cId="2174233081" sldId="308"/>
            <ac:spMk id="56" creationId="{F5905134-1117-422D-9048-D17C28BEFFCD}"/>
          </ac:spMkLst>
        </pc:spChg>
        <pc:spChg chg="del">
          <ac:chgData name="musukie52@gmail.com" userId="017bd91f96aa8751" providerId="LiveId" clId="{5B2C3894-F97E-4CAB-8812-5BB4D83AAC6A}" dt="2026-10-20T14:01:14.677" v="36184" actId="478"/>
          <ac:spMkLst>
            <pc:docMk/>
            <pc:sldMk cId="2174233081" sldId="308"/>
            <ac:spMk id="58" creationId="{5C289D94-0AB4-DE93-3279-D100ABC872DA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59" creationId="{6AD395F6-A661-A155-62D3-CAE2F06486FD}"/>
          </ac:spMkLst>
        </pc:spChg>
        <pc:spChg chg="del">
          <ac:chgData name="musukie52@gmail.com" userId="017bd91f96aa8751" providerId="LiveId" clId="{5B2C3894-F97E-4CAB-8812-5BB4D83AAC6A}" dt="2026-10-20T14:01:14.677" v="36184" actId="478"/>
          <ac:spMkLst>
            <pc:docMk/>
            <pc:sldMk cId="2174233081" sldId="308"/>
            <ac:spMk id="60" creationId="{CE0EB4AE-CA8B-40C3-A5E3-255036502CED}"/>
          </ac:spMkLst>
        </pc:spChg>
        <pc:spChg chg="del">
          <ac:chgData name="musukie52@gmail.com" userId="017bd91f96aa8751" providerId="LiveId" clId="{5B2C3894-F97E-4CAB-8812-5BB4D83AAC6A}" dt="2026-10-20T14:01:14.677" v="36184" actId="478"/>
          <ac:spMkLst>
            <pc:docMk/>
            <pc:sldMk cId="2174233081" sldId="308"/>
            <ac:spMk id="62" creationId="{383430BB-68B8-3F9F-E3B4-EAB799D15325}"/>
          </ac:spMkLst>
        </pc:spChg>
        <pc:spChg chg="add mod">
          <ac:chgData name="musukie52@gmail.com" userId="017bd91f96aa8751" providerId="LiveId" clId="{5B2C3894-F97E-4CAB-8812-5BB4D83AAC6A}" dt="2026-10-20T12:51:40.777" v="33425" actId="1076"/>
          <ac:spMkLst>
            <pc:docMk/>
            <pc:sldMk cId="2174233081" sldId="308"/>
            <ac:spMk id="63" creationId="{4D8A7D31-49D6-28F6-8F13-9297DF955247}"/>
          </ac:spMkLst>
        </pc:spChg>
        <pc:spChg chg="del">
          <ac:chgData name="musukie52@gmail.com" userId="017bd91f96aa8751" providerId="LiveId" clId="{5B2C3894-F97E-4CAB-8812-5BB4D83AAC6A}" dt="2026-10-20T14:01:11.520" v="36183" actId="478"/>
          <ac:spMkLst>
            <pc:docMk/>
            <pc:sldMk cId="2174233081" sldId="308"/>
            <ac:spMk id="64" creationId="{34B4F415-537D-6E3E-4A9D-55E0F5088231}"/>
          </ac:spMkLst>
        </pc:spChg>
        <pc:spChg chg="del">
          <ac:chgData name="musukie52@gmail.com" userId="017bd91f96aa8751" providerId="LiveId" clId="{5B2C3894-F97E-4CAB-8812-5BB4D83AAC6A}" dt="2026-10-20T14:01:11.520" v="36183" actId="478"/>
          <ac:spMkLst>
            <pc:docMk/>
            <pc:sldMk cId="2174233081" sldId="308"/>
            <ac:spMk id="66" creationId="{79F825BF-FE30-D777-277A-1FC38ABCD92E}"/>
          </ac:spMkLst>
        </pc:spChg>
        <pc:spChg chg="del">
          <ac:chgData name="musukie52@gmail.com" userId="017bd91f96aa8751" providerId="LiveId" clId="{5B2C3894-F97E-4CAB-8812-5BB4D83AAC6A}" dt="2026-10-20T14:01:11.520" v="36183" actId="478"/>
          <ac:spMkLst>
            <pc:docMk/>
            <pc:sldMk cId="2174233081" sldId="308"/>
            <ac:spMk id="68" creationId="{13FDECCD-D3CB-0B9E-8D95-F8E49FBA1466}"/>
          </ac:spMkLst>
        </pc:spChg>
        <pc:spChg chg="del">
          <ac:chgData name="musukie52@gmail.com" userId="017bd91f96aa8751" providerId="LiveId" clId="{5B2C3894-F97E-4CAB-8812-5BB4D83AAC6A}" dt="2026-10-20T14:01:11.520" v="36183" actId="478"/>
          <ac:spMkLst>
            <pc:docMk/>
            <pc:sldMk cId="2174233081" sldId="308"/>
            <ac:spMk id="70" creationId="{DD9AA700-4CED-7741-EE65-D69E6648CC8E}"/>
          </ac:spMkLst>
        </pc:spChg>
        <pc:spChg chg="del">
          <ac:chgData name="musukie52@gmail.com" userId="017bd91f96aa8751" providerId="LiveId" clId="{5B2C3894-F97E-4CAB-8812-5BB4D83AAC6A}" dt="2026-10-20T14:01:11.520" v="36183" actId="478"/>
          <ac:spMkLst>
            <pc:docMk/>
            <pc:sldMk cId="2174233081" sldId="308"/>
            <ac:spMk id="72" creationId="{DA1268F0-6F9B-37D7-84BF-C2D9D3FC6598}"/>
          </ac:spMkLst>
        </pc:spChg>
        <pc:spChg chg="del">
          <ac:chgData name="musukie52@gmail.com" userId="017bd91f96aa8751" providerId="LiveId" clId="{5B2C3894-F97E-4CAB-8812-5BB4D83AAC6A}" dt="2026-10-20T14:01:11.520" v="36183" actId="478"/>
          <ac:spMkLst>
            <pc:docMk/>
            <pc:sldMk cId="2174233081" sldId="308"/>
            <ac:spMk id="74" creationId="{6484E7C9-90AE-EA39-4722-0F8227B15D8D}"/>
          </ac:spMkLst>
        </pc:spChg>
        <pc:spChg chg="del">
          <ac:chgData name="musukie52@gmail.com" userId="017bd91f96aa8751" providerId="LiveId" clId="{5B2C3894-F97E-4CAB-8812-5BB4D83AAC6A}" dt="2026-10-20T14:01:11.520" v="36183" actId="478"/>
          <ac:spMkLst>
            <pc:docMk/>
            <pc:sldMk cId="2174233081" sldId="308"/>
            <ac:spMk id="76" creationId="{A5B41D00-3732-5899-1940-5C290C6A14B5}"/>
          </ac:spMkLst>
        </pc:spChg>
        <pc:spChg chg="add del mod">
          <ac:chgData name="musukie52@gmail.com" userId="017bd91f96aa8751" providerId="LiveId" clId="{5B2C3894-F97E-4CAB-8812-5BB4D83AAC6A}" dt="2026-10-20T12:38:52.272" v="32559" actId="21"/>
          <ac:spMkLst>
            <pc:docMk/>
            <pc:sldMk cId="2174233081" sldId="308"/>
            <ac:spMk id="485" creationId="{BFFD3116-6103-C78E-7D52-F3DD2DE5D65F}"/>
          </ac:spMkLst>
        </pc:spChg>
        <pc:spChg chg="add del mod">
          <ac:chgData name="musukie52@gmail.com" userId="017bd91f96aa8751" providerId="LiveId" clId="{5B2C3894-F97E-4CAB-8812-5BB4D83AAC6A}" dt="2026-10-20T12:42:33.444" v="32726" actId="21"/>
          <ac:spMkLst>
            <pc:docMk/>
            <pc:sldMk cId="2174233081" sldId="308"/>
            <ac:spMk id="487" creationId="{BFFD3116-6103-C78E-7D52-F3DD2DE5D65F}"/>
          </ac:spMkLst>
        </pc:spChg>
        <pc:spChg chg="add mod">
          <ac:chgData name="musukie52@gmail.com" userId="017bd91f96aa8751" providerId="LiveId" clId="{5B2C3894-F97E-4CAB-8812-5BB4D83AAC6A}" dt="2026-10-20T12:51:27.491" v="33423" actId="1076"/>
          <ac:spMkLst>
            <pc:docMk/>
            <pc:sldMk cId="2174233081" sldId="308"/>
            <ac:spMk id="494" creationId="{2552A172-14BA-9B26-1E46-BE06BE154D27}"/>
          </ac:spMkLst>
        </pc:spChg>
        <pc:spChg chg="add mod">
          <ac:chgData name="musukie52@gmail.com" userId="017bd91f96aa8751" providerId="LiveId" clId="{5B2C3894-F97E-4CAB-8812-5BB4D83AAC6A}" dt="2026-10-20T12:51:27.491" v="33423" actId="1076"/>
          <ac:spMkLst>
            <pc:docMk/>
            <pc:sldMk cId="2174233081" sldId="308"/>
            <ac:spMk id="496" creationId="{BFFD3116-6103-C78E-7D52-F3DD2DE5D65F}"/>
          </ac:spMkLst>
        </pc:spChg>
        <pc:cxnChg chg="add del mod">
          <ac:chgData name="musukie52@gmail.com" userId="017bd91f96aa8751" providerId="LiveId" clId="{5B2C3894-F97E-4CAB-8812-5BB4D83AAC6A}" dt="2026-10-20T12:38:16.232" v="32550" actId="21"/>
          <ac:cxnSpMkLst>
            <pc:docMk/>
            <pc:sldMk cId="2174233081" sldId="308"/>
            <ac:cxnSpMk id="13" creationId="{BDEC9DFF-F8A2-FFE9-ACED-4368EB6F2C8E}"/>
          </ac:cxnSpMkLst>
        </pc:cxnChg>
        <pc:cxnChg chg="add del mod">
          <ac:chgData name="musukie52@gmail.com" userId="017bd91f96aa8751" providerId="LiveId" clId="{5B2C3894-F97E-4CAB-8812-5BB4D83AAC6A}" dt="2026-10-20T12:40:28.533" v="32694" actId="21"/>
          <ac:cxnSpMkLst>
            <pc:docMk/>
            <pc:sldMk cId="2174233081" sldId="308"/>
            <ac:cxnSpMk id="18" creationId="{F879002E-C498-75B0-1434-94E53B880CE8}"/>
          </ac:cxnSpMkLst>
        </pc:cxnChg>
        <pc:cxnChg chg="add mod">
          <ac:chgData name="musukie52@gmail.com" userId="017bd91f96aa8751" providerId="LiveId" clId="{5B2C3894-F97E-4CAB-8812-5BB4D83AAC6A}" dt="2026-10-20T12:51:27.491" v="33423" actId="1076"/>
          <ac:cxnSpMkLst>
            <pc:docMk/>
            <pc:sldMk cId="2174233081" sldId="308"/>
            <ac:cxnSpMk id="24" creationId="{A96BBE90-CA37-A1F2-4DBA-369DCB9C2D4E}"/>
          </ac:cxnSpMkLst>
        </pc:cxnChg>
        <pc:cxnChg chg="mod">
          <ac:chgData name="musukie52@gmail.com" userId="017bd91f96aa8751" providerId="LiveId" clId="{5B2C3894-F97E-4CAB-8812-5BB4D83AAC6A}" dt="2026-10-20T12:52:58.226" v="33437" actId="208"/>
          <ac:cxnSpMkLst>
            <pc:docMk/>
            <pc:sldMk cId="2174233081" sldId="308"/>
            <ac:cxnSpMk id="46" creationId="{73D60400-A6CB-FD6F-50C0-A1784541BFC9}"/>
          </ac:cxnSpMkLst>
        </pc:cxnChg>
        <pc:cxnChg chg="add del mod">
          <ac:chgData name="musukie52@gmail.com" userId="017bd91f96aa8751" providerId="LiveId" clId="{5B2C3894-F97E-4CAB-8812-5BB4D83AAC6A}" dt="2026-10-20T12:38:52.272" v="32559" actId="21"/>
          <ac:cxnSpMkLst>
            <pc:docMk/>
            <pc:sldMk cId="2174233081" sldId="308"/>
            <ac:cxnSpMk id="486" creationId="{BDEC9DFF-F8A2-FFE9-ACED-4368EB6F2C8E}"/>
          </ac:cxnSpMkLst>
        </pc:cxnChg>
        <pc:cxnChg chg="add del mod">
          <ac:chgData name="musukie52@gmail.com" userId="017bd91f96aa8751" providerId="LiveId" clId="{5B2C3894-F97E-4CAB-8812-5BB4D83AAC6A}" dt="2026-10-20T12:42:33.444" v="32726" actId="21"/>
          <ac:cxnSpMkLst>
            <pc:docMk/>
            <pc:sldMk cId="2174233081" sldId="308"/>
            <ac:cxnSpMk id="488" creationId="{BDEC9DFF-F8A2-FFE9-ACED-4368EB6F2C8E}"/>
          </ac:cxnSpMkLst>
        </pc:cxnChg>
        <pc:cxnChg chg="add mod">
          <ac:chgData name="musukie52@gmail.com" userId="017bd91f96aa8751" providerId="LiveId" clId="{5B2C3894-F97E-4CAB-8812-5BB4D83AAC6A}" dt="2026-10-20T12:51:27.491" v="33423" actId="1076"/>
          <ac:cxnSpMkLst>
            <pc:docMk/>
            <pc:sldMk cId="2174233081" sldId="308"/>
            <ac:cxnSpMk id="495" creationId="{F879002E-C498-75B0-1434-94E53B880CE8}"/>
          </ac:cxnSpMkLst>
        </pc:cxnChg>
        <pc:cxnChg chg="add mod">
          <ac:chgData name="musukie52@gmail.com" userId="017bd91f96aa8751" providerId="LiveId" clId="{5B2C3894-F97E-4CAB-8812-5BB4D83AAC6A}" dt="2026-10-20T12:51:27.491" v="33423" actId="1076"/>
          <ac:cxnSpMkLst>
            <pc:docMk/>
            <pc:sldMk cId="2174233081" sldId="308"/>
            <ac:cxnSpMk id="497" creationId="{BDEC9DFF-F8A2-FFE9-ACED-4368EB6F2C8E}"/>
          </ac:cxnSpMkLst>
        </pc:cxnChg>
      </pc:sldChg>
      <pc:sldChg chg="addSp delSp modSp add mod">
        <pc:chgData name="musukie52@gmail.com" userId="017bd91f96aa8751" providerId="LiveId" clId="{5B2C3894-F97E-4CAB-8812-5BB4D83AAC6A}" dt="2026-10-20T13:07:52.533" v="34479" actId="1076"/>
        <pc:sldMkLst>
          <pc:docMk/>
          <pc:sldMk cId="4056655847" sldId="309"/>
        </pc:sldMkLst>
        <pc:spChg chg="add mod">
          <ac:chgData name="musukie52@gmail.com" userId="017bd91f96aa8751" providerId="LiveId" clId="{5B2C3894-F97E-4CAB-8812-5BB4D83AAC6A}" dt="2026-10-20T12:54:42.111" v="33636" actId="1076"/>
          <ac:spMkLst>
            <pc:docMk/>
            <pc:sldMk cId="4056655847" sldId="309"/>
            <ac:spMk id="2" creationId="{DEDD7856-D939-08B8-2A22-8680B097B3A0}"/>
          </ac:spMkLst>
        </pc:spChg>
        <pc:spChg chg="add mod">
          <ac:chgData name="musukie52@gmail.com" userId="017bd91f96aa8751" providerId="LiveId" clId="{5B2C3894-F97E-4CAB-8812-5BB4D83AAC6A}" dt="2026-10-18T06:55:05.175" v="21601" actId="20577"/>
          <ac:spMkLst>
            <pc:docMk/>
            <pc:sldMk cId="4056655847" sldId="309"/>
            <ac:spMk id="3" creationId="{8D061C1E-FFC7-6067-2CCF-08F326ED405F}"/>
          </ac:spMkLst>
        </pc:spChg>
        <pc:spChg chg="mod">
          <ac:chgData name="musukie52@gmail.com" userId="017bd91f96aa8751" providerId="LiveId" clId="{5B2C3894-F97E-4CAB-8812-5BB4D83AAC6A}" dt="2026-10-20T12:54:07.901" v="33629" actId="20577"/>
          <ac:spMkLst>
            <pc:docMk/>
            <pc:sldMk cId="4056655847" sldId="309"/>
            <ac:spMk id="5" creationId="{49ACC311-4767-F382-83CE-03A3E8CCEA40}"/>
          </ac:spMkLst>
        </pc:spChg>
        <pc:spChg chg="add mod">
          <ac:chgData name="musukie52@gmail.com" userId="017bd91f96aa8751" providerId="LiveId" clId="{5B2C3894-F97E-4CAB-8812-5BB4D83AAC6A}" dt="2026-10-20T13:05:54.046" v="34289" actId="1076"/>
          <ac:spMkLst>
            <pc:docMk/>
            <pc:sldMk cId="4056655847" sldId="309"/>
            <ac:spMk id="6" creationId="{9071239D-F26B-F38D-436C-A96AED0A8EE0}"/>
          </ac:spMkLst>
        </pc:spChg>
        <pc:spChg chg="add mod">
          <ac:chgData name="musukie52@gmail.com" userId="017bd91f96aa8751" providerId="LiveId" clId="{5B2C3894-F97E-4CAB-8812-5BB4D83AAC6A}" dt="2026-10-20T12:58:22.710" v="33746" actId="2710"/>
          <ac:spMkLst>
            <pc:docMk/>
            <pc:sldMk cId="4056655847" sldId="309"/>
            <ac:spMk id="20" creationId="{7F73A907-AB3D-6ADD-6B0B-8197AA306DE3}"/>
          </ac:spMkLst>
        </pc:spChg>
        <pc:spChg chg="add mod">
          <ac:chgData name="musukie52@gmail.com" userId="017bd91f96aa8751" providerId="LiveId" clId="{5B2C3894-F97E-4CAB-8812-5BB4D83AAC6A}" dt="2026-10-20T12:57:40.222" v="33696" actId="14100"/>
          <ac:spMkLst>
            <pc:docMk/>
            <pc:sldMk cId="4056655847" sldId="309"/>
            <ac:spMk id="22" creationId="{D03A1887-9AF6-A8A5-D9C7-EEFD385BB3F4}"/>
          </ac:spMkLst>
        </pc:spChg>
        <pc:spChg chg="add mod">
          <ac:chgData name="musukie52@gmail.com" userId="017bd91f96aa8751" providerId="LiveId" clId="{5B2C3894-F97E-4CAB-8812-5BB4D83AAC6A}" dt="2026-10-20T12:58:08.666" v="33713" actId="1035"/>
          <ac:spMkLst>
            <pc:docMk/>
            <pc:sldMk cId="4056655847" sldId="309"/>
            <ac:spMk id="24" creationId="{288CDDAA-92FA-4CA7-1CA6-F7A3250C9239}"/>
          </ac:spMkLst>
        </pc:spChg>
        <pc:spChg chg="add mod">
          <ac:chgData name="musukie52@gmail.com" userId="017bd91f96aa8751" providerId="LiveId" clId="{5B2C3894-F97E-4CAB-8812-5BB4D83AAC6A}" dt="2026-10-20T12:56:54.769" v="33659" actId="571"/>
          <ac:spMkLst>
            <pc:docMk/>
            <pc:sldMk cId="4056655847" sldId="309"/>
            <ac:spMk id="25" creationId="{9FD1B812-5251-2353-133D-728D2AB69892}"/>
          </ac:spMkLst>
        </pc:spChg>
        <pc:spChg chg="add mod">
          <ac:chgData name="musukie52@gmail.com" userId="017bd91f96aa8751" providerId="LiveId" clId="{5B2C3894-F97E-4CAB-8812-5BB4D83AAC6A}" dt="2026-10-20T12:56:54.769" v="33659" actId="571"/>
          <ac:spMkLst>
            <pc:docMk/>
            <pc:sldMk cId="4056655847" sldId="309"/>
            <ac:spMk id="26" creationId="{D8988B92-123D-4F8C-0266-1904AE1DD87F}"/>
          </ac:spMkLst>
        </pc:spChg>
        <pc:spChg chg="add mod">
          <ac:chgData name="musukie52@gmail.com" userId="017bd91f96aa8751" providerId="LiveId" clId="{5B2C3894-F97E-4CAB-8812-5BB4D83AAC6A}" dt="2026-10-20T12:56:54.769" v="33659" actId="571"/>
          <ac:spMkLst>
            <pc:docMk/>
            <pc:sldMk cId="4056655847" sldId="309"/>
            <ac:spMk id="27" creationId="{70827F41-CB97-F4FE-1D94-BD8F7F58302E}"/>
          </ac:spMkLst>
        </pc:spChg>
        <pc:spChg chg="add del mod">
          <ac:chgData name="musukie52@gmail.com" userId="017bd91f96aa8751" providerId="LiveId" clId="{5B2C3894-F97E-4CAB-8812-5BB4D83AAC6A}" dt="2026-10-20T12:59:41.729" v="33875" actId="21"/>
          <ac:spMkLst>
            <pc:docMk/>
            <pc:sldMk cId="4056655847" sldId="309"/>
            <ac:spMk id="29" creationId="{75C75545-B6C5-1041-70B7-7088ACACABFF}"/>
          </ac:spMkLst>
        </pc:spChg>
        <pc:spChg chg="add mod">
          <ac:chgData name="musukie52@gmail.com" userId="017bd91f96aa8751" providerId="LiveId" clId="{5B2C3894-F97E-4CAB-8812-5BB4D83AAC6A}" dt="2026-10-20T13:05:54.046" v="34289" actId="1076"/>
          <ac:spMkLst>
            <pc:docMk/>
            <pc:sldMk cId="4056655847" sldId="309"/>
            <ac:spMk id="31" creationId="{662673D0-3B26-0330-6742-DBD417CC6611}"/>
          </ac:spMkLst>
        </pc:spChg>
        <pc:spChg chg="add mod">
          <ac:chgData name="musukie52@gmail.com" userId="017bd91f96aa8751" providerId="LiveId" clId="{5B2C3894-F97E-4CAB-8812-5BB4D83AAC6A}" dt="2026-10-20T13:00:35.954" v="33980" actId="2711"/>
          <ac:spMkLst>
            <pc:docMk/>
            <pc:sldMk cId="4056655847" sldId="309"/>
            <ac:spMk id="33" creationId="{88DCDA4E-A4CF-14D5-3BA5-1046F5C00F54}"/>
          </ac:spMkLst>
        </pc:spChg>
        <pc:spChg chg="add mod">
          <ac:chgData name="musukie52@gmail.com" userId="017bd91f96aa8751" providerId="LiveId" clId="{5B2C3894-F97E-4CAB-8812-5BB4D83AAC6A}" dt="2026-10-20T13:05:54.046" v="34289" actId="1076"/>
          <ac:spMkLst>
            <pc:docMk/>
            <pc:sldMk cId="4056655847" sldId="309"/>
            <ac:spMk id="35" creationId="{033A4DA0-A281-8B2B-737B-51D25C93031B}"/>
          </ac:spMkLst>
        </pc:spChg>
        <pc:spChg chg="add mod">
          <ac:chgData name="musukie52@gmail.com" userId="017bd91f96aa8751" providerId="LiveId" clId="{5B2C3894-F97E-4CAB-8812-5BB4D83AAC6A}" dt="2026-10-20T13:05:32.459" v="34285" actId="1076"/>
          <ac:spMkLst>
            <pc:docMk/>
            <pc:sldMk cId="4056655847" sldId="309"/>
            <ac:spMk id="39" creationId="{4BF52857-F04C-BEDD-0380-875684BB7900}"/>
          </ac:spMkLst>
        </pc:spChg>
        <pc:spChg chg="add mod">
          <ac:chgData name="musukie52@gmail.com" userId="017bd91f96aa8751" providerId="LiveId" clId="{5B2C3894-F97E-4CAB-8812-5BB4D83AAC6A}" dt="2026-10-20T13:05:54.046" v="34289" actId="1076"/>
          <ac:spMkLst>
            <pc:docMk/>
            <pc:sldMk cId="4056655847" sldId="309"/>
            <ac:spMk id="41" creationId="{EF9EE265-A135-763E-FA09-10815C746BBA}"/>
          </ac:spMkLst>
        </pc:spChg>
        <pc:spChg chg="add mod">
          <ac:chgData name="musukie52@gmail.com" userId="017bd91f96aa8751" providerId="LiveId" clId="{5B2C3894-F97E-4CAB-8812-5BB4D83AAC6A}" dt="2026-10-20T13:05:32.459" v="34285" actId="1076"/>
          <ac:spMkLst>
            <pc:docMk/>
            <pc:sldMk cId="4056655847" sldId="309"/>
            <ac:spMk id="43" creationId="{55D1BB39-1A6F-37AD-4515-978593BCF087}"/>
          </ac:spMkLst>
        </pc:spChg>
        <pc:spChg chg="mod">
          <ac:chgData name="musukie52@gmail.com" userId="017bd91f96aa8751" providerId="LiveId" clId="{5B2C3894-F97E-4CAB-8812-5BB4D83AAC6A}" dt="2026-10-20T12:53:19.178" v="33494" actId="20577"/>
          <ac:spMkLst>
            <pc:docMk/>
            <pc:sldMk cId="4056655847" sldId="309"/>
            <ac:spMk id="44" creationId="{9AF18FCA-C6A7-AEF6-D4E6-5B82D74F6745}"/>
          </ac:spMkLst>
        </pc:spChg>
        <pc:spChg chg="mod">
          <ac:chgData name="musukie52@gmail.com" userId="017bd91f96aa8751" providerId="LiveId" clId="{5B2C3894-F97E-4CAB-8812-5BB4D83AAC6A}" dt="2026-10-20T12:53:11.293" v="33458" actId="20577"/>
          <ac:spMkLst>
            <pc:docMk/>
            <pc:sldMk cId="4056655847" sldId="309"/>
            <ac:spMk id="45" creationId="{280B5F35-ABF6-607A-96E6-F396F2061675}"/>
          </ac:spMkLst>
        </pc:spChg>
        <pc:spChg chg="add mod">
          <ac:chgData name="musukie52@gmail.com" userId="017bd91f96aa8751" providerId="LiveId" clId="{5B2C3894-F97E-4CAB-8812-5BB4D83AAC6A}" dt="2026-10-20T13:04:25.390" v="34274" actId="1076"/>
          <ac:spMkLst>
            <pc:docMk/>
            <pc:sldMk cId="4056655847" sldId="309"/>
            <ac:spMk id="49" creationId="{BB958BCF-68F5-6DF3-28E7-AA7B684C39D3}"/>
          </ac:spMkLst>
        </pc:spChg>
        <pc:spChg chg="add mod">
          <ac:chgData name="musukie52@gmail.com" userId="017bd91f96aa8751" providerId="LiveId" clId="{5B2C3894-F97E-4CAB-8812-5BB4D83AAC6A}" dt="2026-10-20T13:05:12.579" v="34284" actId="14100"/>
          <ac:spMkLst>
            <pc:docMk/>
            <pc:sldMk cId="4056655847" sldId="309"/>
            <ac:spMk id="51" creationId="{CCFB3E9E-8300-D805-36ED-2C6A6F5C38E1}"/>
          </ac:spMkLst>
        </pc:spChg>
        <pc:spChg chg="add mod">
          <ac:chgData name="musukie52@gmail.com" userId="017bd91f96aa8751" providerId="LiveId" clId="{5B2C3894-F97E-4CAB-8812-5BB4D83AAC6A}" dt="2026-10-20T13:07:52.533" v="34479" actId="1076"/>
          <ac:spMkLst>
            <pc:docMk/>
            <pc:sldMk cId="4056655847" sldId="309"/>
            <ac:spMk id="55" creationId="{F73B4E4F-585E-EDA3-F022-BC15BB11B2CA}"/>
          </ac:spMkLst>
        </pc:spChg>
        <pc:spChg chg="add mod ord">
          <ac:chgData name="musukie52@gmail.com" userId="017bd91f96aa8751" providerId="LiveId" clId="{5B2C3894-F97E-4CAB-8812-5BB4D83AAC6A}" dt="2026-10-20T13:06:02.637" v="34291" actId="167"/>
          <ac:spMkLst>
            <pc:docMk/>
            <pc:sldMk cId="4056655847" sldId="309"/>
            <ac:spMk id="59" creationId="{13ED7114-38B2-B3AD-A378-E9FA1F5DA94C}"/>
          </ac:spMkLst>
        </pc:spChg>
        <pc:spChg chg="add mod">
          <ac:chgData name="musukie52@gmail.com" userId="017bd91f96aa8751" providerId="LiveId" clId="{5B2C3894-F97E-4CAB-8812-5BB4D83AAC6A}" dt="2026-10-20T13:07:17.347" v="34406" actId="1076"/>
          <ac:spMkLst>
            <pc:docMk/>
            <pc:sldMk cId="4056655847" sldId="309"/>
            <ac:spMk id="63" creationId="{DDF64D20-5D26-B37F-1E9B-4D69D86BEADE}"/>
          </ac:spMkLst>
        </pc:spChg>
        <pc:spChg chg="add mod">
          <ac:chgData name="musukie52@gmail.com" userId="017bd91f96aa8751" providerId="LiveId" clId="{5B2C3894-F97E-4CAB-8812-5BB4D83AAC6A}" dt="2026-10-20T13:06:49.212" v="34357" actId="207"/>
          <ac:spMkLst>
            <pc:docMk/>
            <pc:sldMk cId="4056655847" sldId="309"/>
            <ac:spMk id="67" creationId="{B2193080-80B7-9442-A687-39A114853188}"/>
          </ac:spMkLst>
        </pc:spChg>
        <pc:spChg chg="add mod">
          <ac:chgData name="musukie52@gmail.com" userId="017bd91f96aa8751" providerId="LiveId" clId="{5B2C3894-F97E-4CAB-8812-5BB4D83AAC6A}" dt="2026-10-20T13:07:10.732" v="34405" actId="1076"/>
          <ac:spMkLst>
            <pc:docMk/>
            <pc:sldMk cId="4056655847" sldId="309"/>
            <ac:spMk id="71" creationId="{A588E0D5-F357-C81B-474D-ADFAD06D15CB}"/>
          </ac:spMkLst>
        </pc:spChg>
        <pc:picChg chg="add mod">
          <ac:chgData name="musukie52@gmail.com" userId="017bd91f96aa8751" providerId="LiveId" clId="{5B2C3894-F97E-4CAB-8812-5BB4D83AAC6A}" dt="2026-10-20T13:05:54.046" v="34289" actId="1076"/>
          <ac:picMkLst>
            <pc:docMk/>
            <pc:sldMk cId="4056655847" sldId="309"/>
            <ac:picMk id="8" creationId="{AA159182-F098-9B80-2FD1-052A2550AC85}"/>
          </ac:picMkLst>
        </pc:picChg>
        <pc:picChg chg="add mod">
          <ac:chgData name="musukie52@gmail.com" userId="017bd91f96aa8751" providerId="LiveId" clId="{5B2C3894-F97E-4CAB-8812-5BB4D83AAC6A}" dt="2026-10-20T13:05:54.046" v="34289" actId="1076"/>
          <ac:picMkLst>
            <pc:docMk/>
            <pc:sldMk cId="4056655847" sldId="309"/>
            <ac:picMk id="10" creationId="{DC6A8D28-7B49-8AD1-CE43-270A7DD1D685}"/>
          </ac:picMkLst>
        </pc:picChg>
        <pc:picChg chg="add mod">
          <ac:chgData name="musukie52@gmail.com" userId="017bd91f96aa8751" providerId="LiveId" clId="{5B2C3894-F97E-4CAB-8812-5BB4D83AAC6A}" dt="2026-10-20T13:05:32.459" v="34285" actId="1076"/>
          <ac:picMkLst>
            <pc:docMk/>
            <pc:sldMk cId="4056655847" sldId="309"/>
            <ac:picMk id="12" creationId="{942111BA-3ECA-5F88-3A60-0ED0C542E08A}"/>
          </ac:picMkLst>
        </pc:picChg>
        <pc:picChg chg="add mod">
          <ac:chgData name="musukie52@gmail.com" userId="017bd91f96aa8751" providerId="LiveId" clId="{5B2C3894-F97E-4CAB-8812-5BB4D83AAC6A}" dt="2026-10-20T13:05:32.459" v="34285" actId="1076"/>
          <ac:picMkLst>
            <pc:docMk/>
            <pc:sldMk cId="4056655847" sldId="309"/>
            <ac:picMk id="14" creationId="{8714D5DF-8E64-59B0-6A56-AFEB39237D04}"/>
          </ac:picMkLst>
        </pc:picChg>
        <pc:picChg chg="add del mod modCrop">
          <ac:chgData name="musukie52@gmail.com" userId="017bd91f96aa8751" providerId="LiveId" clId="{5B2C3894-F97E-4CAB-8812-5BB4D83AAC6A}" dt="2026-10-20T12:56:22.691" v="33651" actId="21"/>
          <ac:picMkLst>
            <pc:docMk/>
            <pc:sldMk cId="4056655847" sldId="309"/>
            <ac:picMk id="16" creationId="{058B03F9-2D7A-107F-3468-AF6DCC33DA1F}"/>
          </ac:picMkLst>
        </pc:picChg>
        <pc:picChg chg="add mod">
          <ac:chgData name="musukie52@gmail.com" userId="017bd91f96aa8751" providerId="LiveId" clId="{5B2C3894-F97E-4CAB-8812-5BB4D83AAC6A}" dt="2026-10-20T12:56:31.725" v="33656" actId="1076"/>
          <ac:picMkLst>
            <pc:docMk/>
            <pc:sldMk cId="4056655847" sldId="309"/>
            <ac:picMk id="18" creationId="{6AA08B9E-AE12-6707-96CD-67B72257B2C9}"/>
          </ac:picMkLst>
        </pc:picChg>
        <pc:cxnChg chg="add mod">
          <ac:chgData name="musukie52@gmail.com" userId="017bd91f96aa8751" providerId="LiveId" clId="{5B2C3894-F97E-4CAB-8812-5BB4D83AAC6A}" dt="2026-10-20T13:05:32.459" v="34285" actId="1076"/>
          <ac:cxnSpMkLst>
            <pc:docMk/>
            <pc:sldMk cId="4056655847" sldId="309"/>
            <ac:cxnSpMk id="36" creationId="{C86F55C0-314F-3CC6-40D5-7D314262D457}"/>
          </ac:cxnSpMkLst>
        </pc:cxnChg>
        <pc:cxnChg chg="add mod">
          <ac:chgData name="musukie52@gmail.com" userId="017bd91f96aa8751" providerId="LiveId" clId="{5B2C3894-F97E-4CAB-8812-5BB4D83AAC6A}" dt="2026-10-20T13:05:54.046" v="34289" actId="1076"/>
          <ac:cxnSpMkLst>
            <pc:docMk/>
            <pc:sldMk cId="4056655847" sldId="309"/>
            <ac:cxnSpMk id="37" creationId="{FC9C0E6B-9B55-C100-7A84-2D7A423F233D}"/>
          </ac:cxnSpMkLst>
        </pc:cxnChg>
        <pc:cxnChg chg="mod">
          <ac:chgData name="musukie52@gmail.com" userId="017bd91f96aa8751" providerId="LiveId" clId="{5B2C3894-F97E-4CAB-8812-5BB4D83AAC6A}" dt="2026-10-20T12:53:16.226" v="33492" actId="20577"/>
          <ac:cxnSpMkLst>
            <pc:docMk/>
            <pc:sldMk cId="4056655847" sldId="309"/>
            <ac:cxnSpMk id="46" creationId="{3A6642C9-9E0A-A45F-BBDA-C685991078E9}"/>
          </ac:cxnSpMkLst>
        </pc:cxnChg>
      </pc:sldChg>
      <pc:sldChg chg="addSp delSp modSp add mod">
        <pc:chgData name="musukie52@gmail.com" userId="017bd91f96aa8751" providerId="LiveId" clId="{5B2C3894-F97E-4CAB-8812-5BB4D83AAC6A}" dt="2026-10-20T13:48:00.651" v="36090" actId="478"/>
        <pc:sldMkLst>
          <pc:docMk/>
          <pc:sldMk cId="2100571834" sldId="310"/>
        </pc:sldMkLst>
        <pc:spChg chg="add mod">
          <ac:chgData name="musukie52@gmail.com" userId="017bd91f96aa8751" providerId="LiveId" clId="{5B2C3894-F97E-4CAB-8812-5BB4D83AAC6A}" dt="2026-10-18T06:55:08.630" v="21604" actId="20577"/>
          <ac:spMkLst>
            <pc:docMk/>
            <pc:sldMk cId="2100571834" sldId="310"/>
            <ac:spMk id="3" creationId="{0016FC0F-BC8B-E8A6-F340-C8D6BEEA2C83}"/>
          </ac:spMkLst>
        </pc:spChg>
        <pc:spChg chg="add">
          <ac:chgData name="musukie52@gmail.com" userId="017bd91f96aa8751" providerId="LiveId" clId="{5B2C3894-F97E-4CAB-8812-5BB4D83AAC6A}" dt="2026-10-20T13:08:24.890" v="34483" actId="22"/>
          <ac:spMkLst>
            <pc:docMk/>
            <pc:sldMk cId="2100571834" sldId="310"/>
            <ac:spMk id="4" creationId="{741DAC8B-C7CA-843D-5DBD-8A615AC7BD8C}"/>
          </ac:spMkLst>
        </pc:spChg>
        <pc:spChg chg="mod">
          <ac:chgData name="musukie52@gmail.com" userId="017bd91f96aa8751" providerId="LiveId" clId="{5B2C3894-F97E-4CAB-8812-5BB4D83AAC6A}" dt="2026-10-20T13:28:36.626" v="35610" actId="1076"/>
          <ac:spMkLst>
            <pc:docMk/>
            <pc:sldMk cId="2100571834" sldId="310"/>
            <ac:spMk id="5" creationId="{51C26B9C-291F-BF2F-B40F-D00A66EF9D89}"/>
          </ac:spMkLst>
        </pc:spChg>
        <pc:spChg chg="add del mod">
          <ac:chgData name="musukie52@gmail.com" userId="017bd91f96aa8751" providerId="LiveId" clId="{5B2C3894-F97E-4CAB-8812-5BB4D83AAC6A}" dt="2026-10-20T13:14:26.724" v="35399" actId="478"/>
          <ac:spMkLst>
            <pc:docMk/>
            <pc:sldMk cId="2100571834" sldId="310"/>
            <ac:spMk id="7" creationId="{4F3115F8-CF3D-3D22-A2E8-06A688A0A7D4}"/>
          </ac:spMkLst>
        </pc:spChg>
        <pc:spChg chg="add del mod">
          <ac:chgData name="musukie52@gmail.com" userId="017bd91f96aa8751" providerId="LiveId" clId="{5B2C3894-F97E-4CAB-8812-5BB4D83AAC6A}" dt="2026-10-20T13:14:26.724" v="35399" actId="478"/>
          <ac:spMkLst>
            <pc:docMk/>
            <pc:sldMk cId="2100571834" sldId="310"/>
            <ac:spMk id="9" creationId="{E13F2800-1CEB-6A54-A052-FCF88D9F2B91}"/>
          </ac:spMkLst>
        </pc:spChg>
        <pc:spChg chg="add del mod">
          <ac:chgData name="musukie52@gmail.com" userId="017bd91f96aa8751" providerId="LiveId" clId="{5B2C3894-F97E-4CAB-8812-5BB4D83AAC6A}" dt="2026-10-20T13:14:26.724" v="35399" actId="478"/>
          <ac:spMkLst>
            <pc:docMk/>
            <pc:sldMk cId="2100571834" sldId="310"/>
            <ac:spMk id="11" creationId="{60C3CD90-3D1D-B9B5-B292-C30276596097}"/>
          </ac:spMkLst>
        </pc:spChg>
        <pc:spChg chg="add del mod">
          <ac:chgData name="musukie52@gmail.com" userId="017bd91f96aa8751" providerId="LiveId" clId="{5B2C3894-F97E-4CAB-8812-5BB4D83AAC6A}" dt="2026-10-20T13:10:45.560" v="34835" actId="21"/>
          <ac:spMkLst>
            <pc:docMk/>
            <pc:sldMk cId="2100571834" sldId="310"/>
            <ac:spMk id="13" creationId="{135F143A-DE88-84D6-93F3-4563691199F7}"/>
          </ac:spMkLst>
        </pc:spChg>
        <pc:spChg chg="add del mod">
          <ac:chgData name="musukie52@gmail.com" userId="017bd91f96aa8751" providerId="LiveId" clId="{5B2C3894-F97E-4CAB-8812-5BB4D83AAC6A}" dt="2026-10-20T13:10:45.560" v="34835" actId="21"/>
          <ac:spMkLst>
            <pc:docMk/>
            <pc:sldMk cId="2100571834" sldId="310"/>
            <ac:spMk id="15" creationId="{41314631-487B-D1B8-2463-45194ECE66AC}"/>
          </ac:spMkLst>
        </pc:spChg>
        <pc:spChg chg="add del mod">
          <ac:chgData name="musukie52@gmail.com" userId="017bd91f96aa8751" providerId="LiveId" clId="{5B2C3894-F97E-4CAB-8812-5BB4D83AAC6A}" dt="2026-10-20T13:10:45.560" v="34835" actId="21"/>
          <ac:spMkLst>
            <pc:docMk/>
            <pc:sldMk cId="2100571834" sldId="310"/>
            <ac:spMk id="17" creationId="{02FA65B5-78DA-1FA1-87DF-FFEBE1CF8BA7}"/>
          </ac:spMkLst>
        </pc:spChg>
        <pc:spChg chg="add del mod">
          <ac:chgData name="musukie52@gmail.com" userId="017bd91f96aa8751" providerId="LiveId" clId="{5B2C3894-F97E-4CAB-8812-5BB4D83AAC6A}" dt="2026-10-20T13:14:26.724" v="35399" actId="478"/>
          <ac:spMkLst>
            <pc:docMk/>
            <pc:sldMk cId="2100571834" sldId="310"/>
            <ac:spMk id="19" creationId="{C3D0CE74-79D0-7640-3336-5D27C516208F}"/>
          </ac:spMkLst>
        </pc:spChg>
        <pc:spChg chg="add del mod">
          <ac:chgData name="musukie52@gmail.com" userId="017bd91f96aa8751" providerId="LiveId" clId="{5B2C3894-F97E-4CAB-8812-5BB4D83AAC6A}" dt="2026-10-20T13:14:26.724" v="35399" actId="478"/>
          <ac:spMkLst>
            <pc:docMk/>
            <pc:sldMk cId="2100571834" sldId="310"/>
            <ac:spMk id="21" creationId="{130E9076-2865-BBA3-01BE-24BEDCFADEFA}"/>
          </ac:spMkLst>
        </pc:spChg>
        <pc:spChg chg="add del mod">
          <ac:chgData name="musukie52@gmail.com" userId="017bd91f96aa8751" providerId="LiveId" clId="{5B2C3894-F97E-4CAB-8812-5BB4D83AAC6A}" dt="2026-10-20T13:14:26.724" v="35399" actId="478"/>
          <ac:spMkLst>
            <pc:docMk/>
            <pc:sldMk cId="2100571834" sldId="310"/>
            <ac:spMk id="23" creationId="{8D26F720-A20E-8F67-47F1-94DF5A278D8D}"/>
          </ac:spMkLst>
        </pc:spChg>
        <pc:spChg chg="add del mod">
          <ac:chgData name="musukie52@gmail.com" userId="017bd91f96aa8751" providerId="LiveId" clId="{5B2C3894-F97E-4CAB-8812-5BB4D83AAC6A}" dt="2026-10-20T13:11:10.738" v="34844" actId="21"/>
          <ac:spMkLst>
            <pc:docMk/>
            <pc:sldMk cId="2100571834" sldId="310"/>
            <ac:spMk id="24" creationId="{C4194A36-96C0-D3E9-1597-15F5563655AA}"/>
          </ac:spMkLst>
        </pc:spChg>
        <pc:spChg chg="add del">
          <ac:chgData name="musukie52@gmail.com" userId="017bd91f96aa8751" providerId="LiveId" clId="{5B2C3894-F97E-4CAB-8812-5BB4D83AAC6A}" dt="2026-10-20T13:11:27.332" v="34851" actId="478"/>
          <ac:spMkLst>
            <pc:docMk/>
            <pc:sldMk cId="2100571834" sldId="310"/>
            <ac:spMk id="26" creationId="{76484A22-8493-F242-6EAD-4FDB89179B7E}"/>
          </ac:spMkLst>
        </pc:spChg>
        <pc:spChg chg="add mod">
          <ac:chgData name="musukie52@gmail.com" userId="017bd91f96aa8751" providerId="LiveId" clId="{5B2C3894-F97E-4CAB-8812-5BB4D83AAC6A}" dt="2026-10-20T13:40:46.699" v="35959" actId="1076"/>
          <ac:spMkLst>
            <pc:docMk/>
            <pc:sldMk cId="2100571834" sldId="310"/>
            <ac:spMk id="28" creationId="{3DD8E270-F061-C456-A663-87359FC5AE6C}"/>
          </ac:spMkLst>
        </pc:spChg>
        <pc:spChg chg="add del mod">
          <ac:chgData name="musukie52@gmail.com" userId="017bd91f96aa8751" providerId="LiveId" clId="{5B2C3894-F97E-4CAB-8812-5BB4D83AAC6A}" dt="2026-10-20T13:42:01.494" v="35977" actId="21"/>
          <ac:spMkLst>
            <pc:docMk/>
            <pc:sldMk cId="2100571834" sldId="310"/>
            <ac:spMk id="30" creationId="{255FB873-6DDE-E069-FFAC-067DDD21F562}"/>
          </ac:spMkLst>
        </pc:spChg>
        <pc:spChg chg="add del mod">
          <ac:chgData name="musukie52@gmail.com" userId="017bd91f96aa8751" providerId="LiveId" clId="{5B2C3894-F97E-4CAB-8812-5BB4D83AAC6A}" dt="2026-10-20T13:13:31.132" v="35323" actId="478"/>
          <ac:spMkLst>
            <pc:docMk/>
            <pc:sldMk cId="2100571834" sldId="310"/>
            <ac:spMk id="32" creationId="{D1A324EB-BAA4-4D6C-6805-8BC016D0B9A7}"/>
          </ac:spMkLst>
        </pc:spChg>
        <pc:spChg chg="add del mod">
          <ac:chgData name="musukie52@gmail.com" userId="017bd91f96aa8751" providerId="LiveId" clId="{5B2C3894-F97E-4CAB-8812-5BB4D83AAC6A}" dt="2026-10-20T13:21:50.572" v="35513"/>
          <ac:spMkLst>
            <pc:docMk/>
            <pc:sldMk cId="2100571834" sldId="310"/>
            <ac:spMk id="34" creationId="{9CC399BD-3B55-C2A2-6724-30FDA39A94B3}"/>
          </ac:spMkLst>
        </pc:spChg>
        <pc:spChg chg="add del mod">
          <ac:chgData name="musukie52@gmail.com" userId="017bd91f96aa8751" providerId="LiveId" clId="{5B2C3894-F97E-4CAB-8812-5BB4D83AAC6A}" dt="2026-10-20T13:18:32.711" v="35447" actId="21"/>
          <ac:spMkLst>
            <pc:docMk/>
            <pc:sldMk cId="2100571834" sldId="310"/>
            <ac:spMk id="36" creationId="{559F9CC8-9430-C5CF-03CA-D505D52AA4D1}"/>
          </ac:spMkLst>
        </pc:spChg>
        <pc:spChg chg="add mod">
          <ac:chgData name="musukie52@gmail.com" userId="017bd91f96aa8751" providerId="LiveId" clId="{5B2C3894-F97E-4CAB-8812-5BB4D83AAC6A}" dt="2026-10-20T13:34:57.072" v="35814" actId="1076"/>
          <ac:spMkLst>
            <pc:docMk/>
            <pc:sldMk cId="2100571834" sldId="310"/>
            <ac:spMk id="37" creationId="{7F0718FF-613D-623B-2961-4146BAC66A81}"/>
          </ac:spMkLst>
        </pc:spChg>
        <pc:spChg chg="add mod">
          <ac:chgData name="musukie52@gmail.com" userId="017bd91f96aa8751" providerId="LiveId" clId="{5B2C3894-F97E-4CAB-8812-5BB4D83AAC6A}" dt="2026-10-20T13:30:30.573" v="35633" actId="207"/>
          <ac:spMkLst>
            <pc:docMk/>
            <pc:sldMk cId="2100571834" sldId="310"/>
            <ac:spMk id="39" creationId="{CD57A1B7-151F-0BAC-F639-DC649629A00D}"/>
          </ac:spMkLst>
        </pc:spChg>
        <pc:spChg chg="add del mod">
          <ac:chgData name="musukie52@gmail.com" userId="017bd91f96aa8751" providerId="LiveId" clId="{5B2C3894-F97E-4CAB-8812-5BB4D83AAC6A}" dt="2026-10-20T13:19:25.266" v="35463" actId="21"/>
          <ac:spMkLst>
            <pc:docMk/>
            <pc:sldMk cId="2100571834" sldId="310"/>
            <ac:spMk id="40" creationId="{BD135F28-6A69-2777-4282-4315B930B326}"/>
          </ac:spMkLst>
        </pc:spChg>
        <pc:spChg chg="add mod ord">
          <ac:chgData name="musukie52@gmail.com" userId="017bd91f96aa8751" providerId="LiveId" clId="{5B2C3894-F97E-4CAB-8812-5BB4D83AAC6A}" dt="2026-10-20T13:34:57.072" v="35814" actId="1076"/>
          <ac:spMkLst>
            <pc:docMk/>
            <pc:sldMk cId="2100571834" sldId="310"/>
            <ac:spMk id="42" creationId="{67C21FE9-CB73-CFC5-4191-6231CA890EDD}"/>
          </ac:spMkLst>
        </pc:spChg>
        <pc:spChg chg="mod">
          <ac:chgData name="musukie52@gmail.com" userId="017bd91f96aa8751" providerId="LiveId" clId="{5B2C3894-F97E-4CAB-8812-5BB4D83AAC6A}" dt="2026-10-20T13:08:33.841" v="34512" actId="20577"/>
          <ac:spMkLst>
            <pc:docMk/>
            <pc:sldMk cId="2100571834" sldId="310"/>
            <ac:spMk id="44" creationId="{04F8945F-B867-3D6B-5EC2-DE7E3A198291}"/>
          </ac:spMkLst>
        </pc:spChg>
        <pc:spChg chg="del">
          <ac:chgData name="musukie52@gmail.com" userId="017bd91f96aa8751" providerId="LiveId" clId="{5B2C3894-F97E-4CAB-8812-5BB4D83AAC6A}" dt="2026-10-20T13:08:24.650" v="34482" actId="478"/>
          <ac:spMkLst>
            <pc:docMk/>
            <pc:sldMk cId="2100571834" sldId="310"/>
            <ac:spMk id="45" creationId="{4EF6ADCC-D339-4BBE-F1C1-6EBB09162E0C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50" creationId="{4A79573F-BE29-EB3C-3D7F-172B79B3888F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52" creationId="{781C89D7-DBFD-0180-F296-765C34AB18D6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56" creationId="{BEE815FA-7296-FFBA-D6F6-42BEA2D5EDEE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58" creationId="{34043138-332D-B5BF-FE18-103D0570204A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60" creationId="{07430176-AF0D-FFEE-5393-BDAE446DA64F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62" creationId="{4BD3E2FA-75C0-FF64-1609-BF3DD89F8508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64" creationId="{C62C81C6-BB2F-0B6F-457B-B8F8E9AEF5F6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68" creationId="{7A3720ED-FB44-1E22-5E49-55060ECA40CB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70" creationId="{2CB6C9E0-F0CF-1FD6-BDEE-6CB7EE93AD0A}"/>
          </ac:spMkLst>
        </pc:spChg>
        <pc:spChg chg="del">
          <ac:chgData name="musukie52@gmail.com" userId="017bd91f96aa8751" providerId="LiveId" clId="{5B2C3894-F97E-4CAB-8812-5BB4D83AAC6A}" dt="2026-10-20T13:48:00.651" v="36090" actId="478"/>
          <ac:spMkLst>
            <pc:docMk/>
            <pc:sldMk cId="2100571834" sldId="310"/>
            <ac:spMk id="74" creationId="{1ED0C189-9C39-B406-712D-FC827CFFC2D8}"/>
          </ac:spMkLst>
        </pc:spChg>
        <pc:spChg chg="add mod ord">
          <ac:chgData name="musukie52@gmail.com" userId="017bd91f96aa8751" providerId="LiveId" clId="{5B2C3894-F97E-4CAB-8812-5BB4D83AAC6A}" dt="2026-10-20T13:30:12.642" v="35630" actId="1076"/>
          <ac:spMkLst>
            <pc:docMk/>
            <pc:sldMk cId="2100571834" sldId="310"/>
            <ac:spMk id="77" creationId="{E472384B-30E5-9D3F-1F1B-EA08119E36AC}"/>
          </ac:spMkLst>
        </pc:spChg>
        <pc:spChg chg="add del mod">
          <ac:chgData name="musukie52@gmail.com" userId="017bd91f96aa8751" providerId="LiveId" clId="{5B2C3894-F97E-4CAB-8812-5BB4D83AAC6A}" dt="2026-10-20T13:20:02.502" v="35480" actId="21"/>
          <ac:spMkLst>
            <pc:docMk/>
            <pc:sldMk cId="2100571834" sldId="310"/>
            <ac:spMk id="85" creationId="{97CF335C-EE4B-ED36-63AB-62B2232D0C4F}"/>
          </ac:spMkLst>
        </pc:spChg>
        <pc:spChg chg="add mod">
          <ac:chgData name="musukie52@gmail.com" userId="017bd91f96aa8751" providerId="LiveId" clId="{5B2C3894-F97E-4CAB-8812-5BB4D83AAC6A}" dt="2026-10-20T13:34:57.072" v="35814" actId="1076"/>
          <ac:spMkLst>
            <pc:docMk/>
            <pc:sldMk cId="2100571834" sldId="310"/>
            <ac:spMk id="91" creationId="{0F299185-1FAC-428B-BCFB-D47E2EDAA218}"/>
          </ac:spMkLst>
        </pc:spChg>
        <pc:spChg chg="add del mod">
          <ac:chgData name="musukie52@gmail.com" userId="017bd91f96aa8751" providerId="LiveId" clId="{5B2C3894-F97E-4CAB-8812-5BB4D83AAC6A}" dt="2026-10-20T13:24:31.668" v="35549" actId="478"/>
          <ac:spMkLst>
            <pc:docMk/>
            <pc:sldMk cId="2100571834" sldId="310"/>
            <ac:spMk id="99" creationId="{488C7CB7-E1EA-C800-DF20-388958D8DAEB}"/>
          </ac:spMkLst>
        </pc:spChg>
        <pc:spChg chg="add mod">
          <ac:chgData name="musukie52@gmail.com" userId="017bd91f96aa8751" providerId="LiveId" clId="{5B2C3894-F97E-4CAB-8812-5BB4D83AAC6A}" dt="2026-10-20T13:34:57.072" v="35814" actId="1076"/>
          <ac:spMkLst>
            <pc:docMk/>
            <pc:sldMk cId="2100571834" sldId="310"/>
            <ac:spMk id="102" creationId="{9C1470A1-B2CA-2097-D17F-DED19292BED8}"/>
          </ac:spMkLst>
        </pc:spChg>
        <pc:spChg chg="add mod">
          <ac:chgData name="musukie52@gmail.com" userId="017bd91f96aa8751" providerId="LiveId" clId="{5B2C3894-F97E-4CAB-8812-5BB4D83AAC6A}" dt="2026-10-20T13:34:57.072" v="35814" actId="1076"/>
          <ac:spMkLst>
            <pc:docMk/>
            <pc:sldMk cId="2100571834" sldId="310"/>
            <ac:spMk id="104" creationId="{8D37ACF3-9C28-D3E9-8ADE-FB2806F423FD}"/>
          </ac:spMkLst>
        </pc:spChg>
        <pc:spChg chg="add mod">
          <ac:chgData name="musukie52@gmail.com" userId="017bd91f96aa8751" providerId="LiveId" clId="{5B2C3894-F97E-4CAB-8812-5BB4D83AAC6A}" dt="2026-10-20T13:34:57.072" v="35814" actId="1076"/>
          <ac:spMkLst>
            <pc:docMk/>
            <pc:sldMk cId="2100571834" sldId="310"/>
            <ac:spMk id="106" creationId="{040C4530-D48F-BCD9-4242-9777A0063E23}"/>
          </ac:spMkLst>
        </pc:spChg>
        <pc:spChg chg="add del mod">
          <ac:chgData name="musukie52@gmail.com" userId="017bd91f96aa8751" providerId="LiveId" clId="{5B2C3894-F97E-4CAB-8812-5BB4D83AAC6A}" dt="2026-10-20T13:25:42.568" v="35556" actId="478"/>
          <ac:spMkLst>
            <pc:docMk/>
            <pc:sldMk cId="2100571834" sldId="310"/>
            <ac:spMk id="110" creationId="{F2D673AB-282F-23D2-C18E-9C753C42721A}"/>
          </ac:spMkLst>
        </pc:spChg>
        <pc:spChg chg="add del mod">
          <ac:chgData name="musukie52@gmail.com" userId="017bd91f96aa8751" providerId="LiveId" clId="{5B2C3894-F97E-4CAB-8812-5BB4D83AAC6A}" dt="2026-10-20T13:25:44.361" v="35557" actId="478"/>
          <ac:spMkLst>
            <pc:docMk/>
            <pc:sldMk cId="2100571834" sldId="310"/>
            <ac:spMk id="112" creationId="{9B37A572-3990-B1F7-E1AD-B3B26F32B243}"/>
          </ac:spMkLst>
        </pc:spChg>
        <pc:spChg chg="add mod">
          <ac:chgData name="musukie52@gmail.com" userId="017bd91f96aa8751" providerId="LiveId" clId="{5B2C3894-F97E-4CAB-8812-5BB4D83AAC6A}" dt="2026-10-20T13:34:26.164" v="35813" actId="1076"/>
          <ac:spMkLst>
            <pc:docMk/>
            <pc:sldMk cId="2100571834" sldId="310"/>
            <ac:spMk id="136" creationId="{B4EF0CC2-20F0-1386-81D1-816DC76F3210}"/>
          </ac:spMkLst>
        </pc:spChg>
        <pc:spChg chg="add mod">
          <ac:chgData name="musukie52@gmail.com" userId="017bd91f96aa8751" providerId="LiveId" clId="{5B2C3894-F97E-4CAB-8812-5BB4D83AAC6A}" dt="2026-10-20T13:34:57.072" v="35814" actId="1076"/>
          <ac:spMkLst>
            <pc:docMk/>
            <pc:sldMk cId="2100571834" sldId="310"/>
            <ac:spMk id="138" creationId="{7122C713-F339-7C0A-8656-1617B8BE54EE}"/>
          </ac:spMkLst>
        </pc:spChg>
        <pc:spChg chg="add mod">
          <ac:chgData name="musukie52@gmail.com" userId="017bd91f96aa8751" providerId="LiveId" clId="{5B2C3894-F97E-4CAB-8812-5BB4D83AAC6A}" dt="2026-10-20T13:34:57.072" v="35814" actId="1076"/>
          <ac:spMkLst>
            <pc:docMk/>
            <pc:sldMk cId="2100571834" sldId="310"/>
            <ac:spMk id="140" creationId="{2AC68BC8-D569-C246-2587-BF2E051807D7}"/>
          </ac:spMkLst>
        </pc:spChg>
        <pc:spChg chg="add mod">
          <ac:chgData name="musukie52@gmail.com" userId="017bd91f96aa8751" providerId="LiveId" clId="{5B2C3894-F97E-4CAB-8812-5BB4D83AAC6A}" dt="2026-10-20T13:38:35.496" v="35922" actId="207"/>
          <ac:spMkLst>
            <pc:docMk/>
            <pc:sldMk cId="2100571834" sldId="310"/>
            <ac:spMk id="145" creationId="{118311BB-506A-0AEB-AD94-AAF488584A91}"/>
          </ac:spMkLst>
        </pc:spChg>
        <pc:spChg chg="add mod">
          <ac:chgData name="musukie52@gmail.com" userId="017bd91f96aa8751" providerId="LiveId" clId="{5B2C3894-F97E-4CAB-8812-5BB4D83AAC6A}" dt="2026-10-20T13:39:45.811" v="35950" actId="1076"/>
          <ac:spMkLst>
            <pc:docMk/>
            <pc:sldMk cId="2100571834" sldId="310"/>
            <ac:spMk id="147" creationId="{1B19C6A6-FDF6-6895-AC8C-A6963A96A4D2}"/>
          </ac:spMkLst>
        </pc:spChg>
        <pc:spChg chg="add mod">
          <ac:chgData name="musukie52@gmail.com" userId="017bd91f96aa8751" providerId="LiveId" clId="{5B2C3894-F97E-4CAB-8812-5BB4D83AAC6A}" dt="2026-10-20T13:39:53.585" v="35953" actId="1076"/>
          <ac:spMkLst>
            <pc:docMk/>
            <pc:sldMk cId="2100571834" sldId="310"/>
            <ac:spMk id="150" creationId="{6C7A7DBC-011C-F13B-D63A-8D9F5ACF1631}"/>
          </ac:spMkLst>
        </pc:spChg>
        <pc:spChg chg="add mod">
          <ac:chgData name="musukie52@gmail.com" userId="017bd91f96aa8751" providerId="LiveId" clId="{5B2C3894-F97E-4CAB-8812-5BB4D83AAC6A}" dt="2026-10-20T13:39:07.421" v="35946" actId="207"/>
          <ac:spMkLst>
            <pc:docMk/>
            <pc:sldMk cId="2100571834" sldId="310"/>
            <ac:spMk id="151" creationId="{DC561DE5-6581-AD51-C2A0-CED4400503C3}"/>
          </ac:spMkLst>
        </pc:spChg>
        <pc:spChg chg="add del mod">
          <ac:chgData name="musukie52@gmail.com" userId="017bd91f96aa8751" providerId="LiveId" clId="{5B2C3894-F97E-4CAB-8812-5BB4D83AAC6A}" dt="2026-10-20T13:39:50.736" v="35952" actId="478"/>
          <ac:spMkLst>
            <pc:docMk/>
            <pc:sldMk cId="2100571834" sldId="310"/>
            <ac:spMk id="152" creationId="{86CB8C87-C45D-54C1-508D-343726E5409A}"/>
          </ac:spMkLst>
        </pc:spChg>
        <pc:spChg chg="add mod">
          <ac:chgData name="musukie52@gmail.com" userId="017bd91f96aa8751" providerId="LiveId" clId="{5B2C3894-F97E-4CAB-8812-5BB4D83AAC6A}" dt="2026-10-20T13:37:10.892" v="35908" actId="1076"/>
          <ac:spMkLst>
            <pc:docMk/>
            <pc:sldMk cId="2100571834" sldId="310"/>
            <ac:spMk id="154" creationId="{C21F003C-C330-C138-AFD5-D24219156511}"/>
          </ac:spMkLst>
        </pc:spChg>
        <pc:spChg chg="add del mod">
          <ac:chgData name="musukie52@gmail.com" userId="017bd91f96aa8751" providerId="LiveId" clId="{5B2C3894-F97E-4CAB-8812-5BB4D83AAC6A}" dt="2026-10-20T13:42:01.494" v="35977" actId="21"/>
          <ac:spMkLst>
            <pc:docMk/>
            <pc:sldMk cId="2100571834" sldId="310"/>
            <ac:spMk id="157" creationId="{E067CD77-7EFC-09DE-ADCD-D38D9C0DACEF}"/>
          </ac:spMkLst>
        </pc:spChg>
        <pc:spChg chg="add del mod">
          <ac:chgData name="musukie52@gmail.com" userId="017bd91f96aa8751" providerId="LiveId" clId="{5B2C3894-F97E-4CAB-8812-5BB4D83AAC6A}" dt="2026-10-20T13:42:01.494" v="35977" actId="21"/>
          <ac:spMkLst>
            <pc:docMk/>
            <pc:sldMk cId="2100571834" sldId="310"/>
            <ac:spMk id="159" creationId="{1C52F517-0590-2543-3EBB-DCA8FD73A3BC}"/>
          </ac:spMkLst>
        </pc:spChg>
        <pc:spChg chg="add del mod">
          <ac:chgData name="musukie52@gmail.com" userId="017bd91f96aa8751" providerId="LiveId" clId="{5B2C3894-F97E-4CAB-8812-5BB4D83AAC6A}" dt="2026-10-20T13:42:01.494" v="35977" actId="21"/>
          <ac:spMkLst>
            <pc:docMk/>
            <pc:sldMk cId="2100571834" sldId="310"/>
            <ac:spMk id="161" creationId="{BA210C8F-041B-DD63-915A-D0DC3D39FC9E}"/>
          </ac:spMkLst>
        </pc:spChg>
        <pc:spChg chg="add del mod">
          <ac:chgData name="musukie52@gmail.com" userId="017bd91f96aa8751" providerId="LiveId" clId="{5B2C3894-F97E-4CAB-8812-5BB4D83AAC6A}" dt="2026-10-20T13:42:44.864" v="35995" actId="21"/>
          <ac:spMkLst>
            <pc:docMk/>
            <pc:sldMk cId="2100571834" sldId="310"/>
            <ac:spMk id="163" creationId="{1736D7C5-BFC5-68CD-AFE6-F1ADE34E3E2E}"/>
          </ac:spMkLst>
        </pc:spChg>
        <pc:spChg chg="add del">
          <ac:chgData name="musukie52@gmail.com" userId="017bd91f96aa8751" providerId="LiveId" clId="{5B2C3894-F97E-4CAB-8812-5BB4D83AAC6A}" dt="2026-10-20T13:45:11.046" v="36045" actId="21"/>
          <ac:spMkLst>
            <pc:docMk/>
            <pc:sldMk cId="2100571834" sldId="310"/>
            <ac:spMk id="165" creationId="{E2EF9366-A800-2155-A8F6-89C58078BDB0}"/>
          </ac:spMkLst>
        </pc:spChg>
        <pc:spChg chg="add del">
          <ac:chgData name="musukie52@gmail.com" userId="017bd91f96aa8751" providerId="LiveId" clId="{5B2C3894-F97E-4CAB-8812-5BB4D83AAC6A}" dt="2026-10-20T13:45:11.046" v="36045" actId="21"/>
          <ac:spMkLst>
            <pc:docMk/>
            <pc:sldMk cId="2100571834" sldId="310"/>
            <ac:spMk id="167" creationId="{8E805421-010A-D004-E992-02CC6E2EA19A}"/>
          </ac:spMkLst>
        </pc:spChg>
        <pc:spChg chg="add del mod">
          <ac:chgData name="musukie52@gmail.com" userId="017bd91f96aa8751" providerId="LiveId" clId="{5B2C3894-F97E-4CAB-8812-5BB4D83AAC6A}" dt="2026-10-20T13:45:11.046" v="36045" actId="21"/>
          <ac:spMkLst>
            <pc:docMk/>
            <pc:sldMk cId="2100571834" sldId="310"/>
            <ac:spMk id="169" creationId="{2904ED78-A665-8BEA-BDE8-F97F413E2955}"/>
          </ac:spMkLst>
        </pc:spChg>
        <pc:spChg chg="add del mod">
          <ac:chgData name="musukie52@gmail.com" userId="017bd91f96aa8751" providerId="LiveId" clId="{5B2C3894-F97E-4CAB-8812-5BB4D83AAC6A}" dt="2026-10-20T13:45:11.046" v="36045" actId="21"/>
          <ac:spMkLst>
            <pc:docMk/>
            <pc:sldMk cId="2100571834" sldId="310"/>
            <ac:spMk id="171" creationId="{F94A6C55-A72B-5D49-16AB-6139E2A83438}"/>
          </ac:spMkLst>
        </pc:spChg>
        <pc:spChg chg="add del mod">
          <ac:chgData name="musukie52@gmail.com" userId="017bd91f96aa8751" providerId="LiveId" clId="{5B2C3894-F97E-4CAB-8812-5BB4D83AAC6A}" dt="2026-10-20T13:45:11.046" v="36045" actId="21"/>
          <ac:spMkLst>
            <pc:docMk/>
            <pc:sldMk cId="2100571834" sldId="310"/>
            <ac:spMk id="173" creationId="{A14DFACF-4B65-5486-D146-6D6C3B9A0622}"/>
          </ac:spMkLst>
        </pc:spChg>
        <pc:spChg chg="add del">
          <ac:chgData name="musukie52@gmail.com" userId="017bd91f96aa8751" providerId="LiveId" clId="{5B2C3894-F97E-4CAB-8812-5BB4D83AAC6A}" dt="2026-10-20T13:45:11.046" v="36045" actId="21"/>
          <ac:spMkLst>
            <pc:docMk/>
            <pc:sldMk cId="2100571834" sldId="310"/>
            <ac:spMk id="175" creationId="{90D587EC-C580-4582-D22F-B133268EE744}"/>
          </ac:spMkLst>
        </pc:spChg>
        <pc:spChg chg="add mod">
          <ac:chgData name="musukie52@gmail.com" userId="017bd91f96aa8751" providerId="LiveId" clId="{5B2C3894-F97E-4CAB-8812-5BB4D83AAC6A}" dt="2026-10-20T13:46:14.210" v="36061" actId="1076"/>
          <ac:spMkLst>
            <pc:docMk/>
            <pc:sldMk cId="2100571834" sldId="310"/>
            <ac:spMk id="177" creationId="{3219FBD3-BF72-C25A-A957-2045C23ABC45}"/>
          </ac:spMkLst>
        </pc:spChg>
        <pc:spChg chg="add mod">
          <ac:chgData name="musukie52@gmail.com" userId="017bd91f96aa8751" providerId="LiveId" clId="{5B2C3894-F97E-4CAB-8812-5BB4D83AAC6A}" dt="2026-10-20T13:46:14.210" v="36061" actId="1076"/>
          <ac:spMkLst>
            <pc:docMk/>
            <pc:sldMk cId="2100571834" sldId="310"/>
            <ac:spMk id="179" creationId="{BC4A1A83-04F0-C765-18A4-25D429883937}"/>
          </ac:spMkLst>
        </pc:spChg>
        <pc:spChg chg="add mod ord">
          <ac:chgData name="musukie52@gmail.com" userId="017bd91f96aa8751" providerId="LiveId" clId="{5B2C3894-F97E-4CAB-8812-5BB4D83AAC6A}" dt="2026-10-20T13:46:55.942" v="36068" actId="167"/>
          <ac:spMkLst>
            <pc:docMk/>
            <pc:sldMk cId="2100571834" sldId="310"/>
            <ac:spMk id="181" creationId="{1DFE4B4D-AF8F-E221-1589-3072815EB268}"/>
          </ac:spMkLst>
        </pc:spChg>
        <pc:spChg chg="add mod ord">
          <ac:chgData name="musukie52@gmail.com" userId="017bd91f96aa8751" providerId="LiveId" clId="{5B2C3894-F97E-4CAB-8812-5BB4D83AAC6A}" dt="2026-10-20T13:46:55.942" v="36068" actId="167"/>
          <ac:spMkLst>
            <pc:docMk/>
            <pc:sldMk cId="2100571834" sldId="310"/>
            <ac:spMk id="183" creationId="{E78DCB06-D970-7FFB-884D-8EEFC50A4FD0}"/>
          </ac:spMkLst>
        </pc:spChg>
        <pc:spChg chg="add mod ord">
          <ac:chgData name="musukie52@gmail.com" userId="017bd91f96aa8751" providerId="LiveId" clId="{5B2C3894-F97E-4CAB-8812-5BB4D83AAC6A}" dt="2026-10-20T13:46:55.942" v="36068" actId="167"/>
          <ac:spMkLst>
            <pc:docMk/>
            <pc:sldMk cId="2100571834" sldId="310"/>
            <ac:spMk id="185" creationId="{37AF5D7E-39BE-6F40-0E17-BD12C9054DB7}"/>
          </ac:spMkLst>
        </pc:spChg>
        <pc:spChg chg="add mod ord">
          <ac:chgData name="musukie52@gmail.com" userId="017bd91f96aa8751" providerId="LiveId" clId="{5B2C3894-F97E-4CAB-8812-5BB4D83AAC6A}" dt="2026-10-20T13:46:55.942" v="36068" actId="167"/>
          <ac:spMkLst>
            <pc:docMk/>
            <pc:sldMk cId="2100571834" sldId="310"/>
            <ac:spMk id="187" creationId="{1884AD01-BEAE-051B-249F-5FE4938FC026}"/>
          </ac:spMkLst>
        </pc:spChg>
        <pc:spChg chg="add mod ord">
          <ac:chgData name="musukie52@gmail.com" userId="017bd91f96aa8751" providerId="LiveId" clId="{5B2C3894-F97E-4CAB-8812-5BB4D83AAC6A}" dt="2026-10-20T13:47:01.941" v="36069" actId="167"/>
          <ac:spMkLst>
            <pc:docMk/>
            <pc:sldMk cId="2100571834" sldId="310"/>
            <ac:spMk id="189" creationId="{34BFDBC9-24AA-9249-D316-553C28D7D277}"/>
          </ac:spMkLst>
        </pc:spChg>
        <pc:picChg chg="add del mod">
          <ac:chgData name="musukie52@gmail.com" userId="017bd91f96aa8751" providerId="LiveId" clId="{5B2C3894-F97E-4CAB-8812-5BB4D83AAC6A}" dt="2026-10-20T13:14:29.167" v="35401" actId="478"/>
          <ac:picMkLst>
            <pc:docMk/>
            <pc:sldMk cId="2100571834" sldId="310"/>
            <ac:picMk id="35" creationId="{922E609A-60C9-BE64-4B42-07010B81F073}"/>
          </ac:picMkLst>
        </pc:picChg>
        <pc:picChg chg="add del mod ord modCrop">
          <ac:chgData name="musukie52@gmail.com" userId="017bd91f96aa8751" providerId="LiveId" clId="{5B2C3894-F97E-4CAB-8812-5BB4D83AAC6A}" dt="2026-10-20T13:18:32.711" v="35447" actId="21"/>
          <ac:picMkLst>
            <pc:docMk/>
            <pc:sldMk cId="2100571834" sldId="310"/>
            <ac:picMk id="49" creationId="{3525EFCC-1C56-90D8-3F6F-62F0908CF7B7}"/>
          </ac:picMkLst>
        </pc:picChg>
        <pc:picChg chg="add del mod ord modCrop">
          <ac:chgData name="musukie52@gmail.com" userId="017bd91f96aa8751" providerId="LiveId" clId="{5B2C3894-F97E-4CAB-8812-5BB4D83AAC6A}" dt="2026-10-20T13:19:25.266" v="35463" actId="21"/>
          <ac:picMkLst>
            <pc:docMk/>
            <pc:sldMk cId="2100571834" sldId="310"/>
            <ac:picMk id="53" creationId="{6715F5F7-76EC-32DD-FC96-7283E20A8C46}"/>
          </ac:picMkLst>
        </pc:picChg>
        <pc:picChg chg="add mod ord">
          <ac:chgData name="musukie52@gmail.com" userId="017bd91f96aa8751" providerId="LiveId" clId="{5B2C3894-F97E-4CAB-8812-5BB4D83AAC6A}" dt="2026-10-20T13:29:48.674" v="35626" actId="1076"/>
          <ac:picMkLst>
            <pc:docMk/>
            <pc:sldMk cId="2100571834" sldId="310"/>
            <ac:picMk id="73" creationId="{D19775F8-B483-B8C3-C25F-3FCA10725A8D}"/>
          </ac:picMkLst>
        </pc:picChg>
        <pc:picChg chg="add del ord">
          <ac:chgData name="musukie52@gmail.com" userId="017bd91f96aa8751" providerId="LiveId" clId="{5B2C3894-F97E-4CAB-8812-5BB4D83AAC6A}" dt="2026-10-20T13:20:02.502" v="35480" actId="21"/>
          <ac:picMkLst>
            <pc:docMk/>
            <pc:sldMk cId="2100571834" sldId="310"/>
            <ac:picMk id="83" creationId="{7389F92E-47A0-293B-5B64-7C6B1C5085D0}"/>
          </ac:picMkLst>
        </pc:picChg>
        <pc:picChg chg="add mod ord">
          <ac:chgData name="musukie52@gmail.com" userId="017bd91f96aa8751" providerId="LiveId" clId="{5B2C3894-F97E-4CAB-8812-5BB4D83AAC6A}" dt="2026-10-20T13:29:48.674" v="35626" actId="1076"/>
          <ac:picMkLst>
            <pc:docMk/>
            <pc:sldMk cId="2100571834" sldId="310"/>
            <ac:picMk id="89" creationId="{3BFBBDBA-A31D-4F40-15E5-B0BA1D890C9A}"/>
          </ac:picMkLst>
        </pc:picChg>
        <pc:cxnChg chg="add mod">
          <ac:chgData name="musukie52@gmail.com" userId="017bd91f96aa8751" providerId="LiveId" clId="{5B2C3894-F97E-4CAB-8812-5BB4D83AAC6A}" dt="2026-10-20T13:30:35.760" v="35634" actId="208"/>
          <ac:cxnSpMkLst>
            <pc:docMk/>
            <pc:sldMk cId="2100571834" sldId="310"/>
            <ac:cxnSpMk id="38" creationId="{EB7AA799-BA7B-5310-E338-5BE8513F4B28}"/>
          </ac:cxnSpMkLst>
        </pc:cxnChg>
        <pc:cxnChg chg="add mod">
          <ac:chgData name="musukie52@gmail.com" userId="017bd91f96aa8751" providerId="LiveId" clId="{5B2C3894-F97E-4CAB-8812-5BB4D83AAC6A}" dt="2026-10-20T13:30:35.760" v="35634" actId="208"/>
          <ac:cxnSpMkLst>
            <pc:docMk/>
            <pc:sldMk cId="2100571834" sldId="310"/>
            <ac:cxnSpMk id="41" creationId="{9190F3C5-9F49-A9A4-5290-C3B856321A8B}"/>
          </ac:cxnSpMkLst>
        </pc:cxnChg>
        <pc:cxnChg chg="add del mod">
          <ac:chgData name="musukie52@gmail.com" userId="017bd91f96aa8751" providerId="LiveId" clId="{5B2C3894-F97E-4CAB-8812-5BB4D83AAC6A}" dt="2026-10-20T13:40:46.699" v="35959" actId="1076"/>
          <ac:cxnSpMkLst>
            <pc:docMk/>
            <pc:sldMk cId="2100571834" sldId="310"/>
            <ac:cxnSpMk id="43" creationId="{256A4FE3-E29F-1521-48A3-D6CADB0D7BB1}"/>
          </ac:cxnSpMkLst>
        </pc:cxnChg>
        <pc:cxnChg chg="mod">
          <ac:chgData name="musukie52@gmail.com" userId="017bd91f96aa8751" providerId="LiveId" clId="{5B2C3894-F97E-4CAB-8812-5BB4D83AAC6A}" dt="2026-10-20T13:08:32.336" v="34509" actId="20577"/>
          <ac:cxnSpMkLst>
            <pc:docMk/>
            <pc:sldMk cId="2100571834" sldId="310"/>
            <ac:cxnSpMk id="46" creationId="{3897229E-1E9C-203A-2A86-515B88B5FF0A}"/>
          </ac:cxnSpMkLst>
        </pc:cxnChg>
        <pc:cxnChg chg="add mod">
          <ac:chgData name="musukie52@gmail.com" userId="017bd91f96aa8751" providerId="LiveId" clId="{5B2C3894-F97E-4CAB-8812-5BB4D83AAC6A}" dt="2026-10-20T13:46:43.278" v="36066" actId="1076"/>
          <ac:cxnSpMkLst>
            <pc:docMk/>
            <pc:sldMk cId="2100571834" sldId="310"/>
            <ac:cxnSpMk id="97" creationId="{0EC30BE9-89E6-BEB2-5A5C-9317779C615C}"/>
          </ac:cxnSpMkLst>
        </pc:cxnChg>
        <pc:cxnChg chg="add del mod">
          <ac:chgData name="musukie52@gmail.com" userId="017bd91f96aa8751" providerId="LiveId" clId="{5B2C3894-F97E-4CAB-8812-5BB4D83AAC6A}" dt="2026-10-20T13:24:31.668" v="35549" actId="478"/>
          <ac:cxnSpMkLst>
            <pc:docMk/>
            <pc:sldMk cId="2100571834" sldId="310"/>
            <ac:cxnSpMk id="100" creationId="{8269ADB1-A51E-8DA9-5463-F548380D04CE}"/>
          </ac:cxnSpMkLst>
        </pc:cxnChg>
        <pc:cxnChg chg="add mod">
          <ac:chgData name="musukie52@gmail.com" userId="017bd91f96aa8751" providerId="LiveId" clId="{5B2C3894-F97E-4CAB-8812-5BB4D83AAC6A}" dt="2026-10-20T13:46:45.492" v="36067" actId="1076"/>
          <ac:cxnSpMkLst>
            <pc:docMk/>
            <pc:sldMk cId="2100571834" sldId="310"/>
            <ac:cxnSpMk id="111" creationId="{FB916712-01D8-E2C8-A24C-DBCE8DB6A3AB}"/>
          </ac:cxnSpMkLst>
        </pc:cxnChg>
        <pc:cxnChg chg="add mod ord">
          <ac:chgData name="musukie52@gmail.com" userId="017bd91f96aa8751" providerId="LiveId" clId="{5B2C3894-F97E-4CAB-8812-5BB4D83AAC6A}" dt="2026-10-20T13:47:08.278" v="36070" actId="1036"/>
          <ac:cxnSpMkLst>
            <pc:docMk/>
            <pc:sldMk cId="2100571834" sldId="310"/>
            <ac:cxnSpMk id="113" creationId="{E55F8FB6-FE36-9BE4-46C2-152E32E52AFB}"/>
          </ac:cxnSpMkLst>
        </pc:cxnChg>
        <pc:cxnChg chg="add mod">
          <ac:chgData name="musukie52@gmail.com" userId="017bd91f96aa8751" providerId="LiveId" clId="{5B2C3894-F97E-4CAB-8812-5BB4D83AAC6A}" dt="2026-10-20T13:47:24.319" v="36079" actId="1035"/>
          <ac:cxnSpMkLst>
            <pc:docMk/>
            <pc:sldMk cId="2100571834" sldId="310"/>
            <ac:cxnSpMk id="114" creationId="{9D855AD5-63DA-E331-3F73-787C09093DCA}"/>
          </ac:cxnSpMkLst>
        </pc:cxnChg>
        <pc:cxnChg chg="add mod">
          <ac:chgData name="musukie52@gmail.com" userId="017bd91f96aa8751" providerId="LiveId" clId="{5B2C3894-F97E-4CAB-8812-5BB4D83AAC6A}" dt="2026-10-20T13:47:32.872" v="36083" actId="1035"/>
          <ac:cxnSpMkLst>
            <pc:docMk/>
            <pc:sldMk cId="2100571834" sldId="310"/>
            <ac:cxnSpMk id="115" creationId="{63ABD26D-81D3-4789-D92B-99341EE544DA}"/>
          </ac:cxnSpMkLst>
        </pc:cxnChg>
        <pc:cxnChg chg="add mod">
          <ac:chgData name="musukie52@gmail.com" userId="017bd91f96aa8751" providerId="LiveId" clId="{5B2C3894-F97E-4CAB-8812-5BB4D83AAC6A}" dt="2026-10-20T13:47:45.621" v="36089" actId="1036"/>
          <ac:cxnSpMkLst>
            <pc:docMk/>
            <pc:sldMk cId="2100571834" sldId="310"/>
            <ac:cxnSpMk id="116" creationId="{47AB9D7E-0D0A-BB58-B992-23D5FC285522}"/>
          </ac:cxnSpMkLst>
        </pc:cxnChg>
        <pc:cxnChg chg="add del mod">
          <ac:chgData name="musukie52@gmail.com" userId="017bd91f96aa8751" providerId="LiveId" clId="{5B2C3894-F97E-4CAB-8812-5BB4D83AAC6A}" dt="2026-10-20T13:38:52.184" v="35923" actId="478"/>
          <ac:cxnSpMkLst>
            <pc:docMk/>
            <pc:sldMk cId="2100571834" sldId="310"/>
            <ac:cxnSpMk id="146" creationId="{8A676533-3298-89FC-E34B-EA42942B562B}"/>
          </ac:cxnSpMkLst>
        </pc:cxnChg>
        <pc:cxnChg chg="add mod">
          <ac:chgData name="musukie52@gmail.com" userId="017bd91f96aa8751" providerId="LiveId" clId="{5B2C3894-F97E-4CAB-8812-5BB4D83AAC6A}" dt="2026-10-20T13:35:35.133" v="35816" actId="1076"/>
          <ac:cxnSpMkLst>
            <pc:docMk/>
            <pc:sldMk cId="2100571834" sldId="310"/>
            <ac:cxnSpMk id="148" creationId="{0833509F-E868-B1CF-11EA-32C1A363434E}"/>
          </ac:cxnSpMkLst>
        </pc:cxnChg>
        <pc:cxnChg chg="add mod">
          <ac:chgData name="musukie52@gmail.com" userId="017bd91f96aa8751" providerId="LiveId" clId="{5B2C3894-F97E-4CAB-8812-5BB4D83AAC6A}" dt="2026-10-20T13:39:55.883" v="35954" actId="1076"/>
          <ac:cxnSpMkLst>
            <pc:docMk/>
            <pc:sldMk cId="2100571834" sldId="310"/>
            <ac:cxnSpMk id="149" creationId="{0C09C326-AE11-8ECE-E956-8B807D78B90F}"/>
          </ac:cxnSpMkLst>
        </pc:cxnChg>
      </pc:sldChg>
      <pc:sldChg chg="addSp delSp modSp add mod">
        <pc:chgData name="musukie52@gmail.com" userId="017bd91f96aa8751" providerId="LiveId" clId="{5B2C3894-F97E-4CAB-8812-5BB4D83AAC6A}" dt="2026-10-20T14:51:43.955" v="37451" actId="12"/>
        <pc:sldMkLst>
          <pc:docMk/>
          <pc:sldMk cId="4274116235" sldId="311"/>
        </pc:sldMkLst>
        <pc:spChg chg="add mod">
          <ac:chgData name="musukie52@gmail.com" userId="017bd91f96aa8751" providerId="LiveId" clId="{5B2C3894-F97E-4CAB-8812-5BB4D83AAC6A}" dt="2026-10-18T06:55:12.918" v="21607" actId="6549"/>
          <ac:spMkLst>
            <pc:docMk/>
            <pc:sldMk cId="4274116235" sldId="311"/>
            <ac:spMk id="3" creationId="{0C9443BE-4A58-2852-85F1-6D4868143800}"/>
          </ac:spMkLst>
        </pc:spChg>
        <pc:spChg chg="add">
          <ac:chgData name="musukie52@gmail.com" userId="017bd91f96aa8751" providerId="LiveId" clId="{5B2C3894-F97E-4CAB-8812-5BB4D83AAC6A}" dt="2026-10-20T13:48:31.104" v="36093" actId="22"/>
          <ac:spMkLst>
            <pc:docMk/>
            <pc:sldMk cId="4274116235" sldId="311"/>
            <ac:spMk id="4" creationId="{B6823255-6CE0-96FF-13A0-AC38C6B194AB}"/>
          </ac:spMkLst>
        </pc:spChg>
        <pc:spChg chg="del">
          <ac:chgData name="musukie52@gmail.com" userId="017bd91f96aa8751" providerId="LiveId" clId="{5B2C3894-F97E-4CAB-8812-5BB4D83AAC6A}" dt="2026-10-20T13:48:46.830" v="36125" actId="478"/>
          <ac:spMkLst>
            <pc:docMk/>
            <pc:sldMk cId="4274116235" sldId="311"/>
            <ac:spMk id="5" creationId="{ACB6044B-E199-B771-2879-61EF90E22120}"/>
          </ac:spMkLst>
        </pc:spChg>
        <pc:spChg chg="add mod ord">
          <ac:chgData name="musukie52@gmail.com" userId="017bd91f96aa8751" providerId="LiveId" clId="{5B2C3894-F97E-4CAB-8812-5BB4D83AAC6A}" dt="2026-10-20T14:51:40.053" v="37450" actId="12"/>
          <ac:spMkLst>
            <pc:docMk/>
            <pc:sldMk cId="4274116235" sldId="311"/>
            <ac:spMk id="7" creationId="{DFBE7601-EABD-212C-0717-84DED763D0A3}"/>
          </ac:spMkLst>
        </pc:spChg>
        <pc:spChg chg="add mod">
          <ac:chgData name="musukie52@gmail.com" userId="017bd91f96aa8751" providerId="LiveId" clId="{5B2C3894-F97E-4CAB-8812-5BB4D83AAC6A}" dt="2026-10-20T14:34:58.893" v="37138" actId="1036"/>
          <ac:spMkLst>
            <pc:docMk/>
            <pc:sldMk cId="4274116235" sldId="311"/>
            <ac:spMk id="10" creationId="{61C34529-3795-3517-67F5-D0879ADCAB04}"/>
          </ac:spMkLst>
        </pc:spChg>
        <pc:spChg chg="add mod">
          <ac:chgData name="musukie52@gmail.com" userId="017bd91f96aa8751" providerId="LiveId" clId="{5B2C3894-F97E-4CAB-8812-5BB4D83AAC6A}" dt="2026-10-20T14:51:43.955" v="37451" actId="12"/>
          <ac:spMkLst>
            <pc:docMk/>
            <pc:sldMk cId="4274116235" sldId="311"/>
            <ac:spMk id="12" creationId="{8021C062-164E-D2E8-3A8E-9CB07129BD7C}"/>
          </ac:spMkLst>
        </pc:spChg>
        <pc:spChg chg="add mod">
          <ac:chgData name="musukie52@gmail.com" userId="017bd91f96aa8751" providerId="LiveId" clId="{5B2C3894-F97E-4CAB-8812-5BB4D83AAC6A}" dt="2026-10-20T14:34:58.893" v="37138" actId="1036"/>
          <ac:spMkLst>
            <pc:docMk/>
            <pc:sldMk cId="4274116235" sldId="311"/>
            <ac:spMk id="17" creationId="{A80E30D5-BC74-C976-C088-CD7C2721C599}"/>
          </ac:spMkLst>
        </pc:spChg>
        <pc:spChg chg="add mod">
          <ac:chgData name="musukie52@gmail.com" userId="017bd91f96aa8751" providerId="LiveId" clId="{5B2C3894-F97E-4CAB-8812-5BB4D83AAC6A}" dt="2026-10-20T14:34:58.893" v="37138" actId="1036"/>
          <ac:spMkLst>
            <pc:docMk/>
            <pc:sldMk cId="4274116235" sldId="311"/>
            <ac:spMk id="19" creationId="{180837E8-1B2B-1E67-BE04-76B69759431B}"/>
          </ac:spMkLst>
        </pc:spChg>
        <pc:spChg chg="add mod">
          <ac:chgData name="musukie52@gmail.com" userId="017bd91f96aa8751" providerId="LiveId" clId="{5B2C3894-F97E-4CAB-8812-5BB4D83AAC6A}" dt="2026-10-20T14:34:58.893" v="37138" actId="1036"/>
          <ac:spMkLst>
            <pc:docMk/>
            <pc:sldMk cId="4274116235" sldId="311"/>
            <ac:spMk id="21" creationId="{23D30B29-35EF-D806-DCC9-6566F9C61C55}"/>
          </ac:spMkLst>
        </pc:spChg>
        <pc:spChg chg="add mod">
          <ac:chgData name="musukie52@gmail.com" userId="017bd91f96aa8751" providerId="LiveId" clId="{5B2C3894-F97E-4CAB-8812-5BB4D83AAC6A}" dt="2026-10-20T14:34:58.893" v="37138" actId="1036"/>
          <ac:spMkLst>
            <pc:docMk/>
            <pc:sldMk cId="4274116235" sldId="311"/>
            <ac:spMk id="23" creationId="{2AF3D5A3-6CDD-1E81-9F84-24D0F521003A}"/>
          </ac:spMkLst>
        </pc:spChg>
        <pc:spChg chg="add mod">
          <ac:chgData name="musukie52@gmail.com" userId="017bd91f96aa8751" providerId="LiveId" clId="{5B2C3894-F97E-4CAB-8812-5BB4D83AAC6A}" dt="2026-10-20T14:34:58.893" v="37138" actId="1036"/>
          <ac:spMkLst>
            <pc:docMk/>
            <pc:sldMk cId="4274116235" sldId="311"/>
            <ac:spMk id="25" creationId="{F4042BAC-0C95-3DC4-7062-1E7FC81C5880}"/>
          </ac:spMkLst>
        </pc:spChg>
        <pc:spChg chg="add del mod">
          <ac:chgData name="musukie52@gmail.com" userId="017bd91f96aa8751" providerId="LiveId" clId="{5B2C3894-F97E-4CAB-8812-5BB4D83AAC6A}" dt="2026-10-20T14:33:10.205" v="37085"/>
          <ac:spMkLst>
            <pc:docMk/>
            <pc:sldMk cId="4274116235" sldId="311"/>
            <ac:spMk id="26" creationId="{A8E8F9A8-5CFA-7AEE-2BE0-BC5B7DC96838}"/>
          </ac:spMkLst>
        </pc:spChg>
        <pc:spChg chg="mod">
          <ac:chgData name="musukie52@gmail.com" userId="017bd91f96aa8751" providerId="LiveId" clId="{5B2C3894-F97E-4CAB-8812-5BB4D83AAC6A}" dt="2026-10-20T14:10:22.244" v="36321" actId="20577"/>
          <ac:spMkLst>
            <pc:docMk/>
            <pc:sldMk cId="4274116235" sldId="311"/>
            <ac:spMk id="44" creationId="{EE6DB514-E762-AB7C-B4E6-C2AF1F68F5C9}"/>
          </ac:spMkLst>
        </pc:spChg>
        <pc:spChg chg="del">
          <ac:chgData name="musukie52@gmail.com" userId="017bd91f96aa8751" providerId="LiveId" clId="{5B2C3894-F97E-4CAB-8812-5BB4D83AAC6A}" dt="2026-10-20T13:48:30.900" v="36092" actId="478"/>
          <ac:spMkLst>
            <pc:docMk/>
            <pc:sldMk cId="4274116235" sldId="311"/>
            <ac:spMk id="45" creationId="{CED5C29C-60B5-9555-8F22-7478FC8C38BD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48" creationId="{4CA84FD6-7134-24F2-72A2-7C29747B1419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50" creationId="{2DB42479-E7A0-AC48-45D9-69798E6AC234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52" creationId="{C5982BB5-972D-E4CF-9DFB-598C642F8D75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56" creationId="{68F3B19F-B964-F694-5E08-E0A3643AA375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60" creationId="{9EBDEE02-A572-08D1-094F-3136285B1EE7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66" creationId="{4838DDE6-B5E2-E218-C5F4-46F44B6EE7D9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70" creationId="{D62970BA-E423-05CE-90C6-E39C646A8CE2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72" creationId="{D455B25A-A5F8-B59A-1450-7E7228B6B9A6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74" creationId="{8B8D99F5-0CD6-7813-D7C1-8285E4250498}"/>
          </ac:spMkLst>
        </pc:spChg>
        <pc:spChg chg="del">
          <ac:chgData name="musukie52@gmail.com" userId="017bd91f96aa8751" providerId="LiveId" clId="{5B2C3894-F97E-4CAB-8812-5BB4D83AAC6A}" dt="2026-10-20T13:51:14.071" v="36160" actId="478"/>
          <ac:spMkLst>
            <pc:docMk/>
            <pc:sldMk cId="4274116235" sldId="311"/>
            <ac:spMk id="76" creationId="{1D62BA9D-05A2-0EDC-DA58-451674E0F3E6}"/>
          </ac:spMkLst>
        </pc:spChg>
        <pc:picChg chg="add del mod ord modCrop">
          <ac:chgData name="musukie52@gmail.com" userId="017bd91f96aa8751" providerId="LiveId" clId="{5B2C3894-F97E-4CAB-8812-5BB4D83AAC6A}" dt="2026-10-20T14:10:03.981" v="36319" actId="478"/>
          <ac:picMkLst>
            <pc:docMk/>
            <pc:sldMk cId="4274116235" sldId="311"/>
            <ac:picMk id="9" creationId="{C6BBD897-C489-B0B2-F87A-F7DB378628E9}"/>
          </ac:picMkLst>
        </pc:picChg>
        <pc:cxnChg chg="add del mod">
          <ac:chgData name="musukie52@gmail.com" userId="017bd91f96aa8751" providerId="LiveId" clId="{5B2C3894-F97E-4CAB-8812-5BB4D83AAC6A}" dt="2026-10-20T14:18:25.366" v="36710" actId="478"/>
          <ac:cxnSpMkLst>
            <pc:docMk/>
            <pc:sldMk cId="4274116235" sldId="311"/>
            <ac:cxnSpMk id="2" creationId="{020F529B-93C1-F062-0EE1-3615085CCC71}"/>
          </ac:cxnSpMkLst>
        </pc:cxnChg>
        <pc:cxnChg chg="add mod">
          <ac:chgData name="musukie52@gmail.com" userId="017bd91f96aa8751" providerId="LiveId" clId="{5B2C3894-F97E-4CAB-8812-5BB4D83AAC6A}" dt="2026-10-20T14:34:58.893" v="37138" actId="1036"/>
          <ac:cxnSpMkLst>
            <pc:docMk/>
            <pc:sldMk cId="4274116235" sldId="311"/>
            <ac:cxnSpMk id="13" creationId="{8BD5162D-9C09-5EE6-D5DE-9B034DD117D9}"/>
          </ac:cxnSpMkLst>
        </pc:cxnChg>
        <pc:cxnChg chg="mod">
          <ac:chgData name="musukie52@gmail.com" userId="017bd91f96aa8751" providerId="LiveId" clId="{5B2C3894-F97E-4CAB-8812-5BB4D83AAC6A}" dt="2026-10-20T14:10:22.244" v="36321" actId="20577"/>
          <ac:cxnSpMkLst>
            <pc:docMk/>
            <pc:sldMk cId="4274116235" sldId="311"/>
            <ac:cxnSpMk id="46" creationId="{F6DDE877-4798-2E9A-9657-6721050D5A9E}"/>
          </ac:cxnSpMkLst>
        </pc:cxnChg>
      </pc:sldChg>
      <pc:sldChg chg="addSp delSp modSp add mod">
        <pc:chgData name="musukie52@gmail.com" userId="017bd91f96aa8751" providerId="LiveId" clId="{5B2C3894-F97E-4CAB-8812-5BB4D83AAC6A}" dt="2026-10-18T06:31:11.776" v="21565" actId="20577"/>
        <pc:sldMkLst>
          <pc:docMk/>
          <pc:sldMk cId="3382441321" sldId="312"/>
        </pc:sldMkLst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2" creationId="{BF0C2A31-EA4F-CDE9-A44B-2EF4A9EEDEEE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4" creationId="{00D90F8F-9C4F-8931-5009-B5FF6E54641C}"/>
          </ac:spMkLst>
        </pc:spChg>
        <pc:spChg chg="add mod">
          <ac:chgData name="musukie52@gmail.com" userId="017bd91f96aa8751" providerId="LiveId" clId="{5B2C3894-F97E-4CAB-8812-5BB4D83AAC6A}" dt="2026-10-18T06:31:11.776" v="21565" actId="20577"/>
          <ac:spMkLst>
            <pc:docMk/>
            <pc:sldMk cId="3382441321" sldId="312"/>
            <ac:spMk id="5" creationId="{B91CDC52-2B7E-CEC8-A082-FAE5FE1640D5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6" creationId="{D0E7F598-6FF0-E845-3659-BE9072240B06}"/>
          </ac:spMkLst>
        </pc:spChg>
        <pc:spChg chg="mod">
          <ac:chgData name="musukie52@gmail.com" userId="017bd91f96aa8751" providerId="LiveId" clId="{5B2C3894-F97E-4CAB-8812-5BB4D83AAC6A}" dt="2026-10-17T15:06:15.146" v="17776" actId="20577"/>
          <ac:spMkLst>
            <pc:docMk/>
            <pc:sldMk cId="3382441321" sldId="312"/>
            <ac:spMk id="45" creationId="{E7BA12DA-EF67-3F26-0627-B9ABDE961394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60" creationId="{C9D2EFFE-FDB7-B199-37BB-7A33CEAD6392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62" creationId="{6EBAC919-35F3-D9CB-80F8-EA3CDC499DFC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64" creationId="{4E9F22EC-B588-0512-F3C7-9B68501C91CB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66" creationId="{4C19232D-622C-3328-FCFF-3D5B994DD57D}"/>
          </ac:spMkLst>
        </pc:spChg>
        <pc:spChg chg="mod">
          <ac:chgData name="musukie52@gmail.com" userId="017bd91f96aa8751" providerId="LiveId" clId="{5B2C3894-F97E-4CAB-8812-5BB4D83AAC6A}" dt="2026-10-17T15:04:48.943" v="17763" actId="20577"/>
          <ac:spMkLst>
            <pc:docMk/>
            <pc:sldMk cId="3382441321" sldId="312"/>
            <ac:spMk id="78" creationId="{07B5FDE7-B640-36BA-F7A4-8F3799F1EB7B}"/>
          </ac:spMkLst>
        </pc:spChg>
        <pc:spChg chg="mod">
          <ac:chgData name="musukie52@gmail.com" userId="017bd91f96aa8751" providerId="LiveId" clId="{5B2C3894-F97E-4CAB-8812-5BB4D83AAC6A}" dt="2026-10-17T12:40:44.854" v="15149" actId="1076"/>
          <ac:spMkLst>
            <pc:docMk/>
            <pc:sldMk cId="3382441321" sldId="312"/>
            <ac:spMk id="80" creationId="{C1CD5119-31E4-FDDB-C858-D621D57CE0B4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81" creationId="{78CC5E7B-ECCD-329F-C096-B035C1BAE448}"/>
          </ac:spMkLst>
        </pc:spChg>
        <pc:spChg chg="mod">
          <ac:chgData name="musukie52@gmail.com" userId="017bd91f96aa8751" providerId="LiveId" clId="{5B2C3894-F97E-4CAB-8812-5BB4D83AAC6A}" dt="2026-10-17T12:40:44.854" v="15149" actId="1076"/>
          <ac:spMkLst>
            <pc:docMk/>
            <pc:sldMk cId="3382441321" sldId="312"/>
            <ac:spMk id="82" creationId="{DA74B908-84EC-2195-88F0-591526B9D192}"/>
          </ac:spMkLst>
        </pc:spChg>
        <pc:spChg chg="mod">
          <ac:chgData name="musukie52@gmail.com" userId="017bd91f96aa8751" providerId="LiveId" clId="{5B2C3894-F97E-4CAB-8812-5BB4D83AAC6A}" dt="2026-10-17T15:06:23.395" v="17782" actId="20577"/>
          <ac:spMkLst>
            <pc:docMk/>
            <pc:sldMk cId="3382441321" sldId="312"/>
            <ac:spMk id="84" creationId="{A3C06937-D063-1108-76D7-49E59ADA1A89}"/>
          </ac:spMkLst>
        </pc:spChg>
        <pc:spChg chg="mod">
          <ac:chgData name="musukie52@gmail.com" userId="017bd91f96aa8751" providerId="LiveId" clId="{5B2C3894-F97E-4CAB-8812-5BB4D83AAC6A}" dt="2026-10-17T12:45:33.544" v="15211" actId="207"/>
          <ac:spMkLst>
            <pc:docMk/>
            <pc:sldMk cId="3382441321" sldId="312"/>
            <ac:spMk id="87" creationId="{806102CD-E2A4-7F2F-F7F4-AF63DB48B11D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97" creationId="{DB7509D4-F776-110A-5C4A-1371886BCD0B}"/>
          </ac:spMkLst>
        </pc:spChg>
        <pc:spChg chg="add mod">
          <ac:chgData name="musukie52@gmail.com" userId="017bd91f96aa8751" providerId="LiveId" clId="{5B2C3894-F97E-4CAB-8812-5BB4D83AAC6A}" dt="2026-10-17T12:40:52.522" v="15150" actId="1076"/>
          <ac:spMkLst>
            <pc:docMk/>
            <pc:sldMk cId="3382441321" sldId="312"/>
            <ac:spMk id="99" creationId="{9FFFD7DE-AE98-CD76-4FC8-0B9261EC916E}"/>
          </ac:spMkLst>
        </pc:spChg>
        <pc:picChg chg="add mod">
          <ac:chgData name="musukie52@gmail.com" userId="017bd91f96aa8751" providerId="LiveId" clId="{5B2C3894-F97E-4CAB-8812-5BB4D83AAC6A}" dt="2026-10-17T12:39:00.962" v="15118" actId="1076"/>
          <ac:picMkLst>
            <pc:docMk/>
            <pc:sldMk cId="3382441321" sldId="312"/>
            <ac:picMk id="71" creationId="{526D77BB-4CE2-6188-2730-E554A0286A44}"/>
          </ac:picMkLst>
        </pc:picChg>
        <pc:picChg chg="add mod">
          <ac:chgData name="musukie52@gmail.com" userId="017bd91f96aa8751" providerId="LiveId" clId="{5B2C3894-F97E-4CAB-8812-5BB4D83AAC6A}" dt="2026-10-17T12:36:16.564" v="15058" actId="1076"/>
          <ac:picMkLst>
            <pc:docMk/>
            <pc:sldMk cId="3382441321" sldId="312"/>
            <ac:picMk id="73" creationId="{B98594BE-AAAC-7F95-6F33-05C883A2220B}"/>
          </ac:picMkLst>
        </pc:picChg>
        <pc:picChg chg="add mod">
          <ac:chgData name="musukie52@gmail.com" userId="017bd91f96aa8751" providerId="LiveId" clId="{5B2C3894-F97E-4CAB-8812-5BB4D83AAC6A}" dt="2026-10-17T12:36:40.181" v="15061" actId="1076"/>
          <ac:picMkLst>
            <pc:docMk/>
            <pc:sldMk cId="3382441321" sldId="312"/>
            <ac:picMk id="75" creationId="{C741570B-3AA8-8DCD-D80F-773D71243D47}"/>
          </ac:picMkLst>
        </pc:picChg>
        <pc:picChg chg="add mod">
          <ac:chgData name="musukie52@gmail.com" userId="017bd91f96aa8751" providerId="LiveId" clId="{5B2C3894-F97E-4CAB-8812-5BB4D83AAC6A}" dt="2026-10-17T12:36:37.798" v="15060" actId="1076"/>
          <ac:picMkLst>
            <pc:docMk/>
            <pc:sldMk cId="3382441321" sldId="312"/>
            <ac:picMk id="77" creationId="{579A7B5E-77CC-7496-7D0C-071CA39DF942}"/>
          </ac:picMkLst>
        </pc:picChg>
        <pc:picChg chg="add mod">
          <ac:chgData name="musukie52@gmail.com" userId="017bd91f96aa8751" providerId="LiveId" clId="{5B2C3894-F97E-4CAB-8812-5BB4D83AAC6A}" dt="2026-10-17T12:39:00.962" v="15118" actId="1076"/>
          <ac:picMkLst>
            <pc:docMk/>
            <pc:sldMk cId="3382441321" sldId="312"/>
            <ac:picMk id="85" creationId="{7AFB3DB6-B5D5-B19C-3BE2-B5EED59493FF}"/>
          </ac:picMkLst>
        </pc:picChg>
        <pc:picChg chg="add mod">
          <ac:chgData name="musukie52@gmail.com" userId="017bd91f96aa8751" providerId="LiveId" clId="{5B2C3894-F97E-4CAB-8812-5BB4D83AAC6A}" dt="2026-10-17T12:39:00.962" v="15118" actId="1076"/>
          <ac:picMkLst>
            <pc:docMk/>
            <pc:sldMk cId="3382441321" sldId="312"/>
            <ac:picMk id="88" creationId="{38F8E660-2A1B-1942-85DA-B5062F5B0D72}"/>
          </ac:picMkLst>
        </pc:picChg>
        <pc:picChg chg="add mod">
          <ac:chgData name="musukie52@gmail.com" userId="017bd91f96aa8751" providerId="LiveId" clId="{5B2C3894-F97E-4CAB-8812-5BB4D83AAC6A}" dt="2026-10-17T12:39:00.962" v="15118" actId="1076"/>
          <ac:picMkLst>
            <pc:docMk/>
            <pc:sldMk cId="3382441321" sldId="312"/>
            <ac:picMk id="92" creationId="{1EED1F60-5D2F-C7FF-6663-9A97A65566CE}"/>
          </ac:picMkLst>
        </pc:picChg>
        <pc:picChg chg="add mod">
          <ac:chgData name="musukie52@gmail.com" userId="017bd91f96aa8751" providerId="LiveId" clId="{5B2C3894-F97E-4CAB-8812-5BB4D83AAC6A}" dt="2026-10-17T12:39:00.962" v="15118" actId="1076"/>
          <ac:picMkLst>
            <pc:docMk/>
            <pc:sldMk cId="3382441321" sldId="312"/>
            <ac:picMk id="94" creationId="{1123C659-02BD-AF7C-B63E-9E13AB0464DF}"/>
          </ac:picMkLst>
        </pc:picChg>
        <pc:cxnChg chg="add mod">
          <ac:chgData name="musukie52@gmail.com" userId="017bd91f96aa8751" providerId="LiveId" clId="{5B2C3894-F97E-4CAB-8812-5BB4D83AAC6A}" dt="2026-10-17T12:39:51.707" v="15136" actId="14100"/>
          <ac:cxnSpMkLst>
            <pc:docMk/>
            <pc:sldMk cId="3382441321" sldId="312"/>
            <ac:cxnSpMk id="7" creationId="{10E2E55B-4EC2-DEB3-614E-44748B22C3C3}"/>
          </ac:cxnSpMkLst>
        </pc:cxnChg>
        <pc:cxnChg chg="add mod">
          <ac:chgData name="musukie52@gmail.com" userId="017bd91f96aa8751" providerId="LiveId" clId="{5B2C3894-F97E-4CAB-8812-5BB4D83AAC6A}" dt="2026-10-17T12:39:58.626" v="15137" actId="14100"/>
          <ac:cxnSpMkLst>
            <pc:docMk/>
            <pc:sldMk cId="3382441321" sldId="312"/>
            <ac:cxnSpMk id="55" creationId="{6E32B3DE-5515-2DD7-C6FD-CBA135BB4BA6}"/>
          </ac:cxnSpMkLst>
        </pc:cxnChg>
        <pc:cxnChg chg="add mod">
          <ac:chgData name="musukie52@gmail.com" userId="017bd91f96aa8751" providerId="LiveId" clId="{5B2C3894-F97E-4CAB-8812-5BB4D83AAC6A}" dt="2026-10-17T12:40:01.528" v="15138" actId="14100"/>
          <ac:cxnSpMkLst>
            <pc:docMk/>
            <pc:sldMk cId="3382441321" sldId="312"/>
            <ac:cxnSpMk id="67" creationId="{187E3AD0-0694-D9B7-07DB-65301E497DA3}"/>
          </ac:cxnSpMkLst>
        </pc:cxnChg>
        <pc:cxnChg chg="add mod">
          <ac:chgData name="musukie52@gmail.com" userId="017bd91f96aa8751" providerId="LiveId" clId="{5B2C3894-F97E-4CAB-8812-5BB4D83AAC6A}" dt="2026-10-17T12:40:04.697" v="15139" actId="14100"/>
          <ac:cxnSpMkLst>
            <pc:docMk/>
            <pc:sldMk cId="3382441321" sldId="312"/>
            <ac:cxnSpMk id="68" creationId="{945FA1F7-3EB1-0ACA-7915-0F7904059954}"/>
          </ac:cxnSpMkLst>
        </pc:cxnChg>
        <pc:cxnChg chg="add mod">
          <ac:chgData name="musukie52@gmail.com" userId="017bd91f96aa8751" providerId="LiveId" clId="{5B2C3894-F97E-4CAB-8812-5BB4D83AAC6A}" dt="2026-10-17T12:40:07.437" v="15140" actId="14100"/>
          <ac:cxnSpMkLst>
            <pc:docMk/>
            <pc:sldMk cId="3382441321" sldId="312"/>
            <ac:cxnSpMk id="69" creationId="{423F3FE8-C4E1-B39B-2FA3-5EF572DF428F}"/>
          </ac:cxnSpMkLst>
        </pc:cxnChg>
      </pc:sldChg>
      <pc:sldChg chg="addSp delSp modSp add mod">
        <pc:chgData name="musukie52@gmail.com" userId="017bd91f96aa8751" providerId="LiveId" clId="{5B2C3894-F97E-4CAB-8812-5BB4D83AAC6A}" dt="2026-10-20T09:27:58.963" v="25411" actId="20577"/>
        <pc:sldMkLst>
          <pc:docMk/>
          <pc:sldMk cId="4119273129" sldId="313"/>
        </pc:sldMkLst>
        <pc:spChg chg="add mod">
          <ac:chgData name="musukie52@gmail.com" userId="017bd91f96aa8751" providerId="LiveId" clId="{5B2C3894-F97E-4CAB-8812-5BB4D83AAC6A}" dt="2026-10-18T06:31:17.535" v="21568" actId="20577"/>
          <ac:spMkLst>
            <pc:docMk/>
            <pc:sldMk cId="4119273129" sldId="313"/>
            <ac:spMk id="3" creationId="{7B57430A-530E-FEF4-824C-E9057A85F0EC}"/>
          </ac:spMkLst>
        </pc:spChg>
        <pc:spChg chg="mod">
          <ac:chgData name="musukie52@gmail.com" userId="017bd91f96aa8751" providerId="LiveId" clId="{5B2C3894-F97E-4CAB-8812-5BB4D83AAC6A}" dt="2026-10-17T15:04:45.865" v="17762" actId="20577"/>
          <ac:spMkLst>
            <pc:docMk/>
            <pc:sldMk cId="4119273129" sldId="313"/>
            <ac:spMk id="5" creationId="{F5158E3D-99E5-02DF-3B09-3591D2EBAC65}"/>
          </ac:spMkLst>
        </pc:spChg>
        <pc:spChg chg="mod">
          <ac:chgData name="musukie52@gmail.com" userId="017bd91f96aa8751" providerId="LiveId" clId="{5B2C3894-F97E-4CAB-8812-5BB4D83AAC6A}" dt="2026-10-17T15:01:27.963" v="17537" actId="1076"/>
          <ac:spMkLst>
            <pc:docMk/>
            <pc:sldMk cId="4119273129" sldId="313"/>
            <ac:spMk id="7" creationId="{F0446A2E-A79A-B978-C0A2-DF1271466E5B}"/>
          </ac:spMkLst>
        </pc:spChg>
        <pc:spChg chg="mod">
          <ac:chgData name="musukie52@gmail.com" userId="017bd91f96aa8751" providerId="LiveId" clId="{5B2C3894-F97E-4CAB-8812-5BB4D83AAC6A}" dt="2026-10-17T15:01:57.100" v="17540" actId="1076"/>
          <ac:spMkLst>
            <pc:docMk/>
            <pc:sldMk cId="4119273129" sldId="313"/>
            <ac:spMk id="12" creationId="{53E9BA4E-E588-B6F0-BB6B-05792D4F6AD5}"/>
          </ac:spMkLst>
        </pc:spChg>
        <pc:spChg chg="mod">
          <ac:chgData name="musukie52@gmail.com" userId="017bd91f96aa8751" providerId="LiveId" clId="{5B2C3894-F97E-4CAB-8812-5BB4D83AAC6A}" dt="2026-10-17T15:01:57.100" v="17540" actId="1076"/>
          <ac:spMkLst>
            <pc:docMk/>
            <pc:sldMk cId="4119273129" sldId="313"/>
            <ac:spMk id="14" creationId="{F8B170E0-7735-B45F-C302-00DE6E1F5B15}"/>
          </ac:spMkLst>
        </pc:spChg>
        <pc:spChg chg="mod">
          <ac:chgData name="musukie52@gmail.com" userId="017bd91f96aa8751" providerId="LiveId" clId="{5B2C3894-F97E-4CAB-8812-5BB4D83AAC6A}" dt="2026-10-17T15:01:57.100" v="17540" actId="1076"/>
          <ac:spMkLst>
            <pc:docMk/>
            <pc:sldMk cId="4119273129" sldId="313"/>
            <ac:spMk id="16" creationId="{C6D9E365-0C08-A951-9951-ECC041FB4222}"/>
          </ac:spMkLst>
        </pc:spChg>
        <pc:spChg chg="mod">
          <ac:chgData name="musukie52@gmail.com" userId="017bd91f96aa8751" providerId="LiveId" clId="{5B2C3894-F97E-4CAB-8812-5BB4D83AAC6A}" dt="2026-10-17T15:01:57.100" v="17540" actId="1076"/>
          <ac:spMkLst>
            <pc:docMk/>
            <pc:sldMk cId="4119273129" sldId="313"/>
            <ac:spMk id="18" creationId="{91A5B503-2DE7-1687-9460-05E98A3D04D9}"/>
          </ac:spMkLst>
        </pc:spChg>
        <pc:spChg chg="mod">
          <ac:chgData name="musukie52@gmail.com" userId="017bd91f96aa8751" providerId="LiveId" clId="{5B2C3894-F97E-4CAB-8812-5BB4D83AAC6A}" dt="2026-10-17T15:01:27.963" v="17537" actId="1076"/>
          <ac:spMkLst>
            <pc:docMk/>
            <pc:sldMk cId="4119273129" sldId="313"/>
            <ac:spMk id="67" creationId="{7E6A1B1F-179D-9358-64E5-F5B2CB6CBFA1}"/>
          </ac:spMkLst>
        </pc:spChg>
        <pc:spChg chg="mod">
          <ac:chgData name="musukie52@gmail.com" userId="017bd91f96aa8751" providerId="LiveId" clId="{5B2C3894-F97E-4CAB-8812-5BB4D83AAC6A}" dt="2026-10-17T15:05:57.535" v="17774" actId="20577"/>
          <ac:spMkLst>
            <pc:docMk/>
            <pc:sldMk cId="4119273129" sldId="313"/>
            <ac:spMk id="121" creationId="{8EF6BBC2-AAD4-92FC-723C-30762C831169}"/>
          </ac:spMkLst>
        </pc:spChg>
        <pc:spChg chg="mod">
          <ac:chgData name="musukie52@gmail.com" userId="017bd91f96aa8751" providerId="LiveId" clId="{5B2C3894-F97E-4CAB-8812-5BB4D83AAC6A}" dt="2026-10-20T09:27:56.953" v="25410" actId="20577"/>
          <ac:spMkLst>
            <pc:docMk/>
            <pc:sldMk cId="4119273129" sldId="313"/>
            <ac:spMk id="129" creationId="{3C73B81F-3843-E9E0-2C72-094274A983A3}"/>
          </ac:spMkLst>
        </pc:spChg>
        <pc:spChg chg="mod">
          <ac:chgData name="musukie52@gmail.com" userId="017bd91f96aa8751" providerId="LiveId" clId="{5B2C3894-F97E-4CAB-8812-5BB4D83AAC6A}" dt="2026-10-17T15:05:42.489" v="17770" actId="20577"/>
          <ac:spMkLst>
            <pc:docMk/>
            <pc:sldMk cId="4119273129" sldId="313"/>
            <ac:spMk id="145" creationId="{2C38006A-3851-0E4D-BC12-499E631A2CBC}"/>
          </ac:spMkLst>
        </pc:spChg>
        <pc:spChg chg="mod">
          <ac:chgData name="musukie52@gmail.com" userId="017bd91f96aa8751" providerId="LiveId" clId="{5B2C3894-F97E-4CAB-8812-5BB4D83AAC6A}" dt="2026-10-20T09:27:58.963" v="25411" actId="20577"/>
          <ac:spMkLst>
            <pc:docMk/>
            <pc:sldMk cId="4119273129" sldId="313"/>
            <ac:spMk id="151" creationId="{343768B1-8E8D-AF75-CDD4-C1AA35A81380}"/>
          </ac:spMkLst>
        </pc:spChg>
        <pc:spChg chg="mod">
          <ac:chgData name="musukie52@gmail.com" userId="017bd91f96aa8751" providerId="LiveId" clId="{5B2C3894-F97E-4CAB-8812-5BB4D83AAC6A}" dt="2026-10-20T09:27:51.401" v="25409" actId="20577"/>
          <ac:spMkLst>
            <pc:docMk/>
            <pc:sldMk cId="4119273129" sldId="313"/>
            <ac:spMk id="191" creationId="{A2D86FAC-BECB-786C-64DA-A5F4028CCDE7}"/>
          </ac:spMkLst>
        </pc:spChg>
        <pc:spChg chg="mod">
          <ac:chgData name="musukie52@gmail.com" userId="017bd91f96aa8751" providerId="LiveId" clId="{5B2C3894-F97E-4CAB-8812-5BB4D83AAC6A}" dt="2026-10-20T03:04:25.366" v="22767" actId="14100"/>
          <ac:spMkLst>
            <pc:docMk/>
            <pc:sldMk cId="4119273129" sldId="313"/>
            <ac:spMk id="227" creationId="{6A33D46B-0FC5-6236-134E-3026129B9A81}"/>
          </ac:spMkLst>
        </pc:spChg>
        <pc:spChg chg="mod">
          <ac:chgData name="musukie52@gmail.com" userId="017bd91f96aa8751" providerId="LiveId" clId="{5B2C3894-F97E-4CAB-8812-5BB4D83AAC6A}" dt="2026-10-20T03:04:28.548" v="22769" actId="14100"/>
          <ac:spMkLst>
            <pc:docMk/>
            <pc:sldMk cId="4119273129" sldId="313"/>
            <ac:spMk id="230" creationId="{2E950D6A-AA25-330A-5F9F-BC72572F0B0F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53" creationId="{06E74E9D-50E7-203D-B2A9-293659916133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54" creationId="{A448A5F9-4F16-0016-19E7-8DAAA365F931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55" creationId="{921F6D76-E386-1394-95D7-DF4F0464AD8D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56" creationId="{2BF7C2E8-D2D4-4717-7007-02FCDF962252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57" creationId="{DFAEBF07-5FCE-D33B-76EB-D43831D2CEDD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59" creationId="{A57CF736-CDC5-343B-8B66-69533C6DBBE0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60" creationId="{C7ACF2A6-83C2-3578-9122-06B9753896A1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61" creationId="{044E9D5C-169E-EBD4-4E78-B4778F724068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63" creationId="{1CCF160C-08A0-0E01-96A7-BFB0D6B51A9C}"/>
          </ac:spMkLst>
        </pc:spChg>
        <pc:spChg chg="add mod">
          <ac:chgData name="musukie52@gmail.com" userId="017bd91f96aa8751" providerId="LiveId" clId="{5B2C3894-F97E-4CAB-8812-5BB4D83AAC6A}" dt="2026-10-17T14:48:42.532" v="17368" actId="1035"/>
          <ac:spMkLst>
            <pc:docMk/>
            <pc:sldMk cId="4119273129" sldId="313"/>
            <ac:spMk id="364" creationId="{7C833DFB-B073-3AE6-46A5-B2327F585B3C}"/>
          </ac:spMkLst>
        </pc:spChg>
        <pc:spChg chg="add mod">
          <ac:chgData name="musukie52@gmail.com" userId="017bd91f96aa8751" providerId="LiveId" clId="{5B2C3894-F97E-4CAB-8812-5BB4D83AAC6A}" dt="2026-10-17T15:00:49.770" v="17533" actId="1036"/>
          <ac:spMkLst>
            <pc:docMk/>
            <pc:sldMk cId="4119273129" sldId="313"/>
            <ac:spMk id="386" creationId="{6A93F942-5605-5C72-0A5F-09F5C8D08726}"/>
          </ac:spMkLst>
        </pc:spChg>
        <pc:spChg chg="add mod">
          <ac:chgData name="musukie52@gmail.com" userId="017bd91f96aa8751" providerId="LiveId" clId="{5B2C3894-F97E-4CAB-8812-5BB4D83AAC6A}" dt="2026-10-17T15:00:49.770" v="17533" actId="1036"/>
          <ac:spMkLst>
            <pc:docMk/>
            <pc:sldMk cId="4119273129" sldId="313"/>
            <ac:spMk id="388" creationId="{D27D3BEB-83EF-6FB6-7013-83D811E1B56C}"/>
          </ac:spMkLst>
        </pc:spChg>
        <pc:spChg chg="add mod">
          <ac:chgData name="musukie52@gmail.com" userId="017bd91f96aa8751" providerId="LiveId" clId="{5B2C3894-F97E-4CAB-8812-5BB4D83AAC6A}" dt="2026-10-17T15:00:49.770" v="17533" actId="1036"/>
          <ac:spMkLst>
            <pc:docMk/>
            <pc:sldMk cId="4119273129" sldId="313"/>
            <ac:spMk id="390" creationId="{F8327E7B-98F9-6D86-A9D9-9F694CB06BB1}"/>
          </ac:spMkLst>
        </pc:spChg>
        <pc:spChg chg="add mod">
          <ac:chgData name="musukie52@gmail.com" userId="017bd91f96aa8751" providerId="LiveId" clId="{5B2C3894-F97E-4CAB-8812-5BB4D83AAC6A}" dt="2026-10-17T15:00:42.936" v="17527" actId="1076"/>
          <ac:spMkLst>
            <pc:docMk/>
            <pc:sldMk cId="4119273129" sldId="313"/>
            <ac:spMk id="392" creationId="{5AFF3474-C445-07A9-4868-0C820442BF5A}"/>
          </ac:spMkLst>
        </pc:spChg>
        <pc:spChg chg="add mod">
          <ac:chgData name="musukie52@gmail.com" userId="017bd91f96aa8751" providerId="LiveId" clId="{5B2C3894-F97E-4CAB-8812-5BB4D83AAC6A}" dt="2026-10-17T15:00:42.936" v="17527" actId="1076"/>
          <ac:spMkLst>
            <pc:docMk/>
            <pc:sldMk cId="4119273129" sldId="313"/>
            <ac:spMk id="394" creationId="{85BE04DB-E25D-E234-7AB4-6B66C7EABB69}"/>
          </ac:spMkLst>
        </pc:spChg>
        <pc:spChg chg="add mod">
          <ac:chgData name="musukie52@gmail.com" userId="017bd91f96aa8751" providerId="LiveId" clId="{5B2C3894-F97E-4CAB-8812-5BB4D83AAC6A}" dt="2026-10-17T15:00:42.936" v="17527" actId="1076"/>
          <ac:spMkLst>
            <pc:docMk/>
            <pc:sldMk cId="4119273129" sldId="313"/>
            <ac:spMk id="396" creationId="{6FDBE8AA-B56E-0591-9AA4-D54F85D318E2}"/>
          </ac:spMkLst>
        </pc:spChg>
        <pc:spChg chg="add mod">
          <ac:chgData name="musukie52@gmail.com" userId="017bd91f96aa8751" providerId="LiveId" clId="{5B2C3894-F97E-4CAB-8812-5BB4D83AAC6A}" dt="2026-10-20T09:27:21.186" v="25404" actId="20577"/>
          <ac:spMkLst>
            <pc:docMk/>
            <pc:sldMk cId="4119273129" sldId="313"/>
            <ac:spMk id="398" creationId="{931A3716-A935-EDA9-65B2-9DE60D7F55D7}"/>
          </ac:spMkLst>
        </pc:spChg>
        <pc:spChg chg="add mod">
          <ac:chgData name="musukie52@gmail.com" userId="017bd91f96aa8751" providerId="LiveId" clId="{5B2C3894-F97E-4CAB-8812-5BB4D83AAC6A}" dt="2026-10-20T09:27:22.243" v="25405" actId="20577"/>
          <ac:spMkLst>
            <pc:docMk/>
            <pc:sldMk cId="4119273129" sldId="313"/>
            <ac:spMk id="400" creationId="{717E3EB4-170A-B493-6FDD-3885CCB752F2}"/>
          </ac:spMkLst>
        </pc:spChg>
        <pc:spChg chg="add mod">
          <ac:chgData name="musukie52@gmail.com" userId="017bd91f96aa8751" providerId="LiveId" clId="{5B2C3894-F97E-4CAB-8812-5BB4D83AAC6A}" dt="2026-10-17T14:58:10.212" v="17475" actId="1076"/>
          <ac:spMkLst>
            <pc:docMk/>
            <pc:sldMk cId="4119273129" sldId="313"/>
            <ac:spMk id="406" creationId="{8709DB6C-3ECA-B79E-FA61-61041238E049}"/>
          </ac:spMkLst>
        </pc:spChg>
        <pc:spChg chg="add mod">
          <ac:chgData name="musukie52@gmail.com" userId="017bd91f96aa8751" providerId="LiveId" clId="{5B2C3894-F97E-4CAB-8812-5BB4D83AAC6A}" dt="2026-10-17T14:58:10.212" v="17475" actId="1076"/>
          <ac:spMkLst>
            <pc:docMk/>
            <pc:sldMk cId="4119273129" sldId="313"/>
            <ac:spMk id="408" creationId="{083C0F7D-7183-20F9-EAD1-C3BB9970BF33}"/>
          </ac:spMkLst>
        </pc:spChg>
        <pc:spChg chg="add mod">
          <ac:chgData name="musukie52@gmail.com" userId="017bd91f96aa8751" providerId="LiveId" clId="{5B2C3894-F97E-4CAB-8812-5BB4D83AAC6A}" dt="2026-10-17T14:58:10.212" v="17475" actId="1076"/>
          <ac:spMkLst>
            <pc:docMk/>
            <pc:sldMk cId="4119273129" sldId="313"/>
            <ac:spMk id="410" creationId="{D94F79D6-3611-2BB1-7A87-5D339E883124}"/>
          </ac:spMkLst>
        </pc:spChg>
        <pc:spChg chg="add mod">
          <ac:chgData name="musukie52@gmail.com" userId="017bd91f96aa8751" providerId="LiveId" clId="{5B2C3894-F97E-4CAB-8812-5BB4D83AAC6A}" dt="2026-10-20T09:27:20.124" v="25403" actId="20577"/>
          <ac:spMkLst>
            <pc:docMk/>
            <pc:sldMk cId="4119273129" sldId="313"/>
            <ac:spMk id="412" creationId="{74DA6BB9-AFB1-EA71-3057-3AEADE995317}"/>
          </ac:spMkLst>
        </pc:spChg>
        <pc:spChg chg="add mod ord">
          <ac:chgData name="musukie52@gmail.com" userId="017bd91f96aa8751" providerId="LiveId" clId="{5B2C3894-F97E-4CAB-8812-5BB4D83AAC6A}" dt="2026-10-17T15:01:07.976" v="17536" actId="167"/>
          <ac:spMkLst>
            <pc:docMk/>
            <pc:sldMk cId="4119273129" sldId="313"/>
            <ac:spMk id="420" creationId="{E79CE544-1F66-7B17-88C3-5595FF011653}"/>
          </ac:spMkLst>
        </pc:spChg>
        <pc:spChg chg="add mod ord">
          <ac:chgData name="musukie52@gmail.com" userId="017bd91f96aa8751" providerId="LiveId" clId="{5B2C3894-F97E-4CAB-8812-5BB4D83AAC6A}" dt="2026-10-17T15:01:07.976" v="17536" actId="167"/>
          <ac:spMkLst>
            <pc:docMk/>
            <pc:sldMk cId="4119273129" sldId="313"/>
            <ac:spMk id="422" creationId="{1F3EA077-C84E-098A-FB3A-5CA3F4446577}"/>
          </ac:spMkLst>
        </pc:spChg>
        <pc:spChg chg="add mod ord">
          <ac:chgData name="musukie52@gmail.com" userId="017bd91f96aa8751" providerId="LiveId" clId="{5B2C3894-F97E-4CAB-8812-5BB4D83AAC6A}" dt="2026-10-17T15:01:07.976" v="17536" actId="167"/>
          <ac:spMkLst>
            <pc:docMk/>
            <pc:sldMk cId="4119273129" sldId="313"/>
            <ac:spMk id="424" creationId="{165C904A-849A-FAF3-8B67-0AA927CF36BE}"/>
          </ac:spMkLst>
        </pc:spChg>
        <pc:picChg chg="add mod">
          <ac:chgData name="musukie52@gmail.com" userId="017bd91f96aa8751" providerId="LiveId" clId="{5B2C3894-F97E-4CAB-8812-5BB4D83AAC6A}" dt="2026-10-17T15:00:49.770" v="17533" actId="1036"/>
          <ac:picMkLst>
            <pc:docMk/>
            <pc:sldMk cId="4119273129" sldId="313"/>
            <ac:picMk id="402" creationId="{39DD22DF-100C-D892-C3C5-FE9855B1D4D2}"/>
          </ac:picMkLst>
        </pc:picChg>
        <pc:picChg chg="add mod">
          <ac:chgData name="musukie52@gmail.com" userId="017bd91f96aa8751" providerId="LiveId" clId="{5B2C3894-F97E-4CAB-8812-5BB4D83AAC6A}" dt="2026-10-17T15:00:42.936" v="17527" actId="1076"/>
          <ac:picMkLst>
            <pc:docMk/>
            <pc:sldMk cId="4119273129" sldId="313"/>
            <ac:picMk id="404" creationId="{0D3B3B26-7224-3F87-CAB7-F903780AAD64}"/>
          </ac:picMkLst>
        </pc:picChg>
        <pc:picChg chg="add mod">
          <ac:chgData name="musukie52@gmail.com" userId="017bd91f96aa8751" providerId="LiveId" clId="{5B2C3894-F97E-4CAB-8812-5BB4D83AAC6A}" dt="2026-10-17T15:00:09.518" v="17520" actId="1037"/>
          <ac:picMkLst>
            <pc:docMk/>
            <pc:sldMk cId="4119273129" sldId="313"/>
            <ac:picMk id="414" creationId="{90BCC3F1-C025-E16A-CF5F-F8380FC99BFC}"/>
          </ac:picMkLst>
        </pc:picChg>
        <pc:cxnChg chg="mod">
          <ac:chgData name="musukie52@gmail.com" userId="017bd91f96aa8751" providerId="LiveId" clId="{5B2C3894-F97E-4CAB-8812-5BB4D83AAC6A}" dt="2026-10-17T15:01:57.100" v="17540" actId="1076"/>
          <ac:cxnSpMkLst>
            <pc:docMk/>
            <pc:sldMk cId="4119273129" sldId="313"/>
            <ac:cxnSpMk id="22" creationId="{6B4B0C4C-697E-C422-1E21-3EDEA00DA44B}"/>
          </ac:cxnSpMkLst>
        </pc:cxnChg>
        <pc:cxnChg chg="mod">
          <ac:chgData name="musukie52@gmail.com" userId="017bd91f96aa8751" providerId="LiveId" clId="{5B2C3894-F97E-4CAB-8812-5BB4D83AAC6A}" dt="2026-10-17T15:01:57.100" v="17540" actId="1076"/>
          <ac:cxnSpMkLst>
            <pc:docMk/>
            <pc:sldMk cId="4119273129" sldId="313"/>
            <ac:cxnSpMk id="25" creationId="{C39D1CC3-418B-D97A-4C60-80A89FA55AF1}"/>
          </ac:cxnSpMkLst>
        </pc:cxnChg>
        <pc:cxnChg chg="mod">
          <ac:chgData name="musukie52@gmail.com" userId="017bd91f96aa8751" providerId="LiveId" clId="{5B2C3894-F97E-4CAB-8812-5BB4D83AAC6A}" dt="2026-10-17T15:01:57.100" v="17540" actId="1076"/>
          <ac:cxnSpMkLst>
            <pc:docMk/>
            <pc:sldMk cId="4119273129" sldId="313"/>
            <ac:cxnSpMk id="28" creationId="{EB44A66E-C70E-730B-9686-500D9EAE54E1}"/>
          </ac:cxnSpMkLst>
        </pc:cxnChg>
        <pc:cxnChg chg="mod">
          <ac:chgData name="musukie52@gmail.com" userId="017bd91f96aa8751" providerId="LiveId" clId="{5B2C3894-F97E-4CAB-8812-5BB4D83AAC6A}" dt="2026-10-17T15:01:57.100" v="17540" actId="1076"/>
          <ac:cxnSpMkLst>
            <pc:docMk/>
            <pc:sldMk cId="4119273129" sldId="313"/>
            <ac:cxnSpMk id="31" creationId="{2380F5D9-9DA2-EDC0-876D-178B3D72CAFC}"/>
          </ac:cxnSpMkLst>
        </pc:cxnChg>
        <pc:cxnChg chg="mod">
          <ac:chgData name="musukie52@gmail.com" userId="017bd91f96aa8751" providerId="LiveId" clId="{5B2C3894-F97E-4CAB-8812-5BB4D83AAC6A}" dt="2026-10-17T15:01:57.100" v="17540" actId="1076"/>
          <ac:cxnSpMkLst>
            <pc:docMk/>
            <pc:sldMk cId="4119273129" sldId="313"/>
            <ac:cxnSpMk id="34" creationId="{E19774B6-80AC-546C-92BC-580D9E0B821D}"/>
          </ac:cxnSpMkLst>
        </pc:cxnChg>
        <pc:cxnChg chg="mod">
          <ac:chgData name="musukie52@gmail.com" userId="017bd91f96aa8751" providerId="LiveId" clId="{5B2C3894-F97E-4CAB-8812-5BB4D83AAC6A}" dt="2026-10-17T15:01:57.100" v="17540" actId="1076"/>
          <ac:cxnSpMkLst>
            <pc:docMk/>
            <pc:sldMk cId="4119273129" sldId="313"/>
            <ac:cxnSpMk id="59" creationId="{F2D59AEA-4036-4A54-8DF3-5E4CBF8A5B9F}"/>
          </ac:cxnSpMkLst>
        </pc:cxnChg>
        <pc:cxnChg chg="add mod">
          <ac:chgData name="musukie52@gmail.com" userId="017bd91f96aa8751" providerId="LiveId" clId="{5B2C3894-F97E-4CAB-8812-5BB4D83AAC6A}" dt="2026-10-17T13:44:49.988" v="16583" actId="1076"/>
          <ac:cxnSpMkLst>
            <pc:docMk/>
            <pc:sldMk cId="4119273129" sldId="313"/>
            <ac:cxnSpMk id="154" creationId="{8DD775F5-9A3F-7066-B7C8-EBCED7553E3C}"/>
          </ac:cxnSpMkLst>
        </pc:cxnChg>
        <pc:cxnChg chg="mod">
          <ac:chgData name="musukie52@gmail.com" userId="017bd91f96aa8751" providerId="LiveId" clId="{5B2C3894-F97E-4CAB-8812-5BB4D83AAC6A}" dt="2026-10-17T15:17:58.988" v="17986" actId="1076"/>
          <ac:cxnSpMkLst>
            <pc:docMk/>
            <pc:sldMk cId="4119273129" sldId="313"/>
            <ac:cxnSpMk id="193" creationId="{CA955808-C2E6-A35F-72C3-F9D6F8B30F07}"/>
          </ac:cxnSpMkLst>
        </pc:cxnChg>
        <pc:cxnChg chg="mod">
          <ac:chgData name="musukie52@gmail.com" userId="017bd91f96aa8751" providerId="LiveId" clId="{5B2C3894-F97E-4CAB-8812-5BB4D83AAC6A}" dt="2026-10-17T15:17:50.507" v="17984" actId="1076"/>
          <ac:cxnSpMkLst>
            <pc:docMk/>
            <pc:sldMk cId="4119273129" sldId="313"/>
            <ac:cxnSpMk id="201" creationId="{8EB24864-729B-263B-DB94-2433922BA110}"/>
          </ac:cxnSpMkLst>
        </pc:cxnChg>
        <pc:cxnChg chg="mod">
          <ac:chgData name="musukie52@gmail.com" userId="017bd91f96aa8751" providerId="LiveId" clId="{5B2C3894-F97E-4CAB-8812-5BB4D83AAC6A}" dt="2026-10-17T15:17:18.528" v="17980" actId="14100"/>
          <ac:cxnSpMkLst>
            <pc:docMk/>
            <pc:sldMk cId="4119273129" sldId="313"/>
            <ac:cxnSpMk id="204" creationId="{20A07404-33E4-B200-A0E8-CCA74D081A88}"/>
          </ac:cxnSpMkLst>
        </pc:cxnChg>
        <pc:cxnChg chg="mod">
          <ac:chgData name="musukie52@gmail.com" userId="017bd91f96aa8751" providerId="LiveId" clId="{5B2C3894-F97E-4CAB-8812-5BB4D83AAC6A}" dt="2026-10-17T15:17:40.016" v="17982" actId="1076"/>
          <ac:cxnSpMkLst>
            <pc:docMk/>
            <pc:sldMk cId="4119273129" sldId="313"/>
            <ac:cxnSpMk id="207" creationId="{0F411C8E-F2E1-31E6-B262-B8775EF065F3}"/>
          </ac:cxnSpMkLst>
        </pc:cxnChg>
      </pc:sldChg>
      <pc:sldChg chg="addSp delSp modSp new del mod ord">
        <pc:chgData name="musukie52@gmail.com" userId="017bd91f96aa8751" providerId="LiveId" clId="{5B2C3894-F97E-4CAB-8812-5BB4D83AAC6A}" dt="2026-10-20T13:48:03.532" v="36091" actId="47"/>
        <pc:sldMkLst>
          <pc:docMk/>
          <pc:sldMk cId="750692692" sldId="314"/>
        </pc:sldMkLst>
        <pc:spChg chg="add del">
          <ac:chgData name="musukie52@gmail.com" userId="017bd91f96aa8751" providerId="LiveId" clId="{5B2C3894-F97E-4CAB-8812-5BB4D83AAC6A}" dt="2026-10-20T07:35:30.016" v="24134" actId="21"/>
          <ac:spMkLst>
            <pc:docMk/>
            <pc:sldMk cId="750692692" sldId="314"/>
            <ac:spMk id="3" creationId="{79259B11-869C-4DD0-489C-53FD4AC716DA}"/>
          </ac:spMkLst>
        </pc:spChg>
        <pc:spChg chg="add del mod">
          <ac:chgData name="musukie52@gmail.com" userId="017bd91f96aa8751" providerId="LiveId" clId="{5B2C3894-F97E-4CAB-8812-5BB4D83AAC6A}" dt="2026-10-20T03:30:57.309" v="23371" actId="478"/>
          <ac:spMkLst>
            <pc:docMk/>
            <pc:sldMk cId="750692692" sldId="314"/>
            <ac:spMk id="3" creationId="{E0B2131B-B38A-BD70-5279-C4C980367D13}"/>
          </ac:spMkLst>
        </pc:spChg>
        <pc:spChg chg="add del mod">
          <ac:chgData name="musukie52@gmail.com" userId="017bd91f96aa8751" providerId="LiveId" clId="{5B2C3894-F97E-4CAB-8812-5BB4D83AAC6A}" dt="2026-10-20T07:35:30.016" v="24134" actId="21"/>
          <ac:spMkLst>
            <pc:docMk/>
            <pc:sldMk cId="750692692" sldId="314"/>
            <ac:spMk id="5" creationId="{1618BD7E-31A2-1B38-01A9-18807D783EAD}"/>
          </ac:spMkLst>
        </pc:spChg>
        <pc:spChg chg="add del">
          <ac:chgData name="musukie52@gmail.com" userId="017bd91f96aa8751" providerId="LiveId" clId="{5B2C3894-F97E-4CAB-8812-5BB4D83AAC6A}" dt="2026-10-20T03:30:57.309" v="23371" actId="478"/>
          <ac:spMkLst>
            <pc:docMk/>
            <pc:sldMk cId="750692692" sldId="314"/>
            <ac:spMk id="5" creationId="{FDE5726A-BD1F-FF03-C402-1775319FA5B5}"/>
          </ac:spMkLst>
        </pc:spChg>
        <pc:spChg chg="add del mod">
          <ac:chgData name="musukie52@gmail.com" userId="017bd91f96aa8751" providerId="LiveId" clId="{5B2C3894-F97E-4CAB-8812-5BB4D83AAC6A}" dt="2026-10-20T03:30:55.745" v="23370" actId="21"/>
          <ac:spMkLst>
            <pc:docMk/>
            <pc:sldMk cId="750692692" sldId="314"/>
            <ac:spMk id="7" creationId="{1FBB35BD-C51C-BDFC-71BA-FBB319A1F72A}"/>
          </ac:spMkLst>
        </pc:spChg>
        <pc:spChg chg="add del mod">
          <ac:chgData name="musukie52@gmail.com" userId="017bd91f96aa8751" providerId="LiveId" clId="{5B2C3894-F97E-4CAB-8812-5BB4D83AAC6A}" dt="2026-10-20T07:35:30.016" v="24134" actId="21"/>
          <ac:spMkLst>
            <pc:docMk/>
            <pc:sldMk cId="750692692" sldId="314"/>
            <ac:spMk id="7" creationId="{277842D3-A5D9-EBC5-F45E-F271CD256524}"/>
          </ac:spMkLst>
        </pc:spChg>
        <pc:spChg chg="add del">
          <ac:chgData name="musukie52@gmail.com" userId="017bd91f96aa8751" providerId="LiveId" clId="{5B2C3894-F97E-4CAB-8812-5BB4D83AAC6A}" dt="2026-10-20T03:30:55.745" v="23370" actId="21"/>
          <ac:spMkLst>
            <pc:docMk/>
            <pc:sldMk cId="750692692" sldId="314"/>
            <ac:spMk id="9" creationId="{7D176BF4-DE7D-4926-A604-F8FC282A5F77}"/>
          </ac:spMkLst>
        </pc:spChg>
        <pc:spChg chg="add del mod">
          <ac:chgData name="musukie52@gmail.com" userId="017bd91f96aa8751" providerId="LiveId" clId="{5B2C3894-F97E-4CAB-8812-5BB4D83AAC6A}" dt="2026-10-20T07:35:30.016" v="24134" actId="21"/>
          <ac:spMkLst>
            <pc:docMk/>
            <pc:sldMk cId="750692692" sldId="314"/>
            <ac:spMk id="9" creationId="{BCB18C9D-8E52-3100-5175-AE43AD0770ED}"/>
          </ac:spMkLst>
        </pc:spChg>
        <pc:spChg chg="add del">
          <ac:chgData name="musukie52@gmail.com" userId="017bd91f96aa8751" providerId="LiveId" clId="{5B2C3894-F97E-4CAB-8812-5BB4D83AAC6A}" dt="2026-10-20T03:32:38.332" v="23391" actId="21"/>
          <ac:spMkLst>
            <pc:docMk/>
            <pc:sldMk cId="750692692" sldId="314"/>
            <ac:spMk id="11" creationId="{2991FBED-842A-7060-582A-C14946E955BA}"/>
          </ac:spMkLst>
        </pc:spChg>
        <pc:spChg chg="add del mod">
          <ac:chgData name="musukie52@gmail.com" userId="017bd91f96aa8751" providerId="LiveId" clId="{5B2C3894-F97E-4CAB-8812-5BB4D83AAC6A}" dt="2026-10-20T07:35:30.016" v="24134" actId="21"/>
          <ac:spMkLst>
            <pc:docMk/>
            <pc:sldMk cId="750692692" sldId="314"/>
            <ac:spMk id="11" creationId="{73171110-74F7-1D88-1578-D96CCA54C7EC}"/>
          </ac:spMkLst>
        </pc:spChg>
        <pc:spChg chg="add del">
          <ac:chgData name="musukie52@gmail.com" userId="017bd91f96aa8751" providerId="LiveId" clId="{5B2C3894-F97E-4CAB-8812-5BB4D83AAC6A}" dt="2026-10-20T07:35:30.016" v="24134" actId="21"/>
          <ac:spMkLst>
            <pc:docMk/>
            <pc:sldMk cId="750692692" sldId="314"/>
            <ac:spMk id="13" creationId="{CE0B7E1D-B4DA-914B-EB26-32E4C45BFF8A}"/>
          </ac:spMkLst>
        </pc:spChg>
        <pc:spChg chg="add del mod">
          <ac:chgData name="musukie52@gmail.com" userId="017bd91f96aa8751" providerId="LiveId" clId="{5B2C3894-F97E-4CAB-8812-5BB4D83AAC6A}" dt="2026-10-20T03:32:38.332" v="23391" actId="21"/>
          <ac:spMkLst>
            <pc:docMk/>
            <pc:sldMk cId="750692692" sldId="314"/>
            <ac:spMk id="13" creationId="{EBC1CBB5-0C3F-E671-CBE1-164040AF4C16}"/>
          </ac:spMkLst>
        </pc:spChg>
        <pc:spChg chg="add del mod">
          <ac:chgData name="musukie52@gmail.com" userId="017bd91f96aa8751" providerId="LiveId" clId="{5B2C3894-F97E-4CAB-8812-5BB4D83AAC6A}" dt="2026-10-20T03:32:38.332" v="23391" actId="21"/>
          <ac:spMkLst>
            <pc:docMk/>
            <pc:sldMk cId="750692692" sldId="314"/>
            <ac:spMk id="15" creationId="{1C3A3563-272F-DF82-1484-7A47A69FCDE1}"/>
          </ac:spMkLst>
        </pc:spChg>
        <pc:spChg chg="add del">
          <ac:chgData name="musukie52@gmail.com" userId="017bd91f96aa8751" providerId="LiveId" clId="{5B2C3894-F97E-4CAB-8812-5BB4D83AAC6A}" dt="2026-10-20T07:36:32.316" v="24145" actId="21"/>
          <ac:spMkLst>
            <pc:docMk/>
            <pc:sldMk cId="750692692" sldId="314"/>
            <ac:spMk id="15" creationId="{35CBAB14-4E76-EE29-8D2E-DB3343A3AD03}"/>
          </ac:spMkLst>
        </pc:spChg>
        <pc:spChg chg="add del mod">
          <ac:chgData name="musukie52@gmail.com" userId="017bd91f96aa8751" providerId="LiveId" clId="{5B2C3894-F97E-4CAB-8812-5BB4D83AAC6A}" dt="2026-10-20T03:39:38.495" v="23721" actId="21"/>
          <ac:spMkLst>
            <pc:docMk/>
            <pc:sldMk cId="750692692" sldId="314"/>
            <ac:spMk id="17" creationId="{0D459602-18FB-8E48-2CF1-B646BD3E1758}"/>
          </ac:spMkLst>
        </pc:spChg>
        <pc:spChg chg="add del mod">
          <ac:chgData name="musukie52@gmail.com" userId="017bd91f96aa8751" providerId="LiveId" clId="{5B2C3894-F97E-4CAB-8812-5BB4D83AAC6A}" dt="2026-10-20T07:36:32.316" v="24145" actId="21"/>
          <ac:spMkLst>
            <pc:docMk/>
            <pc:sldMk cId="750692692" sldId="314"/>
            <ac:spMk id="17" creationId="{2FDBA06C-2F7B-08E4-09EE-02C2BB6FEFFA}"/>
          </ac:spMkLst>
        </pc:spChg>
        <pc:spChg chg="add del mod">
          <ac:chgData name="musukie52@gmail.com" userId="017bd91f96aa8751" providerId="LiveId" clId="{5B2C3894-F97E-4CAB-8812-5BB4D83AAC6A}" dt="2026-10-20T07:36:32.316" v="24145" actId="21"/>
          <ac:spMkLst>
            <pc:docMk/>
            <pc:sldMk cId="750692692" sldId="314"/>
            <ac:spMk id="19" creationId="{39043F96-8C36-FD05-EC8B-B1FA2365520D}"/>
          </ac:spMkLst>
        </pc:spChg>
        <pc:spChg chg="add del">
          <ac:chgData name="musukie52@gmail.com" userId="017bd91f96aa8751" providerId="LiveId" clId="{5B2C3894-F97E-4CAB-8812-5BB4D83AAC6A}" dt="2026-10-20T03:39:49.716" v="23724" actId="21"/>
          <ac:spMkLst>
            <pc:docMk/>
            <pc:sldMk cId="750692692" sldId="314"/>
            <ac:spMk id="19" creationId="{FFDC8061-AB49-1E64-3B0F-7D64599CBC4F}"/>
          </ac:spMkLst>
        </pc:spChg>
        <pc:spChg chg="add del">
          <ac:chgData name="musukie52@gmail.com" userId="017bd91f96aa8751" providerId="LiveId" clId="{5B2C3894-F97E-4CAB-8812-5BB4D83AAC6A}" dt="2026-10-20T03:39:49.716" v="23724" actId="21"/>
          <ac:spMkLst>
            <pc:docMk/>
            <pc:sldMk cId="750692692" sldId="314"/>
            <ac:spMk id="21" creationId="{27626FDB-EF37-FCB3-522F-9DB23D2BD97F}"/>
          </ac:spMkLst>
        </pc:spChg>
        <pc:spChg chg="add del">
          <ac:chgData name="musukie52@gmail.com" userId="017bd91f96aa8751" providerId="LiveId" clId="{5B2C3894-F97E-4CAB-8812-5BB4D83AAC6A}" dt="2026-10-20T07:36:32.316" v="24145" actId="21"/>
          <ac:spMkLst>
            <pc:docMk/>
            <pc:sldMk cId="750692692" sldId="314"/>
            <ac:spMk id="21" creationId="{91B1A6C7-B4AF-74EC-AC73-6C4E69E6AB06}"/>
          </ac:spMkLst>
        </pc:spChg>
        <pc:spChg chg="add del mod">
          <ac:chgData name="musukie52@gmail.com" userId="017bd91f96aa8751" providerId="LiveId" clId="{5B2C3894-F97E-4CAB-8812-5BB4D83AAC6A}" dt="2026-10-20T03:37:56.563" v="23689" actId="21"/>
          <ac:spMkLst>
            <pc:docMk/>
            <pc:sldMk cId="750692692" sldId="314"/>
            <ac:spMk id="23" creationId="{7D8F5CEA-1B85-CFB0-353F-082A25AFE241}"/>
          </ac:spMkLst>
        </pc:spChg>
        <pc:spChg chg="add del">
          <ac:chgData name="musukie52@gmail.com" userId="017bd91f96aa8751" providerId="LiveId" clId="{5B2C3894-F97E-4CAB-8812-5BB4D83AAC6A}" dt="2026-10-20T08:05:52.552" v="24283" actId="21"/>
          <ac:spMkLst>
            <pc:docMk/>
            <pc:sldMk cId="750692692" sldId="314"/>
            <ac:spMk id="23" creationId="{C5615A40-B6BE-36BC-B0F2-7A9BA0F1A98D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25" creationId="{268F7B5C-F730-1DD8-A107-64C01B9FFCE7}"/>
          </ac:spMkLst>
        </pc:spChg>
        <pc:spChg chg="add del">
          <ac:chgData name="musukie52@gmail.com" userId="017bd91f96aa8751" providerId="LiveId" clId="{5B2C3894-F97E-4CAB-8812-5BB4D83AAC6A}" dt="2026-10-20T03:39:38.495" v="23721" actId="21"/>
          <ac:spMkLst>
            <pc:docMk/>
            <pc:sldMk cId="750692692" sldId="314"/>
            <ac:spMk id="25" creationId="{8B353A4A-A702-9A8A-4DD6-77549C5AC53B}"/>
          </ac:spMkLst>
        </pc:spChg>
        <pc:spChg chg="add del mod">
          <ac:chgData name="musukie52@gmail.com" userId="017bd91f96aa8751" providerId="LiveId" clId="{5B2C3894-F97E-4CAB-8812-5BB4D83AAC6A}" dt="2026-10-20T08:05:52.552" v="24283" actId="21"/>
          <ac:spMkLst>
            <pc:docMk/>
            <pc:sldMk cId="750692692" sldId="314"/>
            <ac:spMk id="26" creationId="{D5FE05F1-D040-ED71-B7A6-7D1FF335EDB1}"/>
          </ac:spMkLst>
        </pc:spChg>
        <pc:spChg chg="add del mod">
          <ac:chgData name="musukie52@gmail.com" userId="017bd91f96aa8751" providerId="LiveId" clId="{5B2C3894-F97E-4CAB-8812-5BB4D83AAC6A}" dt="2026-10-20T03:37:56.563" v="23689" actId="21"/>
          <ac:spMkLst>
            <pc:docMk/>
            <pc:sldMk cId="750692692" sldId="314"/>
            <ac:spMk id="27" creationId="{0D96FE5A-9CBE-85D2-6534-029C3D81C12B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28" creationId="{4A7A0D30-9690-3503-CBF9-50F8754EC620}"/>
          </ac:spMkLst>
        </pc:spChg>
        <pc:spChg chg="add del mod">
          <ac:chgData name="musukie52@gmail.com" userId="017bd91f96aa8751" providerId="LiveId" clId="{5B2C3894-F97E-4CAB-8812-5BB4D83AAC6A}" dt="2026-10-20T03:37:56.563" v="23689" actId="21"/>
          <ac:spMkLst>
            <pc:docMk/>
            <pc:sldMk cId="750692692" sldId="314"/>
            <ac:spMk id="29" creationId="{117DCBE5-9F66-8F33-9B28-25F33A31EF58}"/>
          </ac:spMkLst>
        </pc:spChg>
        <pc:spChg chg="add del">
          <ac:chgData name="musukie52@gmail.com" userId="017bd91f96aa8751" providerId="LiveId" clId="{5B2C3894-F97E-4CAB-8812-5BB4D83AAC6A}" dt="2026-10-20T08:08:53.793" v="24325" actId="21"/>
          <ac:spMkLst>
            <pc:docMk/>
            <pc:sldMk cId="750692692" sldId="314"/>
            <ac:spMk id="29" creationId="{8E9DFC5E-EA38-C092-F52B-D2C51C147FA1}"/>
          </ac:spMkLst>
        </pc:spChg>
        <pc:spChg chg="add del mod">
          <ac:chgData name="musukie52@gmail.com" userId="017bd91f96aa8751" providerId="LiveId" clId="{5B2C3894-F97E-4CAB-8812-5BB4D83AAC6A}" dt="2026-10-20T03:39:38.495" v="23721" actId="21"/>
          <ac:spMkLst>
            <pc:docMk/>
            <pc:sldMk cId="750692692" sldId="314"/>
            <ac:spMk id="31" creationId="{36646A54-7164-BAFB-D03E-5B4B0BC79DF5}"/>
          </ac:spMkLst>
        </pc:spChg>
        <pc:spChg chg="add del mod">
          <ac:chgData name="musukie52@gmail.com" userId="017bd91f96aa8751" providerId="LiveId" clId="{5B2C3894-F97E-4CAB-8812-5BB4D83AAC6A}" dt="2026-10-20T08:08:53.793" v="24325" actId="21"/>
          <ac:spMkLst>
            <pc:docMk/>
            <pc:sldMk cId="750692692" sldId="314"/>
            <ac:spMk id="32" creationId="{DA8924F3-7F5E-F042-EE59-8916E810031E}"/>
          </ac:spMkLst>
        </pc:spChg>
        <pc:spChg chg="add del mod">
          <ac:chgData name="musukie52@gmail.com" userId="017bd91f96aa8751" providerId="LiveId" clId="{5B2C3894-F97E-4CAB-8812-5BB4D83AAC6A}" dt="2026-10-20T03:37:56.563" v="23689" actId="21"/>
          <ac:spMkLst>
            <pc:docMk/>
            <pc:sldMk cId="750692692" sldId="314"/>
            <ac:spMk id="33" creationId="{E8ED509E-564B-F683-3A7A-A6F2366CDD87}"/>
          </ac:spMkLst>
        </pc:spChg>
        <pc:spChg chg="add del mod">
          <ac:chgData name="musukie52@gmail.com" userId="017bd91f96aa8751" providerId="LiveId" clId="{5B2C3894-F97E-4CAB-8812-5BB4D83AAC6A}" dt="2026-10-20T08:08:53.793" v="24325" actId="21"/>
          <ac:spMkLst>
            <pc:docMk/>
            <pc:sldMk cId="750692692" sldId="314"/>
            <ac:spMk id="34" creationId="{C5445606-704D-8A95-AFB8-144DAF7ED218}"/>
          </ac:spMkLst>
        </pc:spChg>
        <pc:spChg chg="add del mod">
          <ac:chgData name="musukie52@gmail.com" userId="017bd91f96aa8751" providerId="LiveId" clId="{5B2C3894-F97E-4CAB-8812-5BB4D83AAC6A}" dt="2026-10-20T03:39:38.495" v="23721" actId="21"/>
          <ac:spMkLst>
            <pc:docMk/>
            <pc:sldMk cId="750692692" sldId="314"/>
            <ac:spMk id="35" creationId="{216049B9-73CB-2B47-EF22-814B2418AEBC}"/>
          </ac:spMkLst>
        </pc:spChg>
        <pc:spChg chg="mod">
          <ac:chgData name="musukie52@gmail.com" userId="017bd91f96aa8751" providerId="LiveId" clId="{5B2C3894-F97E-4CAB-8812-5BB4D83AAC6A}" dt="2026-10-20T08:04:23.337" v="24268" actId="1076"/>
          <ac:spMkLst>
            <pc:docMk/>
            <pc:sldMk cId="750692692" sldId="314"/>
            <ac:spMk id="35" creationId="{83A584BD-317E-49F9-F645-26E9B8AE3C2F}"/>
          </ac:spMkLst>
        </pc:spChg>
        <pc:spChg chg="add del mod">
          <ac:chgData name="musukie52@gmail.com" userId="017bd91f96aa8751" providerId="LiveId" clId="{5B2C3894-F97E-4CAB-8812-5BB4D83AAC6A}" dt="2026-10-20T03:38:53.450" v="23705" actId="21"/>
          <ac:spMkLst>
            <pc:docMk/>
            <pc:sldMk cId="750692692" sldId="314"/>
            <ac:spMk id="37" creationId="{764E2958-26E6-6E98-330E-BE2E9E70AE85}"/>
          </ac:spMkLst>
        </pc:spChg>
        <pc:spChg chg="add del mod">
          <ac:chgData name="musukie52@gmail.com" userId="017bd91f96aa8751" providerId="LiveId" clId="{5B2C3894-F97E-4CAB-8812-5BB4D83AAC6A}" dt="2026-10-20T08:08:53.793" v="24325" actId="21"/>
          <ac:spMkLst>
            <pc:docMk/>
            <pc:sldMk cId="750692692" sldId="314"/>
            <ac:spMk id="38" creationId="{895C3220-F2A7-37BC-13BE-D6FB89882936}"/>
          </ac:spMkLst>
        </pc:spChg>
        <pc:spChg chg="add del mod">
          <ac:chgData name="musukie52@gmail.com" userId="017bd91f96aa8751" providerId="LiveId" clId="{5B2C3894-F97E-4CAB-8812-5BB4D83AAC6A}" dt="2026-10-20T03:39:04.579" v="23709" actId="21"/>
          <ac:spMkLst>
            <pc:docMk/>
            <pc:sldMk cId="750692692" sldId="314"/>
            <ac:spMk id="39" creationId="{ED3CD918-1A78-311C-38D8-004C2DF91759}"/>
          </ac:spMkLst>
        </pc:spChg>
        <pc:spChg chg="add del mod">
          <ac:chgData name="musukie52@gmail.com" userId="017bd91f96aa8751" providerId="LiveId" clId="{5B2C3894-F97E-4CAB-8812-5BB4D83AAC6A}" dt="2026-10-20T08:08:23.779" v="24318" actId="478"/>
          <ac:spMkLst>
            <pc:docMk/>
            <pc:sldMk cId="750692692" sldId="314"/>
            <ac:spMk id="40" creationId="{5B35C6A7-92C3-666E-4469-96F732B13762}"/>
          </ac:spMkLst>
        </pc:spChg>
        <pc:spChg chg="add del mod">
          <ac:chgData name="musukie52@gmail.com" userId="017bd91f96aa8751" providerId="LiveId" clId="{5B2C3894-F97E-4CAB-8812-5BB4D83AAC6A}" dt="2026-10-20T03:39:04.579" v="23709" actId="21"/>
          <ac:spMkLst>
            <pc:docMk/>
            <pc:sldMk cId="750692692" sldId="314"/>
            <ac:spMk id="41" creationId="{0407FE3A-8CC5-9E54-EEC4-85E045C44B11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41" creationId="{FE7FE35E-96C6-83D9-A424-AF5CEE5460BE}"/>
          </ac:spMkLst>
        </pc:spChg>
        <pc:spChg chg="add del mod">
          <ac:chgData name="musukie52@gmail.com" userId="017bd91f96aa8751" providerId="LiveId" clId="{5B2C3894-F97E-4CAB-8812-5BB4D83AAC6A}" dt="2026-10-20T03:39:22.383" v="23715" actId="478"/>
          <ac:spMkLst>
            <pc:docMk/>
            <pc:sldMk cId="750692692" sldId="314"/>
            <ac:spMk id="43" creationId="{FFEB295F-DCC1-262F-196C-C13BAC95FD13}"/>
          </ac:spMkLst>
        </pc:spChg>
        <pc:spChg chg="add del mod">
          <ac:chgData name="musukie52@gmail.com" userId="017bd91f96aa8751" providerId="LiveId" clId="{5B2C3894-F97E-4CAB-8812-5BB4D83AAC6A}" dt="2026-10-20T08:07:55.128" v="24305" actId="478"/>
          <ac:spMkLst>
            <pc:docMk/>
            <pc:sldMk cId="750692692" sldId="314"/>
            <ac:spMk id="44" creationId="{E77CC025-6C57-EAA6-C8BA-EE0E80B77C00}"/>
          </ac:spMkLst>
        </pc:spChg>
        <pc:spChg chg="add del mod">
          <ac:chgData name="musukie52@gmail.com" userId="017bd91f96aa8751" providerId="LiveId" clId="{5B2C3894-F97E-4CAB-8812-5BB4D83AAC6A}" dt="2026-10-20T03:39:22.383" v="23715" actId="478"/>
          <ac:spMkLst>
            <pc:docMk/>
            <pc:sldMk cId="750692692" sldId="314"/>
            <ac:spMk id="45" creationId="{89F3538E-C9D1-481A-6C78-AA6C9B582FBF}"/>
          </ac:spMkLst>
        </pc:spChg>
        <pc:spChg chg="add del mod">
          <ac:chgData name="musukie52@gmail.com" userId="017bd91f96aa8751" providerId="LiveId" clId="{5B2C3894-F97E-4CAB-8812-5BB4D83AAC6A}" dt="2026-10-20T08:08:06.693" v="24311" actId="21"/>
          <ac:spMkLst>
            <pc:docMk/>
            <pc:sldMk cId="750692692" sldId="314"/>
            <ac:spMk id="46" creationId="{73D37794-CB4E-B782-82B1-A48BB2494D2A}"/>
          </ac:spMkLst>
        </pc:spChg>
        <pc:spChg chg="add del">
          <ac:chgData name="musukie52@gmail.com" userId="017bd91f96aa8751" providerId="LiveId" clId="{5B2C3894-F97E-4CAB-8812-5BB4D83AAC6A}" dt="2026-10-20T03:41:10.024" v="23736" actId="21"/>
          <ac:spMkLst>
            <pc:docMk/>
            <pc:sldMk cId="750692692" sldId="314"/>
            <ac:spMk id="47" creationId="{E7203121-1EF9-7C9D-7EAD-2ED29C0F68E6}"/>
          </ac:spMkLst>
        </pc:spChg>
        <pc:spChg chg="add del mod">
          <ac:chgData name="musukie52@gmail.com" userId="017bd91f96aa8751" providerId="LiveId" clId="{5B2C3894-F97E-4CAB-8812-5BB4D83AAC6A}" dt="2026-10-20T08:08:50.287" v="24324" actId="478"/>
          <ac:spMkLst>
            <pc:docMk/>
            <pc:sldMk cId="750692692" sldId="314"/>
            <ac:spMk id="48" creationId="{7342652C-AA08-9E9E-3DDF-DA601D7C5799}"/>
          </ac:spMkLst>
        </pc:spChg>
        <pc:spChg chg="add del mod">
          <ac:chgData name="musukie52@gmail.com" userId="017bd91f96aa8751" providerId="LiveId" clId="{5B2C3894-F97E-4CAB-8812-5BB4D83AAC6A}" dt="2026-10-20T03:41:00.102" v="23734" actId="21"/>
          <ac:spMkLst>
            <pc:docMk/>
            <pc:sldMk cId="750692692" sldId="314"/>
            <ac:spMk id="49" creationId="{2B97280A-DAFC-F69F-55D4-40BAE40662D8}"/>
          </ac:spMkLst>
        </pc:spChg>
        <pc:spChg chg="mod">
          <ac:chgData name="musukie52@gmail.com" userId="017bd91f96aa8751" providerId="LiveId" clId="{5B2C3894-F97E-4CAB-8812-5BB4D83AAC6A}" dt="2026-10-20T08:04:43.698" v="24269" actId="1076"/>
          <ac:spMkLst>
            <pc:docMk/>
            <pc:sldMk cId="750692692" sldId="314"/>
            <ac:spMk id="49" creationId="{D929C881-1E6D-8822-424D-75B66010129E}"/>
          </ac:spMkLst>
        </pc:spChg>
        <pc:spChg chg="add del mod">
          <ac:chgData name="musukie52@gmail.com" userId="017bd91f96aa8751" providerId="LiveId" clId="{5B2C3894-F97E-4CAB-8812-5BB4D83AAC6A}" dt="2026-10-20T03:41:00.102" v="23734" actId="21"/>
          <ac:spMkLst>
            <pc:docMk/>
            <pc:sldMk cId="750692692" sldId="314"/>
            <ac:spMk id="51" creationId="{AE465233-59D3-B49E-DDDB-37EC4B4D4794}"/>
          </ac:spMkLst>
        </pc:spChg>
        <pc:spChg chg="add del mod">
          <ac:chgData name="musukie52@gmail.com" userId="017bd91f96aa8751" providerId="LiveId" clId="{5B2C3894-F97E-4CAB-8812-5BB4D83AAC6A}" dt="2026-10-20T08:12:23.008" v="24350" actId="21"/>
          <ac:spMkLst>
            <pc:docMk/>
            <pc:sldMk cId="750692692" sldId="314"/>
            <ac:spMk id="51" creationId="{FED460BF-CD84-0D2F-05B6-CE75D657A46B}"/>
          </ac:spMkLst>
        </pc:spChg>
        <pc:spChg chg="add del">
          <ac:chgData name="musukie52@gmail.com" userId="017bd91f96aa8751" providerId="LiveId" clId="{5B2C3894-F97E-4CAB-8812-5BB4D83AAC6A}" dt="2026-10-20T08:12:23.008" v="24350" actId="21"/>
          <ac:spMkLst>
            <pc:docMk/>
            <pc:sldMk cId="750692692" sldId="314"/>
            <ac:spMk id="53" creationId="{3D2E7739-B369-A819-E18D-4AEC546360A6}"/>
          </ac:spMkLst>
        </pc:spChg>
        <pc:spChg chg="add del mod">
          <ac:chgData name="musukie52@gmail.com" userId="017bd91f96aa8751" providerId="LiveId" clId="{5B2C3894-F97E-4CAB-8812-5BB4D83AAC6A}" dt="2026-10-20T03:41:00.102" v="23734" actId="21"/>
          <ac:spMkLst>
            <pc:docMk/>
            <pc:sldMk cId="750692692" sldId="314"/>
            <ac:spMk id="54" creationId="{8BB9AD1F-ABE4-4A36-DAC1-CB6CAFB49071}"/>
          </ac:spMkLst>
        </pc:spChg>
        <pc:spChg chg="add del">
          <ac:chgData name="musukie52@gmail.com" userId="017bd91f96aa8751" providerId="LiveId" clId="{5B2C3894-F97E-4CAB-8812-5BB4D83AAC6A}" dt="2026-10-20T08:12:23.008" v="24350" actId="21"/>
          <ac:spMkLst>
            <pc:docMk/>
            <pc:sldMk cId="750692692" sldId="314"/>
            <ac:spMk id="55" creationId="{007F3722-A83A-29B8-2A67-80B28DD25019}"/>
          </ac:spMkLst>
        </pc:spChg>
        <pc:spChg chg="add del mod">
          <ac:chgData name="musukie52@gmail.com" userId="017bd91f96aa8751" providerId="LiveId" clId="{5B2C3894-F97E-4CAB-8812-5BB4D83AAC6A}" dt="2026-10-20T03:41:00.102" v="23734" actId="21"/>
          <ac:spMkLst>
            <pc:docMk/>
            <pc:sldMk cId="750692692" sldId="314"/>
            <ac:spMk id="56" creationId="{8ABD087D-0B64-AE4A-8C1D-BC30A0AE690A}"/>
          </ac:spMkLst>
        </pc:spChg>
        <pc:spChg chg="add del">
          <ac:chgData name="musukie52@gmail.com" userId="017bd91f96aa8751" providerId="LiveId" clId="{5B2C3894-F97E-4CAB-8812-5BB4D83AAC6A}" dt="2026-10-20T03:41:10.024" v="23736" actId="21"/>
          <ac:spMkLst>
            <pc:docMk/>
            <pc:sldMk cId="750692692" sldId="314"/>
            <ac:spMk id="58" creationId="{4580849D-A971-DDE5-7C83-F359A7F081B4}"/>
          </ac:spMkLst>
        </pc:spChg>
        <pc:spChg chg="add del">
          <ac:chgData name="musukie52@gmail.com" userId="017bd91f96aa8751" providerId="LiveId" clId="{5B2C3894-F97E-4CAB-8812-5BB4D83AAC6A}" dt="2026-10-20T08:13:41.212" v="24389" actId="21"/>
          <ac:spMkLst>
            <pc:docMk/>
            <pc:sldMk cId="750692692" sldId="314"/>
            <ac:spMk id="58" creationId="{9B4C6AC7-40FB-20DD-08E6-EDB42AC32FC9}"/>
          </ac:spMkLst>
        </pc:spChg>
        <pc:spChg chg="add del mod">
          <ac:chgData name="musukie52@gmail.com" userId="017bd91f96aa8751" providerId="LiveId" clId="{5B2C3894-F97E-4CAB-8812-5BB4D83AAC6A}" dt="2026-10-20T08:13:41.212" v="24389" actId="21"/>
          <ac:spMkLst>
            <pc:docMk/>
            <pc:sldMk cId="750692692" sldId="314"/>
            <ac:spMk id="60" creationId="{37FC4931-1BA7-B17D-EFFA-C5B992AFF67C}"/>
          </ac:spMkLst>
        </pc:spChg>
        <pc:spChg chg="add del">
          <ac:chgData name="musukie52@gmail.com" userId="017bd91f96aa8751" providerId="LiveId" clId="{5B2C3894-F97E-4CAB-8812-5BB4D83AAC6A}" dt="2026-10-20T03:40:17.068" v="23729" actId="21"/>
          <ac:spMkLst>
            <pc:docMk/>
            <pc:sldMk cId="750692692" sldId="314"/>
            <ac:spMk id="60" creationId="{C3B1232E-198E-6294-8DE3-9982F6152471}"/>
          </ac:spMkLst>
        </pc:spChg>
        <pc:spChg chg="add del">
          <ac:chgData name="musukie52@gmail.com" userId="017bd91f96aa8751" providerId="LiveId" clId="{5B2C3894-F97E-4CAB-8812-5BB4D83AAC6A}" dt="2026-10-20T03:41:00.102" v="23734" actId="21"/>
          <ac:spMkLst>
            <pc:docMk/>
            <pc:sldMk cId="750692692" sldId="314"/>
            <ac:spMk id="62" creationId="{AFC9F949-96D3-A95F-BB67-5E53C3C31D03}"/>
          </ac:spMkLst>
        </pc:spChg>
        <pc:spChg chg="add del mod">
          <ac:chgData name="musukie52@gmail.com" userId="017bd91f96aa8751" providerId="LiveId" clId="{5B2C3894-F97E-4CAB-8812-5BB4D83AAC6A}" dt="2026-10-20T08:13:56.509" v="24394" actId="21"/>
          <ac:spMkLst>
            <pc:docMk/>
            <pc:sldMk cId="750692692" sldId="314"/>
            <ac:spMk id="62" creationId="{BEA61FD0-B93E-DED6-9105-AF392C188311}"/>
          </ac:spMkLst>
        </pc:spChg>
        <pc:spChg chg="add del">
          <ac:chgData name="musukie52@gmail.com" userId="017bd91f96aa8751" providerId="LiveId" clId="{5B2C3894-F97E-4CAB-8812-5BB4D83AAC6A}" dt="2026-10-20T03:41:36.853" v="23741" actId="22"/>
          <ac:spMkLst>
            <pc:docMk/>
            <pc:sldMk cId="750692692" sldId="314"/>
            <ac:spMk id="64" creationId="{5116D379-0974-2CB0-C2E1-5BD26502BC9E}"/>
          </ac:spMkLst>
        </pc:spChg>
        <pc:spChg chg="add del">
          <ac:chgData name="musukie52@gmail.com" userId="017bd91f96aa8751" providerId="LiveId" clId="{5B2C3894-F97E-4CAB-8812-5BB4D83AAC6A}" dt="2026-10-20T08:13:56.509" v="24394" actId="21"/>
          <ac:spMkLst>
            <pc:docMk/>
            <pc:sldMk cId="750692692" sldId="314"/>
            <ac:spMk id="64" creationId="{7F7DD1C5-D279-C66A-3C7A-AECF66E741D0}"/>
          </ac:spMkLst>
        </pc:spChg>
        <pc:spChg chg="mod">
          <ac:chgData name="musukie52@gmail.com" userId="017bd91f96aa8751" providerId="LiveId" clId="{5B2C3894-F97E-4CAB-8812-5BB4D83AAC6A}" dt="2026-10-20T08:04:43.698" v="24269" actId="1076"/>
          <ac:spMkLst>
            <pc:docMk/>
            <pc:sldMk cId="750692692" sldId="314"/>
            <ac:spMk id="65" creationId="{EF51AB65-EFDD-A85A-D090-5B79BF6063E8}"/>
          </ac:spMkLst>
        </pc:spChg>
        <pc:spChg chg="add del">
          <ac:chgData name="musukie52@gmail.com" userId="017bd91f96aa8751" providerId="LiveId" clId="{5B2C3894-F97E-4CAB-8812-5BB4D83AAC6A}" dt="2026-10-20T03:41:36.853" v="23741" actId="22"/>
          <ac:spMkLst>
            <pc:docMk/>
            <pc:sldMk cId="750692692" sldId="314"/>
            <ac:spMk id="66" creationId="{F02613FD-D8B8-FBAB-1E2F-49E530433CBD}"/>
          </ac:spMkLst>
        </pc:spChg>
        <pc:spChg chg="add del">
          <ac:chgData name="musukie52@gmail.com" userId="017bd91f96aa8751" providerId="LiveId" clId="{5B2C3894-F97E-4CAB-8812-5BB4D83AAC6A}" dt="2026-10-20T08:13:56.509" v="24394" actId="21"/>
          <ac:spMkLst>
            <pc:docMk/>
            <pc:sldMk cId="750692692" sldId="314"/>
            <ac:spMk id="67" creationId="{C5DBF236-A935-2CD1-1EAF-0432BC28FAD7}"/>
          </ac:spMkLst>
        </pc:spChg>
        <pc:spChg chg="add del">
          <ac:chgData name="musukie52@gmail.com" userId="017bd91f96aa8751" providerId="LiveId" clId="{5B2C3894-F97E-4CAB-8812-5BB4D83AAC6A}" dt="2026-10-20T03:41:36.853" v="23741" actId="22"/>
          <ac:spMkLst>
            <pc:docMk/>
            <pc:sldMk cId="750692692" sldId="314"/>
            <ac:spMk id="68" creationId="{6E410037-E4A5-95F4-2460-CDAA0DD83A42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69" creationId="{75010EC6-8B2C-69F6-C992-235FE9CDBF76}"/>
          </ac:spMkLst>
        </pc:spChg>
        <pc:spChg chg="add del">
          <ac:chgData name="musukie52@gmail.com" userId="017bd91f96aa8751" providerId="LiveId" clId="{5B2C3894-F97E-4CAB-8812-5BB4D83AAC6A}" dt="2026-10-20T08:13:56.509" v="24394" actId="21"/>
          <ac:spMkLst>
            <pc:docMk/>
            <pc:sldMk cId="750692692" sldId="314"/>
            <ac:spMk id="70" creationId="{8C4C22E6-FAC0-AE03-90E4-AC04DBEB6A34}"/>
          </ac:spMkLst>
        </pc:spChg>
        <pc:spChg chg="add del">
          <ac:chgData name="musukie52@gmail.com" userId="017bd91f96aa8751" providerId="LiveId" clId="{5B2C3894-F97E-4CAB-8812-5BB4D83AAC6A}" dt="2026-10-20T03:41:36.853" v="23741" actId="22"/>
          <ac:spMkLst>
            <pc:docMk/>
            <pc:sldMk cId="750692692" sldId="314"/>
            <ac:spMk id="70" creationId="{B4A64735-5120-9C73-FFDB-1CF7468C3F95}"/>
          </ac:spMkLst>
        </pc:spChg>
        <pc:spChg chg="add del mod">
          <ac:chgData name="musukie52@gmail.com" userId="017bd91f96aa8751" providerId="LiveId" clId="{5B2C3894-F97E-4CAB-8812-5BB4D83AAC6A}" dt="2026-10-20T08:15:59.899" v="24415" actId="21"/>
          <ac:spMkLst>
            <pc:docMk/>
            <pc:sldMk cId="750692692" sldId="314"/>
            <ac:spMk id="72" creationId="{83A584BD-317E-49F9-F645-26E9B8AE3C2F}"/>
          </ac:spMkLst>
        </pc:spChg>
        <pc:spChg chg="add del">
          <ac:chgData name="musukie52@gmail.com" userId="017bd91f96aa8751" providerId="LiveId" clId="{5B2C3894-F97E-4CAB-8812-5BB4D83AAC6A}" dt="2026-10-20T03:41:36.853" v="23741" actId="22"/>
          <ac:spMkLst>
            <pc:docMk/>
            <pc:sldMk cId="750692692" sldId="314"/>
            <ac:spMk id="72" creationId="{F536B291-E187-F1E0-007E-478F3C6800F7}"/>
          </ac:spMkLst>
        </pc:spChg>
        <pc:spChg chg="mod">
          <ac:chgData name="musukie52@gmail.com" userId="017bd91f96aa8751" providerId="LiveId" clId="{5B2C3894-F97E-4CAB-8812-5BB4D83AAC6A}" dt="2026-10-20T08:04:43.698" v="24269" actId="1076"/>
          <ac:spMkLst>
            <pc:docMk/>
            <pc:sldMk cId="750692692" sldId="314"/>
            <ac:spMk id="73" creationId="{DED072C5-B86F-7EEE-312F-5004982BB2E0}"/>
          </ac:spMkLst>
        </pc:spChg>
        <pc:spChg chg="add del">
          <ac:chgData name="musukie52@gmail.com" userId="017bd91f96aa8751" providerId="LiveId" clId="{5B2C3894-F97E-4CAB-8812-5BB4D83AAC6A}" dt="2026-10-20T03:41:36.853" v="23741" actId="22"/>
          <ac:spMkLst>
            <pc:docMk/>
            <pc:sldMk cId="750692692" sldId="314"/>
            <ac:spMk id="74" creationId="{BB55B6EA-12DB-1F6D-DFD0-28162B2E4DCD}"/>
          </ac:spMkLst>
        </pc:spChg>
        <pc:spChg chg="add del mod">
          <ac:chgData name="musukie52@gmail.com" userId="017bd91f96aa8751" providerId="LiveId" clId="{5B2C3894-F97E-4CAB-8812-5BB4D83AAC6A}" dt="2026-10-20T08:15:59.899" v="24415" actId="21"/>
          <ac:spMkLst>
            <pc:docMk/>
            <pc:sldMk cId="750692692" sldId="314"/>
            <ac:spMk id="76" creationId="{9D0B6BF4-AE66-7773-3535-B65B9345641F}"/>
          </ac:spMkLst>
        </pc:spChg>
        <pc:spChg chg="add del mod">
          <ac:chgData name="musukie52@gmail.com" userId="017bd91f96aa8751" providerId="LiveId" clId="{5B2C3894-F97E-4CAB-8812-5BB4D83AAC6A}" dt="2026-10-20T08:15:59.899" v="24415" actId="21"/>
          <ac:spMkLst>
            <pc:docMk/>
            <pc:sldMk cId="750692692" sldId="314"/>
            <ac:spMk id="77" creationId="{57F72199-D508-CA3F-0DE9-A2198DFEC39A}"/>
          </ac:spMkLst>
        </pc:spChg>
        <pc:spChg chg="add del mod">
          <ac:chgData name="musukie52@gmail.com" userId="017bd91f96aa8751" providerId="LiveId" clId="{5B2C3894-F97E-4CAB-8812-5BB4D83AAC6A}" dt="2026-10-20T08:15:59.899" v="24415" actId="21"/>
          <ac:spMkLst>
            <pc:docMk/>
            <pc:sldMk cId="750692692" sldId="314"/>
            <ac:spMk id="78" creationId="{74CFB1A2-2438-00DD-EFBC-E2BDB8964CB6}"/>
          </ac:spMkLst>
        </pc:spChg>
        <pc:spChg chg="add del mod">
          <ac:chgData name="musukie52@gmail.com" userId="017bd91f96aa8751" providerId="LiveId" clId="{5B2C3894-F97E-4CAB-8812-5BB4D83AAC6A}" dt="2026-10-20T08:15:59.899" v="24415" actId="21"/>
          <ac:spMkLst>
            <pc:docMk/>
            <pc:sldMk cId="750692692" sldId="314"/>
            <ac:spMk id="79" creationId="{E1A4EEB9-81C7-9D28-6346-B30A8C87E47D}"/>
          </ac:spMkLst>
        </pc:spChg>
        <pc:spChg chg="add del mod">
          <ac:chgData name="musukie52@gmail.com" userId="017bd91f96aa8751" providerId="LiveId" clId="{5B2C3894-F97E-4CAB-8812-5BB4D83AAC6A}" dt="2026-10-20T08:15:59.899" v="24415" actId="21"/>
          <ac:spMkLst>
            <pc:docMk/>
            <pc:sldMk cId="750692692" sldId="314"/>
            <ac:spMk id="80" creationId="{C8906CF0-A8AE-48DE-5F98-8A184045361A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81" creationId="{268F7B5C-F730-1DD8-A107-64C01B9FFCE7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83" creationId="{83A584BD-317E-49F9-F645-26E9B8AE3C2F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85" creationId="{9D0B6BF4-AE66-7773-3535-B65B9345641F}"/>
          </ac:spMkLst>
        </pc:spChg>
        <pc:spChg chg="mod">
          <ac:chgData name="musukie52@gmail.com" userId="017bd91f96aa8751" providerId="LiveId" clId="{5B2C3894-F97E-4CAB-8812-5BB4D83AAC6A}" dt="2026-10-20T08:04:23.337" v="24268" actId="1076"/>
          <ac:spMkLst>
            <pc:docMk/>
            <pc:sldMk cId="750692692" sldId="314"/>
            <ac:spMk id="87" creationId="{57F72199-D508-CA3F-0DE9-A2198DFEC39A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88" creationId="{9D0B6BF4-AE66-7773-3535-B65B9345641F}"/>
          </ac:spMkLst>
        </pc:spChg>
        <pc:spChg chg="mod">
          <ac:chgData name="musukie52@gmail.com" userId="017bd91f96aa8751" providerId="LiveId" clId="{5B2C3894-F97E-4CAB-8812-5BB4D83AAC6A}" dt="2026-10-20T08:04:43.698" v="24269" actId="1076"/>
          <ac:spMkLst>
            <pc:docMk/>
            <pc:sldMk cId="750692692" sldId="314"/>
            <ac:spMk id="89" creationId="{E87825D0-77ED-35BE-DF01-FD550C00C6E3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90" creationId="{57F72199-D508-CA3F-0DE9-A2198DFEC39A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91" creationId="{35332917-160C-7F33-9258-9DEFA4732AEA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92" creationId="{74CFB1A2-2438-00DD-EFBC-E2BDB8964CB6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93" creationId="{268F7B5C-F730-1DD8-A107-64C01B9FFCE7}"/>
          </ac:spMkLst>
        </pc:spChg>
        <pc:spChg chg="add del mod">
          <ac:chgData name="musukie52@gmail.com" userId="017bd91f96aa8751" providerId="LiveId" clId="{5B2C3894-F97E-4CAB-8812-5BB4D83AAC6A}" dt="2026-10-20T03:25:08.544" v="23138" actId="21"/>
          <ac:spMkLst>
            <pc:docMk/>
            <pc:sldMk cId="750692692" sldId="314"/>
            <ac:spMk id="93" creationId="{A03164FF-EE0C-90EE-5626-B63DEF1A71DA}"/>
          </ac:spMkLst>
        </pc:spChg>
        <pc:spChg chg="mod">
          <ac:chgData name="musukie52@gmail.com" userId="017bd91f96aa8751" providerId="LiveId" clId="{5B2C3894-F97E-4CAB-8812-5BB4D83AAC6A}" dt="2026-10-20T08:04:43.698" v="24269" actId="1076"/>
          <ac:spMkLst>
            <pc:docMk/>
            <pc:sldMk cId="750692692" sldId="314"/>
            <ac:spMk id="95" creationId="{A03164FF-EE0C-90EE-5626-B63DEF1A71DA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96" creationId="{E1A4EEB9-81C7-9D28-6346-B30A8C87E47D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98" creationId="{83A584BD-317E-49F9-F645-26E9B8AE3C2F}"/>
          </ac:spMkLst>
        </pc:spChg>
        <pc:spChg chg="mod">
          <ac:chgData name="musukie52@gmail.com" userId="017bd91f96aa8751" providerId="LiveId" clId="{5B2C3894-F97E-4CAB-8812-5BB4D83AAC6A}" dt="2026-10-20T08:14:18.893" v="24398" actId="1076"/>
          <ac:spMkLst>
            <pc:docMk/>
            <pc:sldMk cId="750692692" sldId="314"/>
            <ac:spMk id="101" creationId="{FE7FE35E-96C6-83D9-A424-AF5CEE5460BE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103" creationId="{D929C881-1E6D-8822-424D-75B66010129E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105" creationId="{C8906CF0-A8AE-48DE-5F98-8A184045361A}"/>
          </ac:spMkLst>
        </pc:spChg>
        <pc:spChg chg="add del mod">
          <ac:chgData name="musukie52@gmail.com" userId="017bd91f96aa8751" providerId="LiveId" clId="{5B2C3894-F97E-4CAB-8812-5BB4D83AAC6A}" dt="2026-10-20T08:17:14.885" v="24434" actId="21"/>
          <ac:spMkLst>
            <pc:docMk/>
            <pc:sldMk cId="750692692" sldId="314"/>
            <ac:spMk id="107" creationId="{D652B694-A563-59B1-1EBD-16907158ACF9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108" creationId="{9D0B6BF4-AE66-7773-3535-B65B9345641F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109" creationId="{57F72199-D508-CA3F-0DE9-A2198DFEC39A}"/>
          </ac:spMkLst>
        </pc:spChg>
        <pc:spChg chg="mod">
          <ac:chgData name="musukie52@gmail.com" userId="017bd91f96aa8751" providerId="LiveId" clId="{5B2C3894-F97E-4CAB-8812-5BB4D83AAC6A}" dt="2026-10-20T08:14:18.893" v="24398" actId="1076"/>
          <ac:spMkLst>
            <pc:docMk/>
            <pc:sldMk cId="750692692" sldId="314"/>
            <ac:spMk id="110" creationId="{E87825D0-77ED-35BE-DF01-FD550C00C6E3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111" creationId="{35332917-160C-7F33-9258-9DEFA4732AEA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113" creationId="{A03164FF-EE0C-90EE-5626-B63DEF1A71DA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114" creationId="{74CFB1A2-2438-00DD-EFBC-E2BDB8964CB6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115" creationId="{BCE93E52-0DC0-D642-E765-21D0FAFEC5D8}"/>
          </ac:spMkLst>
        </pc:spChg>
        <pc:spChg chg="add del mod">
          <ac:chgData name="musukie52@gmail.com" userId="017bd91f96aa8751" providerId="LiveId" clId="{5B2C3894-F97E-4CAB-8812-5BB4D83AAC6A}" dt="2026-10-20T08:14:21.536" v="24399" actId="21"/>
          <ac:spMkLst>
            <pc:docMk/>
            <pc:sldMk cId="750692692" sldId="314"/>
            <ac:spMk id="117" creationId="{FD9F0427-3054-BB81-9173-49D0D8C1CFFD}"/>
          </ac:spMkLst>
        </pc:spChg>
        <pc:spChg chg="mod">
          <ac:chgData name="musukie52@gmail.com" userId="017bd91f96aa8751" providerId="LiveId" clId="{5B2C3894-F97E-4CAB-8812-5BB4D83AAC6A}" dt="2026-10-20T08:14:18.893" v="24398" actId="1076"/>
          <ac:spMkLst>
            <pc:docMk/>
            <pc:sldMk cId="750692692" sldId="314"/>
            <ac:spMk id="118" creationId="{9C963993-E7B2-1150-800F-85E697309712}"/>
          </ac:spMkLst>
        </pc:spChg>
        <pc:spChg chg="add del mod">
          <ac:chgData name="musukie52@gmail.com" userId="017bd91f96aa8751" providerId="LiveId" clId="{5B2C3894-F97E-4CAB-8812-5BB4D83AAC6A}" dt="2026-10-20T08:17:14.885" v="24434" actId="21"/>
          <ac:spMkLst>
            <pc:docMk/>
            <pc:sldMk cId="750692692" sldId="314"/>
            <ac:spMk id="121" creationId="{0066BA66-A3F4-37F0-0A83-26EEBDC302C7}"/>
          </ac:spMkLst>
        </pc:spChg>
        <pc:spChg chg="add del">
          <ac:chgData name="musukie52@gmail.com" userId="017bd91f96aa8751" providerId="LiveId" clId="{5B2C3894-F97E-4CAB-8812-5BB4D83AAC6A}" dt="2026-10-20T08:17:14.885" v="24434" actId="21"/>
          <ac:spMkLst>
            <pc:docMk/>
            <pc:sldMk cId="750692692" sldId="314"/>
            <ac:spMk id="123" creationId="{CA6DD750-7AFC-C0F6-B11D-CF583D3C0A91}"/>
          </ac:spMkLst>
        </pc:spChg>
        <pc:spChg chg="add del">
          <ac:chgData name="musukie52@gmail.com" userId="017bd91f96aa8751" providerId="LiveId" clId="{5B2C3894-F97E-4CAB-8812-5BB4D83AAC6A}" dt="2026-10-20T08:17:14.885" v="24434" actId="21"/>
          <ac:spMkLst>
            <pc:docMk/>
            <pc:sldMk cId="750692692" sldId="314"/>
            <ac:spMk id="125" creationId="{D8A3C2EC-60C7-5F72-B2AE-601BFF5EA9E4}"/>
          </ac:spMkLst>
        </pc:spChg>
        <pc:spChg chg="add del">
          <ac:chgData name="musukie52@gmail.com" userId="017bd91f96aa8751" providerId="LiveId" clId="{5B2C3894-F97E-4CAB-8812-5BB4D83AAC6A}" dt="2026-10-20T08:17:14.885" v="24434" actId="21"/>
          <ac:spMkLst>
            <pc:docMk/>
            <pc:sldMk cId="750692692" sldId="314"/>
            <ac:spMk id="127" creationId="{F56FB053-68FC-FB53-9A50-551D987BD419}"/>
          </ac:spMkLst>
        </pc:spChg>
        <pc:spChg chg="add del">
          <ac:chgData name="musukie52@gmail.com" userId="017bd91f96aa8751" providerId="LiveId" clId="{5B2C3894-F97E-4CAB-8812-5BB4D83AAC6A}" dt="2026-10-20T08:17:14.885" v="24434" actId="21"/>
          <ac:spMkLst>
            <pc:docMk/>
            <pc:sldMk cId="750692692" sldId="314"/>
            <ac:spMk id="129" creationId="{6D8EE83B-2A10-62ED-7565-28C07BDFBCB0}"/>
          </ac:spMkLst>
        </pc:spChg>
        <pc:spChg chg="add del mod">
          <ac:chgData name="musukie52@gmail.com" userId="017bd91f96aa8751" providerId="LiveId" clId="{5B2C3894-F97E-4CAB-8812-5BB4D83AAC6A}" dt="2026-10-20T08:17:13.001" v="24433"/>
          <ac:spMkLst>
            <pc:docMk/>
            <pc:sldMk cId="750692692" sldId="314"/>
            <ac:spMk id="130" creationId="{981DC8D3-36B2-35AB-F1BC-2A958A06E3EC}"/>
          </ac:spMkLst>
        </pc:spChg>
        <pc:spChg chg="add del mod">
          <ac:chgData name="musukie52@gmail.com" userId="017bd91f96aa8751" providerId="LiveId" clId="{5B2C3894-F97E-4CAB-8812-5BB4D83AAC6A}" dt="2026-10-20T08:17:30.534" v="24439" actId="21"/>
          <ac:spMkLst>
            <pc:docMk/>
            <pc:sldMk cId="750692692" sldId="314"/>
            <ac:spMk id="132" creationId="{985CC0BB-6A31-9620-736E-5C596B765DDA}"/>
          </ac:spMkLst>
        </pc:spChg>
        <pc:spChg chg="add del">
          <ac:chgData name="musukie52@gmail.com" userId="017bd91f96aa8751" providerId="LiveId" clId="{5B2C3894-F97E-4CAB-8812-5BB4D83AAC6A}" dt="2026-10-20T08:17:30.534" v="24439" actId="21"/>
          <ac:spMkLst>
            <pc:docMk/>
            <pc:sldMk cId="750692692" sldId="314"/>
            <ac:spMk id="134" creationId="{490FEF90-C0EF-0907-EBF8-637F46A1E33D}"/>
          </ac:spMkLst>
        </pc:spChg>
        <pc:spChg chg="add del mod">
          <ac:chgData name="musukie52@gmail.com" userId="017bd91f96aa8751" providerId="LiveId" clId="{5B2C3894-F97E-4CAB-8812-5BB4D83AAC6A}" dt="2026-10-20T08:17:52.397" v="24446" actId="21"/>
          <ac:spMkLst>
            <pc:docMk/>
            <pc:sldMk cId="750692692" sldId="314"/>
            <ac:spMk id="136" creationId="{3AF91B86-1A26-0A9F-92EF-3849559F0921}"/>
          </ac:spMkLst>
        </pc:spChg>
        <pc:spChg chg="add del">
          <ac:chgData name="musukie52@gmail.com" userId="017bd91f96aa8751" providerId="LiveId" clId="{5B2C3894-F97E-4CAB-8812-5BB4D83AAC6A}" dt="2026-10-20T08:17:52.397" v="24446" actId="21"/>
          <ac:spMkLst>
            <pc:docMk/>
            <pc:sldMk cId="750692692" sldId="314"/>
            <ac:spMk id="138" creationId="{2E7B145D-16F7-E314-3D46-C16EFD4CCA85}"/>
          </ac:spMkLst>
        </pc:spChg>
        <pc:spChg chg="add del">
          <ac:chgData name="musukie52@gmail.com" userId="017bd91f96aa8751" providerId="LiveId" clId="{5B2C3894-F97E-4CAB-8812-5BB4D83AAC6A}" dt="2026-10-20T08:23:35.433" v="24553" actId="21"/>
          <ac:spMkLst>
            <pc:docMk/>
            <pc:sldMk cId="750692692" sldId="314"/>
            <ac:spMk id="140" creationId="{03047367-3A48-9FC8-DF9D-34DFEB473ED9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141" creationId="{BB31478B-17CD-AFF9-EBF6-7B44409B46DD}"/>
          </ac:spMkLst>
        </pc:spChg>
        <pc:spChg chg="add del mod">
          <ac:chgData name="musukie52@gmail.com" userId="017bd91f96aa8751" providerId="LiveId" clId="{5B2C3894-F97E-4CAB-8812-5BB4D83AAC6A}" dt="2026-10-20T08:24:02.631" v="24560" actId="21"/>
          <ac:spMkLst>
            <pc:docMk/>
            <pc:sldMk cId="750692692" sldId="314"/>
            <ac:spMk id="143" creationId="{C80C11BA-F870-2953-98B0-C06635E8FB7A}"/>
          </ac:spMkLst>
        </pc:spChg>
        <pc:spChg chg="add del">
          <ac:chgData name="musukie52@gmail.com" userId="017bd91f96aa8751" providerId="LiveId" clId="{5B2C3894-F97E-4CAB-8812-5BB4D83AAC6A}" dt="2026-10-20T08:24:02.631" v="24560" actId="21"/>
          <ac:spMkLst>
            <pc:docMk/>
            <pc:sldMk cId="750692692" sldId="314"/>
            <ac:spMk id="145" creationId="{71513DA8-29DA-873B-E0B8-D25C7D34A4A3}"/>
          </ac:spMkLst>
        </pc:spChg>
        <pc:spChg chg="add del mod">
          <ac:chgData name="musukie52@gmail.com" userId="017bd91f96aa8751" providerId="LiveId" clId="{5B2C3894-F97E-4CAB-8812-5BB4D83AAC6A}" dt="2026-10-20T08:23:35.433" v="24553" actId="21"/>
          <ac:spMkLst>
            <pc:docMk/>
            <pc:sldMk cId="750692692" sldId="314"/>
            <ac:spMk id="147" creationId="{B36A6A0D-DC04-E329-5044-B79C003D720A}"/>
          </ac:spMkLst>
        </pc:spChg>
        <pc:spChg chg="add del ord">
          <ac:chgData name="musukie52@gmail.com" userId="017bd91f96aa8751" providerId="LiveId" clId="{5B2C3894-F97E-4CAB-8812-5BB4D83AAC6A}" dt="2026-10-20T08:24:45.178" v="24568" actId="21"/>
          <ac:spMkLst>
            <pc:docMk/>
            <pc:sldMk cId="750692692" sldId="314"/>
            <ac:spMk id="149" creationId="{A3A66D31-2700-2A9A-2C69-BB137492E464}"/>
          </ac:spMkLst>
        </pc:spChg>
        <pc:spChg chg="add del">
          <ac:chgData name="musukie52@gmail.com" userId="017bd91f96aa8751" providerId="LiveId" clId="{5B2C3894-F97E-4CAB-8812-5BB4D83AAC6A}" dt="2026-10-20T08:24:45.178" v="24568" actId="21"/>
          <ac:spMkLst>
            <pc:docMk/>
            <pc:sldMk cId="750692692" sldId="314"/>
            <ac:spMk id="151" creationId="{1A6F7C39-FEDD-735D-94AC-CBE1070E7548}"/>
          </ac:spMkLst>
        </pc:spChg>
        <pc:spChg chg="add del mod">
          <ac:chgData name="musukie52@gmail.com" userId="017bd91f96aa8751" providerId="LiveId" clId="{5B2C3894-F97E-4CAB-8812-5BB4D83AAC6A}" dt="2026-10-20T08:24:45.178" v="24568" actId="21"/>
          <ac:spMkLst>
            <pc:docMk/>
            <pc:sldMk cId="750692692" sldId="314"/>
            <ac:spMk id="153" creationId="{440EA9FF-BA7C-E102-232D-6871E09E6F5D}"/>
          </ac:spMkLst>
        </pc:spChg>
        <pc:spChg chg="add del mod">
          <ac:chgData name="musukie52@gmail.com" userId="017bd91f96aa8751" providerId="LiveId" clId="{5B2C3894-F97E-4CAB-8812-5BB4D83AAC6A}" dt="2026-10-20T08:24:45.178" v="24568" actId="21"/>
          <ac:spMkLst>
            <pc:docMk/>
            <pc:sldMk cId="750692692" sldId="314"/>
            <ac:spMk id="155" creationId="{2E0196D7-43FC-C186-5CDE-2B51013C2B87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157" creationId="{74CFB1A2-2438-00DD-EFBC-E2BDB8964CB6}"/>
          </ac:spMkLst>
        </pc:spChg>
        <pc:spChg chg="add del mod">
          <ac:chgData name="musukie52@gmail.com" userId="017bd91f96aa8751" providerId="LiveId" clId="{5B2C3894-F97E-4CAB-8812-5BB4D83AAC6A}" dt="2026-10-20T08:24:45.178" v="24568" actId="21"/>
          <ac:spMkLst>
            <pc:docMk/>
            <pc:sldMk cId="750692692" sldId="314"/>
            <ac:spMk id="158" creationId="{D1929F2B-0B91-503A-454E-75A2D1C00969}"/>
          </ac:spMkLst>
        </pc:spChg>
        <pc:spChg chg="add del">
          <ac:chgData name="musukie52@gmail.com" userId="017bd91f96aa8751" providerId="LiveId" clId="{5B2C3894-F97E-4CAB-8812-5BB4D83AAC6A}" dt="2026-10-20T08:27:09.777" v="24590" actId="21"/>
          <ac:spMkLst>
            <pc:docMk/>
            <pc:sldMk cId="750692692" sldId="314"/>
            <ac:spMk id="160" creationId="{050A405E-19EE-39FC-AC9E-FC9BE392EC24}"/>
          </ac:spMkLst>
        </pc:spChg>
        <pc:spChg chg="add del">
          <ac:chgData name="musukie52@gmail.com" userId="017bd91f96aa8751" providerId="LiveId" clId="{5B2C3894-F97E-4CAB-8812-5BB4D83AAC6A}" dt="2026-10-20T08:27:09.777" v="24590" actId="21"/>
          <ac:spMkLst>
            <pc:docMk/>
            <pc:sldMk cId="750692692" sldId="314"/>
            <ac:spMk id="162" creationId="{10A3B54D-965E-1238-B823-A2404DE46AB7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163" creationId="{484C959A-36B6-B297-673A-BEA9BF1E6E9E}"/>
          </ac:spMkLst>
        </pc:spChg>
        <pc:spChg chg="add del mod">
          <ac:chgData name="musukie52@gmail.com" userId="017bd91f96aa8751" providerId="LiveId" clId="{5B2C3894-F97E-4CAB-8812-5BB4D83AAC6A}" dt="2026-10-20T04:30:44.602" v="24036" actId="21"/>
          <ac:spMkLst>
            <pc:docMk/>
            <pc:sldMk cId="750692692" sldId="314"/>
            <ac:spMk id="163" creationId="{C8906CF0-A8AE-48DE-5F98-8A184045361A}"/>
          </ac:spMkLst>
        </pc:spChg>
        <pc:spChg chg="mod">
          <ac:chgData name="musukie52@gmail.com" userId="017bd91f96aa8751" providerId="LiveId" clId="{5B2C3894-F97E-4CAB-8812-5BB4D83AAC6A}" dt="2026-10-20T08:04:43.698" v="24269" actId="1076"/>
          <ac:spMkLst>
            <pc:docMk/>
            <pc:sldMk cId="750692692" sldId="314"/>
            <ac:spMk id="165" creationId="{BCE93E52-0DC0-D642-E765-21D0FAFEC5D8}"/>
          </ac:spMkLst>
        </pc:spChg>
        <pc:spChg chg="add del mod">
          <ac:chgData name="musukie52@gmail.com" userId="017bd91f96aa8751" providerId="LiveId" clId="{5B2C3894-F97E-4CAB-8812-5BB4D83AAC6A}" dt="2026-10-20T08:16:31.804" v="24421" actId="21"/>
          <ac:spMkLst>
            <pc:docMk/>
            <pc:sldMk cId="750692692" sldId="314"/>
            <ac:spMk id="166" creationId="{9D6B31CD-A789-DDFA-4C28-9D839860C4CE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167" creationId="{E1A4EEB9-81C7-9D28-6346-B30A8C87E47D}"/>
          </ac:spMkLst>
        </pc:spChg>
        <pc:spChg chg="add del">
          <ac:chgData name="musukie52@gmail.com" userId="017bd91f96aa8751" providerId="LiveId" clId="{5B2C3894-F97E-4CAB-8812-5BB4D83AAC6A}" dt="2026-10-20T08:27:09.777" v="24590" actId="21"/>
          <ac:spMkLst>
            <pc:docMk/>
            <pc:sldMk cId="750692692" sldId="314"/>
            <ac:spMk id="168" creationId="{4F19D3E6-F8EE-C9E9-6E98-0216C81D6A70}"/>
          </ac:spMkLst>
        </pc:spChg>
        <pc:spChg chg="add del mod">
          <ac:chgData name="musukie52@gmail.com" userId="017bd91f96aa8751" providerId="LiveId" clId="{5B2C3894-F97E-4CAB-8812-5BB4D83AAC6A}" dt="2026-10-20T08:27:09.777" v="24590" actId="21"/>
          <ac:spMkLst>
            <pc:docMk/>
            <pc:sldMk cId="750692692" sldId="314"/>
            <ac:spMk id="170" creationId="{47CBD7EA-D2D4-69D4-25B3-8914EFA8A035}"/>
          </ac:spMkLst>
        </pc:spChg>
        <pc:spChg chg="add del mod">
          <ac:chgData name="musukie52@gmail.com" userId="017bd91f96aa8751" providerId="LiveId" clId="{5B2C3894-F97E-4CAB-8812-5BB4D83AAC6A}" dt="2026-10-20T08:15:59.899" v="24415" actId="21"/>
          <ac:spMkLst>
            <pc:docMk/>
            <pc:sldMk cId="750692692" sldId="314"/>
            <ac:spMk id="171" creationId="{268F7B5C-F730-1DD8-A107-64C01B9FFCE7}"/>
          </ac:spMkLst>
        </pc:spChg>
        <pc:spChg chg="add del mod">
          <ac:chgData name="musukie52@gmail.com" userId="017bd91f96aa8751" providerId="LiveId" clId="{5B2C3894-F97E-4CAB-8812-5BB4D83AAC6A}" dt="2026-10-20T08:15:10.726" v="24407" actId="21"/>
          <ac:spMkLst>
            <pc:docMk/>
            <pc:sldMk cId="750692692" sldId="314"/>
            <ac:spMk id="173" creationId="{83A584BD-317E-49F9-F645-26E9B8AE3C2F}"/>
          </ac:spMkLst>
        </pc:spChg>
        <pc:spChg chg="add del mod">
          <ac:chgData name="musukie52@gmail.com" userId="017bd91f96aa8751" providerId="LiveId" clId="{5B2C3894-F97E-4CAB-8812-5BB4D83AAC6A}" dt="2026-10-20T08:34:43.749" v="24790" actId="21"/>
          <ac:spMkLst>
            <pc:docMk/>
            <pc:sldMk cId="750692692" sldId="314"/>
            <ac:spMk id="177" creationId="{667EB261-A6EC-4FF9-075E-5BF8B63C0251}"/>
          </ac:spMkLst>
        </pc:spChg>
        <pc:spChg chg="add del">
          <ac:chgData name="musukie52@gmail.com" userId="017bd91f96aa8751" providerId="LiveId" clId="{5B2C3894-F97E-4CAB-8812-5BB4D83AAC6A}" dt="2026-10-20T08:34:43.749" v="24790" actId="21"/>
          <ac:spMkLst>
            <pc:docMk/>
            <pc:sldMk cId="750692692" sldId="314"/>
            <ac:spMk id="179" creationId="{53E9D9EA-EEB4-FD5E-0242-836F5861B0CF}"/>
          </ac:spMkLst>
        </pc:spChg>
        <pc:spChg chg="add del mod">
          <ac:chgData name="musukie52@gmail.com" userId="017bd91f96aa8751" providerId="LiveId" clId="{5B2C3894-F97E-4CAB-8812-5BB4D83AAC6A}" dt="2026-10-20T08:15:10.726" v="24407" actId="21"/>
          <ac:spMkLst>
            <pc:docMk/>
            <pc:sldMk cId="750692692" sldId="314"/>
            <ac:spMk id="180" creationId="{9D0B6BF4-AE66-7773-3535-B65B9345641F}"/>
          </ac:spMkLst>
        </pc:spChg>
        <pc:spChg chg="add del mod">
          <ac:chgData name="musukie52@gmail.com" userId="017bd91f96aa8751" providerId="LiveId" clId="{5B2C3894-F97E-4CAB-8812-5BB4D83AAC6A}" dt="2026-10-20T08:15:10.726" v="24407" actId="21"/>
          <ac:spMkLst>
            <pc:docMk/>
            <pc:sldMk cId="750692692" sldId="314"/>
            <ac:spMk id="181" creationId="{57F72199-D508-CA3F-0DE9-A2198DFEC39A}"/>
          </ac:spMkLst>
        </pc:spChg>
        <pc:spChg chg="add del">
          <ac:chgData name="musukie52@gmail.com" userId="017bd91f96aa8751" providerId="LiveId" clId="{5B2C3894-F97E-4CAB-8812-5BB4D83AAC6A}" dt="2026-10-20T08:35:22.997" v="24803" actId="21"/>
          <ac:spMkLst>
            <pc:docMk/>
            <pc:sldMk cId="750692692" sldId="314"/>
            <ac:spMk id="183" creationId="{77B33096-1931-CF00-9AFF-C008FF85951F}"/>
          </ac:spMkLst>
        </pc:spChg>
        <pc:spChg chg="add del">
          <ac:chgData name="musukie52@gmail.com" userId="017bd91f96aa8751" providerId="LiveId" clId="{5B2C3894-F97E-4CAB-8812-5BB4D83AAC6A}" dt="2026-10-20T08:35:22.997" v="24803" actId="21"/>
          <ac:spMkLst>
            <pc:docMk/>
            <pc:sldMk cId="750692692" sldId="314"/>
            <ac:spMk id="185" creationId="{9459EB3B-5FB9-6095-1FFA-8F1CE306B51A}"/>
          </ac:spMkLst>
        </pc:spChg>
        <pc:spChg chg="add del mod">
          <ac:chgData name="musukie52@gmail.com" userId="017bd91f96aa8751" providerId="LiveId" clId="{5B2C3894-F97E-4CAB-8812-5BB4D83AAC6A}" dt="2026-10-20T08:15:10.726" v="24407" actId="21"/>
          <ac:spMkLst>
            <pc:docMk/>
            <pc:sldMk cId="750692692" sldId="314"/>
            <ac:spMk id="186" creationId="{74CFB1A2-2438-00DD-EFBC-E2BDB8964CB6}"/>
          </ac:spMkLst>
        </pc:spChg>
        <pc:spChg chg="add del mod">
          <ac:chgData name="musukie52@gmail.com" userId="017bd91f96aa8751" providerId="LiveId" clId="{5B2C3894-F97E-4CAB-8812-5BB4D83AAC6A}" dt="2026-10-20T04:29:55.980" v="24025" actId="21"/>
          <ac:spMkLst>
            <pc:docMk/>
            <pc:sldMk cId="750692692" sldId="314"/>
            <ac:spMk id="186" creationId="{9C963993-E7B2-1150-800F-85E697309712}"/>
          </ac:spMkLst>
        </pc:spChg>
        <pc:spChg chg="mod">
          <ac:chgData name="musukie52@gmail.com" userId="017bd91f96aa8751" providerId="LiveId" clId="{5B2C3894-F97E-4CAB-8812-5BB4D83AAC6A}" dt="2026-10-20T08:04:43.698" v="24269" actId="1076"/>
          <ac:spMkLst>
            <pc:docMk/>
            <pc:sldMk cId="750692692" sldId="314"/>
            <ac:spMk id="188" creationId="{FD9F0427-3054-BB81-9173-49D0D8C1CFFD}"/>
          </ac:spMkLst>
        </pc:spChg>
        <pc:spChg chg="add del mod">
          <ac:chgData name="musukie52@gmail.com" userId="017bd91f96aa8751" providerId="LiveId" clId="{5B2C3894-F97E-4CAB-8812-5BB4D83AAC6A}" dt="2026-10-20T08:15:10.726" v="24407" actId="21"/>
          <ac:spMkLst>
            <pc:docMk/>
            <pc:sldMk cId="750692692" sldId="314"/>
            <ac:spMk id="189" creationId="{E1A4EEB9-81C7-9D28-6346-B30A8C87E47D}"/>
          </ac:spMkLst>
        </pc:spChg>
        <pc:spChg chg="add del mod">
          <ac:chgData name="musukie52@gmail.com" userId="017bd91f96aa8751" providerId="LiveId" clId="{5B2C3894-F97E-4CAB-8812-5BB4D83AAC6A}" dt="2026-10-20T08:35:22.997" v="24803" actId="21"/>
          <ac:spMkLst>
            <pc:docMk/>
            <pc:sldMk cId="750692692" sldId="314"/>
            <ac:spMk id="190" creationId="{751555F5-769F-6067-96C5-276AF8D6D120}"/>
          </ac:spMkLst>
        </pc:spChg>
        <pc:spChg chg="add del mod">
          <ac:chgData name="musukie52@gmail.com" userId="017bd91f96aa8751" providerId="LiveId" clId="{5B2C3894-F97E-4CAB-8812-5BB4D83AAC6A}" dt="2026-10-20T08:15:10.726" v="24407" actId="21"/>
          <ac:spMkLst>
            <pc:docMk/>
            <pc:sldMk cId="750692692" sldId="314"/>
            <ac:spMk id="192" creationId="{C8906CF0-A8AE-48DE-5F98-8A184045361A}"/>
          </ac:spMkLst>
        </pc:spChg>
        <pc:spChg chg="add del mod">
          <ac:chgData name="musukie52@gmail.com" userId="017bd91f96aa8751" providerId="LiveId" clId="{5B2C3894-F97E-4CAB-8812-5BB4D83AAC6A}" dt="2026-10-20T08:35:22.997" v="24803" actId="21"/>
          <ac:spMkLst>
            <pc:docMk/>
            <pc:sldMk cId="750692692" sldId="314"/>
            <ac:spMk id="193" creationId="{58CC7BA3-5B3B-5993-79E0-CEDA09797EBA}"/>
          </ac:spMkLst>
        </pc:spChg>
        <pc:spChg chg="add del">
          <ac:chgData name="musukie52@gmail.com" userId="017bd91f96aa8751" providerId="LiveId" clId="{5B2C3894-F97E-4CAB-8812-5BB4D83AAC6A}" dt="2026-10-20T08:35:52.577" v="24809" actId="21"/>
          <ac:spMkLst>
            <pc:docMk/>
            <pc:sldMk cId="750692692" sldId="314"/>
            <ac:spMk id="195" creationId="{5D85879D-8104-CBD2-1FB5-35D293139538}"/>
          </ac:spMkLst>
        </pc:spChg>
        <pc:spChg chg="add del mod">
          <ac:chgData name="musukie52@gmail.com" userId="017bd91f96aa8751" providerId="LiveId" clId="{5B2C3894-F97E-4CAB-8812-5BB4D83AAC6A}" dt="2026-10-20T04:30:50.686" v="24039" actId="478"/>
          <ac:spMkLst>
            <pc:docMk/>
            <pc:sldMk cId="750692692" sldId="314"/>
            <ac:spMk id="195" creationId="{DF81A17D-2261-E713-0FA9-0FC9ACFBA791}"/>
          </ac:spMkLst>
        </pc:spChg>
        <pc:spChg chg="add del">
          <ac:chgData name="musukie52@gmail.com" userId="017bd91f96aa8751" providerId="LiveId" clId="{5B2C3894-F97E-4CAB-8812-5BB4D83AAC6A}" dt="2026-10-20T08:35:52.577" v="24809" actId="21"/>
          <ac:spMkLst>
            <pc:docMk/>
            <pc:sldMk cId="750692692" sldId="314"/>
            <ac:spMk id="197" creationId="{C5C51F5A-28C0-FD8C-6FAE-80F386763EDD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198" creationId="{9C963993-E7B2-1150-800F-85E697309712}"/>
          </ac:spMkLst>
        </pc:spChg>
        <pc:spChg chg="add del">
          <ac:chgData name="musukie52@gmail.com" userId="017bd91f96aa8751" providerId="LiveId" clId="{5B2C3894-F97E-4CAB-8812-5BB4D83AAC6A}" dt="2026-10-20T08:35:52.577" v="24809" actId="21"/>
          <ac:spMkLst>
            <pc:docMk/>
            <pc:sldMk cId="750692692" sldId="314"/>
            <ac:spMk id="200" creationId="{7CE600D2-EB27-D665-6C0F-B2A9078A07A0}"/>
          </ac:spMkLst>
        </pc:spChg>
        <pc:spChg chg="add del mod">
          <ac:chgData name="musukie52@gmail.com" userId="017bd91f96aa8751" providerId="LiveId" clId="{5B2C3894-F97E-4CAB-8812-5BB4D83AAC6A}" dt="2026-10-20T08:04:46.818" v="24270" actId="21"/>
          <ac:spMkLst>
            <pc:docMk/>
            <pc:sldMk cId="750692692" sldId="314"/>
            <ac:spMk id="201" creationId="{C8906CF0-A8AE-48DE-5F98-8A184045361A}"/>
          </ac:spMkLst>
        </pc:spChg>
        <pc:spChg chg="add del">
          <ac:chgData name="musukie52@gmail.com" userId="017bd91f96aa8751" providerId="LiveId" clId="{5B2C3894-F97E-4CAB-8812-5BB4D83AAC6A}" dt="2026-10-20T08:35:52.577" v="24809" actId="21"/>
          <ac:spMkLst>
            <pc:docMk/>
            <pc:sldMk cId="750692692" sldId="314"/>
            <ac:spMk id="203" creationId="{51799D89-0446-1E55-5542-FB9690975572}"/>
          </ac:spMkLst>
        </pc:spChg>
        <pc:spChg chg="add del">
          <ac:chgData name="musukie52@gmail.com" userId="017bd91f96aa8751" providerId="LiveId" clId="{5B2C3894-F97E-4CAB-8812-5BB4D83AAC6A}" dt="2026-10-20T08:36:25.561" v="24819" actId="21"/>
          <ac:spMkLst>
            <pc:docMk/>
            <pc:sldMk cId="750692692" sldId="314"/>
            <ac:spMk id="205" creationId="{653993F6-639A-055D-3E2C-55ADD399B5D9}"/>
          </ac:spMkLst>
        </pc:spChg>
        <pc:spChg chg="add del mod">
          <ac:chgData name="musukie52@gmail.com" userId="017bd91f96aa8751" providerId="LiveId" clId="{5B2C3894-F97E-4CAB-8812-5BB4D83AAC6A}" dt="2026-10-20T08:36:25.561" v="24819" actId="21"/>
          <ac:spMkLst>
            <pc:docMk/>
            <pc:sldMk cId="750692692" sldId="314"/>
            <ac:spMk id="207" creationId="{A7D93636-C9A9-7C18-D93E-7DC4257F9F4F}"/>
          </ac:spMkLst>
        </pc:spChg>
        <pc:spChg chg="add del">
          <ac:chgData name="musukie52@gmail.com" userId="017bd91f96aa8751" providerId="LiveId" clId="{5B2C3894-F97E-4CAB-8812-5BB4D83AAC6A}" dt="2026-10-20T08:36:25.561" v="24819" actId="21"/>
          <ac:spMkLst>
            <pc:docMk/>
            <pc:sldMk cId="750692692" sldId="314"/>
            <ac:spMk id="209" creationId="{05DBDB87-E811-8DEA-04A9-657A2E33A95E}"/>
          </ac:spMkLst>
        </pc:spChg>
        <pc:spChg chg="add del mod">
          <ac:chgData name="musukie52@gmail.com" userId="017bd91f96aa8751" providerId="LiveId" clId="{5B2C3894-F97E-4CAB-8812-5BB4D83AAC6A}" dt="2026-10-20T08:36:25.561" v="24819" actId="21"/>
          <ac:spMkLst>
            <pc:docMk/>
            <pc:sldMk cId="750692692" sldId="314"/>
            <ac:spMk id="211" creationId="{883141E4-F460-A743-14C6-BB166EB600CD}"/>
          </ac:spMkLst>
        </pc:spChg>
        <pc:spChg chg="add del">
          <ac:chgData name="musukie52@gmail.com" userId="017bd91f96aa8751" providerId="LiveId" clId="{5B2C3894-F97E-4CAB-8812-5BB4D83AAC6A}" dt="2026-10-20T08:38:39.490" v="24850" actId="21"/>
          <ac:spMkLst>
            <pc:docMk/>
            <pc:sldMk cId="750692692" sldId="314"/>
            <ac:spMk id="213" creationId="{897A9B44-F0B9-66E7-8ED2-87C225F5A314}"/>
          </ac:spMkLst>
        </pc:spChg>
        <pc:spChg chg="add del">
          <ac:chgData name="musukie52@gmail.com" userId="017bd91f96aa8751" providerId="LiveId" clId="{5B2C3894-F97E-4CAB-8812-5BB4D83AAC6A}" dt="2026-10-20T08:38:39.490" v="24850" actId="21"/>
          <ac:spMkLst>
            <pc:docMk/>
            <pc:sldMk cId="750692692" sldId="314"/>
            <ac:spMk id="215" creationId="{286F9317-EF69-9516-933F-9651BC9ACB16}"/>
          </ac:spMkLst>
        </pc:spChg>
        <pc:spChg chg="add del mod">
          <ac:chgData name="musukie52@gmail.com" userId="017bd91f96aa8751" providerId="LiveId" clId="{5B2C3894-F97E-4CAB-8812-5BB4D83AAC6A}" dt="2026-10-20T08:38:30.916" v="24848" actId="21"/>
          <ac:spMkLst>
            <pc:docMk/>
            <pc:sldMk cId="750692692" sldId="314"/>
            <ac:spMk id="217" creationId="{9362B135-507A-A5B5-6CCC-0226801085A0}"/>
          </ac:spMkLst>
        </pc:spChg>
        <pc:spChg chg="add del mod">
          <ac:chgData name="musukie52@gmail.com" userId="017bd91f96aa8751" providerId="LiveId" clId="{5B2C3894-F97E-4CAB-8812-5BB4D83AAC6A}" dt="2026-10-20T08:38:30.916" v="24848" actId="21"/>
          <ac:spMkLst>
            <pc:docMk/>
            <pc:sldMk cId="750692692" sldId="314"/>
            <ac:spMk id="219" creationId="{2119D28C-2BCC-B36A-B55B-809BDC7CCBBB}"/>
          </ac:spMkLst>
        </pc:spChg>
        <pc:spChg chg="add del mod">
          <ac:chgData name="musukie52@gmail.com" userId="017bd91f96aa8751" providerId="LiveId" clId="{5B2C3894-F97E-4CAB-8812-5BB4D83AAC6A}" dt="2026-10-20T08:38:30.916" v="24848" actId="21"/>
          <ac:spMkLst>
            <pc:docMk/>
            <pc:sldMk cId="750692692" sldId="314"/>
            <ac:spMk id="221" creationId="{9F86D444-3206-849F-8F79-7EC06FE6FD7C}"/>
          </ac:spMkLst>
        </pc:spChg>
        <pc:spChg chg="add del mod">
          <ac:chgData name="musukie52@gmail.com" userId="017bd91f96aa8751" providerId="LiveId" clId="{5B2C3894-F97E-4CAB-8812-5BB4D83AAC6A}" dt="2026-10-20T08:38:30.916" v="24848" actId="21"/>
          <ac:spMkLst>
            <pc:docMk/>
            <pc:sldMk cId="750692692" sldId="314"/>
            <ac:spMk id="223" creationId="{6906B284-87DA-8354-8DA0-592C1FB5BEB6}"/>
          </ac:spMkLst>
        </pc:spChg>
        <pc:spChg chg="add del mod">
          <ac:chgData name="musukie52@gmail.com" userId="017bd91f96aa8751" providerId="LiveId" clId="{5B2C3894-F97E-4CAB-8812-5BB4D83AAC6A}" dt="2026-10-20T08:37:54.960" v="24841" actId="478"/>
          <ac:spMkLst>
            <pc:docMk/>
            <pc:sldMk cId="750692692" sldId="314"/>
            <ac:spMk id="225" creationId="{6AE38CAD-F5B6-AE39-C63A-B13ED29A1EC6}"/>
          </ac:spMkLst>
        </pc:spChg>
        <pc:spChg chg="add del mod">
          <ac:chgData name="musukie52@gmail.com" userId="017bd91f96aa8751" providerId="LiveId" clId="{5B2C3894-F97E-4CAB-8812-5BB4D83AAC6A}" dt="2026-10-20T08:37:54.960" v="24841" actId="478"/>
          <ac:spMkLst>
            <pc:docMk/>
            <pc:sldMk cId="750692692" sldId="314"/>
            <ac:spMk id="227" creationId="{070D94F2-DF98-E9D4-CB66-352BE93F5E15}"/>
          </ac:spMkLst>
        </pc:spChg>
        <pc:spChg chg="add del">
          <ac:chgData name="musukie52@gmail.com" userId="017bd91f96aa8751" providerId="LiveId" clId="{5B2C3894-F97E-4CAB-8812-5BB4D83AAC6A}" dt="2026-10-20T08:49:29.985" v="24937" actId="21"/>
          <ac:spMkLst>
            <pc:docMk/>
            <pc:sldMk cId="750692692" sldId="314"/>
            <ac:spMk id="229" creationId="{D47AAF12-CA61-5B2D-FD3D-259633A2ECE6}"/>
          </ac:spMkLst>
        </pc:spChg>
        <pc:spChg chg="add del">
          <ac:chgData name="musukie52@gmail.com" userId="017bd91f96aa8751" providerId="LiveId" clId="{5B2C3894-F97E-4CAB-8812-5BB4D83AAC6A}" dt="2026-10-20T08:49:29.985" v="24937" actId="21"/>
          <ac:spMkLst>
            <pc:docMk/>
            <pc:sldMk cId="750692692" sldId="314"/>
            <ac:spMk id="231" creationId="{A09AF832-4A26-94CC-5DD4-6E9524F82972}"/>
          </ac:spMkLst>
        </pc:spChg>
        <pc:spChg chg="add del mod">
          <ac:chgData name="musukie52@gmail.com" userId="017bd91f96aa8751" providerId="LiveId" clId="{5B2C3894-F97E-4CAB-8812-5BB4D83AAC6A}" dt="2026-10-20T08:49:29.985" v="24937" actId="21"/>
          <ac:spMkLst>
            <pc:docMk/>
            <pc:sldMk cId="750692692" sldId="314"/>
            <ac:spMk id="233" creationId="{15EC3D0C-1903-3B3D-F66A-EE200E2A01E2}"/>
          </ac:spMkLst>
        </pc:spChg>
        <pc:spChg chg="add del">
          <ac:chgData name="musukie52@gmail.com" userId="017bd91f96aa8751" providerId="LiveId" clId="{5B2C3894-F97E-4CAB-8812-5BB4D83AAC6A}" dt="2026-10-20T08:49:29.985" v="24937" actId="21"/>
          <ac:spMkLst>
            <pc:docMk/>
            <pc:sldMk cId="750692692" sldId="314"/>
            <ac:spMk id="235" creationId="{5DDD5DC8-58D2-9F11-B99E-FC6C6D47B4F1}"/>
          </ac:spMkLst>
        </pc:spChg>
        <pc:spChg chg="add del mod">
          <ac:chgData name="musukie52@gmail.com" userId="017bd91f96aa8751" providerId="LiveId" clId="{5B2C3894-F97E-4CAB-8812-5BB4D83AAC6A}" dt="2026-10-20T08:49:27.048" v="24936" actId="478"/>
          <ac:spMkLst>
            <pc:docMk/>
            <pc:sldMk cId="750692692" sldId="314"/>
            <ac:spMk id="236" creationId="{A1107161-F031-85F8-E3CC-B61356B877EA}"/>
          </ac:spMkLst>
        </pc:spChg>
        <pc:spChg chg="add del mod">
          <ac:chgData name="musukie52@gmail.com" userId="017bd91f96aa8751" providerId="LiveId" clId="{5B2C3894-F97E-4CAB-8812-5BB4D83AAC6A}" dt="2026-10-20T08:49:27.048" v="24936" actId="478"/>
          <ac:spMkLst>
            <pc:docMk/>
            <pc:sldMk cId="750692692" sldId="314"/>
            <ac:spMk id="238" creationId="{80FF9877-D204-46CC-2868-C7EFDEC0B429}"/>
          </ac:spMkLst>
        </pc:spChg>
        <pc:spChg chg="add del">
          <ac:chgData name="musukie52@gmail.com" userId="017bd91f96aa8751" providerId="LiveId" clId="{5B2C3894-F97E-4CAB-8812-5BB4D83AAC6A}" dt="2026-10-20T09:01:03.625" v="25112" actId="21"/>
          <ac:spMkLst>
            <pc:docMk/>
            <pc:sldMk cId="750692692" sldId="314"/>
            <ac:spMk id="240" creationId="{692D6A66-94B2-5F27-6E55-AF7D7C228CD5}"/>
          </ac:spMkLst>
        </pc:spChg>
        <pc:spChg chg="add del mod">
          <ac:chgData name="musukie52@gmail.com" userId="017bd91f96aa8751" providerId="LiveId" clId="{5B2C3894-F97E-4CAB-8812-5BB4D83AAC6A}" dt="2026-10-20T09:01:03.625" v="25112" actId="21"/>
          <ac:spMkLst>
            <pc:docMk/>
            <pc:sldMk cId="750692692" sldId="314"/>
            <ac:spMk id="242" creationId="{B7818E38-3D6D-2467-9255-3DBB042ACCBB}"/>
          </ac:spMkLst>
        </pc:spChg>
        <pc:spChg chg="add del mod">
          <ac:chgData name="musukie52@gmail.com" userId="017bd91f96aa8751" providerId="LiveId" clId="{5B2C3894-F97E-4CAB-8812-5BB4D83AAC6A}" dt="2026-10-20T09:01:03.625" v="25112" actId="21"/>
          <ac:spMkLst>
            <pc:docMk/>
            <pc:sldMk cId="750692692" sldId="314"/>
            <ac:spMk id="244" creationId="{5D1F2782-34A0-07D8-5FC4-976E98F8A1BD}"/>
          </ac:spMkLst>
        </pc:spChg>
        <pc:spChg chg="add del mod">
          <ac:chgData name="musukie52@gmail.com" userId="017bd91f96aa8751" providerId="LiveId" clId="{5B2C3894-F97E-4CAB-8812-5BB4D83AAC6A}" dt="2026-10-20T09:01:03.625" v="25112" actId="21"/>
          <ac:spMkLst>
            <pc:docMk/>
            <pc:sldMk cId="750692692" sldId="314"/>
            <ac:spMk id="246" creationId="{6D766FA3-AFC4-F351-E42A-93B529848CFC}"/>
          </ac:spMkLst>
        </pc:spChg>
        <pc:spChg chg="add del mod">
          <ac:chgData name="musukie52@gmail.com" userId="017bd91f96aa8751" providerId="LiveId" clId="{5B2C3894-F97E-4CAB-8812-5BB4D83AAC6A}" dt="2026-10-20T09:01:03.625" v="25112" actId="21"/>
          <ac:spMkLst>
            <pc:docMk/>
            <pc:sldMk cId="750692692" sldId="314"/>
            <ac:spMk id="248" creationId="{756DDCEE-54AD-F4FB-D029-81686EB7013D}"/>
          </ac:spMkLst>
        </pc:spChg>
        <pc:spChg chg="add del mod">
          <ac:chgData name="musukie52@gmail.com" userId="017bd91f96aa8751" providerId="LiveId" clId="{5B2C3894-F97E-4CAB-8812-5BB4D83AAC6A}" dt="2026-10-20T09:00:58.587" v="25111" actId="478"/>
          <ac:spMkLst>
            <pc:docMk/>
            <pc:sldMk cId="750692692" sldId="314"/>
            <ac:spMk id="249" creationId="{075F84E6-0B4F-E073-C962-301AC60E5CE6}"/>
          </ac:spMkLst>
        </pc:spChg>
        <pc:spChg chg="add del mod">
          <ac:chgData name="musukie52@gmail.com" userId="017bd91f96aa8751" providerId="LiveId" clId="{5B2C3894-F97E-4CAB-8812-5BB4D83AAC6A}" dt="2026-10-20T09:00:23.157" v="25105" actId="478"/>
          <ac:spMkLst>
            <pc:docMk/>
            <pc:sldMk cId="750692692" sldId="314"/>
            <ac:spMk id="251" creationId="{DAA2F23D-0065-1A0E-2597-E00E0712A7F1}"/>
          </ac:spMkLst>
        </pc:spChg>
        <pc:spChg chg="add del mod">
          <ac:chgData name="musukie52@gmail.com" userId="017bd91f96aa8751" providerId="LiveId" clId="{5B2C3894-F97E-4CAB-8812-5BB4D83AAC6A}" dt="2026-10-20T09:00:22.599" v="25104" actId="478"/>
          <ac:spMkLst>
            <pc:docMk/>
            <pc:sldMk cId="750692692" sldId="314"/>
            <ac:spMk id="253" creationId="{B9BAD8C5-96D5-D320-BEE1-4252361FFE01}"/>
          </ac:spMkLst>
        </pc:spChg>
        <pc:spChg chg="add del mod">
          <ac:chgData name="musukie52@gmail.com" userId="017bd91f96aa8751" providerId="LiveId" clId="{5B2C3894-F97E-4CAB-8812-5BB4D83AAC6A}" dt="2026-10-20T09:00:58.587" v="25111" actId="478"/>
          <ac:spMkLst>
            <pc:docMk/>
            <pc:sldMk cId="750692692" sldId="314"/>
            <ac:spMk id="255" creationId="{9B59AD93-BA12-7F8F-6F0A-85D59A98CCD6}"/>
          </ac:spMkLst>
        </pc:spChg>
        <pc:spChg chg="add del">
          <ac:chgData name="musukie52@gmail.com" userId="017bd91f96aa8751" providerId="LiveId" clId="{5B2C3894-F97E-4CAB-8812-5BB4D83AAC6A}" dt="2026-10-20T09:08:13.843" v="25117" actId="21"/>
          <ac:spMkLst>
            <pc:docMk/>
            <pc:sldMk cId="750692692" sldId="314"/>
            <ac:spMk id="257" creationId="{F0D05C7B-3F02-6016-4B79-EE4DDAB0EB67}"/>
          </ac:spMkLst>
        </pc:spChg>
        <pc:spChg chg="add del mod">
          <ac:chgData name="musukie52@gmail.com" userId="017bd91f96aa8751" providerId="LiveId" clId="{5B2C3894-F97E-4CAB-8812-5BB4D83AAC6A}" dt="2026-10-20T09:08:21.424" v="25121" actId="21"/>
          <ac:spMkLst>
            <pc:docMk/>
            <pc:sldMk cId="750692692" sldId="314"/>
            <ac:spMk id="259" creationId="{59E2A104-8134-4BA6-9360-D375004A9819}"/>
          </ac:spMkLst>
        </pc:spChg>
        <pc:spChg chg="add del">
          <ac:chgData name="musukie52@gmail.com" userId="017bd91f96aa8751" providerId="LiveId" clId="{5B2C3894-F97E-4CAB-8812-5BB4D83AAC6A}" dt="2026-10-20T09:08:21.424" v="25121" actId="21"/>
          <ac:spMkLst>
            <pc:docMk/>
            <pc:sldMk cId="750692692" sldId="314"/>
            <ac:spMk id="261" creationId="{C6DD095A-76DF-104F-A2F3-D01D31F91322}"/>
          </ac:spMkLst>
        </pc:spChg>
        <pc:spChg chg="add del">
          <ac:chgData name="musukie52@gmail.com" userId="017bd91f96aa8751" providerId="LiveId" clId="{5B2C3894-F97E-4CAB-8812-5BB4D83AAC6A}" dt="2026-10-20T09:08:21.424" v="25121" actId="21"/>
          <ac:spMkLst>
            <pc:docMk/>
            <pc:sldMk cId="750692692" sldId="314"/>
            <ac:spMk id="263" creationId="{24C3F70A-9B6E-FF55-4DF5-62DFAC01AD51}"/>
          </ac:spMkLst>
        </pc:spChg>
        <pc:spChg chg="add del mod">
          <ac:chgData name="musukie52@gmail.com" userId="017bd91f96aa8751" providerId="LiveId" clId="{5B2C3894-F97E-4CAB-8812-5BB4D83AAC6A}" dt="2026-10-20T09:08:21.424" v="25121" actId="21"/>
          <ac:spMkLst>
            <pc:docMk/>
            <pc:sldMk cId="750692692" sldId="314"/>
            <ac:spMk id="265" creationId="{CD164CCE-A9BF-3823-1B2C-16BC8D9FB6F6}"/>
          </ac:spMkLst>
        </pc:spChg>
        <pc:spChg chg="add del">
          <ac:chgData name="musukie52@gmail.com" userId="017bd91f96aa8751" providerId="LiveId" clId="{5B2C3894-F97E-4CAB-8812-5BB4D83AAC6A}" dt="2026-10-20T09:09:23.837" v="25139" actId="21"/>
          <ac:spMkLst>
            <pc:docMk/>
            <pc:sldMk cId="750692692" sldId="314"/>
            <ac:spMk id="267" creationId="{62701E5A-D2AA-9645-BEA6-4A253BEF1737}"/>
          </ac:spMkLst>
        </pc:spChg>
        <pc:spChg chg="add del">
          <ac:chgData name="musukie52@gmail.com" userId="017bd91f96aa8751" providerId="LiveId" clId="{5B2C3894-F97E-4CAB-8812-5BB4D83AAC6A}" dt="2026-10-20T09:08:50.957" v="25129" actId="21"/>
          <ac:spMkLst>
            <pc:docMk/>
            <pc:sldMk cId="750692692" sldId="314"/>
            <ac:spMk id="269" creationId="{63869EA4-90BF-4A5F-B62C-58CC15AA314D}"/>
          </ac:spMkLst>
        </pc:spChg>
        <pc:spChg chg="add del">
          <ac:chgData name="musukie52@gmail.com" userId="017bd91f96aa8751" providerId="LiveId" clId="{5B2C3894-F97E-4CAB-8812-5BB4D83AAC6A}" dt="2026-10-20T09:09:23.837" v="25139" actId="21"/>
          <ac:spMkLst>
            <pc:docMk/>
            <pc:sldMk cId="750692692" sldId="314"/>
            <ac:spMk id="271" creationId="{047F428C-85F8-0535-1C94-630D6772145A}"/>
          </ac:spMkLst>
        </pc:spChg>
        <pc:spChg chg="add del">
          <ac:chgData name="musukie52@gmail.com" userId="017bd91f96aa8751" providerId="LiveId" clId="{5B2C3894-F97E-4CAB-8812-5BB4D83AAC6A}" dt="2026-10-20T09:08:50.957" v="25129" actId="21"/>
          <ac:spMkLst>
            <pc:docMk/>
            <pc:sldMk cId="750692692" sldId="314"/>
            <ac:spMk id="273" creationId="{88E46BFB-7AC8-8DEF-EC57-C69F2B7327F0}"/>
          </ac:spMkLst>
        </pc:spChg>
        <pc:spChg chg="add del mod">
          <ac:chgData name="musukie52@gmail.com" userId="017bd91f96aa8751" providerId="LiveId" clId="{5B2C3894-F97E-4CAB-8812-5BB4D83AAC6A}" dt="2026-10-20T09:09:23.837" v="25139" actId="21"/>
          <ac:spMkLst>
            <pc:docMk/>
            <pc:sldMk cId="750692692" sldId="314"/>
            <ac:spMk id="275" creationId="{6277F4F8-B53A-2FD1-E711-0A71E907CE9F}"/>
          </ac:spMkLst>
        </pc:spChg>
        <pc:spChg chg="add del mod">
          <ac:chgData name="musukie52@gmail.com" userId="017bd91f96aa8751" providerId="LiveId" clId="{5B2C3894-F97E-4CAB-8812-5BB4D83AAC6A}" dt="2026-10-20T09:09:23.837" v="25139" actId="21"/>
          <ac:spMkLst>
            <pc:docMk/>
            <pc:sldMk cId="750692692" sldId="314"/>
            <ac:spMk id="277" creationId="{F5DDF04D-852C-E8E0-C26F-A2D1730B3142}"/>
          </ac:spMkLst>
        </pc:spChg>
        <pc:spChg chg="add del mod">
          <ac:chgData name="musukie52@gmail.com" userId="017bd91f96aa8751" providerId="LiveId" clId="{5B2C3894-F97E-4CAB-8812-5BB4D83AAC6A}" dt="2026-10-20T09:09:23.837" v="25139" actId="21"/>
          <ac:spMkLst>
            <pc:docMk/>
            <pc:sldMk cId="750692692" sldId="314"/>
            <ac:spMk id="279" creationId="{20194DAD-D1C6-7166-0D3D-313BA355B4D2}"/>
          </ac:spMkLst>
        </pc:spChg>
        <pc:spChg chg="add del mod">
          <ac:chgData name="musukie52@gmail.com" userId="017bd91f96aa8751" providerId="LiveId" clId="{5B2C3894-F97E-4CAB-8812-5BB4D83AAC6A}" dt="2026-10-20T09:38:02.791" v="25821" actId="21"/>
          <ac:spMkLst>
            <pc:docMk/>
            <pc:sldMk cId="750692692" sldId="314"/>
            <ac:spMk id="281" creationId="{4F54D6CC-5CF0-AAC6-5F97-3BBF8842436E}"/>
          </ac:spMkLst>
        </pc:spChg>
        <pc:spChg chg="add del">
          <ac:chgData name="musukie52@gmail.com" userId="017bd91f96aa8751" providerId="LiveId" clId="{5B2C3894-F97E-4CAB-8812-5BB4D83AAC6A}" dt="2026-10-20T09:38:08.808" v="25823" actId="478"/>
          <ac:spMkLst>
            <pc:docMk/>
            <pc:sldMk cId="750692692" sldId="314"/>
            <ac:spMk id="283" creationId="{69CE067B-7DD2-5859-D08B-9FB93C59BEA4}"/>
          </ac:spMkLst>
        </pc:spChg>
        <pc:spChg chg="add del">
          <ac:chgData name="musukie52@gmail.com" userId="017bd91f96aa8751" providerId="LiveId" clId="{5B2C3894-F97E-4CAB-8812-5BB4D83AAC6A}" dt="2026-10-20T09:38:08.808" v="25823" actId="478"/>
          <ac:spMkLst>
            <pc:docMk/>
            <pc:sldMk cId="750692692" sldId="314"/>
            <ac:spMk id="285" creationId="{62A3B9B9-975B-CAEE-EBCA-C05BEB744DE8}"/>
          </ac:spMkLst>
        </pc:spChg>
        <pc:spChg chg="add del mod">
          <ac:chgData name="musukie52@gmail.com" userId="017bd91f96aa8751" providerId="LiveId" clId="{5B2C3894-F97E-4CAB-8812-5BB4D83AAC6A}" dt="2026-10-20T09:38:02.791" v="25821" actId="21"/>
          <ac:spMkLst>
            <pc:docMk/>
            <pc:sldMk cId="750692692" sldId="314"/>
            <ac:spMk id="287" creationId="{CCC37FDC-F6F4-FD66-F738-0132BB60ABF1}"/>
          </ac:spMkLst>
        </pc:spChg>
        <pc:spChg chg="add del">
          <ac:chgData name="musukie52@gmail.com" userId="017bd91f96aa8751" providerId="LiveId" clId="{5B2C3894-F97E-4CAB-8812-5BB4D83AAC6A}" dt="2026-10-20T09:39:13.550" v="25848" actId="21"/>
          <ac:spMkLst>
            <pc:docMk/>
            <pc:sldMk cId="750692692" sldId="314"/>
            <ac:spMk id="289" creationId="{7A4BDF61-1FE4-BD04-E5B2-5E3C0605C7B0}"/>
          </ac:spMkLst>
        </pc:spChg>
        <pc:spChg chg="add del">
          <ac:chgData name="musukie52@gmail.com" userId="017bd91f96aa8751" providerId="LiveId" clId="{5B2C3894-F97E-4CAB-8812-5BB4D83AAC6A}" dt="2026-10-20T09:39:13.550" v="25848" actId="21"/>
          <ac:spMkLst>
            <pc:docMk/>
            <pc:sldMk cId="750692692" sldId="314"/>
            <ac:spMk id="291" creationId="{42FA3ABD-B8B0-2193-485C-BA903CB30179}"/>
          </ac:spMkLst>
        </pc:spChg>
        <pc:spChg chg="add del mod">
          <ac:chgData name="musukie52@gmail.com" userId="017bd91f96aa8751" providerId="LiveId" clId="{5B2C3894-F97E-4CAB-8812-5BB4D83AAC6A}" dt="2026-10-20T09:39:13.550" v="25848" actId="21"/>
          <ac:spMkLst>
            <pc:docMk/>
            <pc:sldMk cId="750692692" sldId="314"/>
            <ac:spMk id="293" creationId="{079FDCD6-042B-9E75-D96D-8E7B328C9B2E}"/>
          </ac:spMkLst>
        </pc:spChg>
        <pc:spChg chg="add del mod">
          <ac:chgData name="musukie52@gmail.com" userId="017bd91f96aa8751" providerId="LiveId" clId="{5B2C3894-F97E-4CAB-8812-5BB4D83AAC6A}" dt="2026-10-20T09:39:13.550" v="25848" actId="21"/>
          <ac:spMkLst>
            <pc:docMk/>
            <pc:sldMk cId="750692692" sldId="314"/>
            <ac:spMk id="295" creationId="{A7271505-4553-8847-6A0D-8522ECEAD2F7}"/>
          </ac:spMkLst>
        </pc:spChg>
        <pc:spChg chg="add del mod">
          <ac:chgData name="musukie52@gmail.com" userId="017bd91f96aa8751" providerId="LiveId" clId="{5B2C3894-F97E-4CAB-8812-5BB4D83AAC6A}" dt="2026-10-20T09:39:13.550" v="25848" actId="21"/>
          <ac:spMkLst>
            <pc:docMk/>
            <pc:sldMk cId="750692692" sldId="314"/>
            <ac:spMk id="297" creationId="{9D9D43BB-8186-9DFE-ACD1-7EB26C905273}"/>
          </ac:spMkLst>
        </pc:spChg>
        <pc:spChg chg="add del mod">
          <ac:chgData name="musukie52@gmail.com" userId="017bd91f96aa8751" providerId="LiveId" clId="{5B2C3894-F97E-4CAB-8812-5BB4D83AAC6A}" dt="2026-10-20T09:39:13.550" v="25848" actId="21"/>
          <ac:spMkLst>
            <pc:docMk/>
            <pc:sldMk cId="750692692" sldId="314"/>
            <ac:spMk id="299" creationId="{963DA6FC-D22E-B8CC-071E-5890B585BB77}"/>
          </ac:spMkLst>
        </pc:spChg>
        <pc:spChg chg="add del mod">
          <ac:chgData name="musukie52@gmail.com" userId="017bd91f96aa8751" providerId="LiveId" clId="{5B2C3894-F97E-4CAB-8812-5BB4D83AAC6A}" dt="2026-10-20T09:39:13.550" v="25848" actId="21"/>
          <ac:spMkLst>
            <pc:docMk/>
            <pc:sldMk cId="750692692" sldId="314"/>
            <ac:spMk id="301" creationId="{28172D42-9242-8F24-75C2-658B89780D0C}"/>
          </ac:spMkLst>
        </pc:spChg>
        <pc:spChg chg="add del">
          <ac:chgData name="musukie52@gmail.com" userId="017bd91f96aa8751" providerId="LiveId" clId="{5B2C3894-F97E-4CAB-8812-5BB4D83AAC6A}" dt="2026-10-20T09:39:27.019" v="25855" actId="21"/>
          <ac:spMkLst>
            <pc:docMk/>
            <pc:sldMk cId="750692692" sldId="314"/>
            <ac:spMk id="303" creationId="{44E30923-8C1F-D31B-2629-6030484848C1}"/>
          </ac:spMkLst>
        </pc:spChg>
        <pc:spChg chg="add del">
          <ac:chgData name="musukie52@gmail.com" userId="017bd91f96aa8751" providerId="LiveId" clId="{5B2C3894-F97E-4CAB-8812-5BB4D83AAC6A}" dt="2026-10-20T09:39:27.019" v="25855" actId="21"/>
          <ac:spMkLst>
            <pc:docMk/>
            <pc:sldMk cId="750692692" sldId="314"/>
            <ac:spMk id="305" creationId="{E78BA98C-3A98-3094-45D9-3FFB2B25697E}"/>
          </ac:spMkLst>
        </pc:spChg>
        <pc:spChg chg="add del">
          <ac:chgData name="musukie52@gmail.com" userId="017bd91f96aa8751" providerId="LiveId" clId="{5B2C3894-F97E-4CAB-8812-5BB4D83AAC6A}" dt="2026-10-20T09:39:27.019" v="25855" actId="21"/>
          <ac:spMkLst>
            <pc:docMk/>
            <pc:sldMk cId="750692692" sldId="314"/>
            <ac:spMk id="307" creationId="{D714F340-871D-A1E4-801B-B638EC76D3E9}"/>
          </ac:spMkLst>
        </pc:spChg>
        <pc:spChg chg="add del">
          <ac:chgData name="musukie52@gmail.com" userId="017bd91f96aa8751" providerId="LiveId" clId="{5B2C3894-F97E-4CAB-8812-5BB4D83AAC6A}" dt="2026-10-20T09:39:27.019" v="25855" actId="21"/>
          <ac:spMkLst>
            <pc:docMk/>
            <pc:sldMk cId="750692692" sldId="314"/>
            <ac:spMk id="309" creationId="{7259E549-C8BE-CF4C-7A3D-8A63B7595442}"/>
          </ac:spMkLst>
        </pc:spChg>
        <pc:spChg chg="add del">
          <ac:chgData name="musukie52@gmail.com" userId="017bd91f96aa8751" providerId="LiveId" clId="{5B2C3894-F97E-4CAB-8812-5BB4D83AAC6A}" dt="2026-10-20T09:39:27.019" v="25855" actId="21"/>
          <ac:spMkLst>
            <pc:docMk/>
            <pc:sldMk cId="750692692" sldId="314"/>
            <ac:spMk id="311" creationId="{27C4C31C-9812-EAE1-9A05-C07C237A9849}"/>
          </ac:spMkLst>
        </pc:spChg>
        <pc:spChg chg="add del">
          <ac:chgData name="musukie52@gmail.com" userId="017bd91f96aa8751" providerId="LiveId" clId="{5B2C3894-F97E-4CAB-8812-5BB4D83AAC6A}" dt="2026-10-20T09:39:27.019" v="25855" actId="21"/>
          <ac:spMkLst>
            <pc:docMk/>
            <pc:sldMk cId="750692692" sldId="314"/>
            <ac:spMk id="313" creationId="{EC0AF0AE-CDC8-75E2-7BC7-225B85695E33}"/>
          </ac:spMkLst>
        </pc:spChg>
        <pc:spChg chg="add del">
          <ac:chgData name="musukie52@gmail.com" userId="017bd91f96aa8751" providerId="LiveId" clId="{5B2C3894-F97E-4CAB-8812-5BB4D83AAC6A}" dt="2026-10-20T09:39:27.019" v="25855" actId="21"/>
          <ac:spMkLst>
            <pc:docMk/>
            <pc:sldMk cId="750692692" sldId="314"/>
            <ac:spMk id="315" creationId="{B3133061-B8EF-2F4C-4954-AB18F49A5B3A}"/>
          </ac:spMkLst>
        </pc:spChg>
        <pc:spChg chg="add del mod">
          <ac:chgData name="musukie52@gmail.com" userId="017bd91f96aa8751" providerId="LiveId" clId="{5B2C3894-F97E-4CAB-8812-5BB4D83AAC6A}" dt="2026-10-20T09:39:27.019" v="25855" actId="21"/>
          <ac:spMkLst>
            <pc:docMk/>
            <pc:sldMk cId="750692692" sldId="314"/>
            <ac:spMk id="317" creationId="{CF92E81E-34CE-5316-3E62-101B93E70A83}"/>
          </ac:spMkLst>
        </pc:spChg>
        <pc:spChg chg="add del mod">
          <ac:chgData name="musukie52@gmail.com" userId="017bd91f96aa8751" providerId="LiveId" clId="{5B2C3894-F97E-4CAB-8812-5BB4D83AAC6A}" dt="2026-10-20T09:43:57.158" v="26027" actId="21"/>
          <ac:spMkLst>
            <pc:docMk/>
            <pc:sldMk cId="750692692" sldId="314"/>
            <ac:spMk id="319" creationId="{9FF5EC9E-B176-1FD5-CD05-30007088C856}"/>
          </ac:spMkLst>
        </pc:spChg>
        <pc:spChg chg="add del mod">
          <ac:chgData name="musukie52@gmail.com" userId="017bd91f96aa8751" providerId="LiveId" clId="{5B2C3894-F97E-4CAB-8812-5BB4D83AAC6A}" dt="2026-10-20T09:43:57.158" v="26027" actId="21"/>
          <ac:spMkLst>
            <pc:docMk/>
            <pc:sldMk cId="750692692" sldId="314"/>
            <ac:spMk id="321" creationId="{3576F813-9BCC-FF71-B012-7D0E220E8B24}"/>
          </ac:spMkLst>
        </pc:spChg>
        <pc:spChg chg="add del mod">
          <ac:chgData name="musukie52@gmail.com" userId="017bd91f96aa8751" providerId="LiveId" clId="{5B2C3894-F97E-4CAB-8812-5BB4D83AAC6A}" dt="2026-10-20T09:43:57.158" v="26027" actId="21"/>
          <ac:spMkLst>
            <pc:docMk/>
            <pc:sldMk cId="750692692" sldId="314"/>
            <ac:spMk id="323" creationId="{BA76F10E-776B-A13F-BE73-B2B696380B2F}"/>
          </ac:spMkLst>
        </pc:spChg>
        <pc:spChg chg="add del mod">
          <ac:chgData name="musukie52@gmail.com" userId="017bd91f96aa8751" providerId="LiveId" clId="{5B2C3894-F97E-4CAB-8812-5BB4D83AAC6A}" dt="2026-10-20T09:41:05.511" v="25901" actId="21"/>
          <ac:spMkLst>
            <pc:docMk/>
            <pc:sldMk cId="750692692" sldId="314"/>
            <ac:spMk id="325" creationId="{FB8E3457-55F2-4AB3-95E2-8861D33DBAB1}"/>
          </ac:spMkLst>
        </pc:spChg>
        <pc:spChg chg="add del mod">
          <ac:chgData name="musukie52@gmail.com" userId="017bd91f96aa8751" providerId="LiveId" clId="{5B2C3894-F97E-4CAB-8812-5BB4D83AAC6A}" dt="2026-10-20T09:41:05.511" v="25901" actId="21"/>
          <ac:spMkLst>
            <pc:docMk/>
            <pc:sldMk cId="750692692" sldId="314"/>
            <ac:spMk id="327" creationId="{CF62CD3D-F913-3E76-202E-132DA897F9AE}"/>
          </ac:spMkLst>
        </pc:spChg>
        <pc:spChg chg="add del mod">
          <ac:chgData name="musukie52@gmail.com" userId="017bd91f96aa8751" providerId="LiveId" clId="{5B2C3894-F97E-4CAB-8812-5BB4D83AAC6A}" dt="2026-10-20T09:41:05.511" v="25901" actId="21"/>
          <ac:spMkLst>
            <pc:docMk/>
            <pc:sldMk cId="750692692" sldId="314"/>
            <ac:spMk id="329" creationId="{3A31BA9B-75C1-3705-F336-04EC1CB20B70}"/>
          </ac:spMkLst>
        </pc:spChg>
        <pc:spChg chg="add del mod">
          <ac:chgData name="musukie52@gmail.com" userId="017bd91f96aa8751" providerId="LiveId" clId="{5B2C3894-F97E-4CAB-8812-5BB4D83AAC6A}" dt="2026-10-20T09:41:05.511" v="25901" actId="21"/>
          <ac:spMkLst>
            <pc:docMk/>
            <pc:sldMk cId="750692692" sldId="314"/>
            <ac:spMk id="331" creationId="{B37D2E9A-4AFD-2681-7E04-A3544811EAB5}"/>
          </ac:spMkLst>
        </pc:spChg>
        <pc:spChg chg="add del mod">
          <ac:chgData name="musukie52@gmail.com" userId="017bd91f96aa8751" providerId="LiveId" clId="{5B2C3894-F97E-4CAB-8812-5BB4D83AAC6A}" dt="2026-10-20T09:41:05.511" v="25901" actId="21"/>
          <ac:spMkLst>
            <pc:docMk/>
            <pc:sldMk cId="750692692" sldId="314"/>
            <ac:spMk id="333" creationId="{C224BE09-F87E-5F52-666B-04ED3A783E14}"/>
          </ac:spMkLst>
        </pc:spChg>
        <pc:spChg chg="add del mod">
          <ac:chgData name="musukie52@gmail.com" userId="017bd91f96aa8751" providerId="LiveId" clId="{5B2C3894-F97E-4CAB-8812-5BB4D83AAC6A}" dt="2026-10-20T09:41:05.511" v="25901" actId="21"/>
          <ac:spMkLst>
            <pc:docMk/>
            <pc:sldMk cId="750692692" sldId="314"/>
            <ac:spMk id="335" creationId="{E4E8C9CF-DB32-E52F-A959-17F488398479}"/>
          </ac:spMkLst>
        </pc:spChg>
        <pc:spChg chg="add del mod">
          <ac:chgData name="musukie52@gmail.com" userId="017bd91f96aa8751" providerId="LiveId" clId="{5B2C3894-F97E-4CAB-8812-5BB4D83AAC6A}" dt="2026-10-20T09:41:32.443" v="25907" actId="478"/>
          <ac:spMkLst>
            <pc:docMk/>
            <pc:sldMk cId="750692692" sldId="314"/>
            <ac:spMk id="337" creationId="{7775DFF2-2159-F076-2A54-6D7F4BDE6105}"/>
          </ac:spMkLst>
        </pc:spChg>
        <pc:spChg chg="add del mod">
          <ac:chgData name="musukie52@gmail.com" userId="017bd91f96aa8751" providerId="LiveId" clId="{5B2C3894-F97E-4CAB-8812-5BB4D83AAC6A}" dt="2026-10-20T09:41:32.443" v="25907" actId="478"/>
          <ac:spMkLst>
            <pc:docMk/>
            <pc:sldMk cId="750692692" sldId="314"/>
            <ac:spMk id="339" creationId="{FBE7F67C-97CE-62EF-E146-407EB0110F96}"/>
          </ac:spMkLst>
        </pc:spChg>
        <pc:spChg chg="add del mod">
          <ac:chgData name="musukie52@gmail.com" userId="017bd91f96aa8751" providerId="LiveId" clId="{5B2C3894-F97E-4CAB-8812-5BB4D83AAC6A}" dt="2026-10-20T09:43:57.158" v="26027" actId="21"/>
          <ac:spMkLst>
            <pc:docMk/>
            <pc:sldMk cId="750692692" sldId="314"/>
            <ac:spMk id="341" creationId="{039E5AE4-F510-D971-AB83-71F94E14C6AE}"/>
          </ac:spMkLst>
        </pc:spChg>
        <pc:spChg chg="add del">
          <ac:chgData name="musukie52@gmail.com" userId="017bd91f96aa8751" providerId="LiveId" clId="{5B2C3894-F97E-4CAB-8812-5BB4D83AAC6A}" dt="2026-10-20T09:41:23.974" v="25905" actId="21"/>
          <ac:spMkLst>
            <pc:docMk/>
            <pc:sldMk cId="750692692" sldId="314"/>
            <ac:spMk id="343" creationId="{E3059C76-9309-2917-CC69-0C4A2B7D8803}"/>
          </ac:spMkLst>
        </pc:spChg>
        <pc:spChg chg="add del">
          <ac:chgData name="musukie52@gmail.com" userId="017bd91f96aa8751" providerId="LiveId" clId="{5B2C3894-F97E-4CAB-8812-5BB4D83AAC6A}" dt="2026-10-20T09:41:23.974" v="25905" actId="21"/>
          <ac:spMkLst>
            <pc:docMk/>
            <pc:sldMk cId="750692692" sldId="314"/>
            <ac:spMk id="345" creationId="{ADFF79EE-2AB7-9F74-90E8-F28BE48CBDF5}"/>
          </ac:spMkLst>
        </pc:spChg>
        <pc:spChg chg="add del">
          <ac:chgData name="musukie52@gmail.com" userId="017bd91f96aa8751" providerId="LiveId" clId="{5B2C3894-F97E-4CAB-8812-5BB4D83AAC6A}" dt="2026-10-20T09:41:23.974" v="25905" actId="21"/>
          <ac:spMkLst>
            <pc:docMk/>
            <pc:sldMk cId="750692692" sldId="314"/>
            <ac:spMk id="347" creationId="{792775DF-968A-7021-D143-C89CAEE18242}"/>
          </ac:spMkLst>
        </pc:spChg>
        <pc:spChg chg="add del">
          <ac:chgData name="musukie52@gmail.com" userId="017bd91f96aa8751" providerId="LiveId" clId="{5B2C3894-F97E-4CAB-8812-5BB4D83AAC6A}" dt="2026-10-20T09:41:23.974" v="25905" actId="21"/>
          <ac:spMkLst>
            <pc:docMk/>
            <pc:sldMk cId="750692692" sldId="314"/>
            <ac:spMk id="349" creationId="{88268FD9-4458-FC32-2C29-3EF3510EA64E}"/>
          </ac:spMkLst>
        </pc:spChg>
        <pc:spChg chg="add del">
          <ac:chgData name="musukie52@gmail.com" userId="017bd91f96aa8751" providerId="LiveId" clId="{5B2C3894-F97E-4CAB-8812-5BB4D83AAC6A}" dt="2026-10-20T09:41:23.974" v="25905" actId="21"/>
          <ac:spMkLst>
            <pc:docMk/>
            <pc:sldMk cId="750692692" sldId="314"/>
            <ac:spMk id="351" creationId="{A650E53F-926B-748A-506E-84887C55C2EC}"/>
          </ac:spMkLst>
        </pc:spChg>
        <pc:spChg chg="add del mod">
          <ac:chgData name="musukie52@gmail.com" userId="017bd91f96aa8751" providerId="LiveId" clId="{5B2C3894-F97E-4CAB-8812-5BB4D83AAC6A}" dt="2026-10-20T09:43:57.158" v="26027" actId="21"/>
          <ac:spMkLst>
            <pc:docMk/>
            <pc:sldMk cId="750692692" sldId="314"/>
            <ac:spMk id="353" creationId="{A2868E9D-CAC4-6339-9017-3039FA20CBAF}"/>
          </ac:spMkLst>
        </pc:spChg>
        <pc:spChg chg="add del">
          <ac:chgData name="musukie52@gmail.com" userId="017bd91f96aa8751" providerId="LiveId" clId="{5B2C3894-F97E-4CAB-8812-5BB4D83AAC6A}" dt="2026-10-20T09:41:42.140" v="25910" actId="21"/>
          <ac:spMkLst>
            <pc:docMk/>
            <pc:sldMk cId="750692692" sldId="314"/>
            <ac:spMk id="355" creationId="{3AF40C8D-C94D-8C0D-29C0-DEDFBC5BF377}"/>
          </ac:spMkLst>
        </pc:spChg>
        <pc:spChg chg="add del">
          <ac:chgData name="musukie52@gmail.com" userId="017bd91f96aa8751" providerId="LiveId" clId="{5B2C3894-F97E-4CAB-8812-5BB4D83AAC6A}" dt="2026-10-20T09:41:42.140" v="25910" actId="21"/>
          <ac:spMkLst>
            <pc:docMk/>
            <pc:sldMk cId="750692692" sldId="314"/>
            <ac:spMk id="357" creationId="{80581257-F716-FFCB-9E38-F8DFC4CD11CD}"/>
          </ac:spMkLst>
        </pc:spChg>
        <pc:spChg chg="add del">
          <ac:chgData name="musukie52@gmail.com" userId="017bd91f96aa8751" providerId="LiveId" clId="{5B2C3894-F97E-4CAB-8812-5BB4D83AAC6A}" dt="2026-10-20T09:41:42.140" v="25910" actId="21"/>
          <ac:spMkLst>
            <pc:docMk/>
            <pc:sldMk cId="750692692" sldId="314"/>
            <ac:spMk id="359" creationId="{F0B6E7AF-BFD6-E681-E2DA-243BBC1CBC6B}"/>
          </ac:spMkLst>
        </pc:spChg>
        <pc:spChg chg="add del">
          <ac:chgData name="musukie52@gmail.com" userId="017bd91f96aa8751" providerId="LiveId" clId="{5B2C3894-F97E-4CAB-8812-5BB4D83AAC6A}" dt="2026-10-20T09:41:42.140" v="25910" actId="21"/>
          <ac:spMkLst>
            <pc:docMk/>
            <pc:sldMk cId="750692692" sldId="314"/>
            <ac:spMk id="361" creationId="{822DA575-A45B-C742-8521-08431F25B074}"/>
          </ac:spMkLst>
        </pc:spChg>
        <pc:spChg chg="add del mod">
          <ac:chgData name="musukie52@gmail.com" userId="017bd91f96aa8751" providerId="LiveId" clId="{5B2C3894-F97E-4CAB-8812-5BB4D83AAC6A}" dt="2026-10-20T09:43:57.158" v="26027" actId="21"/>
          <ac:spMkLst>
            <pc:docMk/>
            <pc:sldMk cId="750692692" sldId="314"/>
            <ac:spMk id="363" creationId="{7BB8487F-89D0-F8E0-956C-D3319FC139D5}"/>
          </ac:spMkLst>
        </pc:spChg>
        <pc:spChg chg="add del mod">
          <ac:chgData name="musukie52@gmail.com" userId="017bd91f96aa8751" providerId="LiveId" clId="{5B2C3894-F97E-4CAB-8812-5BB4D83AAC6A}" dt="2026-10-20T09:43:57.158" v="26027" actId="21"/>
          <ac:spMkLst>
            <pc:docMk/>
            <pc:sldMk cId="750692692" sldId="314"/>
            <ac:spMk id="365" creationId="{314EA238-A297-2FCE-DAC1-E7FB07086347}"/>
          </ac:spMkLst>
        </pc:spChg>
        <pc:spChg chg="add del">
          <ac:chgData name="musukie52@gmail.com" userId="017bd91f96aa8751" providerId="LiveId" clId="{5B2C3894-F97E-4CAB-8812-5BB4D83AAC6A}" dt="2026-10-20T09:43:45.283" v="26024" actId="478"/>
          <ac:spMkLst>
            <pc:docMk/>
            <pc:sldMk cId="750692692" sldId="314"/>
            <ac:spMk id="367" creationId="{D9D71A32-275A-C1B7-ECAC-242C07CEDAFF}"/>
          </ac:spMkLst>
        </pc:spChg>
        <pc:spChg chg="add del mod">
          <ac:chgData name="musukie52@gmail.com" userId="017bd91f96aa8751" providerId="LiveId" clId="{5B2C3894-F97E-4CAB-8812-5BB4D83AAC6A}" dt="2026-10-20T09:43:57.158" v="26027" actId="21"/>
          <ac:spMkLst>
            <pc:docMk/>
            <pc:sldMk cId="750692692" sldId="314"/>
            <ac:spMk id="369" creationId="{4E579CEF-F330-A9E2-5BCE-5A94D22CB7C9}"/>
          </ac:spMkLst>
        </pc:spChg>
        <pc:spChg chg="add del mod">
          <ac:chgData name="musukie52@gmail.com" userId="017bd91f96aa8751" providerId="LiveId" clId="{5B2C3894-F97E-4CAB-8812-5BB4D83AAC6A}" dt="2026-10-20T09:43:51.736" v="26026" actId="478"/>
          <ac:spMkLst>
            <pc:docMk/>
            <pc:sldMk cId="750692692" sldId="314"/>
            <ac:spMk id="371" creationId="{4044554D-F56D-C89B-BCE7-E0CDB5758CD0}"/>
          </ac:spMkLst>
        </pc:spChg>
        <pc:spChg chg="add del mod">
          <ac:chgData name="musukie52@gmail.com" userId="017bd91f96aa8751" providerId="LiveId" clId="{5B2C3894-F97E-4CAB-8812-5BB4D83AAC6A}" dt="2026-10-20T09:43:51.736" v="26026" actId="478"/>
          <ac:spMkLst>
            <pc:docMk/>
            <pc:sldMk cId="750692692" sldId="314"/>
            <ac:spMk id="373" creationId="{1A0951DE-13FD-A206-CA8F-CB5AD2C45C30}"/>
          </ac:spMkLst>
        </pc:spChg>
        <pc:spChg chg="add del mod">
          <ac:chgData name="musukie52@gmail.com" userId="017bd91f96aa8751" providerId="LiveId" clId="{5B2C3894-F97E-4CAB-8812-5BB4D83AAC6A}" dt="2026-10-20T09:43:51.736" v="26026" actId="478"/>
          <ac:spMkLst>
            <pc:docMk/>
            <pc:sldMk cId="750692692" sldId="314"/>
            <ac:spMk id="375" creationId="{0AA1ED2D-6FFD-D213-1981-59A246AAEDCE}"/>
          </ac:spMkLst>
        </pc:spChg>
        <pc:spChg chg="add del mod">
          <ac:chgData name="musukie52@gmail.com" userId="017bd91f96aa8751" providerId="LiveId" clId="{5B2C3894-F97E-4CAB-8812-5BB4D83AAC6A}" dt="2026-10-20T09:43:51.736" v="26026" actId="478"/>
          <ac:spMkLst>
            <pc:docMk/>
            <pc:sldMk cId="750692692" sldId="314"/>
            <ac:spMk id="377" creationId="{AEC97EE4-31EA-47BD-D161-BC26C12B5830}"/>
          </ac:spMkLst>
        </pc:spChg>
        <pc:spChg chg="add del mod">
          <ac:chgData name="musukie52@gmail.com" userId="017bd91f96aa8751" providerId="LiveId" clId="{5B2C3894-F97E-4CAB-8812-5BB4D83AAC6A}" dt="2026-10-20T09:43:51.736" v="26026" actId="478"/>
          <ac:spMkLst>
            <pc:docMk/>
            <pc:sldMk cId="750692692" sldId="314"/>
            <ac:spMk id="379" creationId="{DDDA6903-743D-71F3-C1C2-6CB57522F859}"/>
          </ac:spMkLst>
        </pc:spChg>
        <pc:spChg chg="add del">
          <ac:chgData name="musukie52@gmail.com" userId="017bd91f96aa8751" providerId="LiveId" clId="{5B2C3894-F97E-4CAB-8812-5BB4D83AAC6A}" dt="2026-10-20T11:00:45.132" v="27765" actId="21"/>
          <ac:spMkLst>
            <pc:docMk/>
            <pc:sldMk cId="750692692" sldId="314"/>
            <ac:spMk id="381" creationId="{F7D5F899-C75A-FBE6-0ED8-10F77D716002}"/>
          </ac:spMkLst>
        </pc:spChg>
        <pc:spChg chg="add del">
          <ac:chgData name="musukie52@gmail.com" userId="017bd91f96aa8751" providerId="LiveId" clId="{5B2C3894-F97E-4CAB-8812-5BB4D83AAC6A}" dt="2026-10-20T11:00:45.132" v="27765" actId="21"/>
          <ac:spMkLst>
            <pc:docMk/>
            <pc:sldMk cId="750692692" sldId="314"/>
            <ac:spMk id="383" creationId="{A804DAF6-0A2F-CE25-1A37-11C69EBCFA14}"/>
          </ac:spMkLst>
        </pc:spChg>
        <pc:spChg chg="add del mod">
          <ac:chgData name="musukie52@gmail.com" userId="017bd91f96aa8751" providerId="LiveId" clId="{5B2C3894-F97E-4CAB-8812-5BB4D83AAC6A}" dt="2026-10-20T11:00:45.132" v="27765" actId="21"/>
          <ac:spMkLst>
            <pc:docMk/>
            <pc:sldMk cId="750692692" sldId="314"/>
            <ac:spMk id="385" creationId="{1F13E9E3-7BAF-0264-C88A-2FE1764A2548}"/>
          </ac:spMkLst>
        </pc:spChg>
        <pc:spChg chg="add del">
          <ac:chgData name="musukie52@gmail.com" userId="017bd91f96aa8751" providerId="LiveId" clId="{5B2C3894-F97E-4CAB-8812-5BB4D83AAC6A}" dt="2026-10-20T11:01:58.893" v="27841" actId="21"/>
          <ac:spMkLst>
            <pc:docMk/>
            <pc:sldMk cId="750692692" sldId="314"/>
            <ac:spMk id="387" creationId="{FC53C895-17E6-0AA7-88F9-1A372883BB4A}"/>
          </ac:spMkLst>
        </pc:spChg>
        <pc:spChg chg="add del">
          <ac:chgData name="musukie52@gmail.com" userId="017bd91f96aa8751" providerId="LiveId" clId="{5B2C3894-F97E-4CAB-8812-5BB4D83AAC6A}" dt="2026-10-20T11:01:58.893" v="27841" actId="21"/>
          <ac:spMkLst>
            <pc:docMk/>
            <pc:sldMk cId="750692692" sldId="314"/>
            <ac:spMk id="389" creationId="{BF11DF2E-B02D-7523-2CCF-3EB112E6B90A}"/>
          </ac:spMkLst>
        </pc:spChg>
        <pc:spChg chg="add del mod">
          <ac:chgData name="musukie52@gmail.com" userId="017bd91f96aa8751" providerId="LiveId" clId="{5B2C3894-F97E-4CAB-8812-5BB4D83AAC6A}" dt="2026-10-20T11:01:58.893" v="27841" actId="21"/>
          <ac:spMkLst>
            <pc:docMk/>
            <pc:sldMk cId="750692692" sldId="314"/>
            <ac:spMk id="391" creationId="{0503A4B5-E7F8-DF89-9B7F-4A5DE15BEC7D}"/>
          </ac:spMkLst>
        </pc:spChg>
        <pc:spChg chg="add del">
          <ac:chgData name="musukie52@gmail.com" userId="017bd91f96aa8751" providerId="LiveId" clId="{5B2C3894-F97E-4CAB-8812-5BB4D83AAC6A}" dt="2026-10-20T11:03:01.006" v="27851" actId="21"/>
          <ac:spMkLst>
            <pc:docMk/>
            <pc:sldMk cId="750692692" sldId="314"/>
            <ac:spMk id="393" creationId="{2CA3E6E0-8E61-C579-119D-E4355BF50172}"/>
          </ac:spMkLst>
        </pc:spChg>
        <pc:spChg chg="add del">
          <ac:chgData name="musukie52@gmail.com" userId="017bd91f96aa8751" providerId="LiveId" clId="{5B2C3894-F97E-4CAB-8812-5BB4D83AAC6A}" dt="2026-10-20T11:03:01.006" v="27851" actId="21"/>
          <ac:spMkLst>
            <pc:docMk/>
            <pc:sldMk cId="750692692" sldId="314"/>
            <ac:spMk id="395" creationId="{53EF43D8-B9FB-8659-847A-054F2884EE4F}"/>
          </ac:spMkLst>
        </pc:spChg>
        <pc:spChg chg="add del mod">
          <ac:chgData name="musukie52@gmail.com" userId="017bd91f96aa8751" providerId="LiveId" clId="{5B2C3894-F97E-4CAB-8812-5BB4D83AAC6A}" dt="2026-10-20T11:03:01.006" v="27851" actId="21"/>
          <ac:spMkLst>
            <pc:docMk/>
            <pc:sldMk cId="750692692" sldId="314"/>
            <ac:spMk id="397" creationId="{67BC6386-DE16-542E-E5B0-93A2B68B48A4}"/>
          </ac:spMkLst>
        </pc:spChg>
        <pc:spChg chg="add del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399" creationId="{CAB88555-0646-B09F-C9E2-2E412B928BC0}"/>
          </ac:spMkLst>
        </pc:spChg>
        <pc:spChg chg="add mod">
          <ac:chgData name="musukie52@gmail.com" userId="017bd91f96aa8751" providerId="LiveId" clId="{5B2C3894-F97E-4CAB-8812-5BB4D83AAC6A}" dt="2026-10-20T11:22:28.032" v="28570" actId="1076"/>
          <ac:spMkLst>
            <pc:docMk/>
            <pc:sldMk cId="750692692" sldId="314"/>
            <ac:spMk id="401" creationId="{0EFBCBD2-CB39-A894-D96F-5B7173C16ED1}"/>
          </ac:spMkLst>
        </pc:spChg>
        <pc:spChg chg="add mod">
          <ac:chgData name="musukie52@gmail.com" userId="017bd91f96aa8751" providerId="LiveId" clId="{5B2C3894-F97E-4CAB-8812-5BB4D83AAC6A}" dt="2026-10-20T11:22:36.819" v="28573" actId="1076"/>
          <ac:spMkLst>
            <pc:docMk/>
            <pc:sldMk cId="750692692" sldId="314"/>
            <ac:spMk id="403" creationId="{6A340AEC-4E36-B7AE-7E82-6BCDBD6CCD95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05" creationId="{9596F008-135E-5D50-4A78-FF80B830BBEC}"/>
          </ac:spMkLst>
        </pc:spChg>
        <pc:spChg chg="add mod">
          <ac:chgData name="musukie52@gmail.com" userId="017bd91f96aa8751" providerId="LiveId" clId="{5B2C3894-F97E-4CAB-8812-5BB4D83AAC6A}" dt="2026-10-20T11:22:36.819" v="28573" actId="1076"/>
          <ac:spMkLst>
            <pc:docMk/>
            <pc:sldMk cId="750692692" sldId="314"/>
            <ac:spMk id="407" creationId="{52E58925-83DA-4013-2CDD-EEBCD9293E03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09" creationId="{8468612E-016F-7EC8-ABDF-EF7ED4DFC091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11" creationId="{2236C794-AA44-02FC-134C-31F358AE720F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13" creationId="{8F03BFE9-A1CA-D5EB-82CA-9D9AFCDBA648}"/>
          </ac:spMkLst>
        </pc:spChg>
        <pc:spChg chg="add mod">
          <ac:chgData name="musukie52@gmail.com" userId="017bd91f96aa8751" providerId="LiveId" clId="{5B2C3894-F97E-4CAB-8812-5BB4D83AAC6A}" dt="2026-10-20T11:22:53.383" v="28579" actId="1076"/>
          <ac:spMkLst>
            <pc:docMk/>
            <pc:sldMk cId="750692692" sldId="314"/>
            <ac:spMk id="415" creationId="{1BD9015E-C080-20CA-939A-FA8BA6CC5C44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17" creationId="{FFFE223A-08FE-A93D-4721-3FC779CF812F}"/>
          </ac:spMkLst>
        </pc:spChg>
        <pc:spChg chg="add mod">
          <ac:chgData name="musukie52@gmail.com" userId="017bd91f96aa8751" providerId="LiveId" clId="{5B2C3894-F97E-4CAB-8812-5BB4D83AAC6A}" dt="2026-10-20T11:22:53.383" v="28579" actId="1076"/>
          <ac:spMkLst>
            <pc:docMk/>
            <pc:sldMk cId="750692692" sldId="314"/>
            <ac:spMk id="419" creationId="{996128D1-19E4-FD13-B863-BDB1F731FA93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21" creationId="{977E33EF-8539-6726-7A89-52E04DE22E7A}"/>
          </ac:spMkLst>
        </pc:spChg>
        <pc:spChg chg="add mod">
          <ac:chgData name="musukie52@gmail.com" userId="017bd91f96aa8751" providerId="LiveId" clId="{5B2C3894-F97E-4CAB-8812-5BB4D83AAC6A}" dt="2026-10-20T11:23:05.141" v="28582" actId="1076"/>
          <ac:spMkLst>
            <pc:docMk/>
            <pc:sldMk cId="750692692" sldId="314"/>
            <ac:spMk id="423" creationId="{E42A11F6-F19F-215D-631E-279348AABA50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25" creationId="{7BDB3AB1-1A2D-8DE6-9651-189F12AE8113}"/>
          </ac:spMkLst>
        </pc:spChg>
        <pc:spChg chg="add mod">
          <ac:chgData name="musukie52@gmail.com" userId="017bd91f96aa8751" providerId="LiveId" clId="{5B2C3894-F97E-4CAB-8812-5BB4D83AAC6A}" dt="2026-10-20T11:23:18.516" v="28585" actId="1076"/>
          <ac:spMkLst>
            <pc:docMk/>
            <pc:sldMk cId="750692692" sldId="314"/>
            <ac:spMk id="427" creationId="{8C51F99A-6662-C2C8-160B-11DECE8E7715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29" creationId="{21B9E643-E155-8F71-26D0-83B0F292EF43}"/>
          </ac:spMkLst>
        </pc:spChg>
        <pc:spChg chg="add mod">
          <ac:chgData name="musukie52@gmail.com" userId="017bd91f96aa8751" providerId="LiveId" clId="{5B2C3894-F97E-4CAB-8812-5BB4D83AAC6A}" dt="2026-10-20T11:23:21.992" v="28586" actId="1076"/>
          <ac:spMkLst>
            <pc:docMk/>
            <pc:sldMk cId="750692692" sldId="314"/>
            <ac:spMk id="431" creationId="{9EA1018B-8DE5-716B-FA13-4E0BF8357312}"/>
          </ac:spMkLst>
        </pc:spChg>
        <pc:spChg chg="add mod">
          <ac:chgData name="musukie52@gmail.com" userId="017bd91f96aa8751" providerId="LiveId" clId="{5B2C3894-F97E-4CAB-8812-5BB4D83AAC6A}" dt="2026-10-20T11:23:21.992" v="28586" actId="1076"/>
          <ac:spMkLst>
            <pc:docMk/>
            <pc:sldMk cId="750692692" sldId="314"/>
            <ac:spMk id="433" creationId="{BDFA74C6-28A8-D8A3-759F-E0BE07D5BB56}"/>
          </ac:spMkLst>
        </pc:spChg>
        <pc:spChg chg="add mod">
          <ac:chgData name="musukie52@gmail.com" userId="017bd91f96aa8751" providerId="LiveId" clId="{5B2C3894-F97E-4CAB-8812-5BB4D83AAC6A}" dt="2026-10-20T11:23:24.944" v="28587" actId="1076"/>
          <ac:spMkLst>
            <pc:docMk/>
            <pc:sldMk cId="750692692" sldId="314"/>
            <ac:spMk id="435" creationId="{9C2A8E14-50D6-A688-3E52-E9C17D306C35}"/>
          </ac:spMkLst>
        </pc:spChg>
        <pc:spChg chg="add del mod">
          <ac:chgData name="musukie52@gmail.com" userId="017bd91f96aa8751" providerId="LiveId" clId="{5B2C3894-F97E-4CAB-8812-5BB4D83AAC6A}" dt="2026-10-20T11:23:27.644" v="28588" actId="21"/>
          <ac:spMkLst>
            <pc:docMk/>
            <pc:sldMk cId="750692692" sldId="314"/>
            <ac:spMk id="437" creationId="{4FB3E844-B288-5B43-D57F-0F8BD45D54F8}"/>
          </ac:spMkLst>
        </pc:spChg>
        <pc:spChg chg="add del mod">
          <ac:chgData name="musukie52@gmail.com" userId="017bd91f96aa8751" providerId="LiveId" clId="{5B2C3894-F97E-4CAB-8812-5BB4D83AAC6A}" dt="2026-10-20T11:27:54.245" v="28643" actId="21"/>
          <ac:spMkLst>
            <pc:docMk/>
            <pc:sldMk cId="750692692" sldId="314"/>
            <ac:spMk id="438" creationId="{24D2177F-64A3-D36B-55D7-2B424875ECAE}"/>
          </ac:spMkLst>
        </pc:spChg>
        <pc:spChg chg="add del">
          <ac:chgData name="musukie52@gmail.com" userId="017bd91f96aa8751" providerId="LiveId" clId="{5B2C3894-F97E-4CAB-8812-5BB4D83AAC6A}" dt="2026-10-20T11:47:13.256" v="29415" actId="21"/>
          <ac:spMkLst>
            <pc:docMk/>
            <pc:sldMk cId="750692692" sldId="314"/>
            <ac:spMk id="441" creationId="{6596AB35-6ED4-02AA-22C1-7133565DE58D}"/>
          </ac:spMkLst>
        </pc:spChg>
        <pc:spChg chg="add del">
          <ac:chgData name="musukie52@gmail.com" userId="017bd91f96aa8751" providerId="LiveId" clId="{5B2C3894-F97E-4CAB-8812-5BB4D83AAC6A}" dt="2026-10-20T11:47:13.256" v="29415" actId="21"/>
          <ac:spMkLst>
            <pc:docMk/>
            <pc:sldMk cId="750692692" sldId="314"/>
            <ac:spMk id="443" creationId="{0D664CF8-3BA0-19A9-F488-507BAC62B401}"/>
          </ac:spMkLst>
        </pc:spChg>
        <pc:spChg chg="add del">
          <ac:chgData name="musukie52@gmail.com" userId="017bd91f96aa8751" providerId="LiveId" clId="{5B2C3894-F97E-4CAB-8812-5BB4D83AAC6A}" dt="2026-10-20T11:47:13.256" v="29415" actId="21"/>
          <ac:spMkLst>
            <pc:docMk/>
            <pc:sldMk cId="750692692" sldId="314"/>
            <ac:spMk id="445" creationId="{00C0B1F5-06D2-3A66-EF9D-BB3F1A1FA518}"/>
          </ac:spMkLst>
        </pc:spChg>
        <pc:spChg chg="add del mod">
          <ac:chgData name="musukie52@gmail.com" userId="017bd91f96aa8751" providerId="LiveId" clId="{5B2C3894-F97E-4CAB-8812-5BB4D83AAC6A}" dt="2026-10-20T11:47:13.256" v="29415" actId="21"/>
          <ac:spMkLst>
            <pc:docMk/>
            <pc:sldMk cId="750692692" sldId="314"/>
            <ac:spMk id="447" creationId="{3A9F97F2-568D-7F89-1093-DEF4379BD985}"/>
          </ac:spMkLst>
        </pc:spChg>
        <pc:spChg chg="add del mod">
          <ac:chgData name="musukie52@gmail.com" userId="017bd91f96aa8751" providerId="LiveId" clId="{5B2C3894-F97E-4CAB-8812-5BB4D83AAC6A}" dt="2026-10-20T11:52:41.874" v="29739" actId="21"/>
          <ac:spMkLst>
            <pc:docMk/>
            <pc:sldMk cId="750692692" sldId="314"/>
            <ac:spMk id="449" creationId="{9B90AFD3-9D11-A0AD-B542-58B21142FD4E}"/>
          </ac:spMkLst>
        </pc:spChg>
        <pc:spChg chg="add del mod">
          <ac:chgData name="musukie52@gmail.com" userId="017bd91f96aa8751" providerId="LiveId" clId="{5B2C3894-F97E-4CAB-8812-5BB4D83AAC6A}" dt="2026-10-20T11:52:41.874" v="29739" actId="21"/>
          <ac:spMkLst>
            <pc:docMk/>
            <pc:sldMk cId="750692692" sldId="314"/>
            <ac:spMk id="451" creationId="{29E3E739-9956-AFB4-4B8C-515C7611DDDF}"/>
          </ac:spMkLst>
        </pc:spChg>
        <pc:spChg chg="add del mod">
          <ac:chgData name="musukie52@gmail.com" userId="017bd91f96aa8751" providerId="LiveId" clId="{5B2C3894-F97E-4CAB-8812-5BB4D83AAC6A}" dt="2026-10-20T11:52:41.874" v="29739" actId="21"/>
          <ac:spMkLst>
            <pc:docMk/>
            <pc:sldMk cId="750692692" sldId="314"/>
            <ac:spMk id="453" creationId="{7C35D9ED-74C3-D5D1-A634-CF14D9543D9F}"/>
          </ac:spMkLst>
        </pc:spChg>
        <pc:spChg chg="add del mod">
          <ac:chgData name="musukie52@gmail.com" userId="017bd91f96aa8751" providerId="LiveId" clId="{5B2C3894-F97E-4CAB-8812-5BB4D83AAC6A}" dt="2026-10-20T11:52:39.679" v="29738" actId="478"/>
          <ac:spMkLst>
            <pc:docMk/>
            <pc:sldMk cId="750692692" sldId="314"/>
            <ac:spMk id="454" creationId="{5B659E09-3505-F350-592E-9D5C84A8F4AB}"/>
          </ac:spMkLst>
        </pc:spChg>
        <pc:spChg chg="add del mod">
          <ac:chgData name="musukie52@gmail.com" userId="017bd91f96aa8751" providerId="LiveId" clId="{5B2C3894-F97E-4CAB-8812-5BB4D83AAC6A}" dt="2026-10-20T11:52:20.844" v="29730" actId="478"/>
          <ac:spMkLst>
            <pc:docMk/>
            <pc:sldMk cId="750692692" sldId="314"/>
            <ac:spMk id="456" creationId="{470FBD35-3D4C-EFC1-1BCD-10324059844D}"/>
          </ac:spMkLst>
        </pc:spChg>
        <pc:spChg chg="add del mod">
          <ac:chgData name="musukie52@gmail.com" userId="017bd91f96aa8751" providerId="LiveId" clId="{5B2C3894-F97E-4CAB-8812-5BB4D83AAC6A}" dt="2026-10-20T11:52:39.679" v="29738" actId="478"/>
          <ac:spMkLst>
            <pc:docMk/>
            <pc:sldMk cId="750692692" sldId="314"/>
            <ac:spMk id="458" creationId="{522F8F84-85B0-245E-3D2B-A310C36F6A99}"/>
          </ac:spMkLst>
        </pc:spChg>
        <pc:spChg chg="add del mod">
          <ac:chgData name="musukie52@gmail.com" userId="017bd91f96aa8751" providerId="LiveId" clId="{5B2C3894-F97E-4CAB-8812-5BB4D83AAC6A}" dt="2026-10-20T12:07:13.081" v="30746" actId="21"/>
          <ac:spMkLst>
            <pc:docMk/>
            <pc:sldMk cId="750692692" sldId="314"/>
            <ac:spMk id="460" creationId="{29A69292-5506-E422-26F3-1C71D68B1E77}"/>
          </ac:spMkLst>
        </pc:spChg>
        <pc:spChg chg="add del mod">
          <ac:chgData name="musukie52@gmail.com" userId="017bd91f96aa8751" providerId="LiveId" clId="{5B2C3894-F97E-4CAB-8812-5BB4D83AAC6A}" dt="2026-10-20T12:07:21.710" v="30750" actId="21"/>
          <ac:spMkLst>
            <pc:docMk/>
            <pc:sldMk cId="750692692" sldId="314"/>
            <ac:spMk id="462" creationId="{ADAA9849-77F4-5DEE-3645-1FF6A60AAF7C}"/>
          </ac:spMkLst>
        </pc:spChg>
        <pc:spChg chg="add del mod">
          <ac:chgData name="musukie52@gmail.com" userId="017bd91f96aa8751" providerId="LiveId" clId="{5B2C3894-F97E-4CAB-8812-5BB4D83AAC6A}" dt="2026-10-20T12:07:21.710" v="30750" actId="21"/>
          <ac:spMkLst>
            <pc:docMk/>
            <pc:sldMk cId="750692692" sldId="314"/>
            <ac:spMk id="464" creationId="{D7808B26-CEC9-B99F-49B1-CA35D013AEA4}"/>
          </ac:spMkLst>
        </pc:spChg>
        <pc:spChg chg="add del mod">
          <ac:chgData name="musukie52@gmail.com" userId="017bd91f96aa8751" providerId="LiveId" clId="{5B2C3894-F97E-4CAB-8812-5BB4D83AAC6A}" dt="2026-10-20T12:08:00.651" v="30827" actId="21"/>
          <ac:spMkLst>
            <pc:docMk/>
            <pc:sldMk cId="750692692" sldId="314"/>
            <ac:spMk id="466" creationId="{37BDFD4E-490F-681C-B433-0953BAC094C3}"/>
          </ac:spMkLst>
        </pc:spChg>
        <pc:spChg chg="add del">
          <ac:chgData name="musukie52@gmail.com" userId="017bd91f96aa8751" providerId="LiveId" clId="{5B2C3894-F97E-4CAB-8812-5BB4D83AAC6A}" dt="2026-10-20T12:10:16.067" v="31113" actId="21"/>
          <ac:spMkLst>
            <pc:docMk/>
            <pc:sldMk cId="750692692" sldId="314"/>
            <ac:spMk id="468" creationId="{F3C11ECB-9E8C-A18B-2264-1D33E748C512}"/>
          </ac:spMkLst>
        </pc:spChg>
        <pc:spChg chg="add del mod">
          <ac:chgData name="musukie52@gmail.com" userId="017bd91f96aa8751" providerId="LiveId" clId="{5B2C3894-F97E-4CAB-8812-5BB4D83AAC6A}" dt="2026-10-20T12:10:16.067" v="31113" actId="21"/>
          <ac:spMkLst>
            <pc:docMk/>
            <pc:sldMk cId="750692692" sldId="314"/>
            <ac:spMk id="470" creationId="{E3B885E7-C66A-9EC1-6119-6CC2CAE993B1}"/>
          </ac:spMkLst>
        </pc:spChg>
        <pc:spChg chg="add del">
          <ac:chgData name="musukie52@gmail.com" userId="017bd91f96aa8751" providerId="LiveId" clId="{5B2C3894-F97E-4CAB-8812-5BB4D83AAC6A}" dt="2026-10-20T12:34:17.997" v="32127" actId="21"/>
          <ac:spMkLst>
            <pc:docMk/>
            <pc:sldMk cId="750692692" sldId="314"/>
            <ac:spMk id="480" creationId="{1D84DA2B-DF23-3D40-4A42-68D77BE9366B}"/>
          </ac:spMkLst>
        </pc:spChg>
        <pc:spChg chg="add del mod">
          <ac:chgData name="musukie52@gmail.com" userId="017bd91f96aa8751" providerId="LiveId" clId="{5B2C3894-F97E-4CAB-8812-5BB4D83AAC6A}" dt="2026-10-20T12:36:18.205" v="32345" actId="22"/>
          <ac:spMkLst>
            <pc:docMk/>
            <pc:sldMk cId="750692692" sldId="314"/>
            <ac:spMk id="482" creationId="{81F90DC8-580E-E584-6226-B37E1825020E}"/>
          </ac:spMkLst>
        </pc:spChg>
        <pc:spChg chg="add del">
          <ac:chgData name="musukie52@gmail.com" userId="017bd91f96aa8751" providerId="LiveId" clId="{5B2C3894-F97E-4CAB-8812-5BB4D83AAC6A}" dt="2026-10-20T12:36:18.205" v="32345" actId="22"/>
          <ac:spMkLst>
            <pc:docMk/>
            <pc:sldMk cId="750692692" sldId="314"/>
            <ac:spMk id="484" creationId="{198FB300-26BF-F7D0-AD7B-975B62520908}"/>
          </ac:spMkLst>
        </pc:spChg>
        <pc:spChg chg="add del mod">
          <ac:chgData name="musukie52@gmail.com" userId="017bd91f96aa8751" providerId="LiveId" clId="{5B2C3894-F97E-4CAB-8812-5BB4D83AAC6A}" dt="2026-10-20T12:38:22.960" v="32553" actId="21"/>
          <ac:spMkLst>
            <pc:docMk/>
            <pc:sldMk cId="750692692" sldId="314"/>
            <ac:spMk id="485" creationId="{BFFD3116-6103-C78E-7D52-F3DD2DE5D65F}"/>
          </ac:spMkLst>
        </pc:spChg>
        <pc:spChg chg="add del mod">
          <ac:chgData name="musukie52@gmail.com" userId="017bd91f96aa8751" providerId="LiveId" clId="{5B2C3894-F97E-4CAB-8812-5BB4D83AAC6A}" dt="2026-10-20T12:38:58.392" v="32562" actId="21"/>
          <ac:spMkLst>
            <pc:docMk/>
            <pc:sldMk cId="750692692" sldId="314"/>
            <ac:spMk id="487" creationId="{BFFD3116-6103-C78E-7D52-F3DD2DE5D65F}"/>
          </ac:spMkLst>
        </pc:spChg>
        <pc:spChg chg="add del mod">
          <ac:chgData name="musukie52@gmail.com" userId="017bd91f96aa8751" providerId="LiveId" clId="{5B2C3894-F97E-4CAB-8812-5BB4D83AAC6A}" dt="2026-10-20T12:41:09.391" v="32709" actId="21"/>
          <ac:spMkLst>
            <pc:docMk/>
            <pc:sldMk cId="750692692" sldId="314"/>
            <ac:spMk id="489" creationId="{2552A172-14BA-9B26-1E46-BE06BE154D27}"/>
          </ac:spMkLst>
        </pc:spChg>
        <pc:spChg chg="add del mod">
          <ac:chgData name="musukie52@gmail.com" userId="017bd91f96aa8751" providerId="LiveId" clId="{5B2C3894-F97E-4CAB-8812-5BB4D83AAC6A}" dt="2026-10-20T12:41:27.609" v="32716" actId="478"/>
          <ac:spMkLst>
            <pc:docMk/>
            <pc:sldMk cId="750692692" sldId="314"/>
            <ac:spMk id="493" creationId="{F8F82E25-F710-86B4-0673-C504074D9C01}"/>
          </ac:spMkLst>
        </pc:spChg>
        <pc:spChg chg="add del mod">
          <ac:chgData name="musukie52@gmail.com" userId="017bd91f96aa8751" providerId="LiveId" clId="{5B2C3894-F97E-4CAB-8812-5BB4D83AAC6A}" dt="2026-10-20T12:41:23.740" v="32714" actId="21"/>
          <ac:spMkLst>
            <pc:docMk/>
            <pc:sldMk cId="750692692" sldId="314"/>
            <ac:spMk id="494" creationId="{2552A172-14BA-9B26-1E46-BE06BE154D27}"/>
          </ac:spMkLst>
        </pc:spChg>
        <pc:spChg chg="add del mod">
          <ac:chgData name="musukie52@gmail.com" userId="017bd91f96aa8751" providerId="LiveId" clId="{5B2C3894-F97E-4CAB-8812-5BB4D83AAC6A}" dt="2026-10-20T12:42:40.333" v="32729" actId="21"/>
          <ac:spMkLst>
            <pc:docMk/>
            <pc:sldMk cId="750692692" sldId="314"/>
            <ac:spMk id="496" creationId="{BFFD3116-6103-C78E-7D52-F3DD2DE5D65F}"/>
          </ac:spMkLst>
        </pc:spChg>
        <pc:spChg chg="add del mod">
          <ac:chgData name="musukie52@gmail.com" userId="017bd91f96aa8751" providerId="LiveId" clId="{5B2C3894-F97E-4CAB-8812-5BB4D83AAC6A}" dt="2026-10-20T13:10:51.448" v="34838" actId="21"/>
          <ac:spMkLst>
            <pc:docMk/>
            <pc:sldMk cId="750692692" sldId="314"/>
            <ac:spMk id="501" creationId="{DA036EB5-691C-7D48-F7A9-88FEB378B477}"/>
          </ac:spMkLst>
        </pc:spChg>
        <pc:spChg chg="add del mod">
          <ac:chgData name="musukie52@gmail.com" userId="017bd91f96aa8751" providerId="LiveId" clId="{5B2C3894-F97E-4CAB-8812-5BB4D83AAC6A}" dt="2026-10-20T13:10:51.448" v="34838" actId="21"/>
          <ac:spMkLst>
            <pc:docMk/>
            <pc:sldMk cId="750692692" sldId="314"/>
            <ac:spMk id="503" creationId="{B547CDCA-7C50-58B0-CEA7-5422A112A9F0}"/>
          </ac:spMkLst>
        </pc:spChg>
        <pc:spChg chg="add del mod">
          <ac:chgData name="musukie52@gmail.com" userId="017bd91f96aa8751" providerId="LiveId" clId="{5B2C3894-F97E-4CAB-8812-5BB4D83AAC6A}" dt="2026-10-20T13:10:51.448" v="34838" actId="21"/>
          <ac:spMkLst>
            <pc:docMk/>
            <pc:sldMk cId="750692692" sldId="314"/>
            <ac:spMk id="505" creationId="{8C283C38-B6E8-9B5E-A422-36D5A73C975A}"/>
          </ac:spMkLst>
        </pc:spChg>
        <pc:spChg chg="add del mod">
          <ac:chgData name="musukie52@gmail.com" userId="017bd91f96aa8751" providerId="LiveId" clId="{5B2C3894-F97E-4CAB-8812-5BB4D83AAC6A}" dt="2026-10-20T13:11:15.888" v="34847" actId="21"/>
          <ac:spMkLst>
            <pc:docMk/>
            <pc:sldMk cId="750692692" sldId="314"/>
            <ac:spMk id="507" creationId="{DB4FA106-4AA3-3605-2FCA-0B80EDB0B3EF}"/>
          </ac:spMkLst>
        </pc:spChg>
        <pc:spChg chg="add del mod">
          <ac:chgData name="musukie52@gmail.com" userId="017bd91f96aa8751" providerId="LiveId" clId="{5B2C3894-F97E-4CAB-8812-5BB4D83AAC6A}" dt="2026-10-20T13:18:39.335" v="35450" actId="21"/>
          <ac:spMkLst>
            <pc:docMk/>
            <pc:sldMk cId="750692692" sldId="314"/>
            <ac:spMk id="511" creationId="{C9F4E542-F871-38BC-5BCE-DE65AED9BFE0}"/>
          </ac:spMkLst>
        </pc:spChg>
        <pc:spChg chg="add del mod">
          <ac:chgData name="musukie52@gmail.com" userId="017bd91f96aa8751" providerId="LiveId" clId="{5B2C3894-F97E-4CAB-8812-5BB4D83AAC6A}" dt="2026-10-20T13:19:41.992" v="35474" actId="21"/>
          <ac:spMkLst>
            <pc:docMk/>
            <pc:sldMk cId="750692692" sldId="314"/>
            <ac:spMk id="515" creationId="{3E99A33D-A2AD-12F8-9AC1-F42CEF36A594}"/>
          </ac:spMkLst>
        </pc:spChg>
        <pc:spChg chg="add del mod">
          <ac:chgData name="musukie52@gmail.com" userId="017bd91f96aa8751" providerId="LiveId" clId="{5B2C3894-F97E-4CAB-8812-5BB4D83AAC6A}" dt="2026-10-20T13:20:07.192" v="35483" actId="21"/>
          <ac:spMkLst>
            <pc:docMk/>
            <pc:sldMk cId="750692692" sldId="314"/>
            <ac:spMk id="519" creationId="{6136BEB4-76CA-ABC7-201B-4B2C0EEBFE43}"/>
          </ac:spMkLst>
        </pc:spChg>
        <pc:spChg chg="add del mod">
          <ac:chgData name="musukie52@gmail.com" userId="017bd91f96aa8751" providerId="LiveId" clId="{5B2C3894-F97E-4CAB-8812-5BB4D83AAC6A}" dt="2026-10-20T13:44:15.644" v="36023" actId="21"/>
          <ac:spMkLst>
            <pc:docMk/>
            <pc:sldMk cId="750692692" sldId="314"/>
            <ac:spMk id="521" creationId="{8675D56E-8139-CB38-49E8-446ECF331D1E}"/>
          </ac:spMkLst>
        </pc:spChg>
        <pc:spChg chg="add del mod">
          <ac:chgData name="musukie52@gmail.com" userId="017bd91f96aa8751" providerId="LiveId" clId="{5B2C3894-F97E-4CAB-8812-5BB4D83AAC6A}" dt="2026-10-20T13:44:15.644" v="36023" actId="21"/>
          <ac:spMkLst>
            <pc:docMk/>
            <pc:sldMk cId="750692692" sldId="314"/>
            <ac:spMk id="523" creationId="{1A20DE74-840D-A697-C4BE-4678C5685031}"/>
          </ac:spMkLst>
        </pc:spChg>
        <pc:spChg chg="add del mod">
          <ac:chgData name="musukie52@gmail.com" userId="017bd91f96aa8751" providerId="LiveId" clId="{5B2C3894-F97E-4CAB-8812-5BB4D83AAC6A}" dt="2026-10-20T13:44:15.644" v="36023" actId="21"/>
          <ac:spMkLst>
            <pc:docMk/>
            <pc:sldMk cId="750692692" sldId="314"/>
            <ac:spMk id="525" creationId="{F33F7C9D-9B45-9A0A-FF94-52073092C057}"/>
          </ac:spMkLst>
        </pc:spChg>
        <pc:spChg chg="add del mod">
          <ac:chgData name="musukie52@gmail.com" userId="017bd91f96aa8751" providerId="LiveId" clId="{5B2C3894-F97E-4CAB-8812-5BB4D83AAC6A}" dt="2026-10-20T13:43:06.743" v="36002" actId="21"/>
          <ac:spMkLst>
            <pc:docMk/>
            <pc:sldMk cId="750692692" sldId="314"/>
            <ac:spMk id="527" creationId="{C225B55A-1D4E-54BB-C91B-147086081656}"/>
          </ac:spMkLst>
        </pc:spChg>
        <pc:spChg chg="add del mod">
          <ac:chgData name="musukie52@gmail.com" userId="017bd91f96aa8751" providerId="LiveId" clId="{5B2C3894-F97E-4CAB-8812-5BB4D83AAC6A}" dt="2026-10-20T13:43:06.743" v="36002" actId="21"/>
          <ac:spMkLst>
            <pc:docMk/>
            <pc:sldMk cId="750692692" sldId="314"/>
            <ac:spMk id="529" creationId="{323AF5DC-093C-5217-0A5E-F19A033A6C67}"/>
          </ac:spMkLst>
        </pc:spChg>
        <pc:spChg chg="add del mod">
          <ac:chgData name="musukie52@gmail.com" userId="017bd91f96aa8751" providerId="LiveId" clId="{5B2C3894-F97E-4CAB-8812-5BB4D83AAC6A}" dt="2026-10-20T13:42:33.434" v="35991" actId="21"/>
          <ac:spMkLst>
            <pc:docMk/>
            <pc:sldMk cId="750692692" sldId="314"/>
            <ac:spMk id="531" creationId="{2B651853-B96A-41C9-CF18-CE0164BF19D7}"/>
          </ac:spMkLst>
        </pc:spChg>
        <pc:spChg chg="add del">
          <ac:chgData name="musukie52@gmail.com" userId="017bd91f96aa8751" providerId="LiveId" clId="{5B2C3894-F97E-4CAB-8812-5BB4D83AAC6A}" dt="2026-10-20T13:43:06.743" v="36002" actId="21"/>
          <ac:spMkLst>
            <pc:docMk/>
            <pc:sldMk cId="750692692" sldId="314"/>
            <ac:spMk id="533" creationId="{A507FF97-D1D0-4A12-E8F5-1C61F04802E8}"/>
          </ac:spMkLst>
        </pc:spChg>
        <pc:spChg chg="add del mod">
          <ac:chgData name="musukie52@gmail.com" userId="017bd91f96aa8751" providerId="LiveId" clId="{5B2C3894-F97E-4CAB-8812-5BB4D83AAC6A}" dt="2026-10-20T13:44:15.644" v="36023" actId="21"/>
          <ac:spMkLst>
            <pc:docMk/>
            <pc:sldMk cId="750692692" sldId="314"/>
            <ac:spMk id="535" creationId="{D30AF6F4-AB46-E5BD-C03C-89FDC30964B1}"/>
          </ac:spMkLst>
        </pc:spChg>
        <pc:spChg chg="add del mod">
          <ac:chgData name="musukie52@gmail.com" userId="017bd91f96aa8751" providerId="LiveId" clId="{5B2C3894-F97E-4CAB-8812-5BB4D83AAC6A}" dt="2026-10-20T13:44:15.644" v="36023" actId="21"/>
          <ac:spMkLst>
            <pc:docMk/>
            <pc:sldMk cId="750692692" sldId="314"/>
            <ac:spMk id="537" creationId="{3A5A0657-D6FB-D7B4-5CAA-6FB6FE52BBB7}"/>
          </ac:spMkLst>
        </pc:spChg>
        <pc:spChg chg="add del">
          <ac:chgData name="musukie52@gmail.com" userId="017bd91f96aa8751" providerId="LiveId" clId="{5B2C3894-F97E-4CAB-8812-5BB4D83AAC6A}" dt="2026-10-20T13:44:15.644" v="36023" actId="21"/>
          <ac:spMkLst>
            <pc:docMk/>
            <pc:sldMk cId="750692692" sldId="314"/>
            <ac:spMk id="539" creationId="{425A6475-E82C-1C7F-2F57-253F915054B8}"/>
          </ac:spMkLst>
        </pc:spChg>
        <pc:spChg chg="add del mod">
          <ac:chgData name="musukie52@gmail.com" userId="017bd91f96aa8751" providerId="LiveId" clId="{5B2C3894-F97E-4CAB-8812-5BB4D83AAC6A}" dt="2026-10-20T13:45:33.225" v="36053" actId="21"/>
          <ac:spMkLst>
            <pc:docMk/>
            <pc:sldMk cId="750692692" sldId="314"/>
            <ac:spMk id="541" creationId="{144D7E29-59DF-8C18-99FB-84B75FA7416D}"/>
          </ac:spMkLst>
        </pc:spChg>
        <pc:spChg chg="add del">
          <ac:chgData name="musukie52@gmail.com" userId="017bd91f96aa8751" providerId="LiveId" clId="{5B2C3894-F97E-4CAB-8812-5BB4D83AAC6A}" dt="2026-10-20T13:45:33.225" v="36053" actId="21"/>
          <ac:spMkLst>
            <pc:docMk/>
            <pc:sldMk cId="750692692" sldId="314"/>
            <ac:spMk id="543" creationId="{8C97454B-B029-6E52-2339-A10A88008BC6}"/>
          </ac:spMkLst>
        </pc:spChg>
        <pc:spChg chg="add del mod">
          <ac:chgData name="musukie52@gmail.com" userId="017bd91f96aa8751" providerId="LiveId" clId="{5B2C3894-F97E-4CAB-8812-5BB4D83AAC6A}" dt="2026-10-20T13:45:33.225" v="36053" actId="21"/>
          <ac:spMkLst>
            <pc:docMk/>
            <pc:sldMk cId="750692692" sldId="314"/>
            <ac:spMk id="545" creationId="{6BC2CF37-9C14-0BB0-C8DA-DC0E6858A177}"/>
          </ac:spMkLst>
        </pc:spChg>
        <pc:spChg chg="add del mod">
          <ac:chgData name="musukie52@gmail.com" userId="017bd91f96aa8751" providerId="LiveId" clId="{5B2C3894-F97E-4CAB-8812-5BB4D83AAC6A}" dt="2026-10-20T13:45:33.225" v="36053" actId="21"/>
          <ac:spMkLst>
            <pc:docMk/>
            <pc:sldMk cId="750692692" sldId="314"/>
            <ac:spMk id="547" creationId="{131AD8D2-C62F-5350-0CB9-3E24A2274173}"/>
          </ac:spMkLst>
        </pc:spChg>
        <pc:spChg chg="add del mod">
          <ac:chgData name="musukie52@gmail.com" userId="017bd91f96aa8751" providerId="LiveId" clId="{5B2C3894-F97E-4CAB-8812-5BB4D83AAC6A}" dt="2026-10-20T13:45:33.225" v="36053" actId="21"/>
          <ac:spMkLst>
            <pc:docMk/>
            <pc:sldMk cId="750692692" sldId="314"/>
            <ac:spMk id="549" creationId="{16B7E32C-4587-9ED7-90D2-E1F961EF6EE1}"/>
          </ac:spMkLst>
        </pc:spChg>
        <pc:spChg chg="add del mod">
          <ac:chgData name="musukie52@gmail.com" userId="017bd91f96aa8751" providerId="LiveId" clId="{5B2C3894-F97E-4CAB-8812-5BB4D83AAC6A}" dt="2026-10-20T13:45:33.225" v="36053" actId="21"/>
          <ac:spMkLst>
            <pc:docMk/>
            <pc:sldMk cId="750692692" sldId="314"/>
            <ac:spMk id="551" creationId="{34857599-177B-7A71-F445-C48ACE9CF75C}"/>
          </ac:spMkLst>
        </pc:spChg>
        <pc:picChg chg="add del mod">
          <ac:chgData name="musukie52@gmail.com" userId="017bd91f96aa8751" providerId="LiveId" clId="{5B2C3894-F97E-4CAB-8812-5BB4D83AAC6A}" dt="2026-10-20T12:28:17.912" v="31601" actId="21"/>
          <ac:picMkLst>
            <pc:docMk/>
            <pc:sldMk cId="750692692" sldId="314"/>
            <ac:picMk id="472" creationId="{CE8FE91D-48DE-CBB5-111C-3449FBA5A035}"/>
          </ac:picMkLst>
        </pc:picChg>
        <pc:picChg chg="add del mod">
          <ac:chgData name="musukie52@gmail.com" userId="017bd91f96aa8751" providerId="LiveId" clId="{5B2C3894-F97E-4CAB-8812-5BB4D83AAC6A}" dt="2026-10-20T12:28:17.912" v="31601" actId="21"/>
          <ac:picMkLst>
            <pc:docMk/>
            <pc:sldMk cId="750692692" sldId="314"/>
            <ac:picMk id="474" creationId="{9F2E43FD-5DAE-4A96-5DCE-C8C87E3A082A}"/>
          </ac:picMkLst>
        </pc:picChg>
        <pc:picChg chg="add del mod">
          <ac:chgData name="musukie52@gmail.com" userId="017bd91f96aa8751" providerId="LiveId" clId="{5B2C3894-F97E-4CAB-8812-5BB4D83AAC6A}" dt="2026-10-20T12:28:17.912" v="31601" actId="21"/>
          <ac:picMkLst>
            <pc:docMk/>
            <pc:sldMk cId="750692692" sldId="314"/>
            <ac:picMk id="476" creationId="{67236BE2-FC0A-A3C3-3A28-A77AC85FE585}"/>
          </ac:picMkLst>
        </pc:picChg>
        <pc:picChg chg="add del mod">
          <ac:chgData name="musukie52@gmail.com" userId="017bd91f96aa8751" providerId="LiveId" clId="{5B2C3894-F97E-4CAB-8812-5BB4D83AAC6A}" dt="2026-10-20T12:28:17.912" v="31601" actId="21"/>
          <ac:picMkLst>
            <pc:docMk/>
            <pc:sldMk cId="750692692" sldId="314"/>
            <ac:picMk id="478" creationId="{3A7B1942-8693-B2F0-1F34-E3E9A3DB633B}"/>
          </ac:picMkLst>
        </pc:picChg>
        <pc:picChg chg="add del mod">
          <ac:chgData name="musukie52@gmail.com" userId="017bd91f96aa8751" providerId="LiveId" clId="{5B2C3894-F97E-4CAB-8812-5BB4D83AAC6A}" dt="2026-10-20T12:56:25.497" v="33654" actId="21"/>
          <ac:picMkLst>
            <pc:docMk/>
            <pc:sldMk cId="750692692" sldId="314"/>
            <ac:picMk id="499" creationId="{90D61F21-8687-12CE-00AE-571B1F8CA1CF}"/>
          </ac:picMkLst>
        </pc:picChg>
        <pc:picChg chg="add del">
          <ac:chgData name="musukie52@gmail.com" userId="017bd91f96aa8751" providerId="LiveId" clId="{5B2C3894-F97E-4CAB-8812-5BB4D83AAC6A}" dt="2026-10-20T13:18:39.335" v="35450" actId="21"/>
          <ac:picMkLst>
            <pc:docMk/>
            <pc:sldMk cId="750692692" sldId="314"/>
            <ac:picMk id="509" creationId="{EC534970-D686-DD0E-8490-3CD265B24ACF}"/>
          </ac:picMkLst>
        </pc:picChg>
        <pc:picChg chg="add del">
          <ac:chgData name="musukie52@gmail.com" userId="017bd91f96aa8751" providerId="LiveId" clId="{5B2C3894-F97E-4CAB-8812-5BB4D83AAC6A}" dt="2026-10-20T13:19:41.992" v="35474" actId="21"/>
          <ac:picMkLst>
            <pc:docMk/>
            <pc:sldMk cId="750692692" sldId="314"/>
            <ac:picMk id="513" creationId="{7F891A6F-F4BA-C5CB-157D-27958AAFDDD2}"/>
          </ac:picMkLst>
        </pc:picChg>
        <pc:picChg chg="add del">
          <ac:chgData name="musukie52@gmail.com" userId="017bd91f96aa8751" providerId="LiveId" clId="{5B2C3894-F97E-4CAB-8812-5BB4D83AAC6A}" dt="2026-10-20T13:20:07.192" v="35483" actId="21"/>
          <ac:picMkLst>
            <pc:docMk/>
            <pc:sldMk cId="750692692" sldId="314"/>
            <ac:picMk id="517" creationId="{F89563E9-665A-09AD-A0F9-EB9F5D192CFE}"/>
          </ac:picMkLst>
        </pc:picChg>
        <pc:cxnChg chg="mod">
          <ac:chgData name="musukie52@gmail.com" userId="017bd91f96aa8751" providerId="LiveId" clId="{5B2C3894-F97E-4CAB-8812-5BB4D83AAC6A}" dt="2026-10-20T08:02:26.335" v="24264" actId="692"/>
          <ac:cxnSpMkLst>
            <pc:docMk/>
            <pc:sldMk cId="750692692" sldId="314"/>
            <ac:cxnSpMk id="31" creationId="{87135EEA-A0B6-58E0-F0A2-FA0D6ED12233}"/>
          </ac:cxnSpMkLst>
        </pc:cxnChg>
        <pc:cxnChg chg="mod">
          <ac:chgData name="musukie52@gmail.com" userId="017bd91f96aa8751" providerId="LiveId" clId="{5B2C3894-F97E-4CAB-8812-5BB4D83AAC6A}" dt="2026-10-20T08:04:23.337" v="24268" actId="1076"/>
          <ac:cxnSpMkLst>
            <pc:docMk/>
            <pc:sldMk cId="750692692" sldId="314"/>
            <ac:cxnSpMk id="37" creationId="{C873F206-CDDE-FDAB-5CE3-F02814B272B3}"/>
          </ac:cxnSpMkLst>
        </pc:cxnChg>
        <pc:cxnChg chg="mod">
          <ac:chgData name="musukie52@gmail.com" userId="017bd91f96aa8751" providerId="LiveId" clId="{5B2C3894-F97E-4CAB-8812-5BB4D83AAC6A}" dt="2026-10-20T08:02:26.335" v="24264" actId="692"/>
          <ac:cxnSpMkLst>
            <pc:docMk/>
            <pc:sldMk cId="750692692" sldId="314"/>
            <ac:cxnSpMk id="39" creationId="{2CA86DEF-EC51-E9D1-A045-261553E6E72B}"/>
          </ac:cxnSpMkLst>
        </pc:cxnChg>
        <pc:cxnChg chg="mod">
          <ac:chgData name="musukie52@gmail.com" userId="017bd91f96aa8751" providerId="LiveId" clId="{5B2C3894-F97E-4CAB-8812-5BB4D83AAC6A}" dt="2026-10-20T08:02:26.335" v="24264" actId="692"/>
          <ac:cxnSpMkLst>
            <pc:docMk/>
            <pc:sldMk cId="750692692" sldId="314"/>
            <ac:cxnSpMk id="43" creationId="{DDD7DA87-0AC8-9943-6BDB-FF2A21121E65}"/>
          </ac:cxnSpMkLst>
        </pc:cxnChg>
        <pc:cxnChg chg="add del mod">
          <ac:chgData name="musukie52@gmail.com" userId="017bd91f96aa8751" providerId="LiveId" clId="{5B2C3894-F97E-4CAB-8812-5BB4D83AAC6A}" dt="2026-10-20T03:25:08.544" v="23138" actId="21"/>
          <ac:cxnSpMkLst>
            <pc:docMk/>
            <pc:sldMk cId="750692692" sldId="314"/>
            <ac:cxnSpMk id="53" creationId="{B70897D0-1060-578A-D65F-D1C32D88212C}"/>
          </ac:cxnSpMkLst>
        </pc:cxnChg>
        <pc:cxnChg chg="mod">
          <ac:chgData name="musukie52@gmail.com" userId="017bd91f96aa8751" providerId="LiveId" clId="{5B2C3894-F97E-4CAB-8812-5BB4D83AAC6A}" dt="2026-10-20T08:02:26.335" v="24264" actId="692"/>
          <ac:cxnSpMkLst>
            <pc:docMk/>
            <pc:sldMk cId="750692692" sldId="314"/>
            <ac:cxnSpMk id="57" creationId="{1DBD36F1-978D-EDF8-F87F-E599A3BC6E07}"/>
          </ac:cxnSpMkLst>
        </pc:cxnChg>
        <pc:cxnChg chg="add del mod">
          <ac:chgData name="musukie52@gmail.com" userId="017bd91f96aa8751" providerId="LiveId" clId="{5B2C3894-F97E-4CAB-8812-5BB4D83AAC6A}" dt="2026-10-20T08:15:59.899" v="24415" actId="21"/>
          <ac:cxnSpMkLst>
            <pc:docMk/>
            <pc:sldMk cId="750692692" sldId="314"/>
            <ac:cxnSpMk id="71" creationId="{87135EEA-A0B6-58E0-F0A2-FA0D6ED12233}"/>
          </ac:cxnSpMkLst>
        </pc:cxnChg>
        <pc:cxnChg chg="add del mod">
          <ac:chgData name="musukie52@gmail.com" userId="017bd91f96aa8751" providerId="LiveId" clId="{5B2C3894-F97E-4CAB-8812-5BB4D83AAC6A}" dt="2026-10-20T08:15:59.899" v="24415" actId="21"/>
          <ac:cxnSpMkLst>
            <pc:docMk/>
            <pc:sldMk cId="750692692" sldId="314"/>
            <ac:cxnSpMk id="74" creationId="{C873F206-CDDE-FDAB-5CE3-F02814B272B3}"/>
          </ac:cxnSpMkLst>
        </pc:cxnChg>
        <pc:cxnChg chg="add del mod">
          <ac:chgData name="musukie52@gmail.com" userId="017bd91f96aa8751" providerId="LiveId" clId="{5B2C3894-F97E-4CAB-8812-5BB4D83AAC6A}" dt="2026-10-20T08:15:59.899" v="24415" actId="21"/>
          <ac:cxnSpMkLst>
            <pc:docMk/>
            <pc:sldMk cId="750692692" sldId="314"/>
            <ac:cxnSpMk id="75" creationId="{2CA86DEF-EC51-E9D1-A045-261553E6E72B}"/>
          </ac:cxnSpMkLst>
        </pc:cxnChg>
        <pc:cxnChg chg="add mod">
          <ac:chgData name="musukie52@gmail.com" userId="017bd91f96aa8751" providerId="LiveId" clId="{5B2C3894-F97E-4CAB-8812-5BB4D83AAC6A}" dt="2026-10-20T08:16:17.386" v="24420"/>
          <ac:cxnSpMkLst>
            <pc:docMk/>
            <pc:sldMk cId="750692692" sldId="314"/>
            <ac:cxnSpMk id="82" creationId="{87135EEA-A0B6-58E0-F0A2-FA0D6ED12233}"/>
          </ac:cxnSpMkLst>
        </pc:cxnChg>
        <pc:cxnChg chg="add mod">
          <ac:chgData name="musukie52@gmail.com" userId="017bd91f96aa8751" providerId="LiveId" clId="{5B2C3894-F97E-4CAB-8812-5BB4D83AAC6A}" dt="2026-10-20T08:16:17.386" v="24420"/>
          <ac:cxnSpMkLst>
            <pc:docMk/>
            <pc:sldMk cId="750692692" sldId="314"/>
            <ac:cxnSpMk id="84" creationId="{C873F206-CDDE-FDAB-5CE3-F02814B272B3}"/>
          </ac:cxnSpMkLst>
        </pc:cxnChg>
        <pc:cxnChg chg="add mod">
          <ac:chgData name="musukie52@gmail.com" userId="017bd91f96aa8751" providerId="LiveId" clId="{5B2C3894-F97E-4CAB-8812-5BB4D83AAC6A}" dt="2026-10-20T08:16:17.386" v="24420"/>
          <ac:cxnSpMkLst>
            <pc:docMk/>
            <pc:sldMk cId="750692692" sldId="314"/>
            <ac:cxnSpMk id="86" creationId="{2CA86DEF-EC51-E9D1-A045-261553E6E72B}"/>
          </ac:cxnSpMkLst>
        </pc:cxnChg>
        <pc:cxnChg chg="mod">
          <ac:chgData name="musukie52@gmail.com" userId="017bd91f96aa8751" providerId="LiveId" clId="{5B2C3894-F97E-4CAB-8812-5BB4D83AAC6A}" dt="2026-10-20T08:02:26.335" v="24264" actId="692"/>
          <ac:cxnSpMkLst>
            <pc:docMk/>
            <pc:sldMk cId="750692692" sldId="314"/>
            <ac:cxnSpMk id="94" creationId="{B70897D0-1060-578A-D65F-D1C32D88212C}"/>
          </ac:cxnSpMkLst>
        </pc:cxnChg>
        <pc:cxnChg chg="mod">
          <ac:chgData name="musukie52@gmail.com" userId="017bd91f96aa8751" providerId="LiveId" clId="{5B2C3894-F97E-4CAB-8812-5BB4D83AAC6A}" dt="2026-10-20T08:14:18.893" v="24398" actId="1076"/>
          <ac:cxnSpMkLst>
            <pc:docMk/>
            <pc:sldMk cId="750692692" sldId="314"/>
            <ac:cxnSpMk id="104" creationId="{1DBD36F1-978D-EDF8-F87F-E599A3BC6E07}"/>
          </ac:cxnSpMkLst>
        </pc:cxnChg>
        <pc:cxnChg chg="mod">
          <ac:chgData name="musukie52@gmail.com" userId="017bd91f96aa8751" providerId="LiveId" clId="{5B2C3894-F97E-4CAB-8812-5BB4D83AAC6A}" dt="2026-10-20T08:14:18.893" v="24398" actId="1076"/>
          <ac:cxnSpMkLst>
            <pc:docMk/>
            <pc:sldMk cId="750692692" sldId="314"/>
            <ac:cxnSpMk id="112" creationId="{B70897D0-1060-578A-D65F-D1C32D88212C}"/>
          </ac:cxnSpMkLst>
        </pc:cxnChg>
        <pc:cxnChg chg="del">
          <ac:chgData name="musukie52@gmail.com" userId="017bd91f96aa8751" providerId="LiveId" clId="{5B2C3894-F97E-4CAB-8812-5BB4D83AAC6A}" dt="2026-10-20T08:15:10.726" v="24407" actId="21"/>
          <ac:cxnSpMkLst>
            <pc:docMk/>
            <pc:sldMk cId="750692692" sldId="314"/>
            <ac:cxnSpMk id="172" creationId="{87135EEA-A0B6-58E0-F0A2-FA0D6ED12233}"/>
          </ac:cxnSpMkLst>
        </pc:cxnChg>
        <pc:cxnChg chg="add del mod">
          <ac:chgData name="musukie52@gmail.com" userId="017bd91f96aa8751" providerId="LiveId" clId="{5B2C3894-F97E-4CAB-8812-5BB4D83AAC6A}" dt="2026-10-20T04:30:44.602" v="24036" actId="21"/>
          <ac:cxnSpMkLst>
            <pc:docMk/>
            <pc:sldMk cId="750692692" sldId="314"/>
            <ac:cxnSpMk id="173" creationId="{95232041-AD81-4FCA-7704-CB8BDD693E39}"/>
          </ac:cxnSpMkLst>
        </pc:cxnChg>
        <pc:cxnChg chg="del">
          <ac:chgData name="musukie52@gmail.com" userId="017bd91f96aa8751" providerId="LiveId" clId="{5B2C3894-F97E-4CAB-8812-5BB4D83AAC6A}" dt="2026-10-20T08:15:10.726" v="24407" actId="21"/>
          <ac:cxnSpMkLst>
            <pc:docMk/>
            <pc:sldMk cId="750692692" sldId="314"/>
            <ac:cxnSpMk id="174" creationId="{C873F206-CDDE-FDAB-5CE3-F02814B272B3}"/>
          </ac:cxnSpMkLst>
        </pc:cxnChg>
        <pc:cxnChg chg="del">
          <ac:chgData name="musukie52@gmail.com" userId="017bd91f96aa8751" providerId="LiveId" clId="{5B2C3894-F97E-4CAB-8812-5BB4D83AAC6A}" dt="2026-10-20T08:15:10.726" v="24407" actId="21"/>
          <ac:cxnSpMkLst>
            <pc:docMk/>
            <pc:sldMk cId="750692692" sldId="314"/>
            <ac:cxnSpMk id="175" creationId="{2CA86DEF-EC51-E9D1-A045-261553E6E72B}"/>
          </ac:cxnSpMkLst>
        </pc:cxnChg>
        <pc:cxnChg chg="add del mod">
          <ac:chgData name="musukie52@gmail.com" userId="017bd91f96aa8751" providerId="LiveId" clId="{5B2C3894-F97E-4CAB-8812-5BB4D83AAC6A}" dt="2026-10-20T04:29:55.980" v="24025" actId="21"/>
          <ac:cxnSpMkLst>
            <pc:docMk/>
            <pc:sldMk cId="750692692" sldId="314"/>
            <ac:cxnSpMk id="189" creationId="{65A4950F-3D88-89DA-8701-A71546FD2453}"/>
          </ac:cxnSpMkLst>
        </pc:cxnChg>
        <pc:cxnChg chg="add del mod">
          <ac:chgData name="musukie52@gmail.com" userId="017bd91f96aa8751" providerId="LiveId" clId="{5B2C3894-F97E-4CAB-8812-5BB4D83AAC6A}" dt="2026-10-20T11:27:54.245" v="28643" actId="21"/>
          <ac:cxnSpMkLst>
            <pc:docMk/>
            <pc:sldMk cId="750692692" sldId="314"/>
            <ac:cxnSpMk id="439" creationId="{C90F8EEA-5856-F22D-074A-3C21F45E4D77}"/>
          </ac:cxnSpMkLst>
        </pc:cxnChg>
        <pc:cxnChg chg="add del mod">
          <ac:chgData name="musukie52@gmail.com" userId="017bd91f96aa8751" providerId="LiveId" clId="{5B2C3894-F97E-4CAB-8812-5BB4D83AAC6A}" dt="2026-10-20T12:38:22.960" v="32553" actId="21"/>
          <ac:cxnSpMkLst>
            <pc:docMk/>
            <pc:sldMk cId="750692692" sldId="314"/>
            <ac:cxnSpMk id="486" creationId="{BDEC9DFF-F8A2-FFE9-ACED-4368EB6F2C8E}"/>
          </ac:cxnSpMkLst>
        </pc:cxnChg>
        <pc:cxnChg chg="add del mod">
          <ac:chgData name="musukie52@gmail.com" userId="017bd91f96aa8751" providerId="LiveId" clId="{5B2C3894-F97E-4CAB-8812-5BB4D83AAC6A}" dt="2026-10-20T12:38:58.392" v="32562" actId="21"/>
          <ac:cxnSpMkLst>
            <pc:docMk/>
            <pc:sldMk cId="750692692" sldId="314"/>
            <ac:cxnSpMk id="488" creationId="{BDEC9DFF-F8A2-FFE9-ACED-4368EB6F2C8E}"/>
          </ac:cxnSpMkLst>
        </pc:cxnChg>
        <pc:cxnChg chg="add del mod">
          <ac:chgData name="musukie52@gmail.com" userId="017bd91f96aa8751" providerId="LiveId" clId="{5B2C3894-F97E-4CAB-8812-5BB4D83AAC6A}" dt="2026-10-20T12:41:09.391" v="32709" actId="21"/>
          <ac:cxnSpMkLst>
            <pc:docMk/>
            <pc:sldMk cId="750692692" sldId="314"/>
            <ac:cxnSpMk id="490" creationId="{F879002E-C498-75B0-1434-94E53B880CE8}"/>
          </ac:cxnSpMkLst>
        </pc:cxnChg>
        <pc:cxnChg chg="add mod">
          <ac:chgData name="musukie52@gmail.com" userId="017bd91f96aa8751" providerId="LiveId" clId="{5B2C3894-F97E-4CAB-8812-5BB4D83AAC6A}" dt="2026-10-20T12:40:47.788" v="32702" actId="1076"/>
          <ac:cxnSpMkLst>
            <pc:docMk/>
            <pc:sldMk cId="750692692" sldId="314"/>
            <ac:cxnSpMk id="491" creationId="{F879002E-C498-75B0-1434-94E53B880CE8}"/>
          </ac:cxnSpMkLst>
        </pc:cxnChg>
        <pc:cxnChg chg="add del mod">
          <ac:chgData name="musukie52@gmail.com" userId="017bd91f96aa8751" providerId="LiveId" clId="{5B2C3894-F97E-4CAB-8812-5BB4D83AAC6A}" dt="2026-10-20T12:41:23.740" v="32714" actId="21"/>
          <ac:cxnSpMkLst>
            <pc:docMk/>
            <pc:sldMk cId="750692692" sldId="314"/>
            <ac:cxnSpMk id="495" creationId="{F879002E-C498-75B0-1434-94E53B880CE8}"/>
          </ac:cxnSpMkLst>
        </pc:cxnChg>
        <pc:cxnChg chg="add del mod">
          <ac:chgData name="musukie52@gmail.com" userId="017bd91f96aa8751" providerId="LiveId" clId="{5B2C3894-F97E-4CAB-8812-5BB4D83AAC6A}" dt="2026-10-20T12:42:40.333" v="32729" actId="21"/>
          <ac:cxnSpMkLst>
            <pc:docMk/>
            <pc:sldMk cId="750692692" sldId="314"/>
            <ac:cxnSpMk id="497" creationId="{BDEC9DFF-F8A2-FFE9-ACED-4368EB6F2C8E}"/>
          </ac:cxnSpMkLst>
        </pc:cxnChg>
      </pc:sldChg>
      <pc:sldChg chg="addSp delSp modSp new del mod">
        <pc:chgData name="musukie52@gmail.com" userId="017bd91f96aa8751" providerId="LiveId" clId="{5B2C3894-F97E-4CAB-8812-5BB4D83AAC6A}" dt="2026-10-20T14:03:04.214" v="36202" actId="47"/>
        <pc:sldMkLst>
          <pc:docMk/>
          <pc:sldMk cId="1292245564" sldId="314"/>
        </pc:sldMkLst>
        <pc:spChg chg="del">
          <ac:chgData name="musukie52@gmail.com" userId="017bd91f96aa8751" providerId="LiveId" clId="{5B2C3894-F97E-4CAB-8812-5BB4D83AAC6A}" dt="2026-10-20T14:01:35.537" v="36188" actId="478"/>
          <ac:spMkLst>
            <pc:docMk/>
            <pc:sldMk cId="1292245564" sldId="314"/>
            <ac:spMk id="2" creationId="{93D2093E-FB7E-7974-B1E6-CAE4108A868D}"/>
          </ac:spMkLst>
        </pc:spChg>
        <pc:spChg chg="del">
          <ac:chgData name="musukie52@gmail.com" userId="017bd91f96aa8751" providerId="LiveId" clId="{5B2C3894-F97E-4CAB-8812-5BB4D83AAC6A}" dt="2026-10-20T14:01:35.537" v="36188" actId="478"/>
          <ac:spMkLst>
            <pc:docMk/>
            <pc:sldMk cId="1292245564" sldId="314"/>
            <ac:spMk id="3" creationId="{BD83C938-00BC-504A-13B0-CCA039008076}"/>
          </ac:spMkLst>
        </pc:spChg>
        <pc:spChg chg="add mod">
          <ac:chgData name="musukie52@gmail.com" userId="017bd91f96aa8751" providerId="LiveId" clId="{5B2C3894-F97E-4CAB-8812-5BB4D83AAC6A}" dt="2026-10-20T14:01:44.921" v="36191" actId="20577"/>
          <ac:spMkLst>
            <pc:docMk/>
            <pc:sldMk cId="1292245564" sldId="314"/>
            <ac:spMk id="4" creationId="{A9118670-42E7-993E-6AB5-87DEB1F87B5B}"/>
          </ac:spMkLst>
        </pc:spChg>
        <pc:spChg chg="add mod">
          <ac:chgData name="musukie52@gmail.com" userId="017bd91f96aa8751" providerId="LiveId" clId="{5B2C3894-F97E-4CAB-8812-5BB4D83AAC6A}" dt="2026-10-20T14:01:42.466" v="36189"/>
          <ac:spMkLst>
            <pc:docMk/>
            <pc:sldMk cId="1292245564" sldId="314"/>
            <ac:spMk id="5" creationId="{B793EB77-DBA1-DF6D-BA22-6CF59D183087}"/>
          </ac:spMkLst>
        </pc:spChg>
        <pc:spChg chg="add mod">
          <ac:chgData name="musukie52@gmail.com" userId="017bd91f96aa8751" providerId="LiveId" clId="{5B2C3894-F97E-4CAB-8812-5BB4D83AAC6A}" dt="2026-10-20T14:01:42.466" v="36189"/>
          <ac:spMkLst>
            <pc:docMk/>
            <pc:sldMk cId="1292245564" sldId="314"/>
            <ac:spMk id="7" creationId="{E2059268-E8FF-3E29-4AED-A53113B0B77E}"/>
          </ac:spMkLst>
        </pc:spChg>
        <pc:cxnChg chg="add mod">
          <ac:chgData name="musukie52@gmail.com" userId="017bd91f96aa8751" providerId="LiveId" clId="{5B2C3894-F97E-4CAB-8812-5BB4D83AAC6A}" dt="2026-10-20T14:01:44.921" v="36191" actId="20577"/>
          <ac:cxnSpMkLst>
            <pc:docMk/>
            <pc:sldMk cId="1292245564" sldId="314"/>
            <ac:cxnSpMk id="6" creationId="{EC6FDB41-6594-B8F1-A6F1-98A8BF33FDA6}"/>
          </ac:cxnSpMkLst>
        </pc:cxnChg>
      </pc:sldChg>
      <pc:sldChg chg="modSp add del mod">
        <pc:chgData name="musukie52@gmail.com" userId="017bd91f96aa8751" providerId="LiveId" clId="{5B2C3894-F97E-4CAB-8812-5BB4D83AAC6A}" dt="2026-10-20T13:51:36.418" v="36163" actId="47"/>
        <pc:sldMkLst>
          <pc:docMk/>
          <pc:sldMk cId="678700123" sldId="315"/>
        </pc:sldMkLst>
      </pc:sldChg>
      <pc:sldChg chg="addSp delSp modSp add del mod">
        <pc:chgData name="musukie52@gmail.com" userId="017bd91f96aa8751" providerId="LiveId" clId="{5B2C3894-F97E-4CAB-8812-5BB4D83AAC6A}" dt="2026-10-21T02:54:11.564" v="41384" actId="47"/>
        <pc:sldMkLst>
          <pc:docMk/>
          <pc:sldMk cId="2150160970" sldId="315"/>
        </pc:sldMkLst>
        <pc:spChg chg="add del mod">
          <ac:chgData name="musukie52@gmail.com" userId="017bd91f96aa8751" providerId="LiveId" clId="{5B2C3894-F97E-4CAB-8812-5BB4D83AAC6A}" dt="2026-10-20T14:03:34.372" v="36210" actId="21"/>
          <ac:spMkLst>
            <pc:docMk/>
            <pc:sldMk cId="2150160970" sldId="315"/>
            <ac:spMk id="4" creationId="{0F124AA1-E032-9D4B-F9BB-5FB42A46051A}"/>
          </ac:spMkLst>
        </pc:spChg>
        <pc:spChg chg="add del">
          <ac:chgData name="musukie52@gmail.com" userId="017bd91f96aa8751" providerId="LiveId" clId="{5B2C3894-F97E-4CAB-8812-5BB4D83AAC6A}" dt="2026-10-20T15:43:45.310" v="39518" actId="21"/>
          <ac:spMkLst>
            <pc:docMk/>
            <pc:sldMk cId="2150160970" sldId="315"/>
            <ac:spMk id="5" creationId="{F384AB83-A168-D27A-4276-BCFD52092FCF}"/>
          </ac:spMkLst>
        </pc:spChg>
        <pc:spChg chg="add del mod">
          <ac:chgData name="musukie52@gmail.com" userId="017bd91f96aa8751" providerId="LiveId" clId="{5B2C3894-F97E-4CAB-8812-5BB4D83AAC6A}" dt="2026-10-20T15:43:45.310" v="39518" actId="21"/>
          <ac:spMkLst>
            <pc:docMk/>
            <pc:sldMk cId="2150160970" sldId="315"/>
            <ac:spMk id="7" creationId="{A0AEE49F-F270-BE54-D18E-B478C4204630}"/>
          </ac:spMkLst>
        </pc:spChg>
        <pc:spChg chg="del">
          <ac:chgData name="musukie52@gmail.com" userId="017bd91f96aa8751" providerId="LiveId" clId="{5B2C3894-F97E-4CAB-8812-5BB4D83AAC6A}" dt="2026-10-20T14:02:44.066" v="36194" actId="478"/>
          <ac:spMkLst>
            <pc:docMk/>
            <pc:sldMk cId="2150160970" sldId="315"/>
            <ac:spMk id="9" creationId="{622F9E83-7D9A-5A2D-7192-CD357D481C6E}"/>
          </ac:spMkLst>
        </pc:spChg>
        <pc:spChg chg="del">
          <ac:chgData name="musukie52@gmail.com" userId="017bd91f96aa8751" providerId="LiveId" clId="{5B2C3894-F97E-4CAB-8812-5BB4D83AAC6A}" dt="2026-10-20T14:02:46.137" v="36195" actId="478"/>
          <ac:spMkLst>
            <pc:docMk/>
            <pc:sldMk cId="2150160970" sldId="315"/>
            <ac:spMk id="11" creationId="{8FD337E1-5C0B-58FC-14BC-808DFF34E535}"/>
          </ac:spMkLst>
        </pc:spChg>
        <pc:spChg chg="add del mod">
          <ac:chgData name="musukie52@gmail.com" userId="017bd91f96aa8751" providerId="LiveId" clId="{5B2C3894-F97E-4CAB-8812-5BB4D83AAC6A}" dt="2026-10-20T14:03:34.372" v="36210" actId="21"/>
          <ac:spMkLst>
            <pc:docMk/>
            <pc:sldMk cId="2150160970" sldId="315"/>
            <ac:spMk id="12" creationId="{89FA503B-B0A8-E901-FA4F-0BB9BF746046}"/>
          </ac:spMkLst>
        </pc:spChg>
        <pc:spChg chg="add del mod">
          <ac:chgData name="musukie52@gmail.com" userId="017bd91f96aa8751" providerId="LiveId" clId="{5B2C3894-F97E-4CAB-8812-5BB4D83AAC6A}" dt="2026-10-20T14:03:56.521" v="36221" actId="21"/>
          <ac:spMkLst>
            <pc:docMk/>
            <pc:sldMk cId="2150160970" sldId="315"/>
            <ac:spMk id="16" creationId="{2524695F-4F69-6E21-33F0-C0C8FCBA94B0}"/>
          </ac:spMkLst>
        </pc:spChg>
        <pc:spChg chg="add del mod">
          <ac:chgData name="musukie52@gmail.com" userId="017bd91f96aa8751" providerId="LiveId" clId="{5B2C3894-F97E-4CAB-8812-5BB4D83AAC6A}" dt="2026-10-20T14:03:56.521" v="36221" actId="21"/>
          <ac:spMkLst>
            <pc:docMk/>
            <pc:sldMk cId="2150160970" sldId="315"/>
            <ac:spMk id="18" creationId="{32C81697-E4C0-357B-3443-DBD2014574AB}"/>
          </ac:spMkLst>
        </pc:spChg>
        <pc:spChg chg="add del mod">
          <ac:chgData name="musukie52@gmail.com" userId="017bd91f96aa8751" providerId="LiveId" clId="{5B2C3894-F97E-4CAB-8812-5BB4D83AAC6A}" dt="2026-10-20T14:06:42.837" v="36271" actId="21"/>
          <ac:spMkLst>
            <pc:docMk/>
            <pc:sldMk cId="2150160970" sldId="315"/>
            <ac:spMk id="20" creationId="{9D97F5AA-7C87-24B8-0C78-B507D0AD33BA}"/>
          </ac:spMkLst>
        </pc:spChg>
        <pc:spChg chg="add mod">
          <ac:chgData name="musukie52@gmail.com" userId="017bd91f96aa8751" providerId="LiveId" clId="{5B2C3894-F97E-4CAB-8812-5BB4D83AAC6A}" dt="2026-10-20T15:30:47.436" v="39362" actId="1076"/>
          <ac:spMkLst>
            <pc:docMk/>
            <pc:sldMk cId="2150160970" sldId="315"/>
            <ac:spMk id="28" creationId="{0EFB3E86-1BE3-84E8-10B6-833361D79742}"/>
          </ac:spMkLst>
        </pc:spChg>
        <pc:spChg chg="del">
          <ac:chgData name="musukie52@gmail.com" userId="017bd91f96aa8751" providerId="LiveId" clId="{5B2C3894-F97E-4CAB-8812-5BB4D83AAC6A}" dt="2026-10-20T14:02:44.066" v="36194" actId="478"/>
          <ac:spMkLst>
            <pc:docMk/>
            <pc:sldMk cId="2150160970" sldId="315"/>
            <ac:spMk id="29" creationId="{80B9EE52-195F-0BDB-2FD6-2522652BE877}"/>
          </ac:spMkLst>
        </pc:spChg>
        <pc:spChg chg="del mod">
          <ac:chgData name="musukie52@gmail.com" userId="017bd91f96aa8751" providerId="LiveId" clId="{5B2C3894-F97E-4CAB-8812-5BB4D83AAC6A}" dt="2026-10-20T15:39:58.463" v="39447" actId="21"/>
          <ac:spMkLst>
            <pc:docMk/>
            <pc:sldMk cId="2150160970" sldId="315"/>
            <ac:spMk id="31" creationId="{DAFCE207-95C6-89AA-3AB0-2671D67287AC}"/>
          </ac:spMkLst>
        </pc:spChg>
        <pc:spChg chg="add del mod">
          <ac:chgData name="musukie52@gmail.com" userId="017bd91f96aa8751" providerId="LiveId" clId="{5B2C3894-F97E-4CAB-8812-5BB4D83AAC6A}" dt="2026-10-20T15:39:58.463" v="39447" actId="21"/>
          <ac:spMkLst>
            <pc:docMk/>
            <pc:sldMk cId="2150160970" sldId="315"/>
            <ac:spMk id="32" creationId="{D0946A11-8963-8D77-EB7D-7D014278C996}"/>
          </ac:spMkLst>
        </pc:spChg>
        <pc:spChg chg="del">
          <ac:chgData name="musukie52@gmail.com" userId="017bd91f96aa8751" providerId="LiveId" clId="{5B2C3894-F97E-4CAB-8812-5BB4D83AAC6A}" dt="2026-10-20T14:02:44.066" v="36194" actId="478"/>
          <ac:spMkLst>
            <pc:docMk/>
            <pc:sldMk cId="2150160970" sldId="315"/>
            <ac:spMk id="33" creationId="{2F49FE1B-71F4-DB93-A901-FB2D462273DC}"/>
          </ac:spMkLst>
        </pc:spChg>
        <pc:spChg chg="add del mod">
          <ac:chgData name="musukie52@gmail.com" userId="017bd91f96aa8751" providerId="LiveId" clId="{5B2C3894-F97E-4CAB-8812-5BB4D83AAC6A}" dt="2026-10-20T15:44:02.276" v="39519" actId="1076"/>
          <ac:spMkLst>
            <pc:docMk/>
            <pc:sldMk cId="2150160970" sldId="315"/>
            <ac:spMk id="34" creationId="{68FDE294-61BF-11ED-3F71-621D69039BB0}"/>
          </ac:spMkLst>
        </pc:spChg>
        <pc:spChg chg="del">
          <ac:chgData name="musukie52@gmail.com" userId="017bd91f96aa8751" providerId="LiveId" clId="{5B2C3894-F97E-4CAB-8812-5BB4D83AAC6A}" dt="2026-10-20T14:02:44.066" v="36194" actId="478"/>
          <ac:spMkLst>
            <pc:docMk/>
            <pc:sldMk cId="2150160970" sldId="315"/>
            <ac:spMk id="35" creationId="{2C0175F3-923B-73F9-880F-5AB8F76565B0}"/>
          </ac:spMkLst>
        </pc:spChg>
        <pc:spChg chg="del">
          <ac:chgData name="musukie52@gmail.com" userId="017bd91f96aa8751" providerId="LiveId" clId="{5B2C3894-F97E-4CAB-8812-5BB4D83AAC6A}" dt="2026-10-20T14:02:46.137" v="36195" actId="478"/>
          <ac:spMkLst>
            <pc:docMk/>
            <pc:sldMk cId="2150160970" sldId="315"/>
            <ac:spMk id="37" creationId="{0EFB4361-5476-352A-2224-CF13576FB0BB}"/>
          </ac:spMkLst>
        </pc:spChg>
        <pc:spChg chg="add mod">
          <ac:chgData name="musukie52@gmail.com" userId="017bd91f96aa8751" providerId="LiveId" clId="{5B2C3894-F97E-4CAB-8812-5BB4D83AAC6A}" dt="2026-10-20T15:35:00.282" v="39397" actId="11530"/>
          <ac:spMkLst>
            <pc:docMk/>
            <pc:sldMk cId="2150160970" sldId="315"/>
            <ac:spMk id="38" creationId="{51DBC96C-5E91-6D23-D5B4-6AB2DC54D383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40" creationId="{A304DBA2-33B9-2C85-0D13-1836A989B71C}"/>
          </ac:spMkLst>
        </pc:spChg>
        <pc:spChg chg="add mod">
          <ac:chgData name="musukie52@gmail.com" userId="017bd91f96aa8751" providerId="LiveId" clId="{5B2C3894-F97E-4CAB-8812-5BB4D83AAC6A}" dt="2026-10-20T15:30:47.436" v="39362" actId="1076"/>
          <ac:spMkLst>
            <pc:docMk/>
            <pc:sldMk cId="2150160970" sldId="315"/>
            <ac:spMk id="42" creationId="{AA8DF731-6938-C341-C02E-668AD765E7A7}"/>
          </ac:spMkLst>
        </pc:spChg>
        <pc:spChg chg="mod">
          <ac:chgData name="musukie52@gmail.com" userId="017bd91f96aa8751" providerId="LiveId" clId="{5B2C3894-F97E-4CAB-8812-5BB4D83AAC6A}" dt="2026-10-20T14:05:22.649" v="36249" actId="20577"/>
          <ac:spMkLst>
            <pc:docMk/>
            <pc:sldMk cId="2150160970" sldId="315"/>
            <ac:spMk id="44" creationId="{0AE7AA15-A29B-5722-C8D8-0DD7B63016BF}"/>
          </ac:spMkLst>
        </pc:spChg>
        <pc:spChg chg="add mod">
          <ac:chgData name="musukie52@gmail.com" userId="017bd91f96aa8751" providerId="LiveId" clId="{5B2C3894-F97E-4CAB-8812-5BB4D83AAC6A}" dt="2026-10-20T15:35:00.282" v="39397" actId="11530"/>
          <ac:spMkLst>
            <pc:docMk/>
            <pc:sldMk cId="2150160970" sldId="315"/>
            <ac:spMk id="47" creationId="{5EA44626-DF52-2DD4-DA32-BE7430E4ED2D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49" creationId="{0F1FA6E8-533B-9244-48DF-D598841A9680}"/>
          </ac:spMkLst>
        </pc:spChg>
        <pc:spChg chg="add mod">
          <ac:chgData name="musukie52@gmail.com" userId="017bd91f96aa8751" providerId="LiveId" clId="{5B2C3894-F97E-4CAB-8812-5BB4D83AAC6A}" dt="2026-10-20T15:30:47.436" v="39362" actId="1076"/>
          <ac:spMkLst>
            <pc:docMk/>
            <pc:sldMk cId="2150160970" sldId="315"/>
            <ac:spMk id="51" creationId="{A61F740C-5D97-C50F-6A08-1FE3911911A8}"/>
          </ac:spMkLst>
        </pc:spChg>
        <pc:spChg chg="add mod">
          <ac:chgData name="musukie52@gmail.com" userId="017bd91f96aa8751" providerId="LiveId" clId="{5B2C3894-F97E-4CAB-8812-5BB4D83AAC6A}" dt="2026-10-20T15:34:52.862" v="39396" actId="11530"/>
          <ac:spMkLst>
            <pc:docMk/>
            <pc:sldMk cId="2150160970" sldId="315"/>
            <ac:spMk id="53" creationId="{6A5B09D9-47CD-69AC-BCCC-ECD8A4CAADBD}"/>
          </ac:spMkLst>
        </pc:spChg>
        <pc:spChg chg="add del mod">
          <ac:chgData name="musukie52@gmail.com" userId="017bd91f96aa8751" providerId="LiveId" clId="{5B2C3894-F97E-4CAB-8812-5BB4D83AAC6A}" dt="2026-10-20T15:05:43.535" v="38605" actId="21"/>
          <ac:spMkLst>
            <pc:docMk/>
            <pc:sldMk cId="2150160970" sldId="315"/>
            <ac:spMk id="55" creationId="{8ADE7C9C-7FC6-7568-019F-B7EB90182A62}"/>
          </ac:spMkLst>
        </pc:spChg>
        <pc:spChg chg="add del mod">
          <ac:chgData name="musukie52@gmail.com" userId="017bd91f96aa8751" providerId="LiveId" clId="{5B2C3894-F97E-4CAB-8812-5BB4D83AAC6A}" dt="2026-10-20T15:05:43.535" v="38605" actId="21"/>
          <ac:spMkLst>
            <pc:docMk/>
            <pc:sldMk cId="2150160970" sldId="315"/>
            <ac:spMk id="57" creationId="{92DED90E-366A-7BD0-450E-858757C11EEE}"/>
          </ac:spMkLst>
        </pc:spChg>
        <pc:spChg chg="add del mod">
          <ac:chgData name="musukie52@gmail.com" userId="017bd91f96aa8751" providerId="LiveId" clId="{5B2C3894-F97E-4CAB-8812-5BB4D83AAC6A}" dt="2026-10-20T15:05:43.535" v="38605" actId="21"/>
          <ac:spMkLst>
            <pc:docMk/>
            <pc:sldMk cId="2150160970" sldId="315"/>
            <ac:spMk id="59" creationId="{C2AFA5D9-8AB2-2007-BE2C-459A6D755C6D}"/>
          </ac:spMkLst>
        </pc:spChg>
        <pc:spChg chg="add del mod">
          <ac:chgData name="musukie52@gmail.com" userId="017bd91f96aa8751" providerId="LiveId" clId="{5B2C3894-F97E-4CAB-8812-5BB4D83AAC6A}" dt="2026-10-20T15:05:43.535" v="38605" actId="21"/>
          <ac:spMkLst>
            <pc:docMk/>
            <pc:sldMk cId="2150160970" sldId="315"/>
            <ac:spMk id="61" creationId="{98DABD1C-B099-5A09-2CF7-49226DA546F8}"/>
          </ac:spMkLst>
        </pc:spChg>
        <pc:spChg chg="add del mod">
          <ac:chgData name="musukie52@gmail.com" userId="017bd91f96aa8751" providerId="LiveId" clId="{5B2C3894-F97E-4CAB-8812-5BB4D83AAC6A}" dt="2026-10-20T15:07:05.160" v="38632" actId="21"/>
          <ac:spMkLst>
            <pc:docMk/>
            <pc:sldMk cId="2150160970" sldId="315"/>
            <ac:spMk id="63" creationId="{C7CE4F9A-6F4F-4D0B-4B95-B2BAEEA7B4D8}"/>
          </ac:spMkLst>
        </pc:spChg>
        <pc:spChg chg="add del mod">
          <ac:chgData name="musukie52@gmail.com" userId="017bd91f96aa8751" providerId="LiveId" clId="{5B2C3894-F97E-4CAB-8812-5BB4D83AAC6A}" dt="2026-10-20T15:07:05.160" v="38632" actId="21"/>
          <ac:spMkLst>
            <pc:docMk/>
            <pc:sldMk cId="2150160970" sldId="315"/>
            <ac:spMk id="65" creationId="{BE07B736-AF25-0A43-7E1A-87F027235849}"/>
          </ac:spMkLst>
        </pc:spChg>
        <pc:spChg chg="add del mod">
          <ac:chgData name="musukie52@gmail.com" userId="017bd91f96aa8751" providerId="LiveId" clId="{5B2C3894-F97E-4CAB-8812-5BB4D83AAC6A}" dt="2026-10-20T15:07:05.160" v="38632" actId="21"/>
          <ac:spMkLst>
            <pc:docMk/>
            <pc:sldMk cId="2150160970" sldId="315"/>
            <ac:spMk id="67" creationId="{B7285C72-D037-B502-9078-009E00B56581}"/>
          </ac:spMkLst>
        </pc:spChg>
        <pc:spChg chg="add del mod">
          <ac:chgData name="musukie52@gmail.com" userId="017bd91f96aa8751" providerId="LiveId" clId="{5B2C3894-F97E-4CAB-8812-5BB4D83AAC6A}" dt="2026-10-20T15:07:05.160" v="38632" actId="21"/>
          <ac:spMkLst>
            <pc:docMk/>
            <pc:sldMk cId="2150160970" sldId="315"/>
            <ac:spMk id="69" creationId="{1B85DA38-CCE6-42FE-88DE-EB0A08F097B4}"/>
          </ac:spMkLst>
        </pc:spChg>
        <pc:spChg chg="add del mod">
          <ac:chgData name="musukie52@gmail.com" userId="017bd91f96aa8751" providerId="LiveId" clId="{5B2C3894-F97E-4CAB-8812-5BB4D83AAC6A}" dt="2026-10-20T15:07:05.160" v="38632" actId="21"/>
          <ac:spMkLst>
            <pc:docMk/>
            <pc:sldMk cId="2150160970" sldId="315"/>
            <ac:spMk id="71" creationId="{EA6D9755-C117-EB06-7E69-95D8BE75C692}"/>
          </ac:spMkLst>
        </pc:spChg>
        <pc:spChg chg="add del">
          <ac:chgData name="musukie52@gmail.com" userId="017bd91f96aa8751" providerId="LiveId" clId="{5B2C3894-F97E-4CAB-8812-5BB4D83AAC6A}" dt="2026-10-20T15:08:53.575" v="38686" actId="21"/>
          <ac:spMkLst>
            <pc:docMk/>
            <pc:sldMk cId="2150160970" sldId="315"/>
            <ac:spMk id="73" creationId="{DD70F4E8-C95B-C69E-8F88-CF95BE25B1DD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75" creationId="{253A5EB8-754A-BB6C-BBE1-0D3D37173A4C}"/>
          </ac:spMkLst>
        </pc:spChg>
        <pc:spChg chg="add mod">
          <ac:chgData name="musukie52@gmail.com" userId="017bd91f96aa8751" providerId="LiveId" clId="{5B2C3894-F97E-4CAB-8812-5BB4D83AAC6A}" dt="2026-10-20T15:31:16.694" v="39365" actId="1076"/>
          <ac:spMkLst>
            <pc:docMk/>
            <pc:sldMk cId="2150160970" sldId="315"/>
            <ac:spMk id="77" creationId="{8543AA27-278B-3159-21F5-E1A86876F933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79" creationId="{23D433FD-2712-E49C-B815-ABA526EBE6D9}"/>
          </ac:spMkLst>
        </pc:spChg>
        <pc:spChg chg="add del mod">
          <ac:chgData name="musukie52@gmail.com" userId="017bd91f96aa8751" providerId="LiveId" clId="{5B2C3894-F97E-4CAB-8812-5BB4D83AAC6A}" dt="2026-10-20T15:08:53.575" v="38686" actId="21"/>
          <ac:spMkLst>
            <pc:docMk/>
            <pc:sldMk cId="2150160970" sldId="315"/>
            <ac:spMk id="81" creationId="{D75935B2-A7A9-8E66-2B56-6FAD43D7A8D9}"/>
          </ac:spMkLst>
        </pc:spChg>
        <pc:spChg chg="add del mod">
          <ac:chgData name="musukie52@gmail.com" userId="017bd91f96aa8751" providerId="LiveId" clId="{5B2C3894-F97E-4CAB-8812-5BB4D83AAC6A}" dt="2026-10-20T15:08:53.575" v="38686" actId="21"/>
          <ac:spMkLst>
            <pc:docMk/>
            <pc:sldMk cId="2150160970" sldId="315"/>
            <ac:spMk id="83" creationId="{26E4203C-C63B-1F0F-0371-BADCA0821C72}"/>
          </ac:spMkLst>
        </pc:spChg>
        <pc:spChg chg="add del mod">
          <ac:chgData name="musukie52@gmail.com" userId="017bd91f96aa8751" providerId="LiveId" clId="{5B2C3894-F97E-4CAB-8812-5BB4D83AAC6A}" dt="2026-10-20T15:08:53.575" v="38686" actId="21"/>
          <ac:spMkLst>
            <pc:docMk/>
            <pc:sldMk cId="2150160970" sldId="315"/>
            <ac:spMk id="85" creationId="{E85DB5E1-1B7B-4AC3-6E1A-141639921E0A}"/>
          </ac:spMkLst>
        </pc:spChg>
        <pc:spChg chg="add del">
          <ac:chgData name="musukie52@gmail.com" userId="017bd91f96aa8751" providerId="LiveId" clId="{5B2C3894-F97E-4CAB-8812-5BB4D83AAC6A}" dt="2026-10-20T15:09:38.316" v="38698" actId="21"/>
          <ac:spMkLst>
            <pc:docMk/>
            <pc:sldMk cId="2150160970" sldId="315"/>
            <ac:spMk id="87" creationId="{65A4C9F7-52E5-31C9-BD7F-10A8A1525669}"/>
          </ac:spMkLst>
        </pc:spChg>
        <pc:spChg chg="add del mod">
          <ac:chgData name="musukie52@gmail.com" userId="017bd91f96aa8751" providerId="LiveId" clId="{5B2C3894-F97E-4CAB-8812-5BB4D83AAC6A}" dt="2026-10-20T15:09:38.316" v="38698" actId="21"/>
          <ac:spMkLst>
            <pc:docMk/>
            <pc:sldMk cId="2150160970" sldId="315"/>
            <ac:spMk id="89" creationId="{91F08E65-F844-2FDE-D762-E50E00BC91DD}"/>
          </ac:spMkLst>
        </pc:spChg>
        <pc:spChg chg="add del mod">
          <ac:chgData name="musukie52@gmail.com" userId="017bd91f96aa8751" providerId="LiveId" clId="{5B2C3894-F97E-4CAB-8812-5BB4D83AAC6A}" dt="2026-10-20T15:09:38.316" v="38698" actId="21"/>
          <ac:spMkLst>
            <pc:docMk/>
            <pc:sldMk cId="2150160970" sldId="315"/>
            <ac:spMk id="91" creationId="{01F5B372-0EE1-5293-EABE-5F35FE52E3C8}"/>
          </ac:spMkLst>
        </pc:spChg>
        <pc:spChg chg="add del mod">
          <ac:chgData name="musukie52@gmail.com" userId="017bd91f96aa8751" providerId="LiveId" clId="{5B2C3894-F97E-4CAB-8812-5BB4D83AAC6A}" dt="2026-10-20T15:09:38.316" v="38698" actId="21"/>
          <ac:spMkLst>
            <pc:docMk/>
            <pc:sldMk cId="2150160970" sldId="315"/>
            <ac:spMk id="93" creationId="{8AB19B9B-F897-3D57-07A1-46D7157ACE58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95" creationId="{6BF836F5-CC7B-784E-5A22-CEEE60407A30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97" creationId="{81B75727-7D92-5DE4-2DDB-375140E13E2F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99" creationId="{FD8126DA-28E4-6C1D-0576-D3905C7F6FE3}"/>
          </ac:spMkLst>
        </pc:spChg>
        <pc:spChg chg="add mod">
          <ac:chgData name="musukie52@gmail.com" userId="017bd91f96aa8751" providerId="LiveId" clId="{5B2C3894-F97E-4CAB-8812-5BB4D83AAC6A}" dt="2026-10-20T15:31:16.694" v="39365" actId="1076"/>
          <ac:spMkLst>
            <pc:docMk/>
            <pc:sldMk cId="2150160970" sldId="315"/>
            <ac:spMk id="101" creationId="{0E0724E6-003B-1240-4411-270919270C51}"/>
          </ac:spMkLst>
        </pc:spChg>
        <pc:spChg chg="add del mod">
          <ac:chgData name="musukie52@gmail.com" userId="017bd91f96aa8751" providerId="LiveId" clId="{5B2C3894-F97E-4CAB-8812-5BB4D83AAC6A}" dt="2026-10-20T15:23:52.746" v="39040" actId="21"/>
          <ac:spMkLst>
            <pc:docMk/>
            <pc:sldMk cId="2150160970" sldId="315"/>
            <ac:spMk id="103" creationId="{BB4A3696-19E7-48E2-3F05-BE7A6ADACEE2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105" creationId="{FA16651E-53D2-7193-966E-9160157E6E29}"/>
          </ac:spMkLst>
        </pc:spChg>
        <pc:spChg chg="add del mod">
          <ac:chgData name="musukie52@gmail.com" userId="017bd91f96aa8751" providerId="LiveId" clId="{5B2C3894-F97E-4CAB-8812-5BB4D83AAC6A}" dt="2026-10-20T15:22:39.781" v="39020" actId="478"/>
          <ac:spMkLst>
            <pc:docMk/>
            <pc:sldMk cId="2150160970" sldId="315"/>
            <ac:spMk id="106" creationId="{966AD63B-0D21-E14D-9B50-A693BFED5C50}"/>
          </ac:spMkLst>
        </pc:spChg>
        <pc:spChg chg="add del mod">
          <ac:chgData name="musukie52@gmail.com" userId="017bd91f96aa8751" providerId="LiveId" clId="{5B2C3894-F97E-4CAB-8812-5BB4D83AAC6A}" dt="2026-10-20T15:22:48.592" v="39023" actId="478"/>
          <ac:spMkLst>
            <pc:docMk/>
            <pc:sldMk cId="2150160970" sldId="315"/>
            <ac:spMk id="108" creationId="{BE24BA15-A139-2B5E-E655-2165BAE7F40D}"/>
          </ac:spMkLst>
        </pc:spChg>
        <pc:spChg chg="add del mod">
          <ac:chgData name="musukie52@gmail.com" userId="017bd91f96aa8751" providerId="LiveId" clId="{5B2C3894-F97E-4CAB-8812-5BB4D83AAC6A}" dt="2026-10-20T15:23:28.917" v="39032" actId="478"/>
          <ac:spMkLst>
            <pc:docMk/>
            <pc:sldMk cId="2150160970" sldId="315"/>
            <ac:spMk id="110" creationId="{D98D6C05-D711-ECBC-E2FA-431FB9D57ABA}"/>
          </ac:spMkLst>
        </pc:spChg>
        <pc:spChg chg="add del mod">
          <ac:chgData name="musukie52@gmail.com" userId="017bd91f96aa8751" providerId="LiveId" clId="{5B2C3894-F97E-4CAB-8812-5BB4D83AAC6A}" dt="2026-10-20T15:23:52.746" v="39040" actId="21"/>
          <ac:spMkLst>
            <pc:docMk/>
            <pc:sldMk cId="2150160970" sldId="315"/>
            <ac:spMk id="111" creationId="{137B2DFE-A655-B705-87CE-191C255F510C}"/>
          </ac:spMkLst>
        </pc:spChg>
        <pc:spChg chg="add mod">
          <ac:chgData name="musukie52@gmail.com" userId="017bd91f96aa8751" providerId="LiveId" clId="{5B2C3894-F97E-4CAB-8812-5BB4D83AAC6A}" dt="2026-10-20T15:29:42.844" v="39354" actId="1076"/>
          <ac:spMkLst>
            <pc:docMk/>
            <pc:sldMk cId="2150160970" sldId="315"/>
            <ac:spMk id="113" creationId="{BD8A25D2-D925-568D-4310-6D38A8498878}"/>
          </ac:spMkLst>
        </pc:spChg>
        <pc:spChg chg="add mo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115" creationId="{245EAB3A-7F11-23D6-774B-CEF28153E7C4}"/>
          </ac:spMkLst>
        </pc:spChg>
        <pc:spChg chg="add mod">
          <ac:chgData name="musukie52@gmail.com" userId="017bd91f96aa8751" providerId="LiveId" clId="{5B2C3894-F97E-4CAB-8812-5BB4D83AAC6A}" dt="2026-10-20T15:30:47.436" v="39362" actId="1076"/>
          <ac:spMkLst>
            <pc:docMk/>
            <pc:sldMk cId="2150160970" sldId="315"/>
            <ac:spMk id="117" creationId="{3CEBD721-25D5-3535-0D05-792DCC86A03F}"/>
          </ac:spMkLst>
        </pc:spChg>
        <pc:spChg chg="add del mod">
          <ac:chgData name="musukie52@gmail.com" userId="017bd91f96aa8751" providerId="LiveId" clId="{5B2C3894-F97E-4CAB-8812-5BB4D83AAC6A}" dt="2026-10-20T15:25:57.238" v="39067" actId="478"/>
          <ac:spMkLst>
            <pc:docMk/>
            <pc:sldMk cId="2150160970" sldId="315"/>
            <ac:spMk id="119" creationId="{3F934CBD-A334-9817-828E-D68D13201DC7}"/>
          </ac:spMkLst>
        </pc:spChg>
        <pc:spChg chg="add del mod">
          <ac:chgData name="musukie52@gmail.com" userId="017bd91f96aa8751" providerId="LiveId" clId="{5B2C3894-F97E-4CAB-8812-5BB4D83AAC6A}" dt="2026-10-20T15:31:44.303" v="39368" actId="21"/>
          <ac:spMkLst>
            <pc:docMk/>
            <pc:sldMk cId="2150160970" sldId="315"/>
            <ac:spMk id="121" creationId="{22B636BC-0752-CF7D-4A30-229F95FCF8FB}"/>
          </ac:spMkLst>
        </pc:spChg>
        <pc:spChg chg="add del mod">
          <ac:chgData name="musukie52@gmail.com" userId="017bd91f96aa8751" providerId="LiveId" clId="{5B2C3894-F97E-4CAB-8812-5BB4D83AAC6A}" dt="2026-10-20T15:25:54.370" v="39066" actId="21"/>
          <ac:spMkLst>
            <pc:docMk/>
            <pc:sldMk cId="2150160970" sldId="315"/>
            <ac:spMk id="122" creationId="{2AB5CB8F-86A3-E9C5-D34C-3DB7C47E63A0}"/>
          </ac:spMkLst>
        </pc:spChg>
        <pc:spChg chg="add mod">
          <ac:chgData name="musukie52@gmail.com" userId="017bd91f96aa8751" providerId="LiveId" clId="{5B2C3894-F97E-4CAB-8812-5BB4D83AAC6A}" dt="2026-10-20T15:33:33.057" v="39382" actId="14100"/>
          <ac:spMkLst>
            <pc:docMk/>
            <pc:sldMk cId="2150160970" sldId="315"/>
            <ac:spMk id="124" creationId="{32884F1C-E580-4054-4673-DD2CCE1181D0}"/>
          </ac:spMkLst>
        </pc:spChg>
        <pc:spChg chg="add mod ord">
          <ac:chgData name="musukie52@gmail.com" userId="017bd91f96aa8751" providerId="LiveId" clId="{5B2C3894-F97E-4CAB-8812-5BB4D83AAC6A}" dt="2026-10-20T15:35:21.733" v="39405" actId="1035"/>
          <ac:spMkLst>
            <pc:docMk/>
            <pc:sldMk cId="2150160970" sldId="315"/>
            <ac:spMk id="136" creationId="{4FB342BA-84F8-6171-A180-E306D16F4F99}"/>
          </ac:spMkLst>
        </pc:spChg>
        <pc:spChg chg="add del mod ord">
          <ac:chgData name="musukie52@gmail.com" userId="017bd91f96aa8751" providerId="LiveId" clId="{5B2C3894-F97E-4CAB-8812-5BB4D83AAC6A}" dt="2026-10-20T15:43:45.310" v="39518" actId="21"/>
          <ac:spMkLst>
            <pc:docMk/>
            <pc:sldMk cId="2150160970" sldId="315"/>
            <ac:spMk id="152" creationId="{60DB116B-2542-B93E-D6F8-97904151B82D}"/>
          </ac:spMkLst>
        </pc:spChg>
        <pc:spChg chg="add del mod ord">
          <ac:chgData name="musukie52@gmail.com" userId="017bd91f96aa8751" providerId="LiveId" clId="{5B2C3894-F97E-4CAB-8812-5BB4D83AAC6A}" dt="2026-10-20T15:43:45.310" v="39518" actId="21"/>
          <ac:spMkLst>
            <pc:docMk/>
            <pc:sldMk cId="2150160970" sldId="315"/>
            <ac:spMk id="154" creationId="{053DC320-2B2C-2DAF-1787-A26C5B475190}"/>
          </ac:spMkLst>
        </pc:spChg>
        <pc:spChg chg="add del">
          <ac:chgData name="musukie52@gmail.com" userId="017bd91f96aa8751" providerId="LiveId" clId="{5B2C3894-F97E-4CAB-8812-5BB4D83AAC6A}" dt="2026-10-20T15:44:05.512" v="39521" actId="22"/>
          <ac:spMkLst>
            <pc:docMk/>
            <pc:sldMk cId="2150160970" sldId="315"/>
            <ac:spMk id="156" creationId="{17950729-5F98-6DDC-62B6-00BAE9CD58E6}"/>
          </ac:spMkLst>
        </pc:spChg>
        <pc:picChg chg="add del mod">
          <ac:chgData name="musukie52@gmail.com" userId="017bd91f96aa8751" providerId="LiveId" clId="{5B2C3894-F97E-4CAB-8812-5BB4D83AAC6A}" dt="2026-10-20T14:03:34.372" v="36210" actId="21"/>
          <ac:picMkLst>
            <pc:docMk/>
            <pc:sldMk cId="2150160970" sldId="315"/>
            <ac:picMk id="8" creationId="{F3BC2037-A733-1CD8-9A2F-B89339547F03}"/>
          </ac:picMkLst>
        </pc:picChg>
        <pc:picChg chg="add del mod">
          <ac:chgData name="musukie52@gmail.com" userId="017bd91f96aa8751" providerId="LiveId" clId="{5B2C3894-F97E-4CAB-8812-5BB4D83AAC6A}" dt="2026-10-20T14:03:56.521" v="36221" actId="21"/>
          <ac:picMkLst>
            <pc:docMk/>
            <pc:sldMk cId="2150160970" sldId="315"/>
            <ac:picMk id="14" creationId="{11D01544-036F-E488-D2E9-D870BB32382A}"/>
          </ac:picMkLst>
        </pc:picChg>
        <pc:picChg chg="del">
          <ac:chgData name="musukie52@gmail.com" userId="017bd91f96aa8751" providerId="LiveId" clId="{5B2C3894-F97E-4CAB-8812-5BB4D83AAC6A}" dt="2026-10-20T14:02:44.066" v="36194" actId="478"/>
          <ac:picMkLst>
            <pc:docMk/>
            <pc:sldMk cId="2150160970" sldId="315"/>
            <ac:picMk id="21" creationId="{8102B08B-478C-C9BA-CFF5-9A57A9774402}"/>
          </ac:picMkLst>
        </pc:picChg>
        <pc:picChg chg="del">
          <ac:chgData name="musukie52@gmail.com" userId="017bd91f96aa8751" providerId="LiveId" clId="{5B2C3894-F97E-4CAB-8812-5BB4D83AAC6A}" dt="2026-10-20T14:02:44.066" v="36194" actId="478"/>
          <ac:picMkLst>
            <pc:docMk/>
            <pc:sldMk cId="2150160970" sldId="315"/>
            <ac:picMk id="23" creationId="{311E2E19-B820-E01F-DCFF-701E121063E2}"/>
          </ac:picMkLst>
        </pc:picChg>
        <pc:picChg chg="add del mod">
          <ac:chgData name="musukie52@gmail.com" userId="017bd91f96aa8751" providerId="LiveId" clId="{5B2C3894-F97E-4CAB-8812-5BB4D83AAC6A}" dt="2026-10-20T15:31:44.303" v="39368" actId="21"/>
          <ac:picMkLst>
            <pc:docMk/>
            <pc:sldMk cId="2150160970" sldId="315"/>
            <ac:picMk id="24" creationId="{E29715ED-7EAE-6761-5209-941A1A62E10C}"/>
          </ac:picMkLst>
        </pc:picChg>
        <pc:picChg chg="del">
          <ac:chgData name="musukie52@gmail.com" userId="017bd91f96aa8751" providerId="LiveId" clId="{5B2C3894-F97E-4CAB-8812-5BB4D83AAC6A}" dt="2026-10-20T14:02:46.137" v="36195" actId="478"/>
          <ac:picMkLst>
            <pc:docMk/>
            <pc:sldMk cId="2150160970" sldId="315"/>
            <ac:picMk id="25" creationId="{1241BC0F-F796-47B1-9791-BC0B804FF47E}"/>
          </ac:picMkLst>
        </pc:picChg>
        <pc:picChg chg="del mod">
          <ac:chgData name="musukie52@gmail.com" userId="017bd91f96aa8751" providerId="LiveId" clId="{5B2C3894-F97E-4CAB-8812-5BB4D83AAC6A}" dt="2026-10-20T14:06:42.837" v="36271" actId="21"/>
          <ac:picMkLst>
            <pc:docMk/>
            <pc:sldMk cId="2150160970" sldId="315"/>
            <ac:picMk id="27" creationId="{E2DF599D-F674-6B7A-53DC-F3920F09B7B5}"/>
          </ac:picMkLst>
        </pc:picChg>
        <pc:picChg chg="add del mod ord">
          <ac:chgData name="musukie52@gmail.com" userId="017bd91f96aa8751" providerId="LiveId" clId="{5B2C3894-F97E-4CAB-8812-5BB4D83AAC6A}" dt="2026-10-20T15:39:58.463" v="39447" actId="21"/>
          <ac:picMkLst>
            <pc:docMk/>
            <pc:sldMk cId="2150160970" sldId="315"/>
            <ac:picMk id="134" creationId="{0B13F502-B380-0CAF-F648-30162DA90912}"/>
          </ac:picMkLst>
        </pc:picChg>
        <pc:picChg chg="add del ord">
          <ac:chgData name="musukie52@gmail.com" userId="017bd91f96aa8751" providerId="LiveId" clId="{5B2C3894-F97E-4CAB-8812-5BB4D83AAC6A}" dt="2026-10-20T15:43:45.310" v="39518" actId="21"/>
          <ac:picMkLst>
            <pc:docMk/>
            <pc:sldMk cId="2150160970" sldId="315"/>
            <ac:picMk id="150" creationId="{586126E1-4408-E5AB-1159-53390767733E}"/>
          </ac:picMkLst>
        </pc:picChg>
        <pc:cxnChg chg="mod">
          <ac:chgData name="musukie52@gmail.com" userId="017bd91f96aa8751" providerId="LiveId" clId="{5B2C3894-F97E-4CAB-8812-5BB4D83AAC6A}" dt="2026-10-20T14:05:22.649" v="36249" actId="20577"/>
          <ac:cxnSpMkLst>
            <pc:docMk/>
            <pc:sldMk cId="2150160970" sldId="315"/>
            <ac:cxnSpMk id="46" creationId="{FEF8D24A-CAAF-4A1D-B7F0-37338E9A509F}"/>
          </ac:cxnSpMkLst>
        </pc:cxnChg>
        <pc:cxnChg chg="add del mod">
          <ac:chgData name="musukie52@gmail.com" userId="017bd91f96aa8751" providerId="LiveId" clId="{5B2C3894-F97E-4CAB-8812-5BB4D83AAC6A}" dt="2026-10-20T15:28:01.661" v="39085" actId="21"/>
          <ac:cxnSpMkLst>
            <pc:docMk/>
            <pc:sldMk cId="2150160970" sldId="315"/>
            <ac:cxnSpMk id="126" creationId="{6E0D76FF-92FF-F5FF-DEA4-D1AAB437E144}"/>
          </ac:cxnSpMkLst>
        </pc:cxnChg>
        <pc:cxnChg chg="add del mod">
          <ac:chgData name="musukie52@gmail.com" userId="017bd91f96aa8751" providerId="LiveId" clId="{5B2C3894-F97E-4CAB-8812-5BB4D83AAC6A}" dt="2026-10-20T15:28:01.661" v="39085" actId="21"/>
          <ac:cxnSpMkLst>
            <pc:docMk/>
            <pc:sldMk cId="2150160970" sldId="315"/>
            <ac:cxnSpMk id="127" creationId="{3AEFABE8-2877-F126-167B-123F499545D2}"/>
          </ac:cxnSpMkLst>
        </pc:cxnChg>
        <pc:cxnChg chg="add del mod">
          <ac:chgData name="musukie52@gmail.com" userId="017bd91f96aa8751" providerId="LiveId" clId="{5B2C3894-F97E-4CAB-8812-5BB4D83AAC6A}" dt="2026-10-20T15:28:01.661" v="39085" actId="21"/>
          <ac:cxnSpMkLst>
            <pc:docMk/>
            <pc:sldMk cId="2150160970" sldId="315"/>
            <ac:cxnSpMk id="128" creationId="{537F6633-60C3-FADB-8AC3-BBC2950750FC}"/>
          </ac:cxnSpMkLst>
        </pc:cxnChg>
        <pc:cxnChg chg="add mod">
          <ac:chgData name="musukie52@gmail.com" userId="017bd91f96aa8751" providerId="LiveId" clId="{5B2C3894-F97E-4CAB-8812-5BB4D83AAC6A}" dt="2026-10-20T15:34:00.083" v="39391" actId="1035"/>
          <ac:cxnSpMkLst>
            <pc:docMk/>
            <pc:sldMk cId="2150160970" sldId="315"/>
            <ac:cxnSpMk id="130" creationId="{6E0D76FF-92FF-F5FF-DEA4-D1AAB437E144}"/>
          </ac:cxnSpMkLst>
        </pc:cxnChg>
        <pc:cxnChg chg="add del mod">
          <ac:chgData name="musukie52@gmail.com" userId="017bd91f96aa8751" providerId="LiveId" clId="{5B2C3894-F97E-4CAB-8812-5BB4D83AAC6A}" dt="2026-10-20T15:28:17.959" v="39090" actId="478"/>
          <ac:cxnSpMkLst>
            <pc:docMk/>
            <pc:sldMk cId="2150160970" sldId="315"/>
            <ac:cxnSpMk id="131" creationId="{3AEFABE8-2877-F126-167B-123F499545D2}"/>
          </ac:cxnSpMkLst>
        </pc:cxnChg>
        <pc:cxnChg chg="add mod">
          <ac:chgData name="musukie52@gmail.com" userId="017bd91f96aa8751" providerId="LiveId" clId="{5B2C3894-F97E-4CAB-8812-5BB4D83AAC6A}" dt="2026-10-20T15:34:00.083" v="39391" actId="1035"/>
          <ac:cxnSpMkLst>
            <pc:docMk/>
            <pc:sldMk cId="2150160970" sldId="315"/>
            <ac:cxnSpMk id="132" creationId="{537F6633-60C3-FADB-8AC3-BBC2950750FC}"/>
          </ac:cxnSpMkLst>
        </pc:cxnChg>
        <pc:cxnChg chg="add mod">
          <ac:chgData name="musukie52@gmail.com" userId="017bd91f96aa8751" providerId="LiveId" clId="{5B2C3894-F97E-4CAB-8812-5BB4D83AAC6A}" dt="2026-10-20T15:36:18.484" v="39427" actId="1076"/>
          <ac:cxnSpMkLst>
            <pc:docMk/>
            <pc:sldMk cId="2150160970" sldId="315"/>
            <ac:cxnSpMk id="137" creationId="{DDD844B6-F79C-A2B8-379A-B2D879CFEC1F}"/>
          </ac:cxnSpMkLst>
        </pc:cxnChg>
        <pc:cxnChg chg="add mod">
          <ac:chgData name="musukie52@gmail.com" userId="017bd91f96aa8751" providerId="LiveId" clId="{5B2C3894-F97E-4CAB-8812-5BB4D83AAC6A}" dt="2026-10-20T15:36:31.829" v="39431" actId="1035"/>
          <ac:cxnSpMkLst>
            <pc:docMk/>
            <pc:sldMk cId="2150160970" sldId="315"/>
            <ac:cxnSpMk id="147" creationId="{5F88A24B-9B33-4674-EEF5-93AAFC827D20}"/>
          </ac:cxnSpMkLst>
        </pc:cxnChg>
        <pc:cxnChg chg="add mod">
          <ac:chgData name="musukie52@gmail.com" userId="017bd91f96aa8751" providerId="LiveId" clId="{5B2C3894-F97E-4CAB-8812-5BB4D83AAC6A}" dt="2026-10-20T15:36:51.684" v="39437" actId="1076"/>
          <ac:cxnSpMkLst>
            <pc:docMk/>
            <pc:sldMk cId="2150160970" sldId="315"/>
            <ac:cxnSpMk id="148" creationId="{64D46627-9B03-8A05-C2A4-29D5B72A0483}"/>
          </ac:cxnSpMkLst>
        </pc:cxnChg>
      </pc:sldChg>
      <pc:sldChg chg="addSp delSp modSp add del mod">
        <pc:chgData name="musukie52@gmail.com" userId="017bd91f96aa8751" providerId="LiveId" clId="{5B2C3894-F97E-4CAB-8812-5BB4D83AAC6A}" dt="2026-10-21T02:54:11.564" v="41384" actId="47"/>
        <pc:sldMkLst>
          <pc:docMk/>
          <pc:sldMk cId="2260606843" sldId="316"/>
        </pc:sldMkLst>
        <pc:spChg chg="add">
          <ac:chgData name="musukie52@gmail.com" userId="017bd91f96aa8751" providerId="LiveId" clId="{5B2C3894-F97E-4CAB-8812-5BB4D83AAC6A}" dt="2026-10-20T14:03:35.255" v="36211" actId="22"/>
          <ac:spMkLst>
            <pc:docMk/>
            <pc:sldMk cId="2260606843" sldId="316"/>
            <ac:spMk id="4" creationId="{65698837-0706-162E-D8D6-1C96C6066998}"/>
          </ac:spMkLst>
        </pc:spChg>
        <pc:spChg chg="del">
          <ac:chgData name="musukie52@gmail.com" userId="017bd91f96aa8751" providerId="LiveId" clId="{5B2C3894-F97E-4CAB-8812-5BB4D83AAC6A}" dt="2026-10-20T14:02:52.019" v="36196" actId="478"/>
          <ac:spMkLst>
            <pc:docMk/>
            <pc:sldMk cId="2260606843" sldId="316"/>
            <ac:spMk id="7" creationId="{8856E528-F8AB-C0CC-9916-5D59B8CAAAD4}"/>
          </ac:spMkLst>
        </pc:spChg>
        <pc:spChg chg="del">
          <ac:chgData name="musukie52@gmail.com" userId="017bd91f96aa8751" providerId="LiveId" clId="{5B2C3894-F97E-4CAB-8812-5BB4D83AAC6A}" dt="2026-10-20T14:02:52.019" v="36196" actId="478"/>
          <ac:spMkLst>
            <pc:docMk/>
            <pc:sldMk cId="2260606843" sldId="316"/>
            <ac:spMk id="9" creationId="{16133CAD-BC68-058D-BBC6-4060F31E7C60}"/>
          </ac:spMkLst>
        </pc:spChg>
        <pc:spChg chg="del">
          <ac:chgData name="musukie52@gmail.com" userId="017bd91f96aa8751" providerId="LiveId" clId="{5B2C3894-F97E-4CAB-8812-5BB4D83AAC6A}" dt="2026-10-20T14:03:26.673" v="36206" actId="21"/>
          <ac:spMkLst>
            <pc:docMk/>
            <pc:sldMk cId="2260606843" sldId="316"/>
            <ac:spMk id="11" creationId="{5E91756E-13E5-C105-3CDF-5E948B36F514}"/>
          </ac:spMkLst>
        </pc:spChg>
        <pc:spChg chg="add">
          <ac:chgData name="musukie52@gmail.com" userId="017bd91f96aa8751" providerId="LiveId" clId="{5B2C3894-F97E-4CAB-8812-5BB4D83AAC6A}" dt="2026-10-20T14:03:35.255" v="36211" actId="22"/>
          <ac:spMkLst>
            <pc:docMk/>
            <pc:sldMk cId="2260606843" sldId="316"/>
            <ac:spMk id="12" creationId="{BA2200B2-03F1-6FC7-0513-ABDD5C190C38}"/>
          </ac:spMkLst>
        </pc:spChg>
        <pc:spChg chg="add del mod">
          <ac:chgData name="musukie52@gmail.com" userId="017bd91f96aa8751" providerId="LiveId" clId="{5B2C3894-F97E-4CAB-8812-5BB4D83AAC6A}" dt="2026-10-20T14:03:43.874" v="36215" actId="21"/>
          <ac:spMkLst>
            <pc:docMk/>
            <pc:sldMk cId="2260606843" sldId="316"/>
            <ac:spMk id="14" creationId="{C2CFC47D-0ACA-6AE8-5878-EF876BEE398A}"/>
          </ac:spMkLst>
        </pc:spChg>
        <pc:spChg chg="add del mod">
          <ac:chgData name="musukie52@gmail.com" userId="017bd91f96aa8751" providerId="LiveId" clId="{5B2C3894-F97E-4CAB-8812-5BB4D83AAC6A}" dt="2026-10-20T14:03:43.874" v="36215" actId="21"/>
          <ac:spMkLst>
            <pc:docMk/>
            <pc:sldMk cId="2260606843" sldId="316"/>
            <ac:spMk id="18" creationId="{AC8838C0-853E-6693-649C-E0375BCBA4CA}"/>
          </ac:spMkLst>
        </pc:spChg>
        <pc:spChg chg="del">
          <ac:chgData name="musukie52@gmail.com" userId="017bd91f96aa8751" providerId="LiveId" clId="{5B2C3894-F97E-4CAB-8812-5BB4D83AAC6A}" dt="2026-10-20T14:02:54.747" v="36197" actId="478"/>
          <ac:spMkLst>
            <pc:docMk/>
            <pc:sldMk cId="2260606843" sldId="316"/>
            <ac:spMk id="29" creationId="{D0290336-1613-285D-475A-58556E25C264}"/>
          </ac:spMkLst>
        </pc:spChg>
        <pc:spChg chg="del">
          <ac:chgData name="musukie52@gmail.com" userId="017bd91f96aa8751" providerId="LiveId" clId="{5B2C3894-F97E-4CAB-8812-5BB4D83AAC6A}" dt="2026-10-20T14:02:52.019" v="36196" actId="478"/>
          <ac:spMkLst>
            <pc:docMk/>
            <pc:sldMk cId="2260606843" sldId="316"/>
            <ac:spMk id="31" creationId="{0F02C0C9-C261-AAF5-8000-92BAF7EA8333}"/>
          </ac:spMkLst>
        </pc:spChg>
        <pc:spChg chg="del">
          <ac:chgData name="musukie52@gmail.com" userId="017bd91f96aa8751" providerId="LiveId" clId="{5B2C3894-F97E-4CAB-8812-5BB4D83AAC6A}" dt="2026-10-20T14:02:52.019" v="36196" actId="478"/>
          <ac:spMkLst>
            <pc:docMk/>
            <pc:sldMk cId="2260606843" sldId="316"/>
            <ac:spMk id="33" creationId="{4BC6071E-F1C8-B464-06D0-E3E98E1E5097}"/>
          </ac:spMkLst>
        </pc:spChg>
        <pc:spChg chg="del">
          <ac:chgData name="musukie52@gmail.com" userId="017bd91f96aa8751" providerId="LiveId" clId="{5B2C3894-F97E-4CAB-8812-5BB4D83AAC6A}" dt="2026-10-20T14:02:54.747" v="36197" actId="478"/>
          <ac:spMkLst>
            <pc:docMk/>
            <pc:sldMk cId="2260606843" sldId="316"/>
            <ac:spMk id="35" creationId="{A731098D-70E8-9808-3E2A-7981BA372C39}"/>
          </ac:spMkLst>
        </pc:spChg>
        <pc:spChg chg="del">
          <ac:chgData name="musukie52@gmail.com" userId="017bd91f96aa8751" providerId="LiveId" clId="{5B2C3894-F97E-4CAB-8812-5BB4D83AAC6A}" dt="2026-10-20T14:03:26.673" v="36206" actId="21"/>
          <ac:spMkLst>
            <pc:docMk/>
            <pc:sldMk cId="2260606843" sldId="316"/>
            <ac:spMk id="37" creationId="{CA90AE3E-3B5A-D5EF-A7F0-748C0038D3E9}"/>
          </ac:spMkLst>
        </pc:spChg>
        <pc:spChg chg="mod">
          <ac:chgData name="musukie52@gmail.com" userId="017bd91f96aa8751" providerId="LiveId" clId="{5B2C3894-F97E-4CAB-8812-5BB4D83AAC6A}" dt="2026-10-20T14:05:26.059" v="36251" actId="20577"/>
          <ac:spMkLst>
            <pc:docMk/>
            <pc:sldMk cId="2260606843" sldId="316"/>
            <ac:spMk id="44" creationId="{811649F6-38EB-F683-D189-9A40C9948C39}"/>
          </ac:spMkLst>
        </pc:spChg>
        <pc:picChg chg="add">
          <ac:chgData name="musukie52@gmail.com" userId="017bd91f96aa8751" providerId="LiveId" clId="{5B2C3894-F97E-4CAB-8812-5BB4D83AAC6A}" dt="2026-10-20T14:03:35.255" v="36211" actId="22"/>
          <ac:picMkLst>
            <pc:docMk/>
            <pc:sldMk cId="2260606843" sldId="316"/>
            <ac:picMk id="8" creationId="{011FCD95-3CC8-4172-23D7-2EC42F11D76F}"/>
          </ac:picMkLst>
        </pc:picChg>
        <pc:picChg chg="add del mod">
          <ac:chgData name="musukie52@gmail.com" userId="017bd91f96aa8751" providerId="LiveId" clId="{5B2C3894-F97E-4CAB-8812-5BB4D83AAC6A}" dt="2026-10-20T14:03:43.874" v="36215" actId="21"/>
          <ac:picMkLst>
            <pc:docMk/>
            <pc:sldMk cId="2260606843" sldId="316"/>
            <ac:picMk id="16" creationId="{3E6F361C-BAA7-E491-3FD7-D3371AF6FA9A}"/>
          </ac:picMkLst>
        </pc:picChg>
        <pc:picChg chg="del">
          <ac:chgData name="musukie52@gmail.com" userId="017bd91f96aa8751" providerId="LiveId" clId="{5B2C3894-F97E-4CAB-8812-5BB4D83AAC6A}" dt="2026-10-20T14:02:54.747" v="36197" actId="478"/>
          <ac:picMkLst>
            <pc:docMk/>
            <pc:sldMk cId="2260606843" sldId="316"/>
            <ac:picMk id="21" creationId="{7AD8F3E8-85A2-8097-389A-BBB2F8867780}"/>
          </ac:picMkLst>
        </pc:picChg>
        <pc:picChg chg="del">
          <ac:chgData name="musukie52@gmail.com" userId="017bd91f96aa8751" providerId="LiveId" clId="{5B2C3894-F97E-4CAB-8812-5BB4D83AAC6A}" dt="2026-10-20T14:02:52.019" v="36196" actId="478"/>
          <ac:picMkLst>
            <pc:docMk/>
            <pc:sldMk cId="2260606843" sldId="316"/>
            <ac:picMk id="23" creationId="{CD0A89A1-565B-01AF-2976-510D1A6897DB}"/>
          </ac:picMkLst>
        </pc:picChg>
        <pc:picChg chg="del">
          <ac:chgData name="musukie52@gmail.com" userId="017bd91f96aa8751" providerId="LiveId" clId="{5B2C3894-F97E-4CAB-8812-5BB4D83AAC6A}" dt="2026-10-20T14:03:26.673" v="36206" actId="21"/>
          <ac:picMkLst>
            <pc:docMk/>
            <pc:sldMk cId="2260606843" sldId="316"/>
            <ac:picMk id="25" creationId="{780C3285-9351-0EFB-23AE-004E5A97034F}"/>
          </ac:picMkLst>
        </pc:picChg>
        <pc:picChg chg="del">
          <ac:chgData name="musukie52@gmail.com" userId="017bd91f96aa8751" providerId="LiveId" clId="{5B2C3894-F97E-4CAB-8812-5BB4D83AAC6A}" dt="2026-10-20T14:02:52.019" v="36196" actId="478"/>
          <ac:picMkLst>
            <pc:docMk/>
            <pc:sldMk cId="2260606843" sldId="316"/>
            <ac:picMk id="27" creationId="{6E4BA832-F9BD-0D09-C928-24BD50C2235E}"/>
          </ac:picMkLst>
        </pc:picChg>
        <pc:cxnChg chg="mod">
          <ac:chgData name="musukie52@gmail.com" userId="017bd91f96aa8751" providerId="LiveId" clId="{5B2C3894-F97E-4CAB-8812-5BB4D83AAC6A}" dt="2026-10-20T14:05:26.059" v="36251" actId="20577"/>
          <ac:cxnSpMkLst>
            <pc:docMk/>
            <pc:sldMk cId="2260606843" sldId="316"/>
            <ac:cxnSpMk id="46" creationId="{0661398F-A7A5-55C9-A815-DB1E327A1573}"/>
          </ac:cxnSpMkLst>
        </pc:cxnChg>
      </pc:sldChg>
      <pc:sldChg chg="add del">
        <pc:chgData name="musukie52@gmail.com" userId="017bd91f96aa8751" providerId="LiveId" clId="{5B2C3894-F97E-4CAB-8812-5BB4D83AAC6A}" dt="2026-10-20T13:19:33.101" v="35468"/>
        <pc:sldMkLst>
          <pc:docMk/>
          <pc:sldMk cId="3371922631" sldId="316"/>
        </pc:sldMkLst>
      </pc:sldChg>
      <pc:sldChg chg="addSp delSp modSp add del mod ord">
        <pc:chgData name="musukie52@gmail.com" userId="017bd91f96aa8751" providerId="LiveId" clId="{5B2C3894-F97E-4CAB-8812-5BB4D83AAC6A}" dt="2026-10-21T02:54:11.564" v="41384" actId="47"/>
        <pc:sldMkLst>
          <pc:docMk/>
          <pc:sldMk cId="961479432" sldId="317"/>
        </pc:sldMkLst>
        <pc:spChg chg="add">
          <ac:chgData name="musukie52@gmail.com" userId="017bd91f96aa8751" providerId="LiveId" clId="{5B2C3894-F97E-4CAB-8812-5BB4D83AAC6A}" dt="2026-10-20T14:03:44.779" v="36216" actId="22"/>
          <ac:spMkLst>
            <pc:docMk/>
            <pc:sldMk cId="961479432" sldId="317"/>
            <ac:spMk id="4" creationId="{DA25BFF4-F5E5-AFBA-4DF0-12D238C94853}"/>
          </ac:spMkLst>
        </pc:spChg>
        <pc:spChg chg="del">
          <ac:chgData name="musukie52@gmail.com" userId="017bd91f96aa8751" providerId="LiveId" clId="{5B2C3894-F97E-4CAB-8812-5BB4D83AAC6A}" dt="2026-10-20T14:03:12.621" v="36203" actId="478"/>
          <ac:spMkLst>
            <pc:docMk/>
            <pc:sldMk cId="961479432" sldId="317"/>
            <ac:spMk id="7" creationId="{6A3E6F9D-2BB0-38AA-62B7-45933EC07193}"/>
          </ac:spMkLst>
        </pc:spChg>
        <pc:spChg chg="del">
          <ac:chgData name="musukie52@gmail.com" userId="017bd91f96aa8751" providerId="LiveId" clId="{5B2C3894-F97E-4CAB-8812-5BB4D83AAC6A}" dt="2026-10-20T14:03:38.452" v="36212" actId="21"/>
          <ac:spMkLst>
            <pc:docMk/>
            <pc:sldMk cId="961479432" sldId="317"/>
            <ac:spMk id="9" creationId="{B426E965-A14D-327F-4619-4E2F3F409693}"/>
          </ac:spMkLst>
        </pc:spChg>
        <pc:spChg chg="del">
          <ac:chgData name="musukie52@gmail.com" userId="017bd91f96aa8751" providerId="LiveId" clId="{5B2C3894-F97E-4CAB-8812-5BB4D83AAC6A}" dt="2026-10-20T14:03:12.621" v="36203" actId="478"/>
          <ac:spMkLst>
            <pc:docMk/>
            <pc:sldMk cId="961479432" sldId="317"/>
            <ac:spMk id="11" creationId="{1A5260CE-737D-CD1C-EE3D-E1ADD8988A9F}"/>
          </ac:spMkLst>
        </pc:spChg>
        <pc:spChg chg="add">
          <ac:chgData name="musukie52@gmail.com" userId="017bd91f96aa8751" providerId="LiveId" clId="{5B2C3894-F97E-4CAB-8812-5BB4D83AAC6A}" dt="2026-10-20T14:03:44.779" v="36216" actId="22"/>
          <ac:spMkLst>
            <pc:docMk/>
            <pc:sldMk cId="961479432" sldId="317"/>
            <ac:spMk id="12" creationId="{46DDF7BD-B8E0-BB2D-7822-9623532CCCC4}"/>
          </ac:spMkLst>
        </pc:spChg>
        <pc:spChg chg="del">
          <ac:chgData name="musukie52@gmail.com" userId="017bd91f96aa8751" providerId="LiveId" clId="{5B2C3894-F97E-4CAB-8812-5BB4D83AAC6A}" dt="2026-10-20T14:03:12.621" v="36203" actId="478"/>
          <ac:spMkLst>
            <pc:docMk/>
            <pc:sldMk cId="961479432" sldId="317"/>
            <ac:spMk id="29" creationId="{5C95CB08-8009-9057-2C72-645CA7E38B10}"/>
          </ac:spMkLst>
        </pc:spChg>
        <pc:spChg chg="del">
          <ac:chgData name="musukie52@gmail.com" userId="017bd91f96aa8751" providerId="LiveId" clId="{5B2C3894-F97E-4CAB-8812-5BB4D83AAC6A}" dt="2026-10-20T14:03:12.621" v="36203" actId="478"/>
          <ac:spMkLst>
            <pc:docMk/>
            <pc:sldMk cId="961479432" sldId="317"/>
            <ac:spMk id="31" creationId="{C12F5684-7510-DD48-5A51-DDC5D07112E8}"/>
          </ac:spMkLst>
        </pc:spChg>
        <pc:spChg chg="del">
          <ac:chgData name="musukie52@gmail.com" userId="017bd91f96aa8751" providerId="LiveId" clId="{5B2C3894-F97E-4CAB-8812-5BB4D83AAC6A}" dt="2026-10-20T14:03:38.452" v="36212" actId="21"/>
          <ac:spMkLst>
            <pc:docMk/>
            <pc:sldMk cId="961479432" sldId="317"/>
            <ac:spMk id="33" creationId="{6AA7A8C4-DF84-8491-096A-FEB9D259A1C9}"/>
          </ac:spMkLst>
        </pc:spChg>
        <pc:spChg chg="del">
          <ac:chgData name="musukie52@gmail.com" userId="017bd91f96aa8751" providerId="LiveId" clId="{5B2C3894-F97E-4CAB-8812-5BB4D83AAC6A}" dt="2026-10-20T14:03:12.621" v="36203" actId="478"/>
          <ac:spMkLst>
            <pc:docMk/>
            <pc:sldMk cId="961479432" sldId="317"/>
            <ac:spMk id="35" creationId="{783C0A06-818A-4092-B6CB-5A49BB35AA4F}"/>
          </ac:spMkLst>
        </pc:spChg>
        <pc:spChg chg="del">
          <ac:chgData name="musukie52@gmail.com" userId="017bd91f96aa8751" providerId="LiveId" clId="{5B2C3894-F97E-4CAB-8812-5BB4D83AAC6A}" dt="2026-10-20T14:03:12.621" v="36203" actId="478"/>
          <ac:spMkLst>
            <pc:docMk/>
            <pc:sldMk cId="961479432" sldId="317"/>
            <ac:spMk id="37" creationId="{6E74D741-1B97-4A5A-E95B-4FE328E26F3E}"/>
          </ac:spMkLst>
        </pc:spChg>
        <pc:spChg chg="mod">
          <ac:chgData name="musukie52@gmail.com" userId="017bd91f96aa8751" providerId="LiveId" clId="{5B2C3894-F97E-4CAB-8812-5BB4D83AAC6A}" dt="2026-10-20T14:05:29.362" v="36253" actId="20577"/>
          <ac:spMkLst>
            <pc:docMk/>
            <pc:sldMk cId="961479432" sldId="317"/>
            <ac:spMk id="44" creationId="{742F2EAE-E29A-DC41-46C8-D63558032C61}"/>
          </ac:spMkLst>
        </pc:spChg>
        <pc:picChg chg="add">
          <ac:chgData name="musukie52@gmail.com" userId="017bd91f96aa8751" providerId="LiveId" clId="{5B2C3894-F97E-4CAB-8812-5BB4D83AAC6A}" dt="2026-10-20T14:03:44.779" v="36216" actId="22"/>
          <ac:picMkLst>
            <pc:docMk/>
            <pc:sldMk cId="961479432" sldId="317"/>
            <ac:picMk id="8" creationId="{8E5E7E07-E74A-D8CA-C34F-E73249D71214}"/>
          </ac:picMkLst>
        </pc:picChg>
        <pc:picChg chg="del">
          <ac:chgData name="musukie52@gmail.com" userId="017bd91f96aa8751" providerId="LiveId" clId="{5B2C3894-F97E-4CAB-8812-5BB4D83AAC6A}" dt="2026-10-20T14:03:12.621" v="36203" actId="478"/>
          <ac:picMkLst>
            <pc:docMk/>
            <pc:sldMk cId="961479432" sldId="317"/>
            <ac:picMk id="21" creationId="{2FA23B3C-13CE-B4A2-FAD3-A722592B3E99}"/>
          </ac:picMkLst>
        </pc:picChg>
        <pc:picChg chg="del">
          <ac:chgData name="musukie52@gmail.com" userId="017bd91f96aa8751" providerId="LiveId" clId="{5B2C3894-F97E-4CAB-8812-5BB4D83AAC6A}" dt="2026-10-20T14:03:38.452" v="36212" actId="21"/>
          <ac:picMkLst>
            <pc:docMk/>
            <pc:sldMk cId="961479432" sldId="317"/>
            <ac:picMk id="23" creationId="{3E97EDC0-1218-78AB-F9BE-D92325EC3955}"/>
          </ac:picMkLst>
        </pc:picChg>
        <pc:picChg chg="del">
          <ac:chgData name="musukie52@gmail.com" userId="017bd91f96aa8751" providerId="LiveId" clId="{5B2C3894-F97E-4CAB-8812-5BB4D83AAC6A}" dt="2026-10-20T14:03:12.621" v="36203" actId="478"/>
          <ac:picMkLst>
            <pc:docMk/>
            <pc:sldMk cId="961479432" sldId="317"/>
            <ac:picMk id="25" creationId="{693ACBC1-95F7-EA16-60F9-735D0B5735FF}"/>
          </ac:picMkLst>
        </pc:picChg>
        <pc:picChg chg="del">
          <ac:chgData name="musukie52@gmail.com" userId="017bd91f96aa8751" providerId="LiveId" clId="{5B2C3894-F97E-4CAB-8812-5BB4D83AAC6A}" dt="2026-10-20T14:03:12.621" v="36203" actId="478"/>
          <ac:picMkLst>
            <pc:docMk/>
            <pc:sldMk cId="961479432" sldId="317"/>
            <ac:picMk id="27" creationId="{56ADB652-C5C5-2AB6-B040-B36D126D6509}"/>
          </ac:picMkLst>
        </pc:picChg>
        <pc:cxnChg chg="mod">
          <ac:chgData name="musukie52@gmail.com" userId="017bd91f96aa8751" providerId="LiveId" clId="{5B2C3894-F97E-4CAB-8812-5BB4D83AAC6A}" dt="2026-10-20T14:05:29.362" v="36253" actId="20577"/>
          <ac:cxnSpMkLst>
            <pc:docMk/>
            <pc:sldMk cId="961479432" sldId="317"/>
            <ac:cxnSpMk id="46" creationId="{9BF38932-85C3-4A8A-2BD7-01C3E6B5FB43}"/>
          </ac:cxnSpMkLst>
        </pc:cxnChg>
      </pc:sldChg>
      <pc:sldChg chg="addSp delSp modSp add del mod">
        <pc:chgData name="musukie52@gmail.com" userId="017bd91f96aa8751" providerId="LiveId" clId="{5B2C3894-F97E-4CAB-8812-5BB4D83AAC6A}" dt="2026-10-21T02:54:11.564" v="41384" actId="47"/>
        <pc:sldMkLst>
          <pc:docMk/>
          <pc:sldMk cId="3592352639" sldId="318"/>
        </pc:sldMkLst>
        <pc:spChg chg="del">
          <ac:chgData name="musukie52@gmail.com" userId="017bd91f96aa8751" providerId="LiveId" clId="{5B2C3894-F97E-4CAB-8812-5BB4D83AAC6A}" dt="2026-10-20T14:03:17.542" v="36204" actId="478"/>
          <ac:spMkLst>
            <pc:docMk/>
            <pc:sldMk cId="3592352639" sldId="318"/>
            <ac:spMk id="7" creationId="{B00346F5-4C1D-DEA5-DAE0-BD0E71D853D2}"/>
          </ac:spMkLst>
        </pc:spChg>
        <pc:spChg chg="add">
          <ac:chgData name="musukie52@gmail.com" userId="017bd91f96aa8751" providerId="LiveId" clId="{5B2C3894-F97E-4CAB-8812-5BB4D83AAC6A}" dt="2026-10-20T14:03:57.397" v="36222" actId="22"/>
          <ac:spMkLst>
            <pc:docMk/>
            <pc:sldMk cId="3592352639" sldId="318"/>
            <ac:spMk id="8" creationId="{AA3AFF80-8E9F-34F3-898D-4608F7584626}"/>
          </ac:spMkLst>
        </pc:spChg>
        <pc:spChg chg="del">
          <ac:chgData name="musukie52@gmail.com" userId="017bd91f96aa8751" providerId="LiveId" clId="{5B2C3894-F97E-4CAB-8812-5BB4D83AAC6A}" dt="2026-10-20T14:03:17.542" v="36204" actId="478"/>
          <ac:spMkLst>
            <pc:docMk/>
            <pc:sldMk cId="3592352639" sldId="318"/>
            <ac:spMk id="9" creationId="{D4C0D9D1-FEF9-AA04-9846-CB3E0B9EDFD4}"/>
          </ac:spMkLst>
        </pc:spChg>
        <pc:spChg chg="del">
          <ac:chgData name="musukie52@gmail.com" userId="017bd91f96aa8751" providerId="LiveId" clId="{5B2C3894-F97E-4CAB-8812-5BB4D83AAC6A}" dt="2026-10-20T14:03:19.470" v="36205" actId="478"/>
          <ac:spMkLst>
            <pc:docMk/>
            <pc:sldMk cId="3592352639" sldId="318"/>
            <ac:spMk id="11" creationId="{7DDF2826-9B50-D549-E24D-AF4F824A2EC1}"/>
          </ac:spMkLst>
        </pc:spChg>
        <pc:spChg chg="add">
          <ac:chgData name="musukie52@gmail.com" userId="017bd91f96aa8751" providerId="LiveId" clId="{5B2C3894-F97E-4CAB-8812-5BB4D83AAC6A}" dt="2026-10-20T14:03:57.397" v="36222" actId="22"/>
          <ac:spMkLst>
            <pc:docMk/>
            <pc:sldMk cId="3592352639" sldId="318"/>
            <ac:spMk id="12" creationId="{04C38A76-B981-DC17-1E66-1FDAC5A17A09}"/>
          </ac:spMkLst>
        </pc:spChg>
        <pc:spChg chg="del">
          <ac:chgData name="musukie52@gmail.com" userId="017bd91f96aa8751" providerId="LiveId" clId="{5B2C3894-F97E-4CAB-8812-5BB4D83AAC6A}" dt="2026-10-20T14:03:48.734" v="36217" actId="21"/>
          <ac:spMkLst>
            <pc:docMk/>
            <pc:sldMk cId="3592352639" sldId="318"/>
            <ac:spMk id="29" creationId="{460515AE-EB8E-A8B7-BD62-B47D3E528B19}"/>
          </ac:spMkLst>
        </pc:spChg>
        <pc:spChg chg="del">
          <ac:chgData name="musukie52@gmail.com" userId="017bd91f96aa8751" providerId="LiveId" clId="{5B2C3894-F97E-4CAB-8812-5BB4D83AAC6A}" dt="2026-10-20T14:03:17.542" v="36204" actId="478"/>
          <ac:spMkLst>
            <pc:docMk/>
            <pc:sldMk cId="3592352639" sldId="318"/>
            <ac:spMk id="31" creationId="{94B46671-4C8D-F51C-8508-D1E7184D42EA}"/>
          </ac:spMkLst>
        </pc:spChg>
        <pc:spChg chg="del">
          <ac:chgData name="musukie52@gmail.com" userId="017bd91f96aa8751" providerId="LiveId" clId="{5B2C3894-F97E-4CAB-8812-5BB4D83AAC6A}" dt="2026-10-20T14:03:17.542" v="36204" actId="478"/>
          <ac:spMkLst>
            <pc:docMk/>
            <pc:sldMk cId="3592352639" sldId="318"/>
            <ac:spMk id="33" creationId="{E202030A-B13B-2969-613F-F09EA6559761}"/>
          </ac:spMkLst>
        </pc:spChg>
        <pc:spChg chg="del">
          <ac:chgData name="musukie52@gmail.com" userId="017bd91f96aa8751" providerId="LiveId" clId="{5B2C3894-F97E-4CAB-8812-5BB4D83AAC6A}" dt="2026-10-20T14:03:48.734" v="36217" actId="21"/>
          <ac:spMkLst>
            <pc:docMk/>
            <pc:sldMk cId="3592352639" sldId="318"/>
            <ac:spMk id="35" creationId="{377EA383-412F-415A-5D7D-A7301A0A9B04}"/>
          </ac:spMkLst>
        </pc:spChg>
        <pc:spChg chg="del">
          <ac:chgData name="musukie52@gmail.com" userId="017bd91f96aa8751" providerId="LiveId" clId="{5B2C3894-F97E-4CAB-8812-5BB4D83AAC6A}" dt="2026-10-20T14:03:19.470" v="36205" actId="478"/>
          <ac:spMkLst>
            <pc:docMk/>
            <pc:sldMk cId="3592352639" sldId="318"/>
            <ac:spMk id="37" creationId="{CFC24377-1773-9B13-98D5-C5BDB62F6C7E}"/>
          </ac:spMkLst>
        </pc:spChg>
        <pc:spChg chg="mod">
          <ac:chgData name="musukie52@gmail.com" userId="017bd91f96aa8751" providerId="LiveId" clId="{5B2C3894-F97E-4CAB-8812-5BB4D83AAC6A}" dt="2026-10-20T14:05:33.229" v="36255" actId="20577"/>
          <ac:spMkLst>
            <pc:docMk/>
            <pc:sldMk cId="3592352639" sldId="318"/>
            <ac:spMk id="44" creationId="{46CFA807-5988-C7F0-EA2C-E549EFCBD776}"/>
          </ac:spMkLst>
        </pc:spChg>
        <pc:picChg chg="add">
          <ac:chgData name="musukie52@gmail.com" userId="017bd91f96aa8751" providerId="LiveId" clId="{5B2C3894-F97E-4CAB-8812-5BB4D83AAC6A}" dt="2026-10-20T14:03:57.397" v="36222" actId="22"/>
          <ac:picMkLst>
            <pc:docMk/>
            <pc:sldMk cId="3592352639" sldId="318"/>
            <ac:picMk id="4" creationId="{AB7EC83C-73AE-3BFB-DD41-E0F3B622291F}"/>
          </ac:picMkLst>
        </pc:picChg>
        <pc:picChg chg="del">
          <ac:chgData name="musukie52@gmail.com" userId="017bd91f96aa8751" providerId="LiveId" clId="{5B2C3894-F97E-4CAB-8812-5BB4D83AAC6A}" dt="2026-10-20T14:03:48.734" v="36217" actId="21"/>
          <ac:picMkLst>
            <pc:docMk/>
            <pc:sldMk cId="3592352639" sldId="318"/>
            <ac:picMk id="21" creationId="{A78B3CAA-C57B-6835-957D-8E23F6751F3B}"/>
          </ac:picMkLst>
        </pc:picChg>
        <pc:picChg chg="del">
          <ac:chgData name="musukie52@gmail.com" userId="017bd91f96aa8751" providerId="LiveId" clId="{5B2C3894-F97E-4CAB-8812-5BB4D83AAC6A}" dt="2026-10-20T14:03:17.542" v="36204" actId="478"/>
          <ac:picMkLst>
            <pc:docMk/>
            <pc:sldMk cId="3592352639" sldId="318"/>
            <ac:picMk id="23" creationId="{33B291CF-CD08-C272-BA14-3DA5F5466970}"/>
          </ac:picMkLst>
        </pc:picChg>
        <pc:picChg chg="del">
          <ac:chgData name="musukie52@gmail.com" userId="017bd91f96aa8751" providerId="LiveId" clId="{5B2C3894-F97E-4CAB-8812-5BB4D83AAC6A}" dt="2026-10-20T14:03:19.470" v="36205" actId="478"/>
          <ac:picMkLst>
            <pc:docMk/>
            <pc:sldMk cId="3592352639" sldId="318"/>
            <ac:picMk id="25" creationId="{850EA9B6-F83D-A74A-6611-1DA370B3D8DB}"/>
          </ac:picMkLst>
        </pc:picChg>
        <pc:picChg chg="del">
          <ac:chgData name="musukie52@gmail.com" userId="017bd91f96aa8751" providerId="LiveId" clId="{5B2C3894-F97E-4CAB-8812-5BB4D83AAC6A}" dt="2026-10-20T14:03:17.542" v="36204" actId="478"/>
          <ac:picMkLst>
            <pc:docMk/>
            <pc:sldMk cId="3592352639" sldId="318"/>
            <ac:picMk id="27" creationId="{179CB4A3-B7D4-A987-7A5C-81E00BCC2737}"/>
          </ac:picMkLst>
        </pc:picChg>
        <pc:cxnChg chg="mod">
          <ac:chgData name="musukie52@gmail.com" userId="017bd91f96aa8751" providerId="LiveId" clId="{5B2C3894-F97E-4CAB-8812-5BB4D83AAC6A}" dt="2026-10-20T14:05:33.229" v="36255" actId="20577"/>
          <ac:cxnSpMkLst>
            <pc:docMk/>
            <pc:sldMk cId="3592352639" sldId="318"/>
            <ac:cxnSpMk id="46" creationId="{DC1AB424-F297-BD2A-AF84-CAA3BE35F5DD}"/>
          </ac:cxnSpMkLst>
        </pc:cxnChg>
      </pc:sldChg>
      <pc:sldChg chg="addSp delSp modSp new del mod">
        <pc:chgData name="musukie52@gmail.com" userId="017bd91f96aa8751" providerId="LiveId" clId="{5B2C3894-F97E-4CAB-8812-5BB4D83AAC6A}" dt="2026-10-20T15:44:12.655" v="39524" actId="47"/>
        <pc:sldMkLst>
          <pc:docMk/>
          <pc:sldMk cId="1774470225" sldId="319"/>
        </pc:sldMkLst>
        <pc:spChg chg="del">
          <ac:chgData name="musukie52@gmail.com" userId="017bd91f96aa8751" providerId="LiveId" clId="{5B2C3894-F97E-4CAB-8812-5BB4D83AAC6A}" dt="2026-10-20T14:06:45.720" v="36273" actId="478"/>
          <ac:spMkLst>
            <pc:docMk/>
            <pc:sldMk cId="1774470225" sldId="319"/>
            <ac:spMk id="2" creationId="{2BFA4132-7046-C45C-627D-E04B70B910FF}"/>
          </ac:spMkLst>
        </pc:spChg>
        <pc:spChg chg="del">
          <ac:chgData name="musukie52@gmail.com" userId="017bd91f96aa8751" providerId="LiveId" clId="{5B2C3894-F97E-4CAB-8812-5BB4D83AAC6A}" dt="2026-10-20T14:06:45.720" v="36273" actId="478"/>
          <ac:spMkLst>
            <pc:docMk/>
            <pc:sldMk cId="1774470225" sldId="319"/>
            <ac:spMk id="3" creationId="{059832AE-9396-D2CC-A446-D9CB8E855329}"/>
          </ac:spMkLst>
        </pc:spChg>
        <pc:spChg chg="add mod">
          <ac:chgData name="musukie52@gmail.com" userId="017bd91f96aa8751" providerId="LiveId" clId="{5B2C3894-F97E-4CAB-8812-5BB4D83AAC6A}" dt="2026-10-20T14:07:25.943" v="36282" actId="1076"/>
          <ac:spMkLst>
            <pc:docMk/>
            <pc:sldMk cId="1774470225" sldId="319"/>
            <ac:spMk id="7" creationId="{C93E27E6-4533-712C-1814-A1774B07D8F8}"/>
          </ac:spMkLst>
        </pc:spChg>
        <pc:picChg chg="add del mod modCrop">
          <ac:chgData name="musukie52@gmail.com" userId="017bd91f96aa8751" providerId="LiveId" clId="{5B2C3894-F97E-4CAB-8812-5BB4D83AAC6A}" dt="2026-10-20T14:07:26.705" v="36283" actId="21"/>
          <ac:picMkLst>
            <pc:docMk/>
            <pc:sldMk cId="1774470225" sldId="319"/>
            <ac:picMk id="5" creationId="{C8D6782B-70B0-632F-2251-89461D95EC99}"/>
          </ac:picMkLst>
        </pc:picChg>
      </pc:sldChg>
      <pc:sldChg chg="addSp delSp modSp new del mod">
        <pc:chgData name="musukie52@gmail.com" userId="017bd91f96aa8751" providerId="LiveId" clId="{5B2C3894-F97E-4CAB-8812-5BB4D83AAC6A}" dt="2026-10-20T15:44:09.557" v="39523" actId="47"/>
        <pc:sldMkLst>
          <pc:docMk/>
          <pc:sldMk cId="3087682074" sldId="320"/>
        </pc:sldMkLst>
        <pc:spChg chg="del">
          <ac:chgData name="musukie52@gmail.com" userId="017bd91f96aa8751" providerId="LiveId" clId="{5B2C3894-F97E-4CAB-8812-5BB4D83AAC6A}" dt="2026-10-20T15:05:50.368" v="38607" actId="478"/>
          <ac:spMkLst>
            <pc:docMk/>
            <pc:sldMk cId="3087682074" sldId="320"/>
            <ac:spMk id="2" creationId="{6F19F7CA-FB50-582E-9C44-BC96DAB0D562}"/>
          </ac:spMkLst>
        </pc:spChg>
        <pc:spChg chg="del">
          <ac:chgData name="musukie52@gmail.com" userId="017bd91f96aa8751" providerId="LiveId" clId="{5B2C3894-F97E-4CAB-8812-5BB4D83AAC6A}" dt="2026-10-20T15:05:50.368" v="38607" actId="478"/>
          <ac:spMkLst>
            <pc:docMk/>
            <pc:sldMk cId="3087682074" sldId="320"/>
            <ac:spMk id="3" creationId="{FB901AC0-420C-4E44-7595-EF9EC7CB5FEF}"/>
          </ac:spMkLst>
        </pc:spChg>
        <pc:spChg chg="add del">
          <ac:chgData name="musukie52@gmail.com" userId="017bd91f96aa8751" providerId="LiveId" clId="{5B2C3894-F97E-4CAB-8812-5BB4D83AAC6A}" dt="2026-10-20T15:06:15.305" v="38620" actId="21"/>
          <ac:spMkLst>
            <pc:docMk/>
            <pc:sldMk cId="3087682074" sldId="320"/>
            <ac:spMk id="5" creationId="{3BE164F6-12CE-83BB-07FD-0456F2476B21}"/>
          </ac:spMkLst>
        </pc:spChg>
        <pc:spChg chg="add del mod">
          <ac:chgData name="musukie52@gmail.com" userId="017bd91f96aa8751" providerId="LiveId" clId="{5B2C3894-F97E-4CAB-8812-5BB4D83AAC6A}" dt="2026-10-20T15:06:15.305" v="38620" actId="21"/>
          <ac:spMkLst>
            <pc:docMk/>
            <pc:sldMk cId="3087682074" sldId="320"/>
            <ac:spMk id="7" creationId="{55BD339C-20DE-3BFA-1656-E0CB4CD77525}"/>
          </ac:spMkLst>
        </pc:spChg>
        <pc:spChg chg="add del mod">
          <ac:chgData name="musukie52@gmail.com" userId="017bd91f96aa8751" providerId="LiveId" clId="{5B2C3894-F97E-4CAB-8812-5BB4D83AAC6A}" dt="2026-10-20T15:06:15.305" v="38620" actId="21"/>
          <ac:spMkLst>
            <pc:docMk/>
            <pc:sldMk cId="3087682074" sldId="320"/>
            <ac:spMk id="9" creationId="{B1530456-9A9D-DD36-B7E7-B01DDA18781C}"/>
          </ac:spMkLst>
        </pc:spChg>
        <pc:spChg chg="add del">
          <ac:chgData name="musukie52@gmail.com" userId="017bd91f96aa8751" providerId="LiveId" clId="{5B2C3894-F97E-4CAB-8812-5BB4D83AAC6A}" dt="2026-10-20T15:06:15.305" v="38620" actId="21"/>
          <ac:spMkLst>
            <pc:docMk/>
            <pc:sldMk cId="3087682074" sldId="320"/>
            <ac:spMk id="11" creationId="{1CEBF643-9F88-CD22-090D-7893982E5650}"/>
          </ac:spMkLst>
        </pc:spChg>
        <pc:spChg chg="add del">
          <ac:chgData name="musukie52@gmail.com" userId="017bd91f96aa8751" providerId="LiveId" clId="{5B2C3894-F97E-4CAB-8812-5BB4D83AAC6A}" dt="2026-10-20T15:08:14.575" v="38680" actId="21"/>
          <ac:spMkLst>
            <pc:docMk/>
            <pc:sldMk cId="3087682074" sldId="320"/>
            <ac:spMk id="13" creationId="{2AF982CF-759A-1541-30B6-342AD965A8F1}"/>
          </ac:spMkLst>
        </pc:spChg>
        <pc:spChg chg="add del">
          <ac:chgData name="musukie52@gmail.com" userId="017bd91f96aa8751" providerId="LiveId" clId="{5B2C3894-F97E-4CAB-8812-5BB4D83AAC6A}" dt="2026-10-20T15:08:14.575" v="38680" actId="21"/>
          <ac:spMkLst>
            <pc:docMk/>
            <pc:sldMk cId="3087682074" sldId="320"/>
            <ac:spMk id="15" creationId="{801BD61D-02A3-1469-7561-61B05A34FFDE}"/>
          </ac:spMkLst>
        </pc:spChg>
        <pc:spChg chg="add del">
          <ac:chgData name="musukie52@gmail.com" userId="017bd91f96aa8751" providerId="LiveId" clId="{5B2C3894-F97E-4CAB-8812-5BB4D83AAC6A}" dt="2026-10-20T15:08:14.575" v="38680" actId="21"/>
          <ac:spMkLst>
            <pc:docMk/>
            <pc:sldMk cId="3087682074" sldId="320"/>
            <ac:spMk id="17" creationId="{2EC3DFBB-F4DD-8C3E-16DB-A261C5A3907F}"/>
          </ac:spMkLst>
        </pc:spChg>
        <pc:spChg chg="add del">
          <ac:chgData name="musukie52@gmail.com" userId="017bd91f96aa8751" providerId="LiveId" clId="{5B2C3894-F97E-4CAB-8812-5BB4D83AAC6A}" dt="2026-10-20T15:08:14.575" v="38680" actId="21"/>
          <ac:spMkLst>
            <pc:docMk/>
            <pc:sldMk cId="3087682074" sldId="320"/>
            <ac:spMk id="19" creationId="{BD38E3EB-41AD-8948-F4CD-A388273AA28B}"/>
          </ac:spMkLst>
        </pc:spChg>
        <pc:spChg chg="add del mod">
          <ac:chgData name="musukie52@gmail.com" userId="017bd91f96aa8751" providerId="LiveId" clId="{5B2C3894-F97E-4CAB-8812-5BB4D83AAC6A}" dt="2026-10-20T15:08:14.575" v="38680" actId="21"/>
          <ac:spMkLst>
            <pc:docMk/>
            <pc:sldMk cId="3087682074" sldId="320"/>
            <ac:spMk id="21" creationId="{6C32A6C5-955A-2F48-8B75-BD43AD6E06DA}"/>
          </ac:spMkLst>
        </pc:spChg>
        <pc:spChg chg="add del mod">
          <ac:chgData name="musukie52@gmail.com" userId="017bd91f96aa8751" providerId="LiveId" clId="{5B2C3894-F97E-4CAB-8812-5BB4D83AAC6A}" dt="2026-10-20T15:08:14.575" v="38680" actId="21"/>
          <ac:spMkLst>
            <pc:docMk/>
            <pc:sldMk cId="3087682074" sldId="320"/>
            <ac:spMk id="23" creationId="{B4E92C6A-C303-4865-26DC-A9F19F005CB1}"/>
          </ac:spMkLst>
        </pc:spChg>
        <pc:spChg chg="add del mod">
          <ac:chgData name="musukie52@gmail.com" userId="017bd91f96aa8751" providerId="LiveId" clId="{5B2C3894-F97E-4CAB-8812-5BB4D83AAC6A}" dt="2026-10-20T15:08:14.575" v="38680" actId="21"/>
          <ac:spMkLst>
            <pc:docMk/>
            <pc:sldMk cId="3087682074" sldId="320"/>
            <ac:spMk id="25" creationId="{D721AABC-022F-90A1-058D-5B691F1BD6B0}"/>
          </ac:spMkLst>
        </pc:spChg>
        <pc:spChg chg="add del">
          <ac:chgData name="musukie52@gmail.com" userId="017bd91f96aa8751" providerId="LiveId" clId="{5B2C3894-F97E-4CAB-8812-5BB4D83AAC6A}" dt="2026-10-20T15:09:17.136" v="38694" actId="21"/>
          <ac:spMkLst>
            <pc:docMk/>
            <pc:sldMk cId="3087682074" sldId="320"/>
            <ac:spMk id="27" creationId="{2AB9D6E8-21B0-AFA0-C64A-A1C73EDED620}"/>
          </ac:spMkLst>
        </pc:spChg>
        <pc:spChg chg="add del mod">
          <ac:chgData name="musukie52@gmail.com" userId="017bd91f96aa8751" providerId="LiveId" clId="{5B2C3894-F97E-4CAB-8812-5BB4D83AAC6A}" dt="2026-10-20T15:09:17.136" v="38694" actId="21"/>
          <ac:spMkLst>
            <pc:docMk/>
            <pc:sldMk cId="3087682074" sldId="320"/>
            <ac:spMk id="29" creationId="{B3BC6D88-A51A-12A3-7B67-A6DE372EE864}"/>
          </ac:spMkLst>
        </pc:spChg>
        <pc:spChg chg="add del mod">
          <ac:chgData name="musukie52@gmail.com" userId="017bd91f96aa8751" providerId="LiveId" clId="{5B2C3894-F97E-4CAB-8812-5BB4D83AAC6A}" dt="2026-10-20T15:09:06.698" v="38690" actId="21"/>
          <ac:spMkLst>
            <pc:docMk/>
            <pc:sldMk cId="3087682074" sldId="320"/>
            <ac:spMk id="31" creationId="{0464B1C1-964F-A282-AF79-C6CB42CEC85C}"/>
          </ac:spMkLst>
        </pc:spChg>
        <pc:spChg chg="add del mod">
          <ac:chgData name="musukie52@gmail.com" userId="017bd91f96aa8751" providerId="LiveId" clId="{5B2C3894-F97E-4CAB-8812-5BB4D83AAC6A}" dt="2026-10-20T15:09:06.698" v="38690" actId="21"/>
          <ac:spMkLst>
            <pc:docMk/>
            <pc:sldMk cId="3087682074" sldId="320"/>
            <ac:spMk id="33" creationId="{2CAEEDB3-352C-73DD-C513-D94E7E9F3F3D}"/>
          </ac:spMkLst>
        </pc:spChg>
        <pc:spChg chg="add del mod">
          <ac:chgData name="musukie52@gmail.com" userId="017bd91f96aa8751" providerId="LiveId" clId="{5B2C3894-F97E-4CAB-8812-5BB4D83AAC6A}" dt="2026-10-20T15:09:17.136" v="38694" actId="21"/>
          <ac:spMkLst>
            <pc:docMk/>
            <pc:sldMk cId="3087682074" sldId="320"/>
            <ac:spMk id="35" creationId="{5B3950BB-7FBD-8723-F3F0-F8EBC569C3F8}"/>
          </ac:spMkLst>
        </pc:spChg>
        <pc:spChg chg="add del mod">
          <ac:chgData name="musukie52@gmail.com" userId="017bd91f96aa8751" providerId="LiveId" clId="{5B2C3894-F97E-4CAB-8812-5BB4D83AAC6A}" dt="2026-10-20T15:09:17.136" v="38694" actId="21"/>
          <ac:spMkLst>
            <pc:docMk/>
            <pc:sldMk cId="3087682074" sldId="320"/>
            <ac:spMk id="37" creationId="{43294B21-AB08-8C32-EBD8-08BDC9125E4C}"/>
          </ac:spMkLst>
        </pc:spChg>
        <pc:spChg chg="add del">
          <ac:chgData name="musukie52@gmail.com" userId="017bd91f96aa8751" providerId="LiveId" clId="{5B2C3894-F97E-4CAB-8812-5BB4D83AAC6A}" dt="2026-10-20T15:09:57.049" v="38707" actId="21"/>
          <ac:spMkLst>
            <pc:docMk/>
            <pc:sldMk cId="3087682074" sldId="320"/>
            <ac:spMk id="39" creationId="{0C66B113-9CC6-7035-78E1-55B350EBC29B}"/>
          </ac:spMkLst>
        </pc:spChg>
        <pc:spChg chg="add del mod">
          <ac:chgData name="musukie52@gmail.com" userId="017bd91f96aa8751" providerId="LiveId" clId="{5B2C3894-F97E-4CAB-8812-5BB4D83AAC6A}" dt="2026-10-20T15:09:57.049" v="38707" actId="21"/>
          <ac:spMkLst>
            <pc:docMk/>
            <pc:sldMk cId="3087682074" sldId="320"/>
            <ac:spMk id="41" creationId="{6A53D159-D8FC-A609-E8D1-98DD576B0713}"/>
          </ac:spMkLst>
        </pc:spChg>
        <pc:spChg chg="add del">
          <ac:chgData name="musukie52@gmail.com" userId="017bd91f96aa8751" providerId="LiveId" clId="{5B2C3894-F97E-4CAB-8812-5BB4D83AAC6A}" dt="2026-10-20T15:09:41.558" v="38700" actId="21"/>
          <ac:spMkLst>
            <pc:docMk/>
            <pc:sldMk cId="3087682074" sldId="320"/>
            <ac:spMk id="43" creationId="{5BA02095-1778-F4D0-DC62-FD3C90B365FD}"/>
          </ac:spMkLst>
        </pc:spChg>
        <pc:spChg chg="add del">
          <ac:chgData name="musukie52@gmail.com" userId="017bd91f96aa8751" providerId="LiveId" clId="{5B2C3894-F97E-4CAB-8812-5BB4D83AAC6A}" dt="2026-10-20T15:09:41.558" v="38700" actId="21"/>
          <ac:spMkLst>
            <pc:docMk/>
            <pc:sldMk cId="3087682074" sldId="320"/>
            <ac:spMk id="45" creationId="{909DB2DF-96E8-EC10-48E1-149D05D04D3F}"/>
          </ac:spMkLst>
        </pc:spChg>
        <pc:spChg chg="add del mod">
          <ac:chgData name="musukie52@gmail.com" userId="017bd91f96aa8751" providerId="LiveId" clId="{5B2C3894-F97E-4CAB-8812-5BB4D83AAC6A}" dt="2026-10-20T15:09:57.049" v="38707" actId="21"/>
          <ac:spMkLst>
            <pc:docMk/>
            <pc:sldMk cId="3087682074" sldId="320"/>
            <ac:spMk id="47" creationId="{4848E607-66A4-D530-C5B0-FE2775099263}"/>
          </ac:spMkLst>
        </pc:spChg>
        <pc:spChg chg="add del mod">
          <ac:chgData name="musukie52@gmail.com" userId="017bd91f96aa8751" providerId="LiveId" clId="{5B2C3894-F97E-4CAB-8812-5BB4D83AAC6A}" dt="2026-10-20T15:09:57.049" v="38707" actId="21"/>
          <ac:spMkLst>
            <pc:docMk/>
            <pc:sldMk cId="3087682074" sldId="320"/>
            <ac:spMk id="49" creationId="{200A2F31-6E3C-D82C-9DB6-50964E5A1B83}"/>
          </ac:spMkLst>
        </pc:spChg>
        <pc:spChg chg="add del">
          <ac:chgData name="musukie52@gmail.com" userId="017bd91f96aa8751" providerId="LiveId" clId="{5B2C3894-F97E-4CAB-8812-5BB4D83AAC6A}" dt="2026-10-20T15:24:20.131" v="39048" actId="21"/>
          <ac:spMkLst>
            <pc:docMk/>
            <pc:sldMk cId="3087682074" sldId="320"/>
            <ac:spMk id="51" creationId="{02C6B16D-D25C-18DF-64DC-481000635BBB}"/>
          </ac:spMkLst>
        </pc:spChg>
        <pc:spChg chg="add del mod">
          <ac:chgData name="musukie52@gmail.com" userId="017bd91f96aa8751" providerId="LiveId" clId="{5B2C3894-F97E-4CAB-8812-5BB4D83AAC6A}" dt="2026-10-20T15:24:20.131" v="39048" actId="21"/>
          <ac:spMkLst>
            <pc:docMk/>
            <pc:sldMk cId="3087682074" sldId="320"/>
            <ac:spMk id="53" creationId="{C43CC4E4-665F-BCAE-E347-5EAE78A2C29B}"/>
          </ac:spMkLst>
        </pc:spChg>
        <pc:spChg chg="add del mod">
          <ac:chgData name="musukie52@gmail.com" userId="017bd91f96aa8751" providerId="LiveId" clId="{5B2C3894-F97E-4CAB-8812-5BB4D83AAC6A}" dt="2026-10-20T15:32:05.098" v="39377" actId="21"/>
          <ac:spMkLst>
            <pc:docMk/>
            <pc:sldMk cId="3087682074" sldId="320"/>
            <ac:spMk id="58" creationId="{E6223933-85D0-068A-523B-7B804BDC6A5C}"/>
          </ac:spMkLst>
        </pc:spChg>
        <pc:spChg chg="add del mod">
          <ac:chgData name="musukie52@gmail.com" userId="017bd91f96aa8751" providerId="LiveId" clId="{5B2C3894-F97E-4CAB-8812-5BB4D83AAC6A}" dt="2026-10-20T15:32:03.051" v="39376" actId="478"/>
          <ac:spMkLst>
            <pc:docMk/>
            <pc:sldMk cId="3087682074" sldId="320"/>
            <ac:spMk id="60" creationId="{109B8DB5-919E-4DF0-35A8-CC1E2140DEB1}"/>
          </ac:spMkLst>
        </pc:spChg>
        <pc:spChg chg="add del">
          <ac:chgData name="musukie52@gmail.com" userId="017bd91f96aa8751" providerId="LiveId" clId="{5B2C3894-F97E-4CAB-8812-5BB4D83AAC6A}" dt="2026-10-20T15:40:05.230" v="39450" actId="21"/>
          <ac:spMkLst>
            <pc:docMk/>
            <pc:sldMk cId="3087682074" sldId="320"/>
            <ac:spMk id="64" creationId="{DA06DEA0-6508-F0C8-D95C-4E6C4303D1BB}"/>
          </ac:spMkLst>
        </pc:spChg>
        <pc:spChg chg="add del">
          <ac:chgData name="musukie52@gmail.com" userId="017bd91f96aa8751" providerId="LiveId" clId="{5B2C3894-F97E-4CAB-8812-5BB4D83AAC6A}" dt="2026-10-20T15:40:05.230" v="39450" actId="21"/>
          <ac:spMkLst>
            <pc:docMk/>
            <pc:sldMk cId="3087682074" sldId="320"/>
            <ac:spMk id="66" creationId="{8B870B26-FC08-4CC9-46ED-66831D0B8FE2}"/>
          </ac:spMkLst>
        </pc:spChg>
        <pc:spChg chg="add del mod">
          <ac:chgData name="musukie52@gmail.com" userId="017bd91f96aa8751" providerId="LiveId" clId="{5B2C3894-F97E-4CAB-8812-5BB4D83AAC6A}" dt="2026-10-20T15:43:44.571" v="39517" actId="22"/>
          <ac:spMkLst>
            <pc:docMk/>
            <pc:sldMk cId="3087682074" sldId="320"/>
            <ac:spMk id="70" creationId="{A45C6D56-3479-16FA-7058-2D9A911B0563}"/>
          </ac:spMkLst>
        </pc:spChg>
        <pc:spChg chg="add del mod">
          <ac:chgData name="musukie52@gmail.com" userId="017bd91f96aa8751" providerId="LiveId" clId="{5B2C3894-F97E-4CAB-8812-5BB4D83AAC6A}" dt="2026-10-20T15:43:44.571" v="39517" actId="22"/>
          <ac:spMkLst>
            <pc:docMk/>
            <pc:sldMk cId="3087682074" sldId="320"/>
            <ac:spMk id="72" creationId="{CB976D74-F15F-359D-727F-144C3DF979EB}"/>
          </ac:spMkLst>
        </pc:spChg>
        <pc:spChg chg="add del">
          <ac:chgData name="musukie52@gmail.com" userId="017bd91f96aa8751" providerId="LiveId" clId="{5B2C3894-F97E-4CAB-8812-5BB4D83AAC6A}" dt="2026-10-20T15:43:44.571" v="39517" actId="22"/>
          <ac:spMkLst>
            <pc:docMk/>
            <pc:sldMk cId="3087682074" sldId="320"/>
            <ac:spMk id="74" creationId="{36F27FE9-0C75-6727-2D80-401484747DD0}"/>
          </ac:spMkLst>
        </pc:spChg>
        <pc:spChg chg="add del mod">
          <ac:chgData name="musukie52@gmail.com" userId="017bd91f96aa8751" providerId="LiveId" clId="{5B2C3894-F97E-4CAB-8812-5BB4D83AAC6A}" dt="2026-10-20T15:43:44.571" v="39517" actId="22"/>
          <ac:spMkLst>
            <pc:docMk/>
            <pc:sldMk cId="3087682074" sldId="320"/>
            <ac:spMk id="76" creationId="{1292267B-72B2-FD39-7FE8-5F3C120316A9}"/>
          </ac:spMkLst>
        </pc:spChg>
        <pc:spChg chg="add del mod">
          <ac:chgData name="musukie52@gmail.com" userId="017bd91f96aa8751" providerId="LiveId" clId="{5B2C3894-F97E-4CAB-8812-5BB4D83AAC6A}" dt="2026-10-20T15:43:44.571" v="39517" actId="22"/>
          <ac:spMkLst>
            <pc:docMk/>
            <pc:sldMk cId="3087682074" sldId="320"/>
            <ac:spMk id="78" creationId="{9731C630-C5F6-EB30-5FF5-A0ABC0ABA010}"/>
          </ac:spMkLst>
        </pc:spChg>
        <pc:picChg chg="add del">
          <ac:chgData name="musukie52@gmail.com" userId="017bd91f96aa8751" providerId="LiveId" clId="{5B2C3894-F97E-4CAB-8812-5BB4D83AAC6A}" dt="2026-10-20T15:32:05.098" v="39377" actId="21"/>
          <ac:picMkLst>
            <pc:docMk/>
            <pc:sldMk cId="3087682074" sldId="320"/>
            <ac:picMk id="56" creationId="{4E80B7D5-EAD2-797D-A3F1-2E89BC870D46}"/>
          </ac:picMkLst>
        </pc:picChg>
        <pc:picChg chg="add del mod">
          <ac:chgData name="musukie52@gmail.com" userId="017bd91f96aa8751" providerId="LiveId" clId="{5B2C3894-F97E-4CAB-8812-5BB4D83AAC6A}" dt="2026-10-20T15:40:05.230" v="39450" actId="21"/>
          <ac:picMkLst>
            <pc:docMk/>
            <pc:sldMk cId="3087682074" sldId="320"/>
            <ac:picMk id="62" creationId="{5C86583A-B916-3135-7518-9610281898FD}"/>
          </ac:picMkLst>
        </pc:picChg>
        <pc:picChg chg="add del mod">
          <ac:chgData name="musukie52@gmail.com" userId="017bd91f96aa8751" providerId="LiveId" clId="{5B2C3894-F97E-4CAB-8812-5BB4D83AAC6A}" dt="2026-10-20T15:43:44.571" v="39517" actId="22"/>
          <ac:picMkLst>
            <pc:docMk/>
            <pc:sldMk cId="3087682074" sldId="320"/>
            <ac:picMk id="68" creationId="{90059DEB-76B8-8119-E2C1-00A2BE51C836}"/>
          </ac:picMkLst>
        </pc:picChg>
        <pc:cxnChg chg="add del mod">
          <ac:chgData name="musukie52@gmail.com" userId="017bd91f96aa8751" providerId="LiveId" clId="{5B2C3894-F97E-4CAB-8812-5BB4D83AAC6A}" dt="2026-10-20T15:28:12.213" v="39088" actId="21"/>
          <ac:cxnSpMkLst>
            <pc:docMk/>
            <pc:sldMk cId="3087682074" sldId="320"/>
            <ac:cxnSpMk id="126" creationId="{6E0D76FF-92FF-F5FF-DEA4-D1AAB437E144}"/>
          </ac:cxnSpMkLst>
        </pc:cxnChg>
        <pc:cxnChg chg="add del mod">
          <ac:chgData name="musukie52@gmail.com" userId="017bd91f96aa8751" providerId="LiveId" clId="{5B2C3894-F97E-4CAB-8812-5BB4D83AAC6A}" dt="2026-10-20T15:28:12.213" v="39088" actId="21"/>
          <ac:cxnSpMkLst>
            <pc:docMk/>
            <pc:sldMk cId="3087682074" sldId="320"/>
            <ac:cxnSpMk id="127" creationId="{3AEFABE8-2877-F126-167B-123F499545D2}"/>
          </ac:cxnSpMkLst>
        </pc:cxnChg>
        <pc:cxnChg chg="add del mod">
          <ac:chgData name="musukie52@gmail.com" userId="017bd91f96aa8751" providerId="LiveId" clId="{5B2C3894-F97E-4CAB-8812-5BB4D83AAC6A}" dt="2026-10-20T15:28:12.213" v="39088" actId="21"/>
          <ac:cxnSpMkLst>
            <pc:docMk/>
            <pc:sldMk cId="3087682074" sldId="320"/>
            <ac:cxnSpMk id="128" creationId="{537F6633-60C3-FADB-8AC3-BBC2950750FC}"/>
          </ac:cxnSpMkLst>
        </pc:cxnChg>
      </pc:sldChg>
      <pc:sldChg chg="addSp delSp modSp add del mod">
        <pc:chgData name="musukie52@gmail.com" userId="017bd91f96aa8751" providerId="LiveId" clId="{5B2C3894-F97E-4CAB-8812-5BB4D83AAC6A}" dt="2026-10-21T02:54:11.564" v="41384" actId="47"/>
        <pc:sldMkLst>
          <pc:docMk/>
          <pc:sldMk cId="73774654" sldId="321"/>
        </pc:sldMkLst>
        <pc:spChg chg="add del mod">
          <ac:chgData name="musukie52@gmail.com" userId="017bd91f96aa8751" providerId="LiveId" clId="{5B2C3894-F97E-4CAB-8812-5BB4D83AAC6A}" dt="2026-10-20T15:46:06.739" v="39583" actId="478"/>
          <ac:spMkLst>
            <pc:docMk/>
            <pc:sldMk cId="73774654" sldId="321"/>
            <ac:spMk id="4" creationId="{A454EDD7-9B8C-6752-85C5-66E8E7872B23}"/>
          </ac:spMkLst>
        </pc:spChg>
        <pc:spChg chg="mod">
          <ac:chgData name="musukie52@gmail.com" userId="017bd91f96aa8751" providerId="LiveId" clId="{5B2C3894-F97E-4CAB-8812-5BB4D83AAC6A}" dt="2026-10-20T15:46:06.002" v="39582" actId="20577"/>
          <ac:spMkLst>
            <pc:docMk/>
            <pc:sldMk cId="73774654" sldId="321"/>
            <ac:spMk id="7" creationId="{EBD91795-693B-5DFC-466C-2A6D4E8A046D}"/>
          </ac:spMkLst>
        </pc:spChg>
        <pc:spChg chg="add del mod">
          <ac:chgData name="musukie52@gmail.com" userId="017bd91f96aa8751" providerId="LiveId" clId="{5B2C3894-F97E-4CAB-8812-5BB4D83AAC6A}" dt="2026-10-20T15:46:27.675" v="39589" actId="21"/>
          <ac:spMkLst>
            <pc:docMk/>
            <pc:sldMk cId="73774654" sldId="321"/>
            <ac:spMk id="10" creationId="{5FC040A4-A72D-140F-8BDF-EBC9701AC4BD}"/>
          </ac:spMkLst>
        </pc:spChg>
        <pc:spChg chg="add">
          <ac:chgData name="musukie52@gmail.com" userId="017bd91f96aa8751" providerId="LiveId" clId="{5B2C3894-F97E-4CAB-8812-5BB4D83AAC6A}" dt="2026-10-20T15:46:29.489" v="39591" actId="22"/>
          <ac:spMkLst>
            <pc:docMk/>
            <pc:sldMk cId="73774654" sldId="321"/>
            <ac:spMk id="14" creationId="{1C8A0297-18C4-4E98-0897-739CCD46AD17}"/>
          </ac:spMkLst>
        </pc:spChg>
        <pc:spChg chg="add del mod">
          <ac:chgData name="musukie52@gmail.com" userId="017bd91f96aa8751" providerId="LiveId" clId="{5B2C3894-F97E-4CAB-8812-5BB4D83AAC6A}" dt="2026-10-20T15:49:20.507" v="39914" actId="21"/>
          <ac:spMkLst>
            <pc:docMk/>
            <pc:sldMk cId="73774654" sldId="321"/>
            <ac:spMk id="16" creationId="{1EE447E7-2693-FC89-B60E-573A32E90654}"/>
          </ac:spMkLst>
        </pc:spChg>
        <pc:spChg chg="add del mod">
          <ac:chgData name="musukie52@gmail.com" userId="017bd91f96aa8751" providerId="LiveId" clId="{5B2C3894-F97E-4CAB-8812-5BB4D83AAC6A}" dt="2026-10-20T15:49:20.507" v="39914" actId="21"/>
          <ac:spMkLst>
            <pc:docMk/>
            <pc:sldMk cId="73774654" sldId="321"/>
            <ac:spMk id="18" creationId="{579CA4BD-9186-7F92-E356-1A1EB600B7AC}"/>
          </ac:spMkLst>
        </pc:spChg>
        <pc:spChg chg="add">
          <ac:chgData name="musukie52@gmail.com" userId="017bd91f96aa8751" providerId="LiveId" clId="{5B2C3894-F97E-4CAB-8812-5BB4D83AAC6A}" dt="2026-10-20T15:50:40.181" v="39970" actId="22"/>
          <ac:spMkLst>
            <pc:docMk/>
            <pc:sldMk cId="73774654" sldId="321"/>
            <ac:spMk id="20" creationId="{D0825925-7A9C-B6CC-8275-A667FEAA3476}"/>
          </ac:spMkLst>
        </pc:spChg>
        <pc:spChg chg="add">
          <ac:chgData name="musukie52@gmail.com" userId="017bd91f96aa8751" providerId="LiveId" clId="{5B2C3894-F97E-4CAB-8812-5BB4D83AAC6A}" dt="2026-10-20T15:50:40.181" v="39970" actId="22"/>
          <ac:spMkLst>
            <pc:docMk/>
            <pc:sldMk cId="73774654" sldId="321"/>
            <ac:spMk id="22" creationId="{0C4498D8-2B2C-A117-B8C6-5D4C03C8B322}"/>
          </ac:spMkLst>
        </pc:spChg>
        <pc:spChg chg="add">
          <ac:chgData name="musukie52@gmail.com" userId="017bd91f96aa8751" providerId="LiveId" clId="{5B2C3894-F97E-4CAB-8812-5BB4D83AAC6A}" dt="2026-10-20T15:50:40.181" v="39970" actId="22"/>
          <ac:spMkLst>
            <pc:docMk/>
            <pc:sldMk cId="73774654" sldId="321"/>
            <ac:spMk id="24" creationId="{B25ED06A-ACA4-3F1F-B595-E8A126204943}"/>
          </ac:spMkLst>
        </pc:spChg>
        <pc:spChg chg="add">
          <ac:chgData name="musukie52@gmail.com" userId="017bd91f96aa8751" providerId="LiveId" clId="{5B2C3894-F97E-4CAB-8812-5BB4D83AAC6A}" dt="2026-10-20T15:50:40.181" v="39970" actId="22"/>
          <ac:spMkLst>
            <pc:docMk/>
            <pc:sldMk cId="73774654" sldId="321"/>
            <ac:spMk id="26" creationId="{C0B10C67-41A9-80DA-E07A-4642D1E87415}"/>
          </ac:spMkLst>
        </pc:spChg>
        <pc:spChg chg="add del">
          <ac:chgData name="musukie52@gmail.com" userId="017bd91f96aa8751" providerId="LiveId" clId="{5B2C3894-F97E-4CAB-8812-5BB4D83AAC6A}" dt="2026-10-20T15:53:45.250" v="40154" actId="21"/>
          <ac:spMkLst>
            <pc:docMk/>
            <pc:sldMk cId="73774654" sldId="321"/>
            <ac:spMk id="29" creationId="{7CBE5036-E9D8-788E-E85F-3FF722C0E25A}"/>
          </ac:spMkLst>
        </pc:spChg>
        <pc:spChg chg="add del">
          <ac:chgData name="musukie52@gmail.com" userId="017bd91f96aa8751" providerId="LiveId" clId="{5B2C3894-F97E-4CAB-8812-5BB4D83AAC6A}" dt="2026-10-20T15:54:11.751" v="40162" actId="21"/>
          <ac:spMkLst>
            <pc:docMk/>
            <pc:sldMk cId="73774654" sldId="321"/>
            <ac:spMk id="31" creationId="{D54B534E-DA91-2179-3FE2-02B6CFC37B71}"/>
          </ac:spMkLst>
        </pc:spChg>
        <pc:spChg chg="add del">
          <ac:chgData name="musukie52@gmail.com" userId="017bd91f96aa8751" providerId="LiveId" clId="{5B2C3894-F97E-4CAB-8812-5BB4D83AAC6A}" dt="2026-10-20T15:54:27.161" v="40169" actId="21"/>
          <ac:spMkLst>
            <pc:docMk/>
            <pc:sldMk cId="73774654" sldId="321"/>
            <ac:spMk id="33" creationId="{BF116888-8083-415C-90F6-B8C1CEA1FD4D}"/>
          </ac:spMkLst>
        </pc:spChg>
        <pc:spChg chg="add del">
          <ac:chgData name="musukie52@gmail.com" userId="017bd91f96aa8751" providerId="LiveId" clId="{5B2C3894-F97E-4CAB-8812-5BB4D83AAC6A}" dt="2026-10-20T15:53:45.250" v="40154" actId="21"/>
          <ac:spMkLst>
            <pc:docMk/>
            <pc:sldMk cId="73774654" sldId="321"/>
            <ac:spMk id="36" creationId="{3D6DB1F8-04BA-DC0A-6A06-860F4B82CE6E}"/>
          </ac:spMkLst>
        </pc:spChg>
        <pc:spChg chg="mod">
          <ac:chgData name="musukie52@gmail.com" userId="017bd91f96aa8751" providerId="LiveId" clId="{5B2C3894-F97E-4CAB-8812-5BB4D83AAC6A}" dt="2026-10-20T15:47:58.071" v="39824" actId="207"/>
          <ac:spMkLst>
            <pc:docMk/>
            <pc:sldMk cId="73774654" sldId="321"/>
            <ac:spMk id="38" creationId="{E4EB4EA5-CA57-8C1D-05A1-ADA3DA7BE8E7}"/>
          </ac:spMkLst>
        </pc:spChg>
        <pc:spChg chg="add del mod">
          <ac:chgData name="musukie52@gmail.com" userId="017bd91f96aa8751" providerId="LiveId" clId="{5B2C3894-F97E-4CAB-8812-5BB4D83AAC6A}" dt="2026-10-20T15:53:45.250" v="40154" actId="21"/>
          <ac:spMkLst>
            <pc:docMk/>
            <pc:sldMk cId="73774654" sldId="321"/>
            <ac:spMk id="39" creationId="{A3A4A942-2064-3DCC-47B5-027655CF44E0}"/>
          </ac:spMkLst>
        </pc:spChg>
        <pc:spChg chg="mod">
          <ac:chgData name="musukie52@gmail.com" userId="017bd91f96aa8751" providerId="LiveId" clId="{5B2C3894-F97E-4CAB-8812-5BB4D83AAC6A}" dt="2026-10-20T15:47:05.254" v="39822" actId="20577"/>
          <ac:spMkLst>
            <pc:docMk/>
            <pc:sldMk cId="73774654" sldId="321"/>
            <ac:spMk id="40" creationId="{611BBB2A-7F26-5A92-0540-7678C1C760A0}"/>
          </ac:spMkLst>
        </pc:spChg>
        <pc:spChg chg="mod">
          <ac:chgData name="musukie52@gmail.com" userId="017bd91f96aa8751" providerId="LiveId" clId="{5B2C3894-F97E-4CAB-8812-5BB4D83AAC6A}" dt="2026-10-20T15:47:47.271" v="39823" actId="1076"/>
          <ac:spMkLst>
            <pc:docMk/>
            <pc:sldMk cId="73774654" sldId="321"/>
            <ac:spMk id="42" creationId="{20D599A5-54CE-73E7-4C8E-7DCF365B48AA}"/>
          </ac:spMkLst>
        </pc:spChg>
        <pc:spChg chg="add del">
          <ac:chgData name="musukie52@gmail.com" userId="017bd91f96aa8751" providerId="LiveId" clId="{5B2C3894-F97E-4CAB-8812-5BB4D83AAC6A}" dt="2026-10-20T15:54:11.751" v="40162" actId="21"/>
          <ac:spMkLst>
            <pc:docMk/>
            <pc:sldMk cId="73774654" sldId="321"/>
            <ac:spMk id="43" creationId="{9BB81F15-C724-23C8-7F96-BD688D0CAD92}"/>
          </ac:spMkLst>
        </pc:spChg>
        <pc:spChg chg="mod">
          <ac:chgData name="musukie52@gmail.com" userId="017bd91f96aa8751" providerId="LiveId" clId="{5B2C3894-F97E-4CAB-8812-5BB4D83AAC6A}" dt="2026-10-20T15:47:58.071" v="39824" actId="207"/>
          <ac:spMkLst>
            <pc:docMk/>
            <pc:sldMk cId="73774654" sldId="321"/>
            <ac:spMk id="47" creationId="{4FA53EDE-4BB9-BD91-D9B4-E12C1777A4F0}"/>
          </ac:spMkLst>
        </pc:spChg>
        <pc:spChg chg="del mod">
          <ac:chgData name="musukie52@gmail.com" userId="017bd91f96aa8751" providerId="LiveId" clId="{5B2C3894-F97E-4CAB-8812-5BB4D83AAC6A}" dt="2026-10-20T15:49:20.507" v="39914" actId="21"/>
          <ac:spMkLst>
            <pc:docMk/>
            <pc:sldMk cId="73774654" sldId="321"/>
            <ac:spMk id="49" creationId="{0CEB4E77-44CC-741B-DE26-2ED5894DFE2F}"/>
          </ac:spMkLst>
        </pc:spChg>
        <pc:spChg chg="add del">
          <ac:chgData name="musukie52@gmail.com" userId="017bd91f96aa8751" providerId="LiveId" clId="{5B2C3894-F97E-4CAB-8812-5BB4D83AAC6A}" dt="2026-10-20T15:54:27.161" v="40169" actId="21"/>
          <ac:spMkLst>
            <pc:docMk/>
            <pc:sldMk cId="73774654" sldId="321"/>
            <ac:spMk id="50" creationId="{B70164DE-8BCB-ABB4-74C8-6BEB285E3BBF}"/>
          </ac:spMkLst>
        </pc:spChg>
        <pc:spChg chg="mod">
          <ac:chgData name="musukie52@gmail.com" userId="017bd91f96aa8751" providerId="LiveId" clId="{5B2C3894-F97E-4CAB-8812-5BB4D83AAC6A}" dt="2026-10-20T15:47:58.071" v="39824" actId="207"/>
          <ac:spMkLst>
            <pc:docMk/>
            <pc:sldMk cId="73774654" sldId="321"/>
            <ac:spMk id="53" creationId="{2179CBE5-9E0E-CAC4-AF1A-2B55EECCBA13}"/>
          </ac:spMkLst>
        </pc:spChg>
        <pc:spChg chg="add del">
          <ac:chgData name="musukie52@gmail.com" userId="017bd91f96aa8751" providerId="LiveId" clId="{5B2C3894-F97E-4CAB-8812-5BB4D83AAC6A}" dt="2026-10-20T15:54:11.751" v="40162" actId="21"/>
          <ac:spMkLst>
            <pc:docMk/>
            <pc:sldMk cId="73774654" sldId="321"/>
            <ac:spMk id="54" creationId="{06E58B4B-AD3D-0C0C-3308-2C12C171BBCF}"/>
          </ac:spMkLst>
        </pc:spChg>
        <pc:spChg chg="add del">
          <ac:chgData name="musukie52@gmail.com" userId="017bd91f96aa8751" providerId="LiveId" clId="{5B2C3894-F97E-4CAB-8812-5BB4D83AAC6A}" dt="2026-10-20T15:59:40.848" v="40666" actId="21"/>
          <ac:spMkLst>
            <pc:docMk/>
            <pc:sldMk cId="73774654" sldId="321"/>
            <ac:spMk id="56" creationId="{4D8F27FA-3C3B-23BF-DEE8-4B5BB9B5A3D7}"/>
          </ac:spMkLst>
        </pc:spChg>
        <pc:spChg chg="add del">
          <ac:chgData name="musukie52@gmail.com" userId="017bd91f96aa8751" providerId="LiveId" clId="{5B2C3894-F97E-4CAB-8812-5BB4D83AAC6A}" dt="2026-10-20T15:59:40.848" v="40666" actId="21"/>
          <ac:spMkLst>
            <pc:docMk/>
            <pc:sldMk cId="73774654" sldId="321"/>
            <ac:spMk id="58" creationId="{136ECF69-EAC4-EDB9-858A-0FCCC653F1A3}"/>
          </ac:spMkLst>
        </pc:spChg>
        <pc:spChg chg="add del">
          <ac:chgData name="musukie52@gmail.com" userId="017bd91f96aa8751" providerId="LiveId" clId="{5B2C3894-F97E-4CAB-8812-5BB4D83AAC6A}" dt="2026-10-20T15:54:27.161" v="40169" actId="21"/>
          <ac:spMkLst>
            <pc:docMk/>
            <pc:sldMk cId="73774654" sldId="321"/>
            <ac:spMk id="60" creationId="{2CA1E9C1-847B-A4AE-BF1D-5D5C3B0F1F27}"/>
          </ac:spMkLst>
        </pc:spChg>
        <pc:spChg chg="add del">
          <ac:chgData name="musukie52@gmail.com" userId="017bd91f96aa8751" providerId="LiveId" clId="{5B2C3894-F97E-4CAB-8812-5BB4D83AAC6A}" dt="2026-10-20T15:59:40.848" v="40666" actId="21"/>
          <ac:spMkLst>
            <pc:docMk/>
            <pc:sldMk cId="73774654" sldId="321"/>
            <ac:spMk id="62" creationId="{FDF6D736-9043-81EC-7943-220EFE826936}"/>
          </ac:spMkLst>
        </pc:spChg>
        <pc:spChg chg="add del">
          <ac:chgData name="musukie52@gmail.com" userId="017bd91f96aa8751" providerId="LiveId" clId="{5B2C3894-F97E-4CAB-8812-5BB4D83AAC6A}" dt="2026-10-20T15:59:40.848" v="40666" actId="21"/>
          <ac:spMkLst>
            <pc:docMk/>
            <pc:sldMk cId="73774654" sldId="321"/>
            <ac:spMk id="64" creationId="{2DBEB310-ED50-E72E-3CAE-2316E9EF4B79}"/>
          </ac:spMkLst>
        </pc:spChg>
        <pc:spChg chg="add del">
          <ac:chgData name="musukie52@gmail.com" userId="017bd91f96aa8751" providerId="LiveId" clId="{5B2C3894-F97E-4CAB-8812-5BB4D83AAC6A}" dt="2026-10-20T15:59:40.848" v="40666" actId="21"/>
          <ac:spMkLst>
            <pc:docMk/>
            <pc:sldMk cId="73774654" sldId="321"/>
            <ac:spMk id="66" creationId="{E7D0D05C-4793-2A59-E4CC-6E0E5E1B27EC}"/>
          </ac:spMkLst>
        </pc:spChg>
        <pc:spChg chg="add del">
          <ac:chgData name="musukie52@gmail.com" userId="017bd91f96aa8751" providerId="LiveId" clId="{5B2C3894-F97E-4CAB-8812-5BB4D83AAC6A}" dt="2026-10-20T15:59:40.848" v="40666" actId="21"/>
          <ac:spMkLst>
            <pc:docMk/>
            <pc:sldMk cId="73774654" sldId="321"/>
            <ac:spMk id="68" creationId="{C195DF4B-3D7B-ECD6-CE37-6061ACE0C4AF}"/>
          </ac:spMkLst>
        </pc:spChg>
        <pc:spChg chg="add del mod">
          <ac:chgData name="musukie52@gmail.com" userId="017bd91f96aa8751" providerId="LiveId" clId="{5B2C3894-F97E-4CAB-8812-5BB4D83AAC6A}" dt="2026-10-20T15:59:40.848" v="40666" actId="21"/>
          <ac:spMkLst>
            <pc:docMk/>
            <pc:sldMk cId="73774654" sldId="321"/>
            <ac:spMk id="70" creationId="{2533A18D-9DCE-5B1F-3D73-C7AE70C4FE2F}"/>
          </ac:spMkLst>
        </pc:spChg>
        <pc:spChg chg="add mod">
          <ac:chgData name="musukie52@gmail.com" userId="017bd91f96aa8751" providerId="LiveId" clId="{5B2C3894-F97E-4CAB-8812-5BB4D83AAC6A}" dt="2026-10-20T15:56:28.979" v="40327"/>
          <ac:spMkLst>
            <pc:docMk/>
            <pc:sldMk cId="73774654" sldId="321"/>
            <ac:spMk id="72" creationId="{5D48A7FB-1B11-5A9B-05AE-89286F9A5D39}"/>
          </ac:spMkLst>
        </pc:spChg>
        <pc:spChg chg="add mod">
          <ac:chgData name="musukie52@gmail.com" userId="017bd91f96aa8751" providerId="LiveId" clId="{5B2C3894-F97E-4CAB-8812-5BB4D83AAC6A}" dt="2026-10-20T15:56:23.113" v="40308" actId="20577"/>
          <ac:spMkLst>
            <pc:docMk/>
            <pc:sldMk cId="73774654" sldId="321"/>
            <ac:spMk id="74" creationId="{BD0AEA93-6B8D-9BD1-A296-863B35D8F531}"/>
          </ac:spMkLst>
        </pc:spChg>
        <pc:spChg chg="del mod">
          <ac:chgData name="musukie52@gmail.com" userId="017bd91f96aa8751" providerId="LiveId" clId="{5B2C3894-F97E-4CAB-8812-5BB4D83AAC6A}" dt="2026-10-20T15:53:10.826" v="40135" actId="21"/>
          <ac:spMkLst>
            <pc:docMk/>
            <pc:sldMk cId="73774654" sldId="321"/>
            <ac:spMk id="75" creationId="{09593A09-BE9D-2F9D-B319-6A07B3B0782C}"/>
          </ac:spMkLst>
        </pc:spChg>
        <pc:spChg chg="del mod">
          <ac:chgData name="musukie52@gmail.com" userId="017bd91f96aa8751" providerId="LiveId" clId="{5B2C3894-F97E-4CAB-8812-5BB4D83AAC6A}" dt="2026-10-20T15:53:10.826" v="40135" actId="21"/>
          <ac:spMkLst>
            <pc:docMk/>
            <pc:sldMk cId="73774654" sldId="321"/>
            <ac:spMk id="77" creationId="{88B29CE1-8553-BC45-7F29-B7B341B1C68E}"/>
          </ac:spMkLst>
        </pc:spChg>
        <pc:spChg chg="add">
          <ac:chgData name="musukie52@gmail.com" userId="017bd91f96aa8751" providerId="LiveId" clId="{5B2C3894-F97E-4CAB-8812-5BB4D83AAC6A}" dt="2026-10-20T16:00:30.958" v="40709" actId="22"/>
          <ac:spMkLst>
            <pc:docMk/>
            <pc:sldMk cId="73774654" sldId="321"/>
            <ac:spMk id="78" creationId="{F0F87A73-DE19-4DC8-865C-71AE1C949EBE}"/>
          </ac:spMkLst>
        </pc:spChg>
        <pc:spChg chg="del mod">
          <ac:chgData name="musukie52@gmail.com" userId="017bd91f96aa8751" providerId="LiveId" clId="{5B2C3894-F97E-4CAB-8812-5BB4D83AAC6A}" dt="2026-10-20T15:53:10.826" v="40135" actId="21"/>
          <ac:spMkLst>
            <pc:docMk/>
            <pc:sldMk cId="73774654" sldId="321"/>
            <ac:spMk id="79" creationId="{4F3C0C14-4A3E-6382-6C4D-06C6184D5975}"/>
          </ac:spMkLst>
        </pc:spChg>
        <pc:spChg chg="add">
          <ac:chgData name="musukie52@gmail.com" userId="017bd91f96aa8751" providerId="LiveId" clId="{5B2C3894-F97E-4CAB-8812-5BB4D83AAC6A}" dt="2026-10-20T16:00:30.958" v="40709" actId="22"/>
          <ac:spMkLst>
            <pc:docMk/>
            <pc:sldMk cId="73774654" sldId="321"/>
            <ac:spMk id="81" creationId="{97F5BA24-5CD3-C72F-25C8-FCAE71319BA6}"/>
          </ac:spMkLst>
        </pc:spChg>
        <pc:spChg chg="add">
          <ac:chgData name="musukie52@gmail.com" userId="017bd91f96aa8751" providerId="LiveId" clId="{5B2C3894-F97E-4CAB-8812-5BB4D83AAC6A}" dt="2026-10-20T16:00:30.958" v="40709" actId="22"/>
          <ac:spMkLst>
            <pc:docMk/>
            <pc:sldMk cId="73774654" sldId="321"/>
            <ac:spMk id="83" creationId="{FF39B25B-C1B2-A706-AC58-868E394DFAB9}"/>
          </ac:spMkLst>
        </pc:spChg>
        <pc:spChg chg="add">
          <ac:chgData name="musukie52@gmail.com" userId="017bd91f96aa8751" providerId="LiveId" clId="{5B2C3894-F97E-4CAB-8812-5BB4D83AAC6A}" dt="2026-10-20T16:00:30.958" v="40709" actId="22"/>
          <ac:spMkLst>
            <pc:docMk/>
            <pc:sldMk cId="73774654" sldId="321"/>
            <ac:spMk id="85" creationId="{812A0406-A236-3CE0-8F65-A7556215E143}"/>
          </ac:spMkLst>
        </pc:spChg>
        <pc:spChg chg="add">
          <ac:chgData name="musukie52@gmail.com" userId="017bd91f96aa8751" providerId="LiveId" clId="{5B2C3894-F97E-4CAB-8812-5BB4D83AAC6A}" dt="2026-10-20T16:00:30.958" v="40709" actId="22"/>
          <ac:spMkLst>
            <pc:docMk/>
            <pc:sldMk cId="73774654" sldId="321"/>
            <ac:spMk id="87" creationId="{C37EE589-15C5-44BC-782C-08026C110D1F}"/>
          </ac:spMkLst>
        </pc:spChg>
        <pc:spChg chg="add">
          <ac:chgData name="musukie52@gmail.com" userId="017bd91f96aa8751" providerId="LiveId" clId="{5B2C3894-F97E-4CAB-8812-5BB4D83AAC6A}" dt="2026-10-20T16:00:30.958" v="40709" actId="22"/>
          <ac:spMkLst>
            <pc:docMk/>
            <pc:sldMk cId="73774654" sldId="321"/>
            <ac:spMk id="89" creationId="{499CF045-4DC0-F4C9-DB01-79EE314A79D0}"/>
          </ac:spMkLst>
        </pc:spChg>
        <pc:spChg chg="add">
          <ac:chgData name="musukie52@gmail.com" userId="017bd91f96aa8751" providerId="LiveId" clId="{5B2C3894-F97E-4CAB-8812-5BB4D83AAC6A}" dt="2026-10-20T16:00:30.958" v="40709" actId="22"/>
          <ac:spMkLst>
            <pc:docMk/>
            <pc:sldMk cId="73774654" sldId="321"/>
            <ac:spMk id="91" creationId="{0DD7254B-2090-0AAC-A79C-EAE95D4658F2}"/>
          </ac:spMkLst>
        </pc:spChg>
        <pc:spChg chg="add mod">
          <ac:chgData name="musukie52@gmail.com" userId="017bd91f96aa8751" providerId="LiveId" clId="{5B2C3894-F97E-4CAB-8812-5BB4D83AAC6A}" dt="2026-10-20T16:06:18.388" v="41383" actId="2711"/>
          <ac:spMkLst>
            <pc:docMk/>
            <pc:sldMk cId="73774654" sldId="321"/>
            <ac:spMk id="94" creationId="{C340C00C-79D6-D535-2CD3-FC8CE9015EB7}"/>
          </ac:spMkLst>
        </pc:spChg>
        <pc:spChg chg="del mod">
          <ac:chgData name="musukie52@gmail.com" userId="017bd91f96aa8751" providerId="LiveId" clId="{5B2C3894-F97E-4CAB-8812-5BB4D83AAC6A}" dt="2026-10-20T15:53:10.826" v="40135" actId="21"/>
          <ac:spMkLst>
            <pc:docMk/>
            <pc:sldMk cId="73774654" sldId="321"/>
            <ac:spMk id="95" creationId="{1617A1BA-401F-5B27-5000-73564A47989B}"/>
          </ac:spMkLst>
        </pc:spChg>
        <pc:spChg chg="del mod">
          <ac:chgData name="musukie52@gmail.com" userId="017bd91f96aa8751" providerId="LiveId" clId="{5B2C3894-F97E-4CAB-8812-5BB4D83AAC6A}" dt="2026-10-20T15:52:03.695" v="40123" actId="21"/>
          <ac:spMkLst>
            <pc:docMk/>
            <pc:sldMk cId="73774654" sldId="321"/>
            <ac:spMk id="97" creationId="{2E156ACE-DA85-2730-B9E2-B0763E7A6EFE}"/>
          </ac:spMkLst>
        </pc:spChg>
        <pc:spChg chg="del mod">
          <ac:chgData name="musukie52@gmail.com" userId="017bd91f96aa8751" providerId="LiveId" clId="{5B2C3894-F97E-4CAB-8812-5BB4D83AAC6A}" dt="2026-10-20T15:52:03.695" v="40123" actId="21"/>
          <ac:spMkLst>
            <pc:docMk/>
            <pc:sldMk cId="73774654" sldId="321"/>
            <ac:spMk id="99" creationId="{E783DC71-EFC0-00FB-BDDA-7C0D25DC200B}"/>
          </ac:spMkLst>
        </pc:spChg>
        <pc:spChg chg="del mod">
          <ac:chgData name="musukie52@gmail.com" userId="017bd91f96aa8751" providerId="LiveId" clId="{5B2C3894-F97E-4CAB-8812-5BB4D83AAC6A}" dt="2026-10-20T15:52:03.695" v="40123" actId="21"/>
          <ac:spMkLst>
            <pc:docMk/>
            <pc:sldMk cId="73774654" sldId="321"/>
            <ac:spMk id="101" creationId="{1F29A01A-A3A2-B7E8-19FF-EAAA27440FB4}"/>
          </ac:spMkLst>
        </pc:spChg>
        <pc:spChg chg="mod">
          <ac:chgData name="musukie52@gmail.com" userId="017bd91f96aa8751" providerId="LiveId" clId="{5B2C3894-F97E-4CAB-8812-5BB4D83AAC6A}" dt="2026-10-20T15:57:53.075" v="40608" actId="20577"/>
          <ac:spMkLst>
            <pc:docMk/>
            <pc:sldMk cId="73774654" sldId="321"/>
            <ac:spMk id="105" creationId="{95E01922-FCD3-01B4-009E-BDB71041D3DD}"/>
          </ac:spMkLst>
        </pc:spChg>
        <pc:spChg chg="del">
          <ac:chgData name="musukie52@gmail.com" userId="017bd91f96aa8751" providerId="LiveId" clId="{5B2C3894-F97E-4CAB-8812-5BB4D83AAC6A}" dt="2026-10-20T15:56:00.740" v="40301" actId="478"/>
          <ac:spMkLst>
            <pc:docMk/>
            <pc:sldMk cId="73774654" sldId="321"/>
            <ac:spMk id="113" creationId="{55341FD3-4AE4-D906-E1A5-46153DB8C1BB}"/>
          </ac:spMkLst>
        </pc:spChg>
        <pc:spChg chg="del">
          <ac:chgData name="musukie52@gmail.com" userId="017bd91f96aa8751" providerId="LiveId" clId="{5B2C3894-F97E-4CAB-8812-5BB4D83AAC6A}" dt="2026-10-20T15:56:04.057" v="40302" actId="478"/>
          <ac:spMkLst>
            <pc:docMk/>
            <pc:sldMk cId="73774654" sldId="321"/>
            <ac:spMk id="115" creationId="{2EC65532-0FD9-0F96-3576-606F74D9A1FD}"/>
          </ac:spMkLst>
        </pc:spChg>
        <pc:spChg chg="mod">
          <ac:chgData name="musukie52@gmail.com" userId="017bd91f96aa8751" providerId="LiveId" clId="{5B2C3894-F97E-4CAB-8812-5BB4D83AAC6A}" dt="2026-10-20T15:55:44.259" v="40300" actId="1076"/>
          <ac:spMkLst>
            <pc:docMk/>
            <pc:sldMk cId="73774654" sldId="321"/>
            <ac:spMk id="117" creationId="{E323578D-3010-CA05-EE66-85E6D8AC2870}"/>
          </ac:spMkLst>
        </pc:spChg>
        <pc:spChg chg="mod">
          <ac:chgData name="musukie52@gmail.com" userId="017bd91f96aa8751" providerId="LiveId" clId="{5B2C3894-F97E-4CAB-8812-5BB4D83AAC6A}" dt="2026-10-20T15:55:44.259" v="40300" actId="1076"/>
          <ac:spMkLst>
            <pc:docMk/>
            <pc:sldMk cId="73774654" sldId="321"/>
            <ac:spMk id="124" creationId="{6F54C971-3E1A-8341-CB9B-59F85304D4D8}"/>
          </ac:spMkLst>
        </pc:spChg>
        <pc:spChg chg="mod">
          <ac:chgData name="musukie52@gmail.com" userId="017bd91f96aa8751" providerId="LiveId" clId="{5B2C3894-F97E-4CAB-8812-5BB4D83AAC6A}" dt="2026-10-20T15:55:44.259" v="40300" actId="1076"/>
          <ac:spMkLst>
            <pc:docMk/>
            <pc:sldMk cId="73774654" sldId="321"/>
            <ac:spMk id="136" creationId="{A6D8E3EC-583E-47E9-0AD5-3DBC48B2C48D}"/>
          </ac:spMkLst>
        </pc:spChg>
        <pc:spChg chg="del">
          <ac:chgData name="musukie52@gmail.com" userId="017bd91f96aa8751" providerId="LiveId" clId="{5B2C3894-F97E-4CAB-8812-5BB4D83AAC6A}" dt="2026-10-20T15:46:29.361" v="39590" actId="478"/>
          <ac:spMkLst>
            <pc:docMk/>
            <pc:sldMk cId="73774654" sldId="321"/>
            <ac:spMk id="152" creationId="{3CA921FD-B79B-CB05-1495-EA63703F490D}"/>
          </ac:spMkLst>
        </pc:spChg>
        <pc:picChg chg="add del mod">
          <ac:chgData name="musukie52@gmail.com" userId="017bd91f96aa8751" providerId="LiveId" clId="{5B2C3894-F97E-4CAB-8812-5BB4D83AAC6A}" dt="2026-10-20T15:44:51.368" v="39531" actId="21"/>
          <ac:picMkLst>
            <pc:docMk/>
            <pc:sldMk cId="73774654" sldId="321"/>
            <ac:picMk id="8" creationId="{D9116638-F581-1844-41A3-744BD8F1A0A9}"/>
          </ac:picMkLst>
        </pc:picChg>
        <pc:picChg chg="add ord">
          <ac:chgData name="musukie52@gmail.com" userId="017bd91f96aa8751" providerId="LiveId" clId="{5B2C3894-F97E-4CAB-8812-5BB4D83AAC6A}" dt="2026-10-20T15:45:37.043" v="39546" actId="167"/>
          <ac:picMkLst>
            <pc:docMk/>
            <pc:sldMk cId="73774654" sldId="321"/>
            <ac:picMk id="12" creationId="{23958275-0A08-CA2A-7E3A-F6223C1F31A4}"/>
          </ac:picMkLst>
        </pc:picChg>
        <pc:picChg chg="del">
          <ac:chgData name="musukie52@gmail.com" userId="017bd91f96aa8751" providerId="LiveId" clId="{5B2C3894-F97E-4CAB-8812-5BB4D83AAC6A}" dt="2026-10-20T15:44:51.368" v="39531" actId="21"/>
          <ac:picMkLst>
            <pc:docMk/>
            <pc:sldMk cId="73774654" sldId="321"/>
            <ac:picMk id="150" creationId="{2CA3B097-C3F4-3B98-2FF4-2B86D4A73979}"/>
          </ac:picMkLst>
        </pc:picChg>
        <pc:cxnChg chg="add mod">
          <ac:chgData name="musukie52@gmail.com" userId="017bd91f96aa8751" providerId="LiveId" clId="{5B2C3894-F97E-4CAB-8812-5BB4D83AAC6A}" dt="2026-10-20T16:01:06.397" v="40712" actId="1076"/>
          <ac:cxnSpMkLst>
            <pc:docMk/>
            <pc:sldMk cId="73774654" sldId="321"/>
            <ac:cxnSpMk id="92" creationId="{981C2881-3EFE-C7E8-B095-7D7EEA00DDD9}"/>
          </ac:cxnSpMkLst>
        </pc:cxnChg>
        <pc:cxnChg chg="mod">
          <ac:chgData name="musukie52@gmail.com" userId="017bd91f96aa8751" providerId="LiveId" clId="{5B2C3894-F97E-4CAB-8812-5BB4D83AAC6A}" dt="2026-10-20T15:55:44.259" v="40300" actId="1076"/>
          <ac:cxnSpMkLst>
            <pc:docMk/>
            <pc:sldMk cId="73774654" sldId="321"/>
            <ac:cxnSpMk id="130" creationId="{4BC9429B-A033-1250-849A-725924924C4F}"/>
          </ac:cxnSpMkLst>
        </pc:cxnChg>
        <pc:cxnChg chg="mod">
          <ac:chgData name="musukie52@gmail.com" userId="017bd91f96aa8751" providerId="LiveId" clId="{5B2C3894-F97E-4CAB-8812-5BB4D83AAC6A}" dt="2026-10-20T15:55:44.259" v="40300" actId="1076"/>
          <ac:cxnSpMkLst>
            <pc:docMk/>
            <pc:sldMk cId="73774654" sldId="321"/>
            <ac:cxnSpMk id="132" creationId="{2DDE28A0-305F-557F-FB9C-64BA70BA7759}"/>
          </ac:cxnSpMkLst>
        </pc:cxnChg>
        <pc:cxnChg chg="mod">
          <ac:chgData name="musukie52@gmail.com" userId="017bd91f96aa8751" providerId="LiveId" clId="{5B2C3894-F97E-4CAB-8812-5BB4D83AAC6A}" dt="2026-10-20T15:55:44.259" v="40300" actId="1076"/>
          <ac:cxnSpMkLst>
            <pc:docMk/>
            <pc:sldMk cId="73774654" sldId="321"/>
            <ac:cxnSpMk id="148" creationId="{A3E1F7FF-B46B-67C6-13E8-BF75751B1564}"/>
          </ac:cxnSpMkLst>
        </pc:cxnChg>
      </pc:sldChg>
      <pc:sldChg chg="addSp delSp modSp new del mod">
        <pc:chgData name="musukie52@gmail.com" userId="017bd91f96aa8751" providerId="LiveId" clId="{5B2C3894-F97E-4CAB-8812-5BB4D83AAC6A}" dt="2026-10-21T02:54:11.564" v="41384" actId="47"/>
        <pc:sldMkLst>
          <pc:docMk/>
          <pc:sldMk cId="3039258955" sldId="322"/>
        </pc:sldMkLst>
        <pc:spChg chg="del">
          <ac:chgData name="musukie52@gmail.com" userId="017bd91f96aa8751" providerId="LiveId" clId="{5B2C3894-F97E-4CAB-8812-5BB4D83AAC6A}" dt="2026-10-20T15:44:54.028" v="39533" actId="478"/>
          <ac:spMkLst>
            <pc:docMk/>
            <pc:sldMk cId="3039258955" sldId="322"/>
            <ac:spMk id="2" creationId="{D35CD1F0-5FBF-8984-CEB9-EBC95BCB9549}"/>
          </ac:spMkLst>
        </pc:spChg>
        <pc:spChg chg="del">
          <ac:chgData name="musukie52@gmail.com" userId="017bd91f96aa8751" providerId="LiveId" clId="{5B2C3894-F97E-4CAB-8812-5BB4D83AAC6A}" dt="2026-10-20T15:44:54.028" v="39533" actId="478"/>
          <ac:spMkLst>
            <pc:docMk/>
            <pc:sldMk cId="3039258955" sldId="322"/>
            <ac:spMk id="3" creationId="{63542C39-813D-5E1B-39D0-ADBFA2C07F90}"/>
          </ac:spMkLst>
        </pc:spChg>
        <pc:spChg chg="add del">
          <ac:chgData name="musukie52@gmail.com" userId="017bd91f96aa8751" providerId="LiveId" clId="{5B2C3894-F97E-4CAB-8812-5BB4D83AAC6A}" dt="2026-10-20T15:49:28.988" v="39918" actId="21"/>
          <ac:spMkLst>
            <pc:docMk/>
            <pc:sldMk cId="3039258955" sldId="322"/>
            <ac:spMk id="9" creationId="{34C8FFDC-DCFA-78F8-3792-BF45822844E1}"/>
          </ac:spMkLst>
        </pc:spChg>
        <pc:spChg chg="add del mod">
          <ac:chgData name="musukie52@gmail.com" userId="017bd91f96aa8751" providerId="LiveId" clId="{5B2C3894-F97E-4CAB-8812-5BB4D83AAC6A}" dt="2026-10-20T15:50:38.987" v="39969" actId="21"/>
          <ac:spMkLst>
            <pc:docMk/>
            <pc:sldMk cId="3039258955" sldId="322"/>
            <ac:spMk id="11" creationId="{95C5F220-2A5C-1579-6FC1-9B1F9D68F9AA}"/>
          </ac:spMkLst>
        </pc:spChg>
        <pc:spChg chg="add del mod">
          <ac:chgData name="musukie52@gmail.com" userId="017bd91f96aa8751" providerId="LiveId" clId="{5B2C3894-F97E-4CAB-8812-5BB4D83AAC6A}" dt="2026-10-20T15:50:38.987" v="39969" actId="21"/>
          <ac:spMkLst>
            <pc:docMk/>
            <pc:sldMk cId="3039258955" sldId="322"/>
            <ac:spMk id="13" creationId="{69C700F3-2065-4D65-0F30-FDABCA1EA2B7}"/>
          </ac:spMkLst>
        </pc:spChg>
        <pc:spChg chg="add del mod">
          <ac:chgData name="musukie52@gmail.com" userId="017bd91f96aa8751" providerId="LiveId" clId="{5B2C3894-F97E-4CAB-8812-5BB4D83AAC6A}" dt="2026-10-20T15:50:38.987" v="39969" actId="21"/>
          <ac:spMkLst>
            <pc:docMk/>
            <pc:sldMk cId="3039258955" sldId="322"/>
            <ac:spMk id="15" creationId="{F2A22CFE-1991-A521-278B-593465B4E251}"/>
          </ac:spMkLst>
        </pc:spChg>
        <pc:spChg chg="add del mod">
          <ac:chgData name="musukie52@gmail.com" userId="017bd91f96aa8751" providerId="LiveId" clId="{5B2C3894-F97E-4CAB-8812-5BB4D83AAC6A}" dt="2026-10-20T15:50:38.987" v="39969" actId="21"/>
          <ac:spMkLst>
            <pc:docMk/>
            <pc:sldMk cId="3039258955" sldId="322"/>
            <ac:spMk id="17" creationId="{DDEBB6A7-F68D-2CE3-6CD8-A9C64673C486}"/>
          </ac:spMkLst>
        </pc:spChg>
        <pc:spChg chg="add del">
          <ac:chgData name="musukie52@gmail.com" userId="017bd91f96aa8751" providerId="LiveId" clId="{5B2C3894-F97E-4CAB-8812-5BB4D83AAC6A}" dt="2026-10-20T15:53:37.598" v="40151" actId="21"/>
          <ac:spMkLst>
            <pc:docMk/>
            <pc:sldMk cId="3039258955" sldId="322"/>
            <ac:spMk id="19" creationId="{97782AA2-3EDF-21B5-6897-B6AF9D4DFFD7}"/>
          </ac:spMkLst>
        </pc:spChg>
        <pc:spChg chg="add del">
          <ac:chgData name="musukie52@gmail.com" userId="017bd91f96aa8751" providerId="LiveId" clId="{5B2C3894-F97E-4CAB-8812-5BB4D83AAC6A}" dt="2026-10-20T15:53:37.598" v="40151" actId="21"/>
          <ac:spMkLst>
            <pc:docMk/>
            <pc:sldMk cId="3039258955" sldId="322"/>
            <ac:spMk id="21" creationId="{649DFF63-376B-F735-7A34-A1C448447680}"/>
          </ac:spMkLst>
        </pc:spChg>
        <pc:spChg chg="add del">
          <ac:chgData name="musukie52@gmail.com" userId="017bd91f96aa8751" providerId="LiveId" clId="{5B2C3894-F97E-4CAB-8812-5BB4D83AAC6A}" dt="2026-10-20T15:53:37.598" v="40151" actId="21"/>
          <ac:spMkLst>
            <pc:docMk/>
            <pc:sldMk cId="3039258955" sldId="322"/>
            <ac:spMk id="23" creationId="{3C167C17-B3DC-4EB6-AB6C-E7FBFB605FBB}"/>
          </ac:spMkLst>
        </pc:spChg>
        <pc:picChg chg="add del">
          <ac:chgData name="musukie52@gmail.com" userId="017bd91f96aa8751" providerId="LiveId" clId="{5B2C3894-F97E-4CAB-8812-5BB4D83AAC6A}" dt="2026-10-20T15:45:31.568" v="39544" actId="478"/>
          <ac:picMkLst>
            <pc:docMk/>
            <pc:sldMk cId="3039258955" sldId="322"/>
            <ac:picMk id="5" creationId="{9329F71C-953F-EF83-EAEA-2F3676C5865D}"/>
          </ac:picMkLst>
        </pc:picChg>
        <pc:picChg chg="add del mod modCrop">
          <ac:chgData name="musukie52@gmail.com" userId="017bd91f96aa8751" providerId="LiveId" clId="{5B2C3894-F97E-4CAB-8812-5BB4D83AAC6A}" dt="2026-10-20T15:45:27.945" v="39543" actId="21"/>
          <ac:picMkLst>
            <pc:docMk/>
            <pc:sldMk cId="3039258955" sldId="322"/>
            <ac:picMk id="7" creationId="{C2ECA2DB-6B49-9EC3-C38F-F041EA89C16D}"/>
          </ac:picMkLst>
        </pc:picChg>
      </pc:sldChg>
      <pc:sldChg chg="addSp delSp modSp new del mod">
        <pc:chgData name="musukie52@gmail.com" userId="017bd91f96aa8751" providerId="LiveId" clId="{5B2C3894-F97E-4CAB-8812-5BB4D83AAC6A}" dt="2026-10-21T02:54:11.564" v="41384" actId="47"/>
        <pc:sldMkLst>
          <pc:docMk/>
          <pc:sldMk cId="3984477928" sldId="323"/>
        </pc:sldMkLst>
        <pc:spChg chg="del">
          <ac:chgData name="musukie52@gmail.com" userId="017bd91f96aa8751" providerId="LiveId" clId="{5B2C3894-F97E-4CAB-8812-5BB4D83AAC6A}" dt="2026-10-20T15:53:06.407" v="40134" actId="478"/>
          <ac:spMkLst>
            <pc:docMk/>
            <pc:sldMk cId="3984477928" sldId="323"/>
            <ac:spMk id="2" creationId="{A7CA0BEB-488C-9C99-A860-62A6817F725C}"/>
          </ac:spMkLst>
        </pc:spChg>
        <pc:spChg chg="del">
          <ac:chgData name="musukie52@gmail.com" userId="017bd91f96aa8751" providerId="LiveId" clId="{5B2C3894-F97E-4CAB-8812-5BB4D83AAC6A}" dt="2026-10-20T15:53:06.407" v="40134" actId="478"/>
          <ac:spMkLst>
            <pc:docMk/>
            <pc:sldMk cId="3984477928" sldId="323"/>
            <ac:spMk id="3" creationId="{7E746844-58C1-D9DF-0FB4-3B48C92C635E}"/>
          </ac:spMkLst>
        </pc:spChg>
        <pc:spChg chg="add del mod">
          <ac:chgData name="musukie52@gmail.com" userId="017bd91f96aa8751" providerId="LiveId" clId="{5B2C3894-F97E-4CAB-8812-5BB4D83AAC6A}" dt="2026-10-20T15:53:33.125" v="40149" actId="21"/>
          <ac:spMkLst>
            <pc:docMk/>
            <pc:sldMk cId="3984477928" sldId="323"/>
            <ac:spMk id="5" creationId="{11B30237-2BCC-5916-7254-CE9720C35BFF}"/>
          </ac:spMkLst>
        </pc:spChg>
        <pc:spChg chg="add del mod">
          <ac:chgData name="musukie52@gmail.com" userId="017bd91f96aa8751" providerId="LiveId" clId="{5B2C3894-F97E-4CAB-8812-5BB4D83AAC6A}" dt="2026-10-20T15:53:33.125" v="40149" actId="21"/>
          <ac:spMkLst>
            <pc:docMk/>
            <pc:sldMk cId="3984477928" sldId="323"/>
            <ac:spMk id="7" creationId="{6FE14564-F3B2-6707-5E95-8B5E92CF0EC6}"/>
          </ac:spMkLst>
        </pc:spChg>
        <pc:spChg chg="add del">
          <ac:chgData name="musukie52@gmail.com" userId="017bd91f96aa8751" providerId="LiveId" clId="{5B2C3894-F97E-4CAB-8812-5BB4D83AAC6A}" dt="2026-10-20T15:53:33.125" v="40149" actId="21"/>
          <ac:spMkLst>
            <pc:docMk/>
            <pc:sldMk cId="3984477928" sldId="323"/>
            <ac:spMk id="9" creationId="{41C00504-A5C0-3EBE-B586-59397F18123A}"/>
          </ac:spMkLst>
        </pc:spChg>
        <pc:spChg chg="add del">
          <ac:chgData name="musukie52@gmail.com" userId="017bd91f96aa8751" providerId="LiveId" clId="{5B2C3894-F97E-4CAB-8812-5BB4D83AAC6A}" dt="2026-10-20T15:53:33.125" v="40149" actId="21"/>
          <ac:spMkLst>
            <pc:docMk/>
            <pc:sldMk cId="3984477928" sldId="323"/>
            <ac:spMk id="11" creationId="{B50EF3D3-B9AF-86B3-629D-D3D5839E8669}"/>
          </ac:spMkLst>
        </pc:spChg>
        <pc:spChg chg="add del">
          <ac:chgData name="musukie52@gmail.com" userId="017bd91f96aa8751" providerId="LiveId" clId="{5B2C3894-F97E-4CAB-8812-5BB4D83AAC6A}" dt="2026-10-20T15:54:06.552" v="40160" actId="21"/>
          <ac:spMkLst>
            <pc:docMk/>
            <pc:sldMk cId="3984477928" sldId="323"/>
            <ac:spMk id="13" creationId="{4EF70183-46C0-72A5-7EA7-6DFB7C141B5A}"/>
          </ac:spMkLst>
        </pc:spChg>
        <pc:spChg chg="add del">
          <ac:chgData name="musukie52@gmail.com" userId="017bd91f96aa8751" providerId="LiveId" clId="{5B2C3894-F97E-4CAB-8812-5BB4D83AAC6A}" dt="2026-10-20T15:54:06.552" v="40160" actId="21"/>
          <ac:spMkLst>
            <pc:docMk/>
            <pc:sldMk cId="3984477928" sldId="323"/>
            <ac:spMk id="15" creationId="{1D3538D8-BCFA-BC19-A835-4660131812FA}"/>
          </ac:spMkLst>
        </pc:spChg>
        <pc:spChg chg="add del mod">
          <ac:chgData name="musukie52@gmail.com" userId="017bd91f96aa8751" providerId="LiveId" clId="{5B2C3894-F97E-4CAB-8812-5BB4D83AAC6A}" dt="2026-10-20T15:54:06.552" v="40160" actId="21"/>
          <ac:spMkLst>
            <pc:docMk/>
            <pc:sldMk cId="3984477928" sldId="323"/>
            <ac:spMk id="17" creationId="{9F4B1AAD-FD7E-FB3A-C681-EA4FE86EEFB7}"/>
          </ac:spMkLst>
        </pc:spChg>
        <pc:spChg chg="add del mod">
          <ac:chgData name="musukie52@gmail.com" userId="017bd91f96aa8751" providerId="LiveId" clId="{5B2C3894-F97E-4CAB-8812-5BB4D83AAC6A}" dt="2026-10-20T15:54:21.306" v="40167" actId="21"/>
          <ac:spMkLst>
            <pc:docMk/>
            <pc:sldMk cId="3984477928" sldId="323"/>
            <ac:spMk id="19" creationId="{277E2CB4-FDA2-D0F3-E646-587B6A93D3C4}"/>
          </ac:spMkLst>
        </pc:spChg>
        <pc:spChg chg="add del mod">
          <ac:chgData name="musukie52@gmail.com" userId="017bd91f96aa8751" providerId="LiveId" clId="{5B2C3894-F97E-4CAB-8812-5BB4D83AAC6A}" dt="2026-10-20T15:54:21.306" v="40167" actId="21"/>
          <ac:spMkLst>
            <pc:docMk/>
            <pc:sldMk cId="3984477928" sldId="323"/>
            <ac:spMk id="21" creationId="{077E1CC4-B414-31CB-8294-0D15CC0721AC}"/>
          </ac:spMkLst>
        </pc:spChg>
        <pc:spChg chg="add del">
          <ac:chgData name="musukie52@gmail.com" userId="017bd91f96aa8751" providerId="LiveId" clId="{5B2C3894-F97E-4CAB-8812-5BB4D83AAC6A}" dt="2026-10-20T15:54:21.306" v="40167" actId="21"/>
          <ac:spMkLst>
            <pc:docMk/>
            <pc:sldMk cId="3984477928" sldId="323"/>
            <ac:spMk id="23" creationId="{C80387C4-7EAB-8664-3E54-D6E2619C1014}"/>
          </ac:spMkLst>
        </pc:spChg>
        <pc:spChg chg="add del">
          <ac:chgData name="musukie52@gmail.com" userId="017bd91f96aa8751" providerId="LiveId" clId="{5B2C3894-F97E-4CAB-8812-5BB4D83AAC6A}" dt="2026-10-20T15:54:39.117" v="40181" actId="21"/>
          <ac:spMkLst>
            <pc:docMk/>
            <pc:sldMk cId="3984477928" sldId="323"/>
            <ac:spMk id="25" creationId="{B252DFBE-50AC-B1B6-C7FE-EF7D21B89A81}"/>
          </ac:spMkLst>
        </pc:spChg>
        <pc:spChg chg="add del mod">
          <ac:chgData name="musukie52@gmail.com" userId="017bd91f96aa8751" providerId="LiveId" clId="{5B2C3894-F97E-4CAB-8812-5BB4D83AAC6A}" dt="2026-10-20T15:54:39.117" v="40181" actId="21"/>
          <ac:spMkLst>
            <pc:docMk/>
            <pc:sldMk cId="3984477928" sldId="323"/>
            <ac:spMk id="27" creationId="{CFF74B42-F04B-F5E7-2F8A-8060FE42835E}"/>
          </ac:spMkLst>
        </pc:spChg>
        <pc:spChg chg="add del">
          <ac:chgData name="musukie52@gmail.com" userId="017bd91f96aa8751" providerId="LiveId" clId="{5B2C3894-F97E-4CAB-8812-5BB4D83AAC6A}" dt="2026-10-20T15:54:39.117" v="40181" actId="21"/>
          <ac:spMkLst>
            <pc:docMk/>
            <pc:sldMk cId="3984477928" sldId="323"/>
            <ac:spMk id="29" creationId="{772015E8-4657-7C72-8E34-A9B01193EFC0}"/>
          </ac:spMkLst>
        </pc:spChg>
        <pc:spChg chg="add del mod">
          <ac:chgData name="musukie52@gmail.com" userId="017bd91f96aa8751" providerId="LiveId" clId="{5B2C3894-F97E-4CAB-8812-5BB4D83AAC6A}" dt="2026-10-20T16:00:29.064" v="40708" actId="21"/>
          <ac:spMkLst>
            <pc:docMk/>
            <pc:sldMk cId="3984477928" sldId="323"/>
            <ac:spMk id="31" creationId="{74273563-5E7E-BACE-B219-EEB01AF2376D}"/>
          </ac:spMkLst>
        </pc:spChg>
        <pc:spChg chg="add del mod">
          <ac:chgData name="musukie52@gmail.com" userId="017bd91f96aa8751" providerId="LiveId" clId="{5B2C3894-F97E-4CAB-8812-5BB4D83AAC6A}" dt="2026-10-20T16:00:29.064" v="40708" actId="21"/>
          <ac:spMkLst>
            <pc:docMk/>
            <pc:sldMk cId="3984477928" sldId="323"/>
            <ac:spMk id="33" creationId="{2E720988-695C-9453-1E80-3B09482BB463}"/>
          </ac:spMkLst>
        </pc:spChg>
        <pc:spChg chg="add del mod">
          <ac:chgData name="musukie52@gmail.com" userId="017bd91f96aa8751" providerId="LiveId" clId="{5B2C3894-F97E-4CAB-8812-5BB4D83AAC6A}" dt="2026-10-20T16:00:29.064" v="40708" actId="21"/>
          <ac:spMkLst>
            <pc:docMk/>
            <pc:sldMk cId="3984477928" sldId="323"/>
            <ac:spMk id="35" creationId="{4794983E-475A-FC5D-FBB5-1D890F739B9E}"/>
          </ac:spMkLst>
        </pc:spChg>
        <pc:spChg chg="add del mod">
          <ac:chgData name="musukie52@gmail.com" userId="017bd91f96aa8751" providerId="LiveId" clId="{5B2C3894-F97E-4CAB-8812-5BB4D83AAC6A}" dt="2026-10-20T16:00:29.064" v="40708" actId="21"/>
          <ac:spMkLst>
            <pc:docMk/>
            <pc:sldMk cId="3984477928" sldId="323"/>
            <ac:spMk id="37" creationId="{81CFAD7C-40D2-4FA6-C545-33B0B9F49AA1}"/>
          </ac:spMkLst>
        </pc:spChg>
        <pc:spChg chg="add del mod">
          <ac:chgData name="musukie52@gmail.com" userId="017bd91f96aa8751" providerId="LiveId" clId="{5B2C3894-F97E-4CAB-8812-5BB4D83AAC6A}" dt="2026-10-20T16:00:29.064" v="40708" actId="21"/>
          <ac:spMkLst>
            <pc:docMk/>
            <pc:sldMk cId="3984477928" sldId="323"/>
            <ac:spMk id="39" creationId="{40B7BCC7-CA72-9C0B-1FC0-BF7F208E0155}"/>
          </ac:spMkLst>
        </pc:spChg>
        <pc:spChg chg="add del mod">
          <ac:chgData name="musukie52@gmail.com" userId="017bd91f96aa8751" providerId="LiveId" clId="{5B2C3894-F97E-4CAB-8812-5BB4D83AAC6A}" dt="2026-10-20T16:00:29.064" v="40708" actId="21"/>
          <ac:spMkLst>
            <pc:docMk/>
            <pc:sldMk cId="3984477928" sldId="323"/>
            <ac:spMk id="41" creationId="{AECE17A8-6E73-1E8B-6313-3DBB6F8819A5}"/>
          </ac:spMkLst>
        </pc:spChg>
        <pc:spChg chg="add del">
          <ac:chgData name="musukie52@gmail.com" userId="017bd91f96aa8751" providerId="LiveId" clId="{5B2C3894-F97E-4CAB-8812-5BB4D83AAC6A}" dt="2026-10-20T16:00:29.064" v="40708" actId="21"/>
          <ac:spMkLst>
            <pc:docMk/>
            <pc:sldMk cId="3984477928" sldId="323"/>
            <ac:spMk id="43" creationId="{512F1256-7A6B-F2A2-BAA6-68FCB8C903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860BC-A12E-49B1-BCBC-14574C67AD5D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2B19-1302-43F3-BA17-55E428EF33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6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C2B19-1302-43F3-BA17-55E428EF332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57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23A23-796E-28CB-7828-7E365DD16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7D25B-186B-4922-3E70-BBE19C777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F71101-A5EA-71E5-D8A7-1B13F827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2F8C5E-16EA-75EA-E007-3E522DAD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A6C8C2-9752-C0C5-298F-EDFA10EC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77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99F6B-92BF-612B-FD16-7DD1F690F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D0A1BF-29C3-7E39-E505-017B3B54C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0466BE-284E-844C-706E-A9E56272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206333-140A-F58E-36A3-66849EA5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A143B-3B3F-C878-EB7B-7412C944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53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CC510-62A1-3A0C-27DC-A7A80190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1677DE-F93C-5145-75F8-E8AD5F338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4145F-EE25-0244-3B0F-125F88E7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3A1741-4B88-DA68-E1B5-90DB7B2B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428D6D-9202-6A1C-66F3-67C13275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9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3F068-3501-34A9-63F6-95642E25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17AC27-C8BE-994B-3D13-22DF128D4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49C84F-B9E1-2EBF-1E8A-C3B7E49E7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222AFE-56EC-7E6A-BFE7-17FEA75D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AC6A60-5963-6971-A3A5-7EA9587D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C56037-48C4-EE55-F904-ADEE2B95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98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EE80F-A9D8-D8CD-9404-BDC229409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E32631-2604-2864-2FC1-D50070232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1F5F34-DF49-EBE9-7AC8-7258C61C1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729C5C-FBA8-1632-48B2-968A84C5C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D7D7AF-4086-BE28-F035-167F1DC56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81E78A-CA3D-9BB7-3EC4-835889FD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0F5E7F-C8BE-3884-8CE5-034609ED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564EC0-D824-98AB-08A1-61CB8BD1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34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8176C-ED9E-1E6F-72DE-2BC12F07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1F0810-F4B9-68C7-13A2-C3E1CF3A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EEB0E5-BB57-5F2B-2FE6-6E99C540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DD9DBA-DD43-C74C-97C4-D1D6D9E5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2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F6C369-1299-1DB1-A0C8-6290FFE7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BC6CEE-CCA8-A244-26C3-12888241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D1C70-2AB8-65BD-C07C-2C89A2CC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18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F7355-AC28-7237-3786-005EFEA1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B73DE4-1F61-3F72-2F6D-5A92927B1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DA9818-33E2-593E-0B2A-775D6C05D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11EE44-ED03-6A25-5DD0-46C9BBA1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B0A5E9-E3E4-D0C1-86FE-2A2510EA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39C41D-232F-F297-C9D9-1061B630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14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E2D48-10C2-D75B-23DC-CF7EF3A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8FF394-8175-3B78-B3E8-97EB5D4F5F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E6617B-0C9E-BE21-46C8-9EFBE6FB7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AECECB-6BA0-7FA6-B196-0D423025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8E7F91-3552-53B0-9B59-13ECB1D1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23F34B-36BF-11BE-2209-4FD69492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65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A57BB-20FA-5BD4-8A53-28E18632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AB0F9D-BB28-53DF-2617-77D01BBAB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413DBF-59C2-3203-1A0D-B07490637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C07EE7-FA36-86FB-153A-9137BB37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4AA9DE-5636-5A45-422A-EF38AA63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664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8CDE3D-FECA-42F7-C48F-C64AF1BA0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5C7C51-7ED5-5B43-AF7C-052394648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EB355E-DB69-04B0-0509-C4EE067A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B90E83-4551-BBA1-B48B-C58E2188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9B35F-01DF-D709-2937-06C40119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AC9BA0-A8D5-470D-2463-70CF22B4B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D6C6B9-5E52-C6A5-8A20-5DEDCC95B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05EAE-CFA0-2727-06DE-5E3BB7233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F26D5-3B5E-4930-B4BE-0FCFC33BB67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18A98B-180A-9AD0-C838-F337E6F25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A30C69-164B-497B-B49C-049A19E62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24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454496-C4A9-06A5-F832-C3452B17F802}"/>
              </a:ext>
            </a:extLst>
          </p:cNvPr>
          <p:cNvSpPr/>
          <p:nvPr/>
        </p:nvSpPr>
        <p:spPr>
          <a:xfrm>
            <a:off x="-1" y="0"/>
            <a:ext cx="3597835" cy="4762500"/>
          </a:xfrm>
          <a:prstGeom prst="rect">
            <a:avLst/>
          </a:prstGeom>
          <a:gradFill flip="none" rotWithShape="1">
            <a:gsLst>
              <a:gs pos="0">
                <a:srgbClr val="031223"/>
              </a:gs>
              <a:gs pos="100000">
                <a:srgbClr val="010F1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5DE32F-E4DD-C000-D585-4EBE2E5D12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09"/>
          <a:stretch>
            <a:fillRect/>
          </a:stretch>
        </p:blipFill>
        <p:spPr>
          <a:xfrm>
            <a:off x="3597835" y="0"/>
            <a:ext cx="8594043" cy="476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9D5E3-291A-A5D9-3FC1-62F5BAA1AF79}"/>
              </a:ext>
            </a:extLst>
          </p:cNvPr>
          <p:cNvSpPr txBox="1"/>
          <p:nvPr/>
        </p:nvSpPr>
        <p:spPr>
          <a:xfrm>
            <a:off x="887743" y="1782483"/>
            <a:ext cx="28392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숨죽인</a:t>
            </a:r>
            <a:r>
              <a:rPr lang="en-US" altLang="ko-KR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84707-3088-4D8D-426A-0C9605BEA85D}"/>
              </a:ext>
            </a:extLst>
          </p:cNvPr>
          <p:cNvSpPr txBox="1"/>
          <p:nvPr/>
        </p:nvSpPr>
        <p:spPr>
          <a:xfrm>
            <a:off x="887743" y="1278638"/>
            <a:ext cx="17748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시스템 기획서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2E7D8-36DE-640D-81CC-00E224449F4F}"/>
              </a:ext>
            </a:extLst>
          </p:cNvPr>
          <p:cNvSpPr txBox="1"/>
          <p:nvPr/>
        </p:nvSpPr>
        <p:spPr>
          <a:xfrm>
            <a:off x="887743" y="2693560"/>
            <a:ext cx="30027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T h e    D r e a m    H o l d s    I t s    B r e a t h</a:t>
            </a:r>
            <a:endParaRPr lang="ko-KR" altLang="en-US" sz="10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C2C59-C94D-6354-0BF4-61D61909B524}"/>
              </a:ext>
            </a:extLst>
          </p:cNvPr>
          <p:cNvSpPr txBox="1"/>
          <p:nvPr/>
        </p:nvSpPr>
        <p:spPr>
          <a:xfrm>
            <a:off x="887743" y="3193254"/>
            <a:ext cx="27671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“</a:t>
            </a:r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</a:t>
            </a:r>
            <a:r>
              <a:rPr lang="en-US" altLang="ko-KR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쉬는</a:t>
            </a:r>
            <a:r>
              <a:rPr lang="en-US" altLang="ko-KR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순간조차 선택이 된다</a:t>
            </a:r>
            <a:r>
              <a:rPr lang="en-US" altLang="ko-KR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”</a:t>
            </a:r>
            <a:endParaRPr lang="ko-KR" altLang="en-US" sz="1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6E6437-B49D-D658-E236-ADF8FCC1DA55}"/>
              </a:ext>
            </a:extLst>
          </p:cNvPr>
          <p:cNvSpPr txBox="1"/>
          <p:nvPr/>
        </p:nvSpPr>
        <p:spPr>
          <a:xfrm>
            <a:off x="1015724" y="5092141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문서 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77498-45E2-DF14-886F-F2C0B162FC98}"/>
              </a:ext>
            </a:extLst>
          </p:cNvPr>
          <p:cNvSpPr txBox="1"/>
          <p:nvPr/>
        </p:nvSpPr>
        <p:spPr>
          <a:xfrm>
            <a:off x="1015724" y="5415306"/>
            <a:ext cx="737702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장르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작성자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D31C82-C156-8BF6-645C-7E7645386FEC}"/>
              </a:ext>
            </a:extLst>
          </p:cNvPr>
          <p:cNvSpPr txBox="1"/>
          <p:nvPr/>
        </p:nvSpPr>
        <p:spPr>
          <a:xfrm>
            <a:off x="5921672" y="5092141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수정 내역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D3C041-4495-4DD8-6B13-EEA32C9C41A4}"/>
              </a:ext>
            </a:extLst>
          </p:cNvPr>
          <p:cNvSpPr txBox="1"/>
          <p:nvPr/>
        </p:nvSpPr>
        <p:spPr>
          <a:xfrm>
            <a:off x="5921672" y="5415306"/>
            <a:ext cx="970137" cy="1100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26.10.05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26.10.06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4C4CB-E5D4-5864-5762-1FF5C13F6A35}"/>
              </a:ext>
            </a:extLst>
          </p:cNvPr>
          <p:cNvSpPr txBox="1"/>
          <p:nvPr/>
        </p:nvSpPr>
        <p:spPr>
          <a:xfrm>
            <a:off x="7324783" y="5415305"/>
            <a:ext cx="3868367" cy="1100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 상호작용 규칙 및 수치 체계 보완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데이터 테이블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계산 검증 구조 및 설명 보강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플로우차트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맵 적용 예시 및 시각화 개선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4258C0-9135-9BA2-EE6D-439DCEF1C1C0}"/>
              </a:ext>
            </a:extLst>
          </p:cNvPr>
          <p:cNvSpPr txBox="1"/>
          <p:nvPr/>
        </p:nvSpPr>
        <p:spPr>
          <a:xfrm>
            <a:off x="2186400" y="5415306"/>
            <a:ext cx="2696572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3D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싱글 플레이 액션 어드벤처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윤수진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CC40F-43B7-2F88-1B4E-345FA727DDBE}"/>
              </a:ext>
            </a:extLst>
          </p:cNvPr>
          <p:cNvSpPr txBox="1"/>
          <p:nvPr/>
        </p:nvSpPr>
        <p:spPr>
          <a:xfrm>
            <a:off x="0" y="-540871"/>
            <a:ext cx="2136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글꼴 </a:t>
            </a:r>
            <a:r>
              <a:rPr lang="ko-KR" altLang="en-US" sz="2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온고딕</a:t>
            </a:r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20pt</a:t>
            </a:r>
            <a:endParaRPr lang="ko-KR" altLang="en-US" sz="2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11410-F0E4-B8A0-4C5A-C0570C0DF251}"/>
              </a:ext>
            </a:extLst>
          </p:cNvPr>
          <p:cNvSpPr txBox="1"/>
          <p:nvPr/>
        </p:nvSpPr>
        <p:spPr>
          <a:xfrm>
            <a:off x="2136803" y="-463926"/>
            <a:ext cx="5357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E83279-D6D5-B883-AFC4-94DB060B545F}"/>
              </a:ext>
            </a:extLst>
          </p:cNvPr>
          <p:cNvSpPr txBox="1"/>
          <p:nvPr/>
        </p:nvSpPr>
        <p:spPr>
          <a:xfrm>
            <a:off x="2672527" y="-386982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10pt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331A8-6382-2709-18FD-8587163C7332}"/>
              </a:ext>
            </a:extLst>
          </p:cNvPr>
          <p:cNvSpPr txBox="1"/>
          <p:nvPr/>
        </p:nvSpPr>
        <p:spPr>
          <a:xfrm>
            <a:off x="3140925" y="-356205"/>
            <a:ext cx="3497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8pt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A8DCBFE-5F84-3285-A7C2-D322EDEC9013}"/>
              </a:ext>
            </a:extLst>
          </p:cNvPr>
          <p:cNvSpPr/>
          <p:nvPr/>
        </p:nvSpPr>
        <p:spPr>
          <a:xfrm>
            <a:off x="4103543" y="-434736"/>
            <a:ext cx="293974" cy="293974"/>
          </a:xfrm>
          <a:prstGeom prst="ellipse">
            <a:avLst/>
          </a:prstGeom>
          <a:solidFill>
            <a:srgbClr val="637A96">
              <a:alpha val="1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8417EB-39FB-0A64-6B6F-620CAE7DBC18}"/>
              </a:ext>
            </a:extLst>
          </p:cNvPr>
          <p:cNvSpPr txBox="1"/>
          <p:nvPr/>
        </p:nvSpPr>
        <p:spPr>
          <a:xfrm>
            <a:off x="4399727" y="-386983"/>
            <a:ext cx="25266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투명도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90%               65%               30%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F617464-AEB9-4076-E72A-4F4EBA0EC45C}"/>
              </a:ext>
            </a:extLst>
          </p:cNvPr>
          <p:cNvSpPr/>
          <p:nvPr/>
        </p:nvSpPr>
        <p:spPr>
          <a:xfrm>
            <a:off x="5369080" y="-434736"/>
            <a:ext cx="293974" cy="293974"/>
          </a:xfrm>
          <a:prstGeom prst="ellipse">
            <a:avLst/>
          </a:prstGeom>
          <a:solidFill>
            <a:srgbClr val="637A96">
              <a:alpha val="35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12344D8-A134-A19B-6B77-A6FFC6B5648B}"/>
              </a:ext>
            </a:extLst>
          </p:cNvPr>
          <p:cNvSpPr/>
          <p:nvPr/>
        </p:nvSpPr>
        <p:spPr>
          <a:xfrm>
            <a:off x="6198530" y="-434736"/>
            <a:ext cx="293974" cy="293974"/>
          </a:xfrm>
          <a:prstGeom prst="ellipse">
            <a:avLst/>
          </a:prstGeom>
          <a:solidFill>
            <a:srgbClr val="637A96">
              <a:alpha val="7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6652295-67AD-3092-A423-FDAD249C4C9E}"/>
              </a:ext>
            </a:extLst>
          </p:cNvPr>
          <p:cNvSpPr/>
          <p:nvPr/>
        </p:nvSpPr>
        <p:spPr>
          <a:xfrm>
            <a:off x="-653586" y="344583"/>
            <a:ext cx="478118" cy="478118"/>
          </a:xfrm>
          <a:prstGeom prst="ellipse">
            <a:avLst/>
          </a:prstGeom>
          <a:solidFill>
            <a:srgbClr val="AF727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5D46567-F674-81DD-70DE-67747815493D}"/>
              </a:ext>
            </a:extLst>
          </p:cNvPr>
          <p:cNvSpPr/>
          <p:nvPr/>
        </p:nvSpPr>
        <p:spPr>
          <a:xfrm>
            <a:off x="-653586" y="2297913"/>
            <a:ext cx="478118" cy="478118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2C627D0-790F-9AC7-DC7D-558E83F48F05}"/>
              </a:ext>
            </a:extLst>
          </p:cNvPr>
          <p:cNvSpPr/>
          <p:nvPr/>
        </p:nvSpPr>
        <p:spPr>
          <a:xfrm>
            <a:off x="-653586" y="998939"/>
            <a:ext cx="478118" cy="478118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07B60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8EC3BEAC-4672-0943-1153-B491995BAD40}"/>
              </a:ext>
            </a:extLst>
          </p:cNvPr>
          <p:cNvSpPr/>
          <p:nvPr/>
        </p:nvSpPr>
        <p:spPr>
          <a:xfrm>
            <a:off x="-653586" y="2942531"/>
            <a:ext cx="478118" cy="478118"/>
          </a:xfrm>
          <a:prstGeom prst="ellipse">
            <a:avLst/>
          </a:prstGeom>
          <a:solidFill>
            <a:srgbClr val="84719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CA5658AE-2ECD-6D1F-8C67-E8F7C547FC89}"/>
              </a:ext>
            </a:extLst>
          </p:cNvPr>
          <p:cNvSpPr/>
          <p:nvPr/>
        </p:nvSpPr>
        <p:spPr>
          <a:xfrm>
            <a:off x="-653586" y="1643557"/>
            <a:ext cx="478118" cy="478118"/>
          </a:xfrm>
          <a:prstGeom prst="ellipse">
            <a:avLst/>
          </a:prstGeom>
          <a:solidFill>
            <a:srgbClr val="75817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EE2BA29-EA16-DFBD-479F-CC61BE35F81D}"/>
              </a:ext>
            </a:extLst>
          </p:cNvPr>
          <p:cNvSpPr/>
          <p:nvPr/>
        </p:nvSpPr>
        <p:spPr>
          <a:xfrm>
            <a:off x="-653586" y="3592018"/>
            <a:ext cx="478118" cy="478118"/>
          </a:xfrm>
          <a:prstGeom prst="ellipse">
            <a:avLst/>
          </a:prstGeom>
          <a:solidFill>
            <a:srgbClr val="FDFDFE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3282DB0-E5C3-4077-D19F-6DBC0AFBDDE4}"/>
              </a:ext>
            </a:extLst>
          </p:cNvPr>
          <p:cNvSpPr/>
          <p:nvPr/>
        </p:nvSpPr>
        <p:spPr>
          <a:xfrm>
            <a:off x="-653586" y="4241505"/>
            <a:ext cx="478118" cy="478118"/>
          </a:xfrm>
          <a:prstGeom prst="ellipse">
            <a:avLst/>
          </a:prstGeom>
          <a:solidFill>
            <a:srgbClr val="03122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38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7B52-557A-C2C5-0050-8237A967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2248639-C052-E0C6-AF02-8978B3CEEE05}"/>
              </a:ext>
            </a:extLst>
          </p:cNvPr>
          <p:cNvSpPr txBox="1"/>
          <p:nvPr/>
        </p:nvSpPr>
        <p:spPr>
          <a:xfrm>
            <a:off x="1951041" y="1016042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목차</a:t>
            </a:r>
            <a:endParaRPr lang="ko-KR" altLang="en-US" sz="2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87C5C5-4809-FFE8-4D1C-45FF6396B87C}"/>
              </a:ext>
            </a:extLst>
          </p:cNvPr>
          <p:cNvSpPr txBox="1"/>
          <p:nvPr/>
        </p:nvSpPr>
        <p:spPr>
          <a:xfrm>
            <a:off x="1966420" y="800598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C O N T E N T S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DE4DECA-7C07-356E-3EB1-AE8899778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" t="185" r="-2" b="-1"/>
          <a:stretch>
            <a:fillRect/>
          </a:stretch>
        </p:blipFill>
        <p:spPr>
          <a:xfrm>
            <a:off x="0" y="-1"/>
            <a:ext cx="12191999" cy="685982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BF0E094-6810-4467-17C5-E528F2F1F702}"/>
              </a:ext>
            </a:extLst>
          </p:cNvPr>
          <p:cNvSpPr txBox="1"/>
          <p:nvPr/>
        </p:nvSpPr>
        <p:spPr>
          <a:xfrm>
            <a:off x="1951041" y="908320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목차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AE6371-2192-9DD2-F393-B5BA445E9E23}"/>
              </a:ext>
            </a:extLst>
          </p:cNvPr>
          <p:cNvSpPr txBox="1"/>
          <p:nvPr/>
        </p:nvSpPr>
        <p:spPr>
          <a:xfrm>
            <a:off x="1966420" y="692876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C O N T E N T S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0513462-17C9-E507-9F60-D0C7F6FAC8CC}"/>
              </a:ext>
            </a:extLst>
          </p:cNvPr>
          <p:cNvSpPr txBox="1"/>
          <p:nvPr/>
        </p:nvSpPr>
        <p:spPr>
          <a:xfrm>
            <a:off x="2107433" y="3879868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9C755B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endParaRPr lang="ko-KR" altLang="en-US" sz="2000" dirty="0">
              <a:solidFill>
                <a:srgbClr val="9C755B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B536110-0AC4-B786-FD3D-13D8D6DE8BC3}"/>
              </a:ext>
            </a:extLst>
          </p:cNvPr>
          <p:cNvSpPr txBox="1"/>
          <p:nvPr/>
        </p:nvSpPr>
        <p:spPr>
          <a:xfrm>
            <a:off x="2546704" y="3918340"/>
            <a:ext cx="11641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규칙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32EDB9C-5B5B-232D-23A2-937E72FBD2CC}"/>
              </a:ext>
            </a:extLst>
          </p:cNvPr>
          <p:cNvSpPr txBox="1"/>
          <p:nvPr/>
        </p:nvSpPr>
        <p:spPr>
          <a:xfrm>
            <a:off x="2546704" y="4279978"/>
            <a:ext cx="1612942" cy="1225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행동 규칙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공기별 환경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4)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 환경과 이상 상태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5)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인형 감지 시스템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D6946D1-4B31-8A1A-5374-1F564924923C}"/>
              </a:ext>
            </a:extLst>
          </p:cNvPr>
          <p:cNvSpPr txBox="1"/>
          <p:nvPr/>
        </p:nvSpPr>
        <p:spPr>
          <a:xfrm>
            <a:off x="5034886" y="4279978"/>
            <a:ext cx="418769" cy="1225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7p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11p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4C1C729-B224-658E-09B2-286D9C9984DA}"/>
              </a:ext>
            </a:extLst>
          </p:cNvPr>
          <p:cNvSpPr txBox="1"/>
          <p:nvPr/>
        </p:nvSpPr>
        <p:spPr>
          <a:xfrm>
            <a:off x="6737853" y="3718285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</a:t>
            </a:r>
            <a:endParaRPr lang="ko-KR" altLang="en-US" sz="20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5CD24E2-51C1-87AD-A2EC-DFE6C86B3412}"/>
              </a:ext>
            </a:extLst>
          </p:cNvPr>
          <p:cNvSpPr txBox="1"/>
          <p:nvPr/>
        </p:nvSpPr>
        <p:spPr>
          <a:xfrm>
            <a:off x="7177124" y="3756757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적용</a:t>
            </a: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예시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6044542-B68F-D30A-80F7-1B9C1233C1EC}"/>
              </a:ext>
            </a:extLst>
          </p:cNvPr>
          <p:cNvSpPr txBox="1"/>
          <p:nvPr/>
        </p:nvSpPr>
        <p:spPr>
          <a:xfrm>
            <a:off x="7177124" y="4118395"/>
            <a:ext cx="1600118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응용 사례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1~4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맵 적용 예시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C21FD1E-A3D4-1A06-7CBD-18577DA124F7}"/>
              </a:ext>
            </a:extLst>
          </p:cNvPr>
          <p:cNvSpPr txBox="1"/>
          <p:nvPr/>
        </p:nvSpPr>
        <p:spPr>
          <a:xfrm>
            <a:off x="9354388" y="4118395"/>
            <a:ext cx="72968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 ~ 18p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19p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2C764E8-EE99-1FD8-727C-6444D7E68688}"/>
              </a:ext>
            </a:extLst>
          </p:cNvPr>
          <p:cNvSpPr txBox="1"/>
          <p:nvPr/>
        </p:nvSpPr>
        <p:spPr>
          <a:xfrm>
            <a:off x="2107433" y="1416152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B57778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endParaRPr lang="ko-KR" altLang="en-US" sz="2000" dirty="0">
              <a:solidFill>
                <a:srgbClr val="B57778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EA05FE9-7E3A-045C-E83D-F1FC2973C86B}"/>
              </a:ext>
            </a:extLst>
          </p:cNvPr>
          <p:cNvSpPr txBox="1"/>
          <p:nvPr/>
        </p:nvSpPr>
        <p:spPr>
          <a:xfrm>
            <a:off x="2546704" y="1454624"/>
            <a:ext cx="16209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게임</a:t>
            </a: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개요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5BE260E-4FA4-E511-0C64-BB3F71850DA4}"/>
              </a:ext>
            </a:extLst>
          </p:cNvPr>
          <p:cNvSpPr txBox="1"/>
          <p:nvPr/>
        </p:nvSpPr>
        <p:spPr>
          <a:xfrm>
            <a:off x="2546704" y="1816262"/>
            <a:ext cx="1489510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및 시스템 개요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시스템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핵심 플레이 순환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2061BC4-A1B3-2E89-9637-45DE54AC3A2D}"/>
              </a:ext>
            </a:extLst>
          </p:cNvPr>
          <p:cNvSpPr txBox="1"/>
          <p:nvPr/>
        </p:nvSpPr>
        <p:spPr>
          <a:xfrm>
            <a:off x="5107022" y="1816262"/>
            <a:ext cx="346633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4p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5p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5E38ADA-E332-A8B3-A107-A27A04994C1D}"/>
              </a:ext>
            </a:extLst>
          </p:cNvPr>
          <p:cNvSpPr txBox="1"/>
          <p:nvPr/>
        </p:nvSpPr>
        <p:spPr>
          <a:xfrm>
            <a:off x="2107433" y="285960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5973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endParaRPr lang="ko-KR" altLang="en-US" sz="2000" dirty="0">
              <a:solidFill>
                <a:srgbClr val="5973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B97011A-D1E6-0AD4-B727-42C941A6C0D1}"/>
              </a:ext>
            </a:extLst>
          </p:cNvPr>
          <p:cNvSpPr txBox="1"/>
          <p:nvPr/>
        </p:nvSpPr>
        <p:spPr>
          <a:xfrm>
            <a:off x="2546704" y="2898078"/>
            <a:ext cx="1473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 화면</a:t>
            </a: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·UI</a:t>
            </a:r>
            <a:endParaRPr lang="ko-KR" altLang="en-US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9E776B3-5F20-EDE8-E656-6877F9087951}"/>
              </a:ext>
            </a:extLst>
          </p:cNvPr>
          <p:cNvSpPr txBox="1"/>
          <p:nvPr/>
        </p:nvSpPr>
        <p:spPr>
          <a:xfrm>
            <a:off x="2546704" y="3259716"/>
            <a:ext cx="2056973" cy="302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 화면과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HUD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구성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42EAC70-4E9D-31A4-0E95-33483035ED95}"/>
              </a:ext>
            </a:extLst>
          </p:cNvPr>
          <p:cNvSpPr txBox="1"/>
          <p:nvPr/>
        </p:nvSpPr>
        <p:spPr>
          <a:xfrm>
            <a:off x="5111894" y="3259716"/>
            <a:ext cx="341761" cy="302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6p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FE7FFC7-3042-F69C-AADA-1611F7FD5400}"/>
              </a:ext>
            </a:extLst>
          </p:cNvPr>
          <p:cNvSpPr txBox="1"/>
          <p:nvPr/>
        </p:nvSpPr>
        <p:spPr>
          <a:xfrm>
            <a:off x="6737853" y="1416152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endParaRPr lang="ko-KR" altLang="en-US" sz="2000" dirty="0">
              <a:solidFill>
                <a:srgbClr val="8471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4D42AA2-288F-3DCF-0614-EDFC51225F51}"/>
              </a:ext>
            </a:extLst>
          </p:cNvPr>
          <p:cNvSpPr txBox="1"/>
          <p:nvPr/>
        </p:nvSpPr>
        <p:spPr>
          <a:xfrm>
            <a:off x="7177124" y="1454624"/>
            <a:ext cx="134844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구조도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276E67E-4996-C818-1CAC-37FE6D3F7D6C}"/>
              </a:ext>
            </a:extLst>
          </p:cNvPr>
          <p:cNvSpPr txBox="1"/>
          <p:nvPr/>
        </p:nvSpPr>
        <p:spPr>
          <a:xfrm>
            <a:off x="7177124" y="1816262"/>
            <a:ext cx="1042273" cy="302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플로우 차트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1B5C5CA-9562-364F-21E4-0FEC478FE41A}"/>
              </a:ext>
            </a:extLst>
          </p:cNvPr>
          <p:cNvSpPr txBox="1"/>
          <p:nvPr/>
        </p:nvSpPr>
        <p:spPr>
          <a:xfrm>
            <a:off x="9665371" y="1816262"/>
            <a:ext cx="418704" cy="302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12p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E6DBEB1-190C-E947-3B25-FBB9A0AB65D3}"/>
              </a:ext>
            </a:extLst>
          </p:cNvPr>
          <p:cNvSpPr txBox="1"/>
          <p:nvPr/>
        </p:nvSpPr>
        <p:spPr>
          <a:xfrm>
            <a:off x="6737853" y="2433044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6E7D6C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endParaRPr lang="ko-KR" altLang="en-US" sz="2000" dirty="0">
              <a:solidFill>
                <a:srgbClr val="6E7D6C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61244C9-1009-2F11-0752-91E7573ECB73}"/>
              </a:ext>
            </a:extLst>
          </p:cNvPr>
          <p:cNvSpPr txBox="1"/>
          <p:nvPr/>
        </p:nvSpPr>
        <p:spPr>
          <a:xfrm>
            <a:off x="7177124" y="2471516"/>
            <a:ext cx="134844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레퍼런스 분석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9A480C2-A5AB-9140-31AD-C86B05C42630}"/>
              </a:ext>
            </a:extLst>
          </p:cNvPr>
          <p:cNvSpPr txBox="1"/>
          <p:nvPr/>
        </p:nvSpPr>
        <p:spPr>
          <a:xfrm>
            <a:off x="7177124" y="2833154"/>
            <a:ext cx="2536272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「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DEATH STRANDING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」 분석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「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DEATH STRANDING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」 비교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차별화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3C98CCF-41A8-172C-5AE5-EA70EE076F2E}"/>
              </a:ext>
            </a:extLst>
          </p:cNvPr>
          <p:cNvSpPr txBox="1"/>
          <p:nvPr/>
        </p:nvSpPr>
        <p:spPr>
          <a:xfrm>
            <a:off x="9660561" y="2833154"/>
            <a:ext cx="423514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13p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12p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21BA8B2-2512-519A-39EE-DEA984B919BE}"/>
              </a:ext>
            </a:extLst>
          </p:cNvPr>
          <p:cNvSpPr txBox="1"/>
          <p:nvPr/>
        </p:nvSpPr>
        <p:spPr>
          <a:xfrm>
            <a:off x="6737853" y="50035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</a:t>
            </a:r>
            <a:endParaRPr lang="ko-KR" altLang="en-US" sz="20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80EFE92-6D4A-47B5-4C6E-68BBF2FC984D}"/>
              </a:ext>
            </a:extLst>
          </p:cNvPr>
          <p:cNvSpPr txBox="1"/>
          <p:nvPr/>
        </p:nvSpPr>
        <p:spPr>
          <a:xfrm>
            <a:off x="7177124" y="5041998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제작 명세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D650439-C0E8-0A6F-ECD5-79C14C95A1F2}"/>
              </a:ext>
            </a:extLst>
          </p:cNvPr>
          <p:cNvSpPr txBox="1"/>
          <p:nvPr/>
        </p:nvSpPr>
        <p:spPr>
          <a:xfrm>
            <a:off x="7177124" y="5403636"/>
            <a:ext cx="1651414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예외 처리 및 안전 장치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데이터 항목 정의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출처 및 제작 도구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C0ED3C8-9600-335C-FEFB-CD0D931F94EE}"/>
              </a:ext>
            </a:extLst>
          </p:cNvPr>
          <p:cNvSpPr txBox="1"/>
          <p:nvPr/>
        </p:nvSpPr>
        <p:spPr>
          <a:xfrm>
            <a:off x="9665306" y="5403636"/>
            <a:ext cx="418769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20p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21p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22p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474E6-E78A-32F9-7846-C70BE38D07E7}"/>
              </a:ext>
            </a:extLst>
          </p:cNvPr>
          <p:cNvSpPr txBox="1"/>
          <p:nvPr/>
        </p:nvSpPr>
        <p:spPr>
          <a:xfrm>
            <a:off x="11812655" y="6499017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033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7DAF-63AF-0617-3E06-602AE626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15014C0C-FF87-A083-2160-989A7FED9CB9}"/>
              </a:ext>
            </a:extLst>
          </p:cNvPr>
          <p:cNvSpPr/>
          <p:nvPr/>
        </p:nvSpPr>
        <p:spPr>
          <a:xfrm>
            <a:off x="0" y="6599634"/>
            <a:ext cx="335755" cy="258366"/>
          </a:xfrm>
          <a:prstGeom prst="rect">
            <a:avLst/>
          </a:prstGeom>
          <a:solidFill>
            <a:srgbClr val="735C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F716D883-F7DA-50B6-53BF-A52F6C816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4" b="12035"/>
          <a:stretch>
            <a:fillRect/>
          </a:stretch>
        </p:blipFill>
        <p:spPr>
          <a:xfrm>
            <a:off x="1" y="976844"/>
            <a:ext cx="6289798" cy="5881156"/>
          </a:xfrm>
          <a:prstGeom prst="rect">
            <a:avLst/>
          </a:prstGeom>
          <a:effectLst/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CD63A92-578F-EFCA-1C8D-D920C374A5EE}"/>
              </a:ext>
            </a:extLst>
          </p:cNvPr>
          <p:cNvSpPr txBox="1"/>
          <p:nvPr/>
        </p:nvSpPr>
        <p:spPr>
          <a:xfrm>
            <a:off x="300437" y="576734"/>
            <a:ext cx="2717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게임 및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개요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0E186F-B818-9959-A560-F8223489E351}"/>
              </a:ext>
            </a:extLst>
          </p:cNvPr>
          <p:cNvSpPr txBox="1"/>
          <p:nvPr/>
        </p:nvSpPr>
        <p:spPr>
          <a:xfrm>
            <a:off x="300437" y="1061220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“</a:t>
            </a:r>
            <a:r>
              <a:rPr lang="ko-KR" altLang="en-US" sz="2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 </a:t>
            </a:r>
            <a:r>
              <a:rPr lang="ko-KR" altLang="en-US" sz="2000" dirty="0" err="1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쉬는순간조차</a:t>
            </a:r>
            <a:r>
              <a:rPr lang="ko-KR" altLang="en-US" sz="2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선택이 된다</a:t>
            </a:r>
            <a:r>
              <a:rPr lang="en-US" altLang="ko-KR" sz="2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.”</a:t>
            </a:r>
            <a:endParaRPr lang="ko-KR" altLang="en-US" sz="2000" dirty="0">
              <a:solidFill>
                <a:srgbClr val="AF727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F4C27923-6A1F-77B6-3FB6-1D1949C91517}"/>
              </a:ext>
            </a:extLst>
          </p:cNvPr>
          <p:cNvSpPr/>
          <p:nvPr/>
        </p:nvSpPr>
        <p:spPr>
          <a:xfrm>
            <a:off x="710939" y="1543240"/>
            <a:ext cx="2289174" cy="371366"/>
          </a:xfrm>
          <a:prstGeom prst="roundRect">
            <a:avLst>
              <a:gd name="adj" fmla="val 50000"/>
            </a:avLst>
          </a:prstGeom>
          <a:solidFill>
            <a:srgbClr val="847190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AE669A-7D56-42A9-C580-C4E31171DCF3}"/>
              </a:ext>
            </a:extLst>
          </p:cNvPr>
          <p:cNvSpPr txBox="1"/>
          <p:nvPr/>
        </p:nvSpPr>
        <p:spPr>
          <a:xfrm>
            <a:off x="312341" y="260477"/>
            <a:ext cx="10679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개요</a:t>
            </a:r>
          </a:p>
        </p:txBody>
      </p:sp>
      <p:pic>
        <p:nvPicPr>
          <p:cNvPr id="254" name="그림 253">
            <a:extLst>
              <a:ext uri="{FF2B5EF4-FFF2-40B4-BE49-F238E27FC236}">
                <a16:creationId xmlns:a16="http://schemas.microsoft.com/office/drawing/2014/main" id="{C4F15D30-9F87-4918-C46F-4A0DEC2D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4" t="3586" r="4994" b="6301"/>
          <a:stretch>
            <a:fillRect/>
          </a:stretch>
        </p:blipFill>
        <p:spPr>
          <a:xfrm>
            <a:off x="3000112" y="1600171"/>
            <a:ext cx="257359" cy="257501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56" name="그림 255">
            <a:extLst>
              <a:ext uri="{FF2B5EF4-FFF2-40B4-BE49-F238E27FC236}">
                <a16:creationId xmlns:a16="http://schemas.microsoft.com/office/drawing/2014/main" id="{C2BAC18F-481A-FB25-DC6A-8C855073F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4" t="3586" r="4994" b="6301"/>
          <a:stretch>
            <a:fillRect/>
          </a:stretch>
        </p:blipFill>
        <p:spPr>
          <a:xfrm>
            <a:off x="453579" y="1600171"/>
            <a:ext cx="257359" cy="25750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5DBE14-F2CC-193A-A305-A3D16867B572}"/>
              </a:ext>
            </a:extLst>
          </p:cNvPr>
          <p:cNvSpPr txBox="1"/>
          <p:nvPr/>
        </p:nvSpPr>
        <p:spPr>
          <a:xfrm>
            <a:off x="847076" y="1567220"/>
            <a:ext cx="20168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인형 악몽 세계관 기반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70C74C-89AA-B1D3-46F6-C4EB48041704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3017848" y="738317"/>
            <a:ext cx="8757429" cy="38472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" name="그림 160">
            <a:extLst>
              <a:ext uri="{FF2B5EF4-FFF2-40B4-BE49-F238E27FC236}">
                <a16:creationId xmlns:a16="http://schemas.microsoft.com/office/drawing/2014/main" id="{87CBFE8C-C74C-D83A-2FF0-FFEFE3E11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11996" r="45685" b="75209"/>
          <a:stretch>
            <a:fillRect/>
          </a:stretch>
        </p:blipFill>
        <p:spPr>
          <a:xfrm>
            <a:off x="6624554" y="1225653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20E921FC-BCB4-F2FF-13BE-2969CD69DD9D}"/>
              </a:ext>
            </a:extLst>
          </p:cNvPr>
          <p:cNvSpPr txBox="1"/>
          <p:nvPr/>
        </p:nvSpPr>
        <p:spPr>
          <a:xfrm>
            <a:off x="7216417" y="1374500"/>
            <a:ext cx="5533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배경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AD335D8-1D48-4AF3-9F6C-15BAA464FB5B}"/>
              </a:ext>
            </a:extLst>
          </p:cNvPr>
          <p:cNvSpPr txBox="1"/>
          <p:nvPr/>
        </p:nvSpPr>
        <p:spPr>
          <a:xfrm>
            <a:off x="8380519" y="1245884"/>
            <a:ext cx="3252867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부모가 자주 집을 비우는 아이가 악몽 속에서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뒤틀린 집과 인형들을 지나 현실로 돌아가는 여정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67" name="그림 166">
            <a:extLst>
              <a:ext uri="{FF2B5EF4-FFF2-40B4-BE49-F238E27FC236}">
                <a16:creationId xmlns:a16="http://schemas.microsoft.com/office/drawing/2014/main" id="{894A7E5E-DB81-CCA0-38B2-A92151CD55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46856" r="45685" b="40349"/>
          <a:stretch>
            <a:fillRect/>
          </a:stretch>
        </p:blipFill>
        <p:spPr>
          <a:xfrm>
            <a:off x="6624554" y="2357796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786A3B12-576D-C558-AA4F-4B1D9257A29F}"/>
              </a:ext>
            </a:extLst>
          </p:cNvPr>
          <p:cNvSpPr txBox="1"/>
          <p:nvPr/>
        </p:nvSpPr>
        <p:spPr>
          <a:xfrm>
            <a:off x="7216417" y="2506644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설계 의도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AD5C7F3-22E0-C3E1-EB1F-DED6BCBA6E57}"/>
              </a:ext>
            </a:extLst>
          </p:cNvPr>
          <p:cNvSpPr txBox="1"/>
          <p:nvPr/>
        </p:nvSpPr>
        <p:spPr>
          <a:xfrm>
            <a:off x="8380519" y="2286070"/>
            <a:ext cx="3294054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031223"/>
              </a:buClr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평소에는 의식하지 않는 호흡을 플레이어가 판단하고</a:t>
            </a:r>
            <a:b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</a:b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조절하는 행동으로 전환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031223"/>
              </a:buClr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은폐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 대응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이동이 하나의 입력으로 연결됨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010BEB44-FC7D-366D-9F47-474600EA9CD3}"/>
              </a:ext>
            </a:extLst>
          </p:cNvPr>
          <p:cNvSpPr/>
          <p:nvPr/>
        </p:nvSpPr>
        <p:spPr>
          <a:xfrm>
            <a:off x="6364941" y="1015316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9D31FD0A-3B60-4FDE-09D4-3BAFF87CE826}"/>
              </a:ext>
            </a:extLst>
          </p:cNvPr>
          <p:cNvSpPr/>
          <p:nvPr/>
        </p:nvSpPr>
        <p:spPr>
          <a:xfrm>
            <a:off x="6364940" y="2145418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714FBD4C-49D0-9AF8-83EC-FBB70BB3B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28773" r="45685" b="58432"/>
          <a:stretch>
            <a:fillRect/>
          </a:stretch>
        </p:blipFill>
        <p:spPr>
          <a:xfrm>
            <a:off x="6624554" y="3493071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0428EFEF-D3A9-D1A3-FB29-20EA0768A40E}"/>
              </a:ext>
            </a:extLst>
          </p:cNvPr>
          <p:cNvSpPr txBox="1"/>
          <p:nvPr/>
        </p:nvSpPr>
        <p:spPr>
          <a:xfrm>
            <a:off x="7216417" y="3646930"/>
            <a:ext cx="11641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정의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96BAFBE-A5CD-4CD7-646E-75FD781BEC3F}"/>
              </a:ext>
            </a:extLst>
          </p:cNvPr>
          <p:cNvSpPr txBox="1"/>
          <p:nvPr/>
        </p:nvSpPr>
        <p:spPr>
          <a:xfrm>
            <a:off x="8380518" y="3421345"/>
            <a:ext cx="3252866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플레이어가 들숨 → 참기 → 날숨을 직접 조작하여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감지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위험 공기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수중 이동을 하나의 호흡 자원으로 대응하는 핵심 시스템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C3DD74B9-DF9E-E533-338E-830E5BEE36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65432" r="45685" b="21773"/>
          <a:stretch>
            <a:fillRect/>
          </a:stretch>
        </p:blipFill>
        <p:spPr>
          <a:xfrm>
            <a:off x="6624554" y="4642632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8BB2BE77-B559-8800-B6AE-8AC333EE9E94}"/>
              </a:ext>
            </a:extLst>
          </p:cNvPr>
          <p:cNvSpPr txBox="1"/>
          <p:nvPr/>
        </p:nvSpPr>
        <p:spPr>
          <a:xfrm>
            <a:off x="7216417" y="4792471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재미 구조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B8995F9-6332-9D0E-4034-98F9607D5B90}"/>
              </a:ext>
            </a:extLst>
          </p:cNvPr>
          <p:cNvSpPr txBox="1"/>
          <p:nvPr/>
        </p:nvSpPr>
        <p:spPr>
          <a:xfrm>
            <a:off x="8380518" y="4686322"/>
            <a:ext cx="3252866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관찰과 준비 → 긴장 속 실행 → 안전 지점 도달의 해소 →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재준비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7DFE2E8D-BA8D-EEE0-562E-6FA0989A6E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83762" r="45685" b="3443"/>
          <a:stretch>
            <a:fillRect/>
          </a:stretch>
        </p:blipFill>
        <p:spPr>
          <a:xfrm>
            <a:off x="6624555" y="5767887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0DCF354D-9A01-A601-AC66-1F9184EEF340}"/>
              </a:ext>
            </a:extLst>
          </p:cNvPr>
          <p:cNvSpPr txBox="1"/>
          <p:nvPr/>
        </p:nvSpPr>
        <p:spPr>
          <a:xfrm>
            <a:off x="7216418" y="5911448"/>
            <a:ext cx="11641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 효과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BB32255-C063-EA37-5B94-4A1AA775564D}"/>
              </a:ext>
            </a:extLst>
          </p:cNvPr>
          <p:cNvSpPr txBox="1"/>
          <p:nvPr/>
        </p:nvSpPr>
        <p:spPr>
          <a:xfrm>
            <a:off x="8380519" y="5806290"/>
            <a:ext cx="3252865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위치와 공기 상태를 확인하고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어디서 호흡을 확보할 지와 다음 안전 지점까지 갈 수 있는지를 판단하게 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3B0D947-E7FE-C0F7-04D4-46DF0098D255}"/>
              </a:ext>
            </a:extLst>
          </p:cNvPr>
          <p:cNvSpPr/>
          <p:nvPr/>
        </p:nvSpPr>
        <p:spPr>
          <a:xfrm>
            <a:off x="6364938" y="4409251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39569A-2FB9-EA84-9B36-5D165E725BB6}"/>
              </a:ext>
            </a:extLst>
          </p:cNvPr>
          <p:cNvSpPr/>
          <p:nvPr/>
        </p:nvSpPr>
        <p:spPr>
          <a:xfrm>
            <a:off x="6364939" y="3279149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06B2B5-CF49-0B9C-2AF0-D95CC1A0FFE3}"/>
              </a:ext>
            </a:extLst>
          </p:cNvPr>
          <p:cNvSpPr/>
          <p:nvPr/>
        </p:nvSpPr>
        <p:spPr>
          <a:xfrm>
            <a:off x="6364937" y="5539353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A539C-6176-A0AE-F8D8-D8835B806825}"/>
              </a:ext>
            </a:extLst>
          </p:cNvPr>
          <p:cNvSpPr txBox="1"/>
          <p:nvPr/>
        </p:nvSpPr>
        <p:spPr>
          <a:xfrm>
            <a:off x="11812655" y="6499017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132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7479-DBF1-C25C-A8B5-E515C72C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84">
            <a:extLst>
              <a:ext uri="{FF2B5EF4-FFF2-40B4-BE49-F238E27FC236}">
                <a16:creationId xmlns:a16="http://schemas.microsoft.com/office/drawing/2014/main" id="{ED72515C-50E6-A74A-0B74-F5D4C844FAC2}"/>
              </a:ext>
            </a:extLst>
          </p:cNvPr>
          <p:cNvSpPr txBox="1"/>
          <p:nvPr/>
        </p:nvSpPr>
        <p:spPr>
          <a:xfrm>
            <a:off x="312341" y="260477"/>
            <a:ext cx="10679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개요</a:t>
            </a: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539E1E9B-5A26-2B70-6BEB-509AD8B341BD}"/>
              </a:ext>
            </a:extLst>
          </p:cNvPr>
          <p:cNvCxnSpPr>
            <a:cxnSpLocks/>
          </p:cNvCxnSpPr>
          <p:nvPr/>
        </p:nvCxnSpPr>
        <p:spPr>
          <a:xfrm>
            <a:off x="433150" y="1080878"/>
            <a:ext cx="0" cy="569386"/>
          </a:xfrm>
          <a:prstGeom prst="line">
            <a:avLst/>
          </a:prstGeom>
          <a:ln w="63500">
            <a:solidFill>
              <a:srgbClr val="AF7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B370278C-BF0E-8050-2C94-A74A865709A9}"/>
              </a:ext>
            </a:extLst>
          </p:cNvPr>
          <p:cNvSpPr txBox="1"/>
          <p:nvPr/>
        </p:nvSpPr>
        <p:spPr>
          <a:xfrm>
            <a:off x="468867" y="1080878"/>
            <a:ext cx="16337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</a:t>
            </a:r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시스템이란</a:t>
            </a:r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?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3DF3380F-7B68-D4B0-32FC-B84F4F16918F}"/>
              </a:ext>
            </a:extLst>
          </p:cNvPr>
          <p:cNvSpPr txBox="1"/>
          <p:nvPr/>
        </p:nvSpPr>
        <p:spPr>
          <a:xfrm>
            <a:off x="468867" y="1404043"/>
            <a:ext cx="6797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들숨으로 호흡량을 확보하고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참기와 날숨으로 소비하며 위험 공기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감지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수중 이동에 대응하는 조작형 자원 시스템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8C138DF-A86D-0C9F-B4C9-D528F51C2EAA}"/>
              </a:ext>
            </a:extLst>
          </p:cNvPr>
          <p:cNvGrpSpPr/>
          <p:nvPr/>
        </p:nvGrpSpPr>
        <p:grpSpPr>
          <a:xfrm>
            <a:off x="1027327" y="2818903"/>
            <a:ext cx="732220" cy="689518"/>
            <a:chOff x="419306" y="2597772"/>
            <a:chExt cx="732220" cy="689518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D357794-EA5B-AB94-2EEA-B15C6C7B382D}"/>
                </a:ext>
              </a:extLst>
            </p:cNvPr>
            <p:cNvSpPr/>
            <p:nvPr/>
          </p:nvSpPr>
          <p:spPr>
            <a:xfrm>
              <a:off x="440656" y="2597772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7B8455C-7D1D-08C3-1E2A-C691EFE2798A}"/>
                </a:ext>
              </a:extLst>
            </p:cNvPr>
            <p:cNvSpPr txBox="1"/>
            <p:nvPr/>
          </p:nvSpPr>
          <p:spPr>
            <a:xfrm>
              <a:off x="419306" y="2819420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들숨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C635E8E-174D-05C1-4A1C-74AB0FCA51EA}"/>
              </a:ext>
            </a:extLst>
          </p:cNvPr>
          <p:cNvGrpSpPr/>
          <p:nvPr/>
        </p:nvGrpSpPr>
        <p:grpSpPr>
          <a:xfrm>
            <a:off x="1553934" y="1846223"/>
            <a:ext cx="732220" cy="689518"/>
            <a:chOff x="2196158" y="3199866"/>
            <a:chExt cx="732220" cy="689518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2F5767CB-090F-3B7D-E1BA-B5CC431BF364}"/>
                </a:ext>
              </a:extLst>
            </p:cNvPr>
            <p:cNvSpPr/>
            <p:nvPr/>
          </p:nvSpPr>
          <p:spPr>
            <a:xfrm>
              <a:off x="2217508" y="3199866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647C96E-3229-5B84-B5D4-F2AFE142F7A5}"/>
                </a:ext>
              </a:extLst>
            </p:cNvPr>
            <p:cNvSpPr txBox="1"/>
            <p:nvPr/>
          </p:nvSpPr>
          <p:spPr>
            <a:xfrm>
              <a:off x="2196158" y="3421514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강제 호흡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0935C77-0A9B-A6BA-A4C4-D1136FD54235}"/>
              </a:ext>
            </a:extLst>
          </p:cNvPr>
          <p:cNvGrpSpPr/>
          <p:nvPr/>
        </p:nvGrpSpPr>
        <p:grpSpPr>
          <a:xfrm>
            <a:off x="1205207" y="4138325"/>
            <a:ext cx="732220" cy="689518"/>
            <a:chOff x="419305" y="3447601"/>
            <a:chExt cx="732220" cy="689518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271E1121-0D76-3BBE-165D-2F44EDBCA758}"/>
                </a:ext>
              </a:extLst>
            </p:cNvPr>
            <p:cNvSpPr/>
            <p:nvPr/>
          </p:nvSpPr>
          <p:spPr>
            <a:xfrm>
              <a:off x="440655" y="3447601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4AE702A-BCCE-E7D5-0A24-3B21FC62BBAE}"/>
                </a:ext>
              </a:extLst>
            </p:cNvPr>
            <p:cNvSpPr txBox="1"/>
            <p:nvPr/>
          </p:nvSpPr>
          <p:spPr>
            <a:xfrm>
              <a:off x="419305" y="3669249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참기</a:t>
              </a:r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BE4CC44-BA81-4200-1901-731849EAF532}"/>
              </a:ext>
            </a:extLst>
          </p:cNvPr>
          <p:cNvGrpSpPr/>
          <p:nvPr/>
        </p:nvGrpSpPr>
        <p:grpSpPr>
          <a:xfrm>
            <a:off x="1712720" y="2552321"/>
            <a:ext cx="732220" cy="689518"/>
            <a:chOff x="1132975" y="3986075"/>
            <a:chExt cx="732220" cy="689518"/>
          </a:xfrm>
        </p:grpSpPr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76158F9C-0A4B-68FE-3E3C-DADAFECE2F16}"/>
                </a:ext>
              </a:extLst>
            </p:cNvPr>
            <p:cNvSpPr/>
            <p:nvPr/>
          </p:nvSpPr>
          <p:spPr>
            <a:xfrm>
              <a:off x="1154325" y="3986075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3D58A02-82F5-E391-9570-EC1BA3C146DD}"/>
                </a:ext>
              </a:extLst>
            </p:cNvPr>
            <p:cNvSpPr txBox="1"/>
            <p:nvPr/>
          </p:nvSpPr>
          <p:spPr>
            <a:xfrm>
              <a:off x="1132975" y="4207723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날숨</a:t>
              </a: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5BCACC66-BD8D-7C21-3C39-FECCE532739B}"/>
              </a:ext>
            </a:extLst>
          </p:cNvPr>
          <p:cNvGrpSpPr/>
          <p:nvPr/>
        </p:nvGrpSpPr>
        <p:grpSpPr>
          <a:xfrm>
            <a:off x="808719" y="3518773"/>
            <a:ext cx="732220" cy="689518"/>
            <a:chOff x="1132975" y="2106012"/>
            <a:chExt cx="732220" cy="689518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CE470864-CE66-CA59-EBB7-6838E1E6F393}"/>
                </a:ext>
              </a:extLst>
            </p:cNvPr>
            <p:cNvSpPr/>
            <p:nvPr/>
          </p:nvSpPr>
          <p:spPr>
            <a:xfrm>
              <a:off x="1154325" y="2106012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DB1FED0-C5A0-A828-73CE-4A4349E0C906}"/>
                </a:ext>
              </a:extLst>
            </p:cNvPr>
            <p:cNvSpPr txBox="1"/>
            <p:nvPr/>
          </p:nvSpPr>
          <p:spPr>
            <a:xfrm>
              <a:off x="1132975" y="2327660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평상</a:t>
              </a:r>
              <a:r>
                <a:rPr lang="en-US" altLang="ko-KR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 </a:t>
              </a:r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호흡</a:t>
              </a:r>
            </a:p>
          </p:txBody>
        </p:sp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55A97417-0CB0-87D0-2DB4-BFF859992762}"/>
              </a:ext>
            </a:extLst>
          </p:cNvPr>
          <p:cNvGrpSpPr/>
          <p:nvPr/>
        </p:nvGrpSpPr>
        <p:grpSpPr>
          <a:xfrm>
            <a:off x="863461" y="2114709"/>
            <a:ext cx="732220" cy="689518"/>
            <a:chOff x="3035161" y="2321224"/>
            <a:chExt cx="732220" cy="689518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55566342-0B53-884F-87E7-B18BA2682A26}"/>
                </a:ext>
              </a:extLst>
            </p:cNvPr>
            <p:cNvSpPr/>
            <p:nvPr/>
          </p:nvSpPr>
          <p:spPr>
            <a:xfrm>
              <a:off x="3056511" y="2321224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DD49202-D98E-CCF9-811F-4D05D0306ADA}"/>
                </a:ext>
              </a:extLst>
            </p:cNvPr>
            <p:cNvSpPr txBox="1"/>
            <p:nvPr/>
          </p:nvSpPr>
          <p:spPr>
            <a:xfrm>
              <a:off x="3035161" y="2542872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 err="1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과흡입</a:t>
              </a:r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3C5984F6-1B1F-03AE-8B22-89FEB9B8C498}"/>
              </a:ext>
            </a:extLst>
          </p:cNvPr>
          <p:cNvGrpSpPr/>
          <p:nvPr/>
        </p:nvGrpSpPr>
        <p:grpSpPr>
          <a:xfrm>
            <a:off x="1541841" y="3277782"/>
            <a:ext cx="957456" cy="957456"/>
            <a:chOff x="3713541" y="3484297"/>
            <a:chExt cx="957456" cy="957456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33C078C2-3513-BECC-EDF6-F9EEFA1383C0}"/>
                </a:ext>
              </a:extLst>
            </p:cNvPr>
            <p:cNvSpPr/>
            <p:nvPr/>
          </p:nvSpPr>
          <p:spPr>
            <a:xfrm>
              <a:off x="3713541" y="3484297"/>
              <a:ext cx="957456" cy="957456"/>
            </a:xfrm>
            <a:prstGeom prst="ellipse">
              <a:avLst/>
            </a:prstGeom>
            <a:solidFill>
              <a:srgbClr val="AF72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4996984-A955-E1AE-FB9A-8CF038D909DE}"/>
                </a:ext>
              </a:extLst>
            </p:cNvPr>
            <p:cNvSpPr txBox="1"/>
            <p:nvPr/>
          </p:nvSpPr>
          <p:spPr>
            <a:xfrm>
              <a:off x="3780937" y="4033474"/>
              <a:ext cx="82266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행동</a:t>
              </a:r>
            </a:p>
          </p:txBody>
        </p:sp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3B363E59-01ED-0816-0647-12675598A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4" t="21019" r="77500" b="54259"/>
            <a:stretch>
              <a:fillRect/>
            </a:stretch>
          </p:blipFill>
          <p:spPr>
            <a:xfrm>
              <a:off x="3990319" y="3604526"/>
              <a:ext cx="403900" cy="445624"/>
            </a:xfrm>
            <a:prstGeom prst="rect">
              <a:avLst/>
            </a:prstGeom>
          </p:spPr>
        </p:pic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5AC4CD5C-8618-3087-3E0D-0AA6009461B3}"/>
              </a:ext>
            </a:extLst>
          </p:cNvPr>
          <p:cNvGrpSpPr/>
          <p:nvPr/>
        </p:nvGrpSpPr>
        <p:grpSpPr>
          <a:xfrm>
            <a:off x="4395781" y="4346327"/>
            <a:ext cx="732220" cy="689518"/>
            <a:chOff x="3961067" y="3891118"/>
            <a:chExt cx="732220" cy="689518"/>
          </a:xfrm>
        </p:grpSpPr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C076B405-C856-6247-A100-244E648AE475}"/>
                </a:ext>
              </a:extLst>
            </p:cNvPr>
            <p:cNvSpPr/>
            <p:nvPr/>
          </p:nvSpPr>
          <p:spPr>
            <a:xfrm>
              <a:off x="3982417" y="3891118"/>
              <a:ext cx="689520" cy="689518"/>
            </a:xfrm>
            <a:prstGeom prst="ellipse">
              <a:avLst/>
            </a:prstGeom>
            <a:solidFill>
              <a:srgbClr val="A07B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0481ED9E-6703-EC3A-75E0-2ECB0344C70C}"/>
                </a:ext>
              </a:extLst>
            </p:cNvPr>
            <p:cNvSpPr txBox="1"/>
            <p:nvPr/>
          </p:nvSpPr>
          <p:spPr>
            <a:xfrm>
              <a:off x="3961067" y="4112766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확보</a:t>
              </a: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6D13DB25-D98B-77D6-151C-D28D79D0871F}"/>
              </a:ext>
            </a:extLst>
          </p:cNvPr>
          <p:cNvGrpSpPr/>
          <p:nvPr/>
        </p:nvGrpSpPr>
        <p:grpSpPr>
          <a:xfrm>
            <a:off x="4516208" y="3019521"/>
            <a:ext cx="732220" cy="689518"/>
            <a:chOff x="3961067" y="3891118"/>
            <a:chExt cx="732220" cy="689518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CD04EAE9-D512-BDA9-81E9-4FB79F5487A6}"/>
                </a:ext>
              </a:extLst>
            </p:cNvPr>
            <p:cNvSpPr/>
            <p:nvPr/>
          </p:nvSpPr>
          <p:spPr>
            <a:xfrm>
              <a:off x="3982417" y="3891118"/>
              <a:ext cx="689520" cy="689518"/>
            </a:xfrm>
            <a:prstGeom prst="ellipse">
              <a:avLst/>
            </a:prstGeom>
            <a:solidFill>
              <a:srgbClr val="A07B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08E88FDA-EF2E-BE5D-FB05-51A3F8080BB3}"/>
                </a:ext>
              </a:extLst>
            </p:cNvPr>
            <p:cNvSpPr txBox="1"/>
            <p:nvPr/>
          </p:nvSpPr>
          <p:spPr>
            <a:xfrm>
              <a:off x="3961067" y="4112766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소비</a:t>
              </a:r>
            </a:p>
          </p:txBody>
        </p:sp>
      </p:grp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A922D715-319B-36F1-A47E-55971C871A19}"/>
              </a:ext>
            </a:extLst>
          </p:cNvPr>
          <p:cNvGrpSpPr/>
          <p:nvPr/>
        </p:nvGrpSpPr>
        <p:grpSpPr>
          <a:xfrm>
            <a:off x="3797225" y="3478300"/>
            <a:ext cx="957456" cy="984862"/>
            <a:chOff x="5968925" y="3684815"/>
            <a:chExt cx="957456" cy="984862"/>
          </a:xfrm>
        </p:grpSpPr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D3F68477-3372-2771-35B7-FD421966D881}"/>
                </a:ext>
              </a:extLst>
            </p:cNvPr>
            <p:cNvSpPr/>
            <p:nvPr/>
          </p:nvSpPr>
          <p:spPr>
            <a:xfrm>
              <a:off x="5968925" y="3712221"/>
              <a:ext cx="957456" cy="957456"/>
            </a:xfrm>
            <a:prstGeom prst="ellipse">
              <a:avLst/>
            </a:prstGeom>
            <a:solidFill>
              <a:srgbClr val="A07B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38C289C-1A62-E699-ABAE-61F572B96EDE}"/>
                </a:ext>
              </a:extLst>
            </p:cNvPr>
            <p:cNvSpPr txBox="1"/>
            <p:nvPr/>
          </p:nvSpPr>
          <p:spPr>
            <a:xfrm>
              <a:off x="6036321" y="4236833"/>
              <a:ext cx="82266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게이지</a:t>
              </a:r>
            </a:p>
          </p:txBody>
        </p:sp>
        <p:pic>
          <p:nvPicPr>
            <p:cNvPr id="237" name="그림 236">
              <a:extLst>
                <a:ext uri="{FF2B5EF4-FFF2-40B4-BE49-F238E27FC236}">
                  <a16:creationId xmlns:a16="http://schemas.microsoft.com/office/drawing/2014/main" id="{28B957C5-4A56-5C2D-670E-19BD04F75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1972" y="3684815"/>
              <a:ext cx="704468" cy="704464"/>
            </a:xfrm>
            <a:prstGeom prst="rect">
              <a:avLst/>
            </a:prstGeom>
          </p:spPr>
        </p:pic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C82DA1E5-362C-74C1-2D75-02E2EAE4A558}"/>
              </a:ext>
            </a:extLst>
          </p:cNvPr>
          <p:cNvGrpSpPr/>
          <p:nvPr/>
        </p:nvGrpSpPr>
        <p:grpSpPr>
          <a:xfrm>
            <a:off x="1871552" y="5375739"/>
            <a:ext cx="732220" cy="689518"/>
            <a:chOff x="2191502" y="2691643"/>
            <a:chExt cx="732220" cy="689518"/>
          </a:xfrm>
        </p:grpSpPr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C98549DC-270A-ECE5-3817-508E20A57DFA}"/>
                </a:ext>
              </a:extLst>
            </p:cNvPr>
            <p:cNvSpPr/>
            <p:nvPr/>
          </p:nvSpPr>
          <p:spPr>
            <a:xfrm>
              <a:off x="2212852" y="2691643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C5EAE4FC-0164-6813-6C7F-B7AE519240F3}"/>
                </a:ext>
              </a:extLst>
            </p:cNvPr>
            <p:cNvSpPr txBox="1"/>
            <p:nvPr/>
          </p:nvSpPr>
          <p:spPr>
            <a:xfrm>
              <a:off x="2191502" y="291329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정상</a:t>
              </a: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DC9FBEC3-8183-142E-5BCC-20615D366427}"/>
              </a:ext>
            </a:extLst>
          </p:cNvPr>
          <p:cNvGrpSpPr/>
          <p:nvPr/>
        </p:nvGrpSpPr>
        <p:grpSpPr>
          <a:xfrm>
            <a:off x="2485825" y="4788023"/>
            <a:ext cx="957456" cy="957456"/>
            <a:chOff x="4657525" y="4994538"/>
            <a:chExt cx="957456" cy="957456"/>
          </a:xfrm>
        </p:grpSpPr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06037E77-1062-675F-D794-0EFC88900E9B}"/>
                </a:ext>
              </a:extLst>
            </p:cNvPr>
            <p:cNvSpPr/>
            <p:nvPr/>
          </p:nvSpPr>
          <p:spPr>
            <a:xfrm>
              <a:off x="4657525" y="4994538"/>
              <a:ext cx="957456" cy="957456"/>
            </a:xfrm>
            <a:prstGeom prst="ellipse">
              <a:avLst/>
            </a:prstGeom>
            <a:solidFill>
              <a:srgbClr val="7581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D25AF64-006C-B375-32CB-C57CBCF5020D}"/>
                </a:ext>
              </a:extLst>
            </p:cNvPr>
            <p:cNvSpPr txBox="1"/>
            <p:nvPr/>
          </p:nvSpPr>
          <p:spPr>
            <a:xfrm>
              <a:off x="4724921" y="5543715"/>
              <a:ext cx="82266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환경</a:t>
              </a:r>
            </a:p>
          </p:txBody>
        </p:sp>
        <p:pic>
          <p:nvPicPr>
            <p:cNvPr id="261" name="그림 260">
              <a:extLst>
                <a:ext uri="{FF2B5EF4-FFF2-40B4-BE49-F238E27FC236}">
                  <a16:creationId xmlns:a16="http://schemas.microsoft.com/office/drawing/2014/main" id="{1423BC11-21DE-92E7-1534-D643BE9B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80" t="21019" r="29114" b="54259"/>
            <a:stretch>
              <a:fillRect/>
            </a:stretch>
          </p:blipFill>
          <p:spPr>
            <a:xfrm>
              <a:off x="4934303" y="5114767"/>
              <a:ext cx="403900" cy="445624"/>
            </a:xfrm>
            <a:prstGeom prst="rect">
              <a:avLst/>
            </a:prstGeom>
          </p:spPr>
        </p:pic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A78055F7-AAA4-2B1A-0F1B-48DB551FB118}"/>
              </a:ext>
            </a:extLst>
          </p:cNvPr>
          <p:cNvGrpSpPr/>
          <p:nvPr/>
        </p:nvGrpSpPr>
        <p:grpSpPr>
          <a:xfrm>
            <a:off x="1852647" y="4501597"/>
            <a:ext cx="732220" cy="689518"/>
            <a:chOff x="2191502" y="2691643"/>
            <a:chExt cx="732220" cy="689518"/>
          </a:xfrm>
        </p:grpSpPr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044496E6-255C-099D-07B6-5070C01A4E60}"/>
                </a:ext>
              </a:extLst>
            </p:cNvPr>
            <p:cNvSpPr/>
            <p:nvPr/>
          </p:nvSpPr>
          <p:spPr>
            <a:xfrm>
              <a:off x="2212852" y="2691643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E235A821-59D9-77DC-8AC1-2DC4CFCD41EE}"/>
                </a:ext>
              </a:extLst>
            </p:cNvPr>
            <p:cNvSpPr txBox="1"/>
            <p:nvPr/>
          </p:nvSpPr>
          <p:spPr>
            <a:xfrm>
              <a:off x="2191502" y="291329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수중</a:t>
              </a:r>
            </a:p>
          </p:txBody>
        </p: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6F43FC8F-97EF-6AD1-3AC6-65CEEDCCBAF5}"/>
              </a:ext>
            </a:extLst>
          </p:cNvPr>
          <p:cNvGrpSpPr/>
          <p:nvPr/>
        </p:nvGrpSpPr>
        <p:grpSpPr>
          <a:xfrm>
            <a:off x="3352937" y="5319547"/>
            <a:ext cx="732220" cy="689518"/>
            <a:chOff x="2191502" y="2691643"/>
            <a:chExt cx="732220" cy="689518"/>
          </a:xfrm>
        </p:grpSpPr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99FBD90C-9888-6559-524C-4D32426A420F}"/>
                </a:ext>
              </a:extLst>
            </p:cNvPr>
            <p:cNvSpPr/>
            <p:nvPr/>
          </p:nvSpPr>
          <p:spPr>
            <a:xfrm>
              <a:off x="2212852" y="2691643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0BBFE771-03C4-402A-87C4-C78DB4637AB3}"/>
                </a:ext>
              </a:extLst>
            </p:cNvPr>
            <p:cNvSpPr txBox="1"/>
            <p:nvPr/>
          </p:nvSpPr>
          <p:spPr>
            <a:xfrm>
              <a:off x="2191502" y="291329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유해</a:t>
              </a: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93D07BC8-3E8B-CF6E-97FE-35468FAC5EEA}"/>
              </a:ext>
            </a:extLst>
          </p:cNvPr>
          <p:cNvGrpSpPr/>
          <p:nvPr/>
        </p:nvGrpSpPr>
        <p:grpSpPr>
          <a:xfrm>
            <a:off x="3397804" y="4599822"/>
            <a:ext cx="732220" cy="689518"/>
            <a:chOff x="2191502" y="2691643"/>
            <a:chExt cx="732220" cy="689518"/>
          </a:xfrm>
        </p:grpSpPr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B0CFCE41-07CD-5D66-7D0D-A2D448D4F005}"/>
                </a:ext>
              </a:extLst>
            </p:cNvPr>
            <p:cNvSpPr/>
            <p:nvPr/>
          </p:nvSpPr>
          <p:spPr>
            <a:xfrm>
              <a:off x="2212852" y="2691643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B8D0B568-B674-891B-6690-3B12348FAC89}"/>
                </a:ext>
              </a:extLst>
            </p:cNvPr>
            <p:cNvSpPr txBox="1"/>
            <p:nvPr/>
          </p:nvSpPr>
          <p:spPr>
            <a:xfrm>
              <a:off x="2191502" y="291329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자극</a:t>
              </a:r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E6BA847E-4E89-7409-4D28-9CB84479DA08}"/>
              </a:ext>
            </a:extLst>
          </p:cNvPr>
          <p:cNvGrpSpPr/>
          <p:nvPr/>
        </p:nvGrpSpPr>
        <p:grpSpPr>
          <a:xfrm>
            <a:off x="4016565" y="4990710"/>
            <a:ext cx="732220" cy="689518"/>
            <a:chOff x="6153160" y="5382116"/>
            <a:chExt cx="732220" cy="689518"/>
          </a:xfrm>
        </p:grpSpPr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2247CD99-776D-94B0-B336-7828E22D5620}"/>
                </a:ext>
              </a:extLst>
            </p:cNvPr>
            <p:cNvSpPr/>
            <p:nvPr/>
          </p:nvSpPr>
          <p:spPr>
            <a:xfrm>
              <a:off x="6174510" y="5382116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7CB1643-4147-5E04-2078-796D789C85EE}"/>
                </a:ext>
              </a:extLst>
            </p:cNvPr>
            <p:cNvSpPr txBox="1"/>
            <p:nvPr/>
          </p:nvSpPr>
          <p:spPr>
            <a:xfrm>
              <a:off x="6153160" y="5526820"/>
              <a:ext cx="7322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환경</a:t>
              </a:r>
              <a:endPara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게이지</a:t>
              </a: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7AA2F1AF-5722-5FE8-0EBE-D38EC44005EC}"/>
              </a:ext>
            </a:extLst>
          </p:cNvPr>
          <p:cNvGrpSpPr/>
          <p:nvPr/>
        </p:nvGrpSpPr>
        <p:grpSpPr>
          <a:xfrm>
            <a:off x="2805230" y="2511352"/>
            <a:ext cx="957456" cy="957456"/>
            <a:chOff x="8237415" y="3509328"/>
            <a:chExt cx="957456" cy="957456"/>
          </a:xfrm>
        </p:grpSpPr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57650027-BA61-6CAB-558A-E3994CD5EFB3}"/>
                </a:ext>
              </a:extLst>
            </p:cNvPr>
            <p:cNvSpPr/>
            <p:nvPr/>
          </p:nvSpPr>
          <p:spPr>
            <a:xfrm>
              <a:off x="8237415" y="3509328"/>
              <a:ext cx="957456" cy="957456"/>
            </a:xfrm>
            <a:prstGeom prst="ellipse">
              <a:avLst/>
            </a:prstGeom>
            <a:solidFill>
              <a:srgbClr val="8471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22F6484A-FEDA-4DE6-A31C-EE2B7C288412}"/>
                </a:ext>
              </a:extLst>
            </p:cNvPr>
            <p:cNvSpPr txBox="1"/>
            <p:nvPr/>
          </p:nvSpPr>
          <p:spPr>
            <a:xfrm>
              <a:off x="8277173" y="4048977"/>
              <a:ext cx="8779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AI </a:t>
              </a:r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반응</a:t>
              </a:r>
            </a:p>
          </p:txBody>
        </p:sp>
        <p:pic>
          <p:nvPicPr>
            <p:cNvPr id="249" name="그림 248">
              <a:extLst>
                <a:ext uri="{FF2B5EF4-FFF2-40B4-BE49-F238E27FC236}">
                  <a16:creationId xmlns:a16="http://schemas.microsoft.com/office/drawing/2014/main" id="{5D97D8B8-0CB7-DB40-FDF0-65ED230E6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175" t="21019" r="6019" b="54259"/>
            <a:stretch>
              <a:fillRect/>
            </a:stretch>
          </p:blipFill>
          <p:spPr>
            <a:xfrm>
              <a:off x="8514193" y="3620029"/>
              <a:ext cx="403900" cy="445624"/>
            </a:xfrm>
            <a:prstGeom prst="rect">
              <a:avLst/>
            </a:prstGeom>
          </p:spPr>
        </p:pic>
      </p:grp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621C1EA2-CDA9-7836-CE76-A009EAEA5470}"/>
              </a:ext>
            </a:extLst>
          </p:cNvPr>
          <p:cNvGrpSpPr/>
          <p:nvPr/>
        </p:nvGrpSpPr>
        <p:grpSpPr>
          <a:xfrm>
            <a:off x="2270242" y="2076161"/>
            <a:ext cx="732220" cy="689518"/>
            <a:chOff x="8782427" y="2192213"/>
            <a:chExt cx="732220" cy="689518"/>
          </a:xfrm>
        </p:grpSpPr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A5ECE511-975C-9E60-59F7-78BA87D27A8B}"/>
                </a:ext>
              </a:extLst>
            </p:cNvPr>
            <p:cNvSpPr/>
            <p:nvPr/>
          </p:nvSpPr>
          <p:spPr>
            <a:xfrm>
              <a:off x="8803777" y="2192213"/>
              <a:ext cx="689520" cy="689518"/>
            </a:xfrm>
            <a:prstGeom prst="ellipse">
              <a:avLst/>
            </a:prstGeom>
            <a:solidFill>
              <a:srgbClr val="84719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6DA1748-2810-21C4-76B3-D51C0E3BC193}"/>
                </a:ext>
              </a:extLst>
            </p:cNvPr>
            <p:cNvSpPr txBox="1"/>
            <p:nvPr/>
          </p:nvSpPr>
          <p:spPr>
            <a:xfrm>
              <a:off x="8782427" y="241386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감지</a:t>
              </a:r>
            </a:p>
          </p:txBody>
        </p:sp>
      </p:grp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36A97815-66F7-E57C-FF0D-01FF453E7FBB}"/>
              </a:ext>
            </a:extLst>
          </p:cNvPr>
          <p:cNvGrpSpPr/>
          <p:nvPr/>
        </p:nvGrpSpPr>
        <p:grpSpPr>
          <a:xfrm>
            <a:off x="2947214" y="1793716"/>
            <a:ext cx="732220" cy="689518"/>
            <a:chOff x="8782427" y="2192213"/>
            <a:chExt cx="732220" cy="689518"/>
          </a:xfrm>
        </p:grpSpPr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90AA21F2-9D5F-5B6C-CD81-E212B1DFA6AC}"/>
                </a:ext>
              </a:extLst>
            </p:cNvPr>
            <p:cNvSpPr/>
            <p:nvPr/>
          </p:nvSpPr>
          <p:spPr>
            <a:xfrm>
              <a:off x="8803777" y="2192213"/>
              <a:ext cx="689520" cy="689518"/>
            </a:xfrm>
            <a:prstGeom prst="ellipse">
              <a:avLst/>
            </a:prstGeom>
            <a:solidFill>
              <a:srgbClr val="84719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1D72EEF2-FD98-D1F8-7053-E078F54CD1B7}"/>
                </a:ext>
              </a:extLst>
            </p:cNvPr>
            <p:cNvSpPr txBox="1"/>
            <p:nvPr/>
          </p:nvSpPr>
          <p:spPr>
            <a:xfrm>
              <a:off x="8782427" y="241386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추적</a:t>
              </a: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D13B611C-A971-7FC7-BEBF-F5160E19B16A}"/>
              </a:ext>
            </a:extLst>
          </p:cNvPr>
          <p:cNvGrpSpPr/>
          <p:nvPr/>
        </p:nvGrpSpPr>
        <p:grpSpPr>
          <a:xfrm>
            <a:off x="3802444" y="2654390"/>
            <a:ext cx="732220" cy="689518"/>
            <a:chOff x="8782427" y="2192213"/>
            <a:chExt cx="732220" cy="689518"/>
          </a:xfrm>
        </p:grpSpPr>
        <p:sp>
          <p:nvSpPr>
            <p:cNvPr id="280" name="타원 279">
              <a:extLst>
                <a:ext uri="{FF2B5EF4-FFF2-40B4-BE49-F238E27FC236}">
                  <a16:creationId xmlns:a16="http://schemas.microsoft.com/office/drawing/2014/main" id="{22D39AE5-0874-3036-61A4-68130B11807B}"/>
                </a:ext>
              </a:extLst>
            </p:cNvPr>
            <p:cNvSpPr/>
            <p:nvPr/>
          </p:nvSpPr>
          <p:spPr>
            <a:xfrm>
              <a:off x="8803777" y="2192213"/>
              <a:ext cx="689520" cy="689518"/>
            </a:xfrm>
            <a:prstGeom prst="ellipse">
              <a:avLst/>
            </a:prstGeom>
            <a:solidFill>
              <a:srgbClr val="84719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EED3A99B-8EF3-3599-99FB-9787042AF2E6}"/>
                </a:ext>
              </a:extLst>
            </p:cNvPr>
            <p:cNvSpPr txBox="1"/>
            <p:nvPr/>
          </p:nvSpPr>
          <p:spPr>
            <a:xfrm>
              <a:off x="8782427" y="241386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행동 변화</a:t>
              </a:r>
            </a:p>
          </p:txBody>
        </p:sp>
      </p:grp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D842C054-4662-1DD1-580D-A3CC070E58A6}"/>
              </a:ext>
            </a:extLst>
          </p:cNvPr>
          <p:cNvGrpSpPr/>
          <p:nvPr/>
        </p:nvGrpSpPr>
        <p:grpSpPr>
          <a:xfrm>
            <a:off x="4762025" y="3708749"/>
            <a:ext cx="732220" cy="689518"/>
            <a:chOff x="3961067" y="3891118"/>
            <a:chExt cx="732220" cy="689518"/>
          </a:xfrm>
        </p:grpSpPr>
        <p:sp>
          <p:nvSpPr>
            <p:cNvPr id="283" name="타원 282">
              <a:extLst>
                <a:ext uri="{FF2B5EF4-FFF2-40B4-BE49-F238E27FC236}">
                  <a16:creationId xmlns:a16="http://schemas.microsoft.com/office/drawing/2014/main" id="{09CFFDEA-F913-958C-D82C-66A9D72B9232}"/>
                </a:ext>
              </a:extLst>
            </p:cNvPr>
            <p:cNvSpPr/>
            <p:nvPr/>
          </p:nvSpPr>
          <p:spPr>
            <a:xfrm>
              <a:off x="3982417" y="3891118"/>
              <a:ext cx="689520" cy="689518"/>
            </a:xfrm>
            <a:prstGeom prst="ellipse">
              <a:avLst/>
            </a:prstGeom>
            <a:solidFill>
              <a:srgbClr val="A07B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FF725D74-052B-0FC1-9038-3CA7A4891823}"/>
                </a:ext>
              </a:extLst>
            </p:cNvPr>
            <p:cNvSpPr txBox="1"/>
            <p:nvPr/>
          </p:nvSpPr>
          <p:spPr>
            <a:xfrm>
              <a:off x="3961067" y="4112766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호흡량</a:t>
              </a:r>
            </a:p>
          </p:txBody>
        </p:sp>
      </p:grp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C3963123-55AE-28EB-ED9A-5A88146124A0}"/>
              </a:ext>
            </a:extLst>
          </p:cNvPr>
          <p:cNvGrpSpPr/>
          <p:nvPr/>
        </p:nvGrpSpPr>
        <p:grpSpPr>
          <a:xfrm>
            <a:off x="2468596" y="3481370"/>
            <a:ext cx="1294090" cy="1294091"/>
            <a:chOff x="3065610" y="3707861"/>
            <a:chExt cx="1763378" cy="1763378"/>
          </a:xfrm>
        </p:grpSpPr>
        <p:sp>
          <p:nvSpPr>
            <p:cNvPr id="289" name="타원 288">
              <a:extLst>
                <a:ext uri="{FF2B5EF4-FFF2-40B4-BE49-F238E27FC236}">
                  <a16:creationId xmlns:a16="http://schemas.microsoft.com/office/drawing/2014/main" id="{983ACA2C-132D-D1BE-0CEB-91DC01713137}"/>
                </a:ext>
              </a:extLst>
            </p:cNvPr>
            <p:cNvSpPr/>
            <p:nvPr/>
          </p:nvSpPr>
          <p:spPr>
            <a:xfrm>
              <a:off x="3065610" y="3707861"/>
              <a:ext cx="1763378" cy="1763378"/>
            </a:xfrm>
            <a:prstGeom prst="ellipse">
              <a:avLst/>
            </a:prstGeom>
            <a:solidFill>
              <a:srgbClr val="637A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52735736-CB4A-11EE-7D9D-FDC55E778F8A}"/>
                </a:ext>
              </a:extLst>
            </p:cNvPr>
            <p:cNvSpPr txBox="1"/>
            <p:nvPr/>
          </p:nvSpPr>
          <p:spPr>
            <a:xfrm>
              <a:off x="3107444" y="4754102"/>
              <a:ext cx="1679708" cy="440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호흡 시스템</a:t>
              </a:r>
            </a:p>
          </p:txBody>
        </p:sp>
        <p:pic>
          <p:nvPicPr>
            <p:cNvPr id="291" name="그림 290">
              <a:extLst>
                <a:ext uri="{FF2B5EF4-FFF2-40B4-BE49-F238E27FC236}">
                  <a16:creationId xmlns:a16="http://schemas.microsoft.com/office/drawing/2014/main" id="{341942D2-5C25-C88A-3788-BE5008745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25" t="21019" r="53469" b="54259"/>
            <a:stretch>
              <a:fillRect/>
            </a:stretch>
          </p:blipFill>
          <p:spPr>
            <a:xfrm>
              <a:off x="3550526" y="3870896"/>
              <a:ext cx="800512" cy="883206"/>
            </a:xfrm>
            <a:prstGeom prst="rect">
              <a:avLst/>
            </a:prstGeom>
          </p:spPr>
        </p:pic>
      </p:grpSp>
      <p:sp>
        <p:nvSpPr>
          <p:cNvPr id="292" name="TextBox 291">
            <a:extLst>
              <a:ext uri="{FF2B5EF4-FFF2-40B4-BE49-F238E27FC236}">
                <a16:creationId xmlns:a16="http://schemas.microsoft.com/office/drawing/2014/main" id="{326F0BAF-1499-7F5E-9D55-4A42AAC806A7}"/>
              </a:ext>
            </a:extLst>
          </p:cNvPr>
          <p:cNvSpPr txBox="1"/>
          <p:nvPr/>
        </p:nvSpPr>
        <p:spPr>
          <a:xfrm>
            <a:off x="1553353" y="6177883"/>
            <a:ext cx="3124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볼륨맵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 행동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·AI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반응의 연결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C81C436B-C44B-A9BB-2C07-889117A57396}"/>
              </a:ext>
            </a:extLst>
          </p:cNvPr>
          <p:cNvSpPr txBox="1"/>
          <p:nvPr/>
        </p:nvSpPr>
        <p:spPr>
          <a:xfrm>
            <a:off x="6401045" y="1841737"/>
            <a:ext cx="11641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게이지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9F85FAB9-F073-D106-C0EC-8CC71C3E3DA8}"/>
              </a:ext>
            </a:extLst>
          </p:cNvPr>
          <p:cNvSpPr/>
          <p:nvPr/>
        </p:nvSpPr>
        <p:spPr>
          <a:xfrm>
            <a:off x="6672424" y="2355935"/>
            <a:ext cx="621345" cy="24195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200">
                <a:srgbClr val="B4BCC8"/>
              </a:gs>
              <a:gs pos="0">
                <a:srgbClr val="B1BCCA"/>
              </a:gs>
              <a:gs pos="100000">
                <a:srgbClr val="CFBD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96" name="사각형: 둥근 모서리 295">
            <a:extLst>
              <a:ext uri="{FF2B5EF4-FFF2-40B4-BE49-F238E27FC236}">
                <a16:creationId xmlns:a16="http://schemas.microsoft.com/office/drawing/2014/main" id="{7BA1104A-AE09-4151-B78A-7E060CB6FFE4}"/>
              </a:ext>
            </a:extLst>
          </p:cNvPr>
          <p:cNvSpPr/>
          <p:nvPr/>
        </p:nvSpPr>
        <p:spPr>
          <a:xfrm>
            <a:off x="10324391" y="2355935"/>
            <a:ext cx="553568" cy="241953"/>
          </a:xfrm>
          <a:prstGeom prst="roundRect">
            <a:avLst>
              <a:gd name="adj" fmla="val 50000"/>
            </a:avLst>
          </a:prstGeom>
          <a:gradFill>
            <a:gsLst>
              <a:gs pos="50400">
                <a:srgbClr val="D6B8B8"/>
              </a:gs>
              <a:gs pos="0">
                <a:srgbClr val="CFBDAF"/>
              </a:gs>
              <a:gs pos="100000">
                <a:srgbClr val="D7B8B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964FC945-449B-3E7F-DCA9-050703E8F78E}"/>
              </a:ext>
            </a:extLst>
          </p:cNvPr>
          <p:cNvSpPr/>
          <p:nvPr/>
        </p:nvSpPr>
        <p:spPr>
          <a:xfrm>
            <a:off x="7151046" y="2355935"/>
            <a:ext cx="3282400" cy="241418"/>
          </a:xfrm>
          <a:prstGeom prst="rect">
            <a:avLst/>
          </a:prstGeom>
          <a:gradFill>
            <a:gsLst>
              <a:gs pos="51700">
                <a:srgbClr val="CFBDAF"/>
              </a:gs>
              <a:gs pos="0">
                <a:srgbClr val="C0BCBD"/>
              </a:gs>
              <a:gs pos="100000">
                <a:srgbClr val="D2BBB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88EA1FFE-EE17-5285-156C-138D9E8A5BB3}"/>
              </a:ext>
            </a:extLst>
          </p:cNvPr>
          <p:cNvSpPr/>
          <p:nvPr/>
        </p:nvSpPr>
        <p:spPr>
          <a:xfrm>
            <a:off x="6345517" y="2318174"/>
            <a:ext cx="439507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endParaRPr lang="ko-KR" altLang="en-US" sz="800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99" name="사각형: 둥근 모서리 298">
            <a:extLst>
              <a:ext uri="{FF2B5EF4-FFF2-40B4-BE49-F238E27FC236}">
                <a16:creationId xmlns:a16="http://schemas.microsoft.com/office/drawing/2014/main" id="{510A783F-9C1E-A660-B11F-6600F8DE720C}"/>
              </a:ext>
            </a:extLst>
          </p:cNvPr>
          <p:cNvSpPr/>
          <p:nvPr/>
        </p:nvSpPr>
        <p:spPr>
          <a:xfrm>
            <a:off x="10799468" y="2318174"/>
            <a:ext cx="495039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300" name="직선 화살표 연결선 299">
            <a:extLst>
              <a:ext uri="{FF2B5EF4-FFF2-40B4-BE49-F238E27FC236}">
                <a16:creationId xmlns:a16="http://schemas.microsoft.com/office/drawing/2014/main" id="{CCE0B64F-7E72-9A45-6D09-4CDA82CA3B4A}"/>
              </a:ext>
            </a:extLst>
          </p:cNvPr>
          <p:cNvCxnSpPr>
            <a:cxnSpLocks/>
          </p:cNvCxnSpPr>
          <p:nvPr/>
        </p:nvCxnSpPr>
        <p:spPr>
          <a:xfrm>
            <a:off x="6672423" y="2713097"/>
            <a:ext cx="0" cy="153253"/>
          </a:xfrm>
          <a:prstGeom prst="straightConnector1">
            <a:avLst/>
          </a:prstGeom>
          <a:ln>
            <a:solidFill>
              <a:srgbClr val="637A96"/>
            </a:solidFill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AE9CDD3F-6E18-3A83-FBC9-014F52C6A1D3}"/>
              </a:ext>
            </a:extLst>
          </p:cNvPr>
          <p:cNvCxnSpPr>
            <a:cxnSpLocks/>
          </p:cNvCxnSpPr>
          <p:nvPr/>
        </p:nvCxnSpPr>
        <p:spPr>
          <a:xfrm>
            <a:off x="8786665" y="2712614"/>
            <a:ext cx="0" cy="153253"/>
          </a:xfrm>
          <a:prstGeom prst="straightConnector1">
            <a:avLst/>
          </a:prstGeom>
          <a:ln>
            <a:solidFill>
              <a:srgbClr val="A07B60"/>
            </a:solidFill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63BFB6A3-749C-F1C0-4CA7-1615F188002C}"/>
              </a:ext>
            </a:extLst>
          </p:cNvPr>
          <p:cNvCxnSpPr>
            <a:cxnSpLocks/>
          </p:cNvCxnSpPr>
          <p:nvPr/>
        </p:nvCxnSpPr>
        <p:spPr>
          <a:xfrm>
            <a:off x="10877959" y="2712663"/>
            <a:ext cx="0" cy="153253"/>
          </a:xfrm>
          <a:prstGeom prst="straightConnector1">
            <a:avLst/>
          </a:prstGeom>
          <a:ln>
            <a:solidFill>
              <a:srgbClr val="AF7273"/>
            </a:solidFill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9A60DA28-F0D8-6730-071E-D43793E8DD49}"/>
              </a:ext>
            </a:extLst>
          </p:cNvPr>
          <p:cNvSpPr txBox="1"/>
          <p:nvPr/>
        </p:nvSpPr>
        <p:spPr>
          <a:xfrm>
            <a:off x="6565270" y="2925252"/>
            <a:ext cx="1082348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</a:t>
            </a:r>
            <a:endParaRPr lang="en-US" altLang="ko-KR" sz="10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보유 호흡 없음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지상 사망 조건 아님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999B096F-C3D7-046C-D0FB-154B68534AAB}"/>
              </a:ext>
            </a:extLst>
          </p:cNvPr>
          <p:cNvSpPr txBox="1"/>
          <p:nvPr/>
        </p:nvSpPr>
        <p:spPr>
          <a:xfrm>
            <a:off x="10062422" y="2925251"/>
            <a:ext cx="984565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최대 호흡량</a:t>
            </a:r>
            <a:endParaRPr lang="en-US" altLang="ko-KR" sz="10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 참기 최대 준비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 algn="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주의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68A7AF23-B2F6-5FED-DD46-8FCE5ED2E630}"/>
              </a:ext>
            </a:extLst>
          </p:cNvPr>
          <p:cNvSpPr txBox="1"/>
          <p:nvPr/>
        </p:nvSpPr>
        <p:spPr>
          <a:xfrm>
            <a:off x="8309612" y="2925250"/>
            <a:ext cx="954108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조절 구간</a:t>
            </a:r>
            <a:endParaRPr lang="en-US" altLang="ko-KR" sz="10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필요한 양만 확보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부분 사용 가능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7A97172-A7C8-86DC-F6BC-8EE8364BDDF8}"/>
              </a:ext>
            </a:extLst>
          </p:cNvPr>
          <p:cNvSpPr txBox="1"/>
          <p:nvPr/>
        </p:nvSpPr>
        <p:spPr>
          <a:xfrm>
            <a:off x="6401045" y="3942393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행동 흐름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0DB1389A-33D9-1317-5BD9-707900F11692}"/>
              </a:ext>
            </a:extLst>
          </p:cNvPr>
          <p:cNvCxnSpPr>
            <a:cxnSpLocks/>
          </p:cNvCxnSpPr>
          <p:nvPr/>
        </p:nvCxnSpPr>
        <p:spPr>
          <a:xfrm>
            <a:off x="6345517" y="3747898"/>
            <a:ext cx="5308601" cy="0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TextBox 344">
            <a:extLst>
              <a:ext uri="{FF2B5EF4-FFF2-40B4-BE49-F238E27FC236}">
                <a16:creationId xmlns:a16="http://schemas.microsoft.com/office/drawing/2014/main" id="{1DFD6E76-3DA7-D09D-8C28-360B82FF74BA}"/>
              </a:ext>
            </a:extLst>
          </p:cNvPr>
          <p:cNvSpPr txBox="1"/>
          <p:nvPr/>
        </p:nvSpPr>
        <p:spPr>
          <a:xfrm>
            <a:off x="6739143" y="4874242"/>
            <a:ext cx="704039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</a:t>
            </a:r>
            <a:endParaRPr lang="en-US" altLang="ko-KR" sz="1000" dirty="0">
              <a:solidFill>
                <a:srgbClr val="758171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확보</a:t>
            </a:r>
          </a:p>
        </p:txBody>
      </p:sp>
      <p:sp>
        <p:nvSpPr>
          <p:cNvPr id="347" name="타원 346">
            <a:extLst>
              <a:ext uri="{FF2B5EF4-FFF2-40B4-BE49-F238E27FC236}">
                <a16:creationId xmlns:a16="http://schemas.microsoft.com/office/drawing/2014/main" id="{3D78A514-D0EB-76E8-33E4-B9B279879D0C}"/>
              </a:ext>
            </a:extLst>
          </p:cNvPr>
          <p:cNvSpPr/>
          <p:nvPr/>
        </p:nvSpPr>
        <p:spPr>
          <a:xfrm>
            <a:off x="6849340" y="4389610"/>
            <a:ext cx="483646" cy="483646"/>
          </a:xfrm>
          <a:prstGeom prst="ellipse">
            <a:avLst/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49" name="그림 348">
            <a:extLst>
              <a:ext uri="{FF2B5EF4-FFF2-40B4-BE49-F238E27FC236}">
                <a16:creationId xmlns:a16="http://schemas.microsoft.com/office/drawing/2014/main" id="{F44E62F0-4D99-9924-3D00-E6548AB9F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6" t="57734" r="77157" b="20567"/>
          <a:stretch>
            <a:fillRect/>
          </a:stretch>
        </p:blipFill>
        <p:spPr>
          <a:xfrm>
            <a:off x="6905759" y="4450391"/>
            <a:ext cx="370808" cy="362084"/>
          </a:xfrm>
          <a:prstGeom prst="rect">
            <a:avLst/>
          </a:prstGeom>
        </p:spPr>
      </p:pic>
      <p:sp>
        <p:nvSpPr>
          <p:cNvPr id="363" name="TextBox 362">
            <a:extLst>
              <a:ext uri="{FF2B5EF4-FFF2-40B4-BE49-F238E27FC236}">
                <a16:creationId xmlns:a16="http://schemas.microsoft.com/office/drawing/2014/main" id="{B094DB9C-E17D-D297-FE3F-C90F726EF477}"/>
              </a:ext>
            </a:extLst>
          </p:cNvPr>
          <p:cNvSpPr txBox="1"/>
          <p:nvPr/>
        </p:nvSpPr>
        <p:spPr>
          <a:xfrm>
            <a:off x="8434645" y="4874242"/>
            <a:ext cx="704039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  <a:endParaRPr lang="en-US" altLang="ko-KR" sz="1000" dirty="0">
              <a:solidFill>
                <a:srgbClr val="8471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천천히 소비</a:t>
            </a:r>
            <a:endParaRPr lang="en-US" altLang="ko-KR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5" name="타원 364">
            <a:extLst>
              <a:ext uri="{FF2B5EF4-FFF2-40B4-BE49-F238E27FC236}">
                <a16:creationId xmlns:a16="http://schemas.microsoft.com/office/drawing/2014/main" id="{89A014AE-791E-3C5D-5809-6D792E390888}"/>
              </a:ext>
            </a:extLst>
          </p:cNvPr>
          <p:cNvSpPr/>
          <p:nvPr/>
        </p:nvSpPr>
        <p:spPr>
          <a:xfrm>
            <a:off x="8544841" y="4389610"/>
            <a:ext cx="483646" cy="483646"/>
          </a:xfrm>
          <a:prstGeom prst="ellipse">
            <a:avLst/>
          </a:prstGeom>
          <a:solidFill>
            <a:srgbClr val="847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67" name="그림 366">
            <a:extLst>
              <a:ext uri="{FF2B5EF4-FFF2-40B4-BE49-F238E27FC236}">
                <a16:creationId xmlns:a16="http://schemas.microsoft.com/office/drawing/2014/main" id="{8F488909-F689-0E5A-6AF8-28A10D23A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0" t="57734" r="53253" b="20567"/>
          <a:stretch>
            <a:fillRect/>
          </a:stretch>
        </p:blipFill>
        <p:spPr>
          <a:xfrm>
            <a:off x="8601260" y="4450391"/>
            <a:ext cx="370808" cy="362084"/>
          </a:xfrm>
          <a:prstGeom prst="rect">
            <a:avLst/>
          </a:prstGeom>
        </p:spPr>
      </p:pic>
      <p:sp>
        <p:nvSpPr>
          <p:cNvPr id="373" name="TextBox 372">
            <a:extLst>
              <a:ext uri="{FF2B5EF4-FFF2-40B4-BE49-F238E27FC236}">
                <a16:creationId xmlns:a16="http://schemas.microsoft.com/office/drawing/2014/main" id="{B11FC839-738F-0E68-016E-00098C612B1C}"/>
              </a:ext>
            </a:extLst>
          </p:cNvPr>
          <p:cNvSpPr txBox="1"/>
          <p:nvPr/>
        </p:nvSpPr>
        <p:spPr>
          <a:xfrm>
            <a:off x="10240342" y="4874242"/>
            <a:ext cx="704039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</a:t>
            </a:r>
            <a:endParaRPr lang="en-US" altLang="ko-KR" sz="10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빠르게 소비</a:t>
            </a:r>
            <a:endParaRPr lang="en-US" altLang="ko-KR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75" name="타원 374">
            <a:extLst>
              <a:ext uri="{FF2B5EF4-FFF2-40B4-BE49-F238E27FC236}">
                <a16:creationId xmlns:a16="http://schemas.microsoft.com/office/drawing/2014/main" id="{59D84D0D-8DF6-4B43-1B05-078156E63243}"/>
              </a:ext>
            </a:extLst>
          </p:cNvPr>
          <p:cNvSpPr/>
          <p:nvPr/>
        </p:nvSpPr>
        <p:spPr>
          <a:xfrm>
            <a:off x="10350538" y="4388917"/>
            <a:ext cx="483646" cy="483646"/>
          </a:xfrm>
          <a:prstGeom prst="ellipse">
            <a:avLst/>
          </a:prstGeom>
          <a:solidFill>
            <a:srgbClr val="A07B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77" name="그림 376">
            <a:extLst>
              <a:ext uri="{FF2B5EF4-FFF2-40B4-BE49-F238E27FC236}">
                <a16:creationId xmlns:a16="http://schemas.microsoft.com/office/drawing/2014/main" id="{2F2C4CBD-83D4-5247-50ED-88CA07301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33" t="57734" r="28621" b="20567"/>
          <a:stretch>
            <a:fillRect/>
          </a:stretch>
        </p:blipFill>
        <p:spPr>
          <a:xfrm>
            <a:off x="10392723" y="4449698"/>
            <a:ext cx="399276" cy="362084"/>
          </a:xfrm>
          <a:prstGeom prst="rect">
            <a:avLst/>
          </a:prstGeom>
        </p:spPr>
      </p:pic>
      <p:cxnSp>
        <p:nvCxnSpPr>
          <p:cNvPr id="379" name="직선 화살표 연결선 378">
            <a:extLst>
              <a:ext uri="{FF2B5EF4-FFF2-40B4-BE49-F238E27FC236}">
                <a16:creationId xmlns:a16="http://schemas.microsoft.com/office/drawing/2014/main" id="{D248486C-B06C-5DD2-FEC4-89B9DEF85D5C}"/>
              </a:ext>
            </a:extLst>
          </p:cNvPr>
          <p:cNvCxnSpPr/>
          <p:nvPr/>
        </p:nvCxnSpPr>
        <p:spPr>
          <a:xfrm>
            <a:off x="7670800" y="4811782"/>
            <a:ext cx="495300" cy="0"/>
          </a:xfrm>
          <a:prstGeom prst="straightConnector1">
            <a:avLst/>
          </a:prstGeom>
          <a:ln w="12700">
            <a:gradFill flip="none" rotWithShape="1">
              <a:gsLst>
                <a:gs pos="0">
                  <a:srgbClr val="758171"/>
                </a:gs>
                <a:gs pos="100000">
                  <a:srgbClr val="847190"/>
                </a:gs>
              </a:gsLst>
              <a:lin ang="0" scaled="1"/>
              <a:tileRect/>
            </a:gra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화살표 연결선 379">
            <a:extLst>
              <a:ext uri="{FF2B5EF4-FFF2-40B4-BE49-F238E27FC236}">
                <a16:creationId xmlns:a16="http://schemas.microsoft.com/office/drawing/2014/main" id="{EC80EEEC-5D04-7F9A-59B1-C8C5AD1038B5}"/>
              </a:ext>
            </a:extLst>
          </p:cNvPr>
          <p:cNvCxnSpPr/>
          <p:nvPr/>
        </p:nvCxnSpPr>
        <p:spPr>
          <a:xfrm>
            <a:off x="9467155" y="4811782"/>
            <a:ext cx="495300" cy="0"/>
          </a:xfrm>
          <a:prstGeom prst="straightConnector1">
            <a:avLst/>
          </a:prstGeom>
          <a:ln w="12700">
            <a:gradFill flip="none" rotWithShape="1">
              <a:gsLst>
                <a:gs pos="0">
                  <a:srgbClr val="847190"/>
                </a:gs>
                <a:gs pos="100000">
                  <a:srgbClr val="A07B60"/>
                </a:gs>
              </a:gsLst>
              <a:lin ang="0" scaled="1"/>
              <a:tileRect/>
            </a:gra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E3D06959-04AA-4E6C-22C5-7D364A10FC6B}"/>
              </a:ext>
            </a:extLst>
          </p:cNvPr>
          <p:cNvCxnSpPr>
            <a:cxnSpLocks/>
          </p:cNvCxnSpPr>
          <p:nvPr/>
        </p:nvCxnSpPr>
        <p:spPr>
          <a:xfrm>
            <a:off x="6345517" y="5490210"/>
            <a:ext cx="5308601" cy="0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8D159185-FCD5-AF15-AEBD-C8C098F2F404}"/>
              </a:ext>
            </a:extLst>
          </p:cNvPr>
          <p:cNvSpPr txBox="1"/>
          <p:nvPr/>
        </p:nvSpPr>
        <p:spPr>
          <a:xfrm>
            <a:off x="6401045" y="5640894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기본 입력 구조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1583F427-EFCD-F532-F736-A9078A473EBA}"/>
              </a:ext>
            </a:extLst>
          </p:cNvPr>
          <p:cNvSpPr txBox="1"/>
          <p:nvPr/>
        </p:nvSpPr>
        <p:spPr>
          <a:xfrm>
            <a:off x="6401045" y="5922417"/>
            <a:ext cx="22204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상황에 맞춰 확보량과 소비량을 판단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620A4F1-6571-35CF-78F9-99DD3629F394}"/>
              </a:ext>
            </a:extLst>
          </p:cNvPr>
          <p:cNvSpPr txBox="1"/>
          <p:nvPr/>
        </p:nvSpPr>
        <p:spPr>
          <a:xfrm>
            <a:off x="6401045" y="6193272"/>
            <a:ext cx="4168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※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세부 수치와 예외 처리는 이후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&lt;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행동 규칙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&gt;, &lt;</a:t>
            </a:r>
            <a:r>
              <a:rPr lang="ko-KR" altLang="en-US" sz="8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&gt;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페이지에서 설명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9D2DE-4876-724F-3393-473FEF97A649}"/>
              </a:ext>
            </a:extLst>
          </p:cNvPr>
          <p:cNvSpPr txBox="1"/>
          <p:nvPr/>
        </p:nvSpPr>
        <p:spPr>
          <a:xfrm>
            <a:off x="300437" y="576734"/>
            <a:ext cx="1822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시스템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EE35D06-4455-6FFA-7056-643D38B4DC66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123372" y="738317"/>
            <a:ext cx="9651905" cy="38472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5F25A4-3DD4-B8C1-983C-4777EDDE9F3A}"/>
              </a:ext>
            </a:extLst>
          </p:cNvPr>
          <p:cNvSpPr txBox="1"/>
          <p:nvPr/>
        </p:nvSpPr>
        <p:spPr>
          <a:xfrm>
            <a:off x="11812654" y="6499017"/>
            <a:ext cx="2455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4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869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78F8-0C21-059A-9E2B-4594507B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그림 92">
            <a:extLst>
              <a:ext uri="{FF2B5EF4-FFF2-40B4-BE49-F238E27FC236}">
                <a16:creationId xmlns:a16="http://schemas.microsoft.com/office/drawing/2014/main" id="{ADC82A9B-7D39-8BF0-FA78-AC71CEB518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4" r="5117" b="3367"/>
          <a:stretch>
            <a:fillRect/>
          </a:stretch>
        </p:blipFill>
        <p:spPr>
          <a:xfrm>
            <a:off x="4546535" y="3452593"/>
            <a:ext cx="7645465" cy="340540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EF96214-E7E9-4EB8-4C50-68B439587883}"/>
              </a:ext>
            </a:extLst>
          </p:cNvPr>
          <p:cNvSpPr txBox="1"/>
          <p:nvPr/>
        </p:nvSpPr>
        <p:spPr>
          <a:xfrm>
            <a:off x="300437" y="576734"/>
            <a:ext cx="2393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핵심 플레이 순환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0B7C34-4C3D-3613-615D-1833DF946081}"/>
              </a:ext>
            </a:extLst>
          </p:cNvPr>
          <p:cNvSpPr txBox="1"/>
          <p:nvPr/>
        </p:nvSpPr>
        <p:spPr>
          <a:xfrm>
            <a:off x="312341" y="260477"/>
            <a:ext cx="10679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개요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DD064AE-F51A-6428-9B4D-6D575A8C1C7B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2694041" y="738317"/>
            <a:ext cx="9081236" cy="38472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DCFE253-9329-35FE-4367-CE7BF4C870BB}"/>
              </a:ext>
            </a:extLst>
          </p:cNvPr>
          <p:cNvSpPr txBox="1"/>
          <p:nvPr/>
        </p:nvSpPr>
        <p:spPr>
          <a:xfrm>
            <a:off x="6218341" y="2218032"/>
            <a:ext cx="1279517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준비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필요한 호흡량 판단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들숨으로 호흡 확보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0C7546-B556-CB0C-CEB9-EF1D3B96D715}"/>
              </a:ext>
            </a:extLst>
          </p:cNvPr>
          <p:cNvSpPr txBox="1"/>
          <p:nvPr/>
        </p:nvSpPr>
        <p:spPr>
          <a:xfrm>
            <a:off x="6256812" y="4742603"/>
            <a:ext cx="1202573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실행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은폐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구조물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활용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소음 억제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19189E9-542E-22FB-2C94-A63AF1BD1F26}"/>
              </a:ext>
            </a:extLst>
          </p:cNvPr>
          <p:cNvCxnSpPr>
            <a:cxnSpLocks/>
          </p:cNvCxnSpPr>
          <p:nvPr/>
        </p:nvCxnSpPr>
        <p:spPr>
          <a:xfrm>
            <a:off x="7962900" y="1668037"/>
            <a:ext cx="3691218" cy="0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그림 99">
            <a:extLst>
              <a:ext uri="{FF2B5EF4-FFF2-40B4-BE49-F238E27FC236}">
                <a16:creationId xmlns:a16="http://schemas.microsoft.com/office/drawing/2014/main" id="{F4B23810-E786-545F-3E8C-332A99E73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66" b="7366"/>
          <a:stretch>
            <a:fillRect/>
          </a:stretch>
        </p:blipFill>
        <p:spPr>
          <a:xfrm>
            <a:off x="4546726" y="4167492"/>
            <a:ext cx="1798616" cy="1150222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A15604B0-4462-1663-6A90-43436BFD4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25" y="2725047"/>
            <a:ext cx="1798616" cy="134896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7CEAEAC7-796D-254E-91B7-FEB22A481257}"/>
              </a:ext>
            </a:extLst>
          </p:cNvPr>
          <p:cNvSpPr txBox="1"/>
          <p:nvPr/>
        </p:nvSpPr>
        <p:spPr>
          <a:xfrm>
            <a:off x="3203786" y="2901069"/>
            <a:ext cx="1241044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관찰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위치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안전 지점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 상태 파악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98D097D3-FA7F-F96E-28FC-85F0582E2A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465" y="2723561"/>
            <a:ext cx="1798616" cy="1348962"/>
          </a:xfrm>
          <a:prstGeom prst="rect">
            <a:avLst/>
          </a:prstGeom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4135023F-725D-C5C8-80A5-A5A80CACDF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465" y="4073266"/>
            <a:ext cx="1798616" cy="1348962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497F3FD9-EFE5-4232-A7EF-5B95AF14FA08}"/>
              </a:ext>
            </a:extLst>
          </p:cNvPr>
          <p:cNvSpPr txBox="1"/>
          <p:nvPr/>
        </p:nvSpPr>
        <p:spPr>
          <a:xfrm>
            <a:off x="2960930" y="4264922"/>
            <a:ext cx="1726755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대응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날숨으로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감지와 위험 공기에 대처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1B365D47-2E16-BB82-ADAB-21F2BF1C6F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7" y="5089438"/>
            <a:ext cx="1756473" cy="13489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C021928-25BB-6707-5E0D-1CC91264BD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095" y="1708132"/>
            <a:ext cx="1798616" cy="1348962"/>
          </a:xfrm>
          <a:prstGeom prst="rect">
            <a:avLst/>
          </a:prstGeom>
        </p:spPr>
      </p:pic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D88367FF-C8E5-CEEB-6479-4F11720FAB14}"/>
              </a:ext>
            </a:extLst>
          </p:cNvPr>
          <p:cNvCxnSpPr>
            <a:cxnSpLocks/>
            <a:stCxn id="116" idx="0"/>
            <a:endCxn id="7" idx="1"/>
          </p:cNvCxnSpPr>
          <p:nvPr/>
        </p:nvCxnSpPr>
        <p:spPr>
          <a:xfrm rot="5400000" flipH="1" flipV="1">
            <a:off x="2393460" y="2191926"/>
            <a:ext cx="340948" cy="722322"/>
          </a:xfrm>
          <a:prstGeom prst="curvedConnector2">
            <a:avLst/>
          </a:prstGeom>
          <a:ln w="12700">
            <a:solidFill>
              <a:srgbClr val="AF7273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C5C02A41-290B-3240-7C01-3E5878FF8DD9}"/>
              </a:ext>
            </a:extLst>
          </p:cNvPr>
          <p:cNvCxnSpPr>
            <a:cxnSpLocks/>
            <a:stCxn id="7" idx="3"/>
            <a:endCxn id="108" idx="0"/>
          </p:cNvCxnSpPr>
          <p:nvPr/>
        </p:nvCxnSpPr>
        <p:spPr>
          <a:xfrm>
            <a:off x="4723711" y="2382613"/>
            <a:ext cx="722322" cy="342434"/>
          </a:xfrm>
          <a:prstGeom prst="curvedConnector2">
            <a:avLst/>
          </a:prstGeom>
          <a:ln w="12700">
            <a:solidFill>
              <a:srgbClr val="AF7273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D050D6C2-DE1E-623E-D2AA-25F2398F47A1}"/>
              </a:ext>
            </a:extLst>
          </p:cNvPr>
          <p:cNvCxnSpPr>
            <a:cxnSpLocks/>
          </p:cNvCxnSpPr>
          <p:nvPr/>
        </p:nvCxnSpPr>
        <p:spPr>
          <a:xfrm>
            <a:off x="6408841" y="3399528"/>
            <a:ext cx="1" cy="1343075"/>
          </a:xfrm>
          <a:prstGeom prst="curvedConnector3">
            <a:avLst>
              <a:gd name="adj1" fmla="val 22860100000"/>
            </a:avLst>
          </a:prstGeom>
          <a:ln w="12700">
            <a:solidFill>
              <a:srgbClr val="AF7273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55041B0A-612D-5350-895E-5890479C5382}"/>
              </a:ext>
            </a:extLst>
          </p:cNvPr>
          <p:cNvCxnSpPr>
            <a:cxnSpLocks/>
          </p:cNvCxnSpPr>
          <p:nvPr/>
        </p:nvCxnSpPr>
        <p:spPr>
          <a:xfrm rot="5400000">
            <a:off x="4947560" y="5284876"/>
            <a:ext cx="341691" cy="616394"/>
          </a:xfrm>
          <a:prstGeom prst="curvedConnector2">
            <a:avLst/>
          </a:prstGeom>
          <a:ln w="12700">
            <a:solidFill>
              <a:srgbClr val="AF7273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650708A8-88AF-1D21-A430-522BD0B19FAA}"/>
              </a:ext>
            </a:extLst>
          </p:cNvPr>
          <p:cNvCxnSpPr>
            <a:cxnSpLocks/>
          </p:cNvCxnSpPr>
          <p:nvPr/>
        </p:nvCxnSpPr>
        <p:spPr>
          <a:xfrm rot="10800000">
            <a:off x="2234155" y="5422229"/>
            <a:ext cx="616394" cy="341691"/>
          </a:xfrm>
          <a:prstGeom prst="curvedConnector2">
            <a:avLst/>
          </a:prstGeom>
          <a:ln w="12700">
            <a:solidFill>
              <a:srgbClr val="AF7273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6A713842-0578-F1EC-216B-BC0ED197CF2C}"/>
              </a:ext>
            </a:extLst>
          </p:cNvPr>
          <p:cNvCxnSpPr>
            <a:cxnSpLocks/>
          </p:cNvCxnSpPr>
          <p:nvPr/>
        </p:nvCxnSpPr>
        <p:spPr>
          <a:xfrm rot="11040000">
            <a:off x="1377127" y="3398043"/>
            <a:ext cx="12700" cy="1349705"/>
          </a:xfrm>
          <a:prstGeom prst="curvedConnector3">
            <a:avLst>
              <a:gd name="adj1" fmla="val 1800000"/>
            </a:avLst>
          </a:prstGeom>
          <a:ln w="12700">
            <a:solidFill>
              <a:srgbClr val="AF7273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36442599-6EA5-BBAA-E781-C7DD9E50F89F}"/>
              </a:ext>
            </a:extLst>
          </p:cNvPr>
          <p:cNvSpPr txBox="1"/>
          <p:nvPr/>
        </p:nvSpPr>
        <p:spPr>
          <a:xfrm>
            <a:off x="470853" y="2263656"/>
            <a:ext cx="1199367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재준비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다음 구간 진입 전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다시 관찰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확보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82561A-E6E6-3DC4-219C-77BCD15A5F09}"/>
              </a:ext>
            </a:extLst>
          </p:cNvPr>
          <p:cNvSpPr txBox="1"/>
          <p:nvPr/>
        </p:nvSpPr>
        <p:spPr>
          <a:xfrm>
            <a:off x="468867" y="4742603"/>
            <a:ext cx="1032655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도달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다음 안전 지점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또는 문에 도착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398C7A4-DD4F-BAB6-665F-D2BB8AC76071}"/>
              </a:ext>
            </a:extLst>
          </p:cNvPr>
          <p:cNvSpPr txBox="1"/>
          <p:nvPr/>
        </p:nvSpPr>
        <p:spPr>
          <a:xfrm>
            <a:off x="8149215" y="1915866"/>
            <a:ext cx="3504903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플레이어는 먼저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‘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얼마나 숨을 확보할지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’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를 판단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주변 상황을 관찰해 다음 행동에 필요한 호흡량을 미리 계산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A0FEDA1-BE9B-6C97-71BC-67F59E8C7F30}"/>
              </a:ext>
            </a:extLst>
          </p:cNvPr>
          <p:cNvSpPr txBox="1"/>
          <p:nvPr/>
        </p:nvSpPr>
        <p:spPr>
          <a:xfrm>
            <a:off x="8149214" y="2684220"/>
            <a:ext cx="3451261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호흡량은 이동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은폐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대응의 공통 자원으로 작동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모든 행동이 호흡과 연결되어 있어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항상 호흡량을 의식한 선택이 필요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885E38E-DB73-B4CC-1395-24AC6FBA9035}"/>
              </a:ext>
            </a:extLst>
          </p:cNvPr>
          <p:cNvSpPr txBox="1"/>
          <p:nvPr/>
        </p:nvSpPr>
        <p:spPr>
          <a:xfrm>
            <a:off x="8149213" y="3683408"/>
            <a:ext cx="3504903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안전 지점 도달 후 다시 다음 구간을 준비하는 반복 구조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한 번의 이동이 끝나면 호흡을 확보하고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다음 구간의 위험을 다시 관찰하는 흐름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C4840EA4-C26E-23DD-1CD7-BCF54C2AAD02}"/>
              </a:ext>
            </a:extLst>
          </p:cNvPr>
          <p:cNvSpPr/>
          <p:nvPr/>
        </p:nvSpPr>
        <p:spPr>
          <a:xfrm>
            <a:off x="8058477" y="2040343"/>
            <a:ext cx="112067" cy="112067"/>
          </a:xfrm>
          <a:prstGeom prst="ellipse">
            <a:avLst/>
          </a:prstGeom>
          <a:solidFill>
            <a:srgbClr val="AF727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50DE2DA8-8C90-EC78-B7EA-FF738ACE014C}"/>
              </a:ext>
            </a:extLst>
          </p:cNvPr>
          <p:cNvSpPr/>
          <p:nvPr/>
        </p:nvSpPr>
        <p:spPr>
          <a:xfrm>
            <a:off x="8058477" y="2805841"/>
            <a:ext cx="112067" cy="112067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BE227EE4-8171-87F2-D579-8C2E6C367E99}"/>
              </a:ext>
            </a:extLst>
          </p:cNvPr>
          <p:cNvSpPr/>
          <p:nvPr/>
        </p:nvSpPr>
        <p:spPr>
          <a:xfrm>
            <a:off x="8058476" y="3802605"/>
            <a:ext cx="112067" cy="112067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4C1ACF3-A3B1-0186-D79F-74BF05FC84F8}"/>
              </a:ext>
            </a:extLst>
          </p:cNvPr>
          <p:cNvSpPr txBox="1"/>
          <p:nvPr/>
        </p:nvSpPr>
        <p:spPr>
          <a:xfrm>
            <a:off x="468867" y="1278140"/>
            <a:ext cx="54857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관찰과 준비 → 긴장 속 실행 → 안전 지점 도달의 해소 → </a:t>
            </a:r>
            <a:r>
              <a:rPr lang="ko-KR" altLang="en-US" sz="1500" dirty="0" err="1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재준비</a:t>
            </a:r>
            <a:endParaRPr lang="ko-KR" altLang="en-US" sz="1500" dirty="0">
              <a:solidFill>
                <a:srgbClr val="AF727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5B08713-84E3-A844-4858-1A2C6FFC55CF}"/>
              </a:ext>
            </a:extLst>
          </p:cNvPr>
          <p:cNvSpPr txBox="1"/>
          <p:nvPr/>
        </p:nvSpPr>
        <p:spPr>
          <a:xfrm>
            <a:off x="8058476" y="1278140"/>
            <a:ext cx="17748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 순환의 의미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BB86C-B82C-C431-C4D5-BB9D39C0E263}"/>
              </a:ext>
            </a:extLst>
          </p:cNvPr>
          <p:cNvSpPr txBox="1"/>
          <p:nvPr/>
        </p:nvSpPr>
        <p:spPr>
          <a:xfrm>
            <a:off x="11812655" y="6499017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5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1976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18DB6-E67C-B989-0A10-0755A890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534101B6-1195-41B1-9E93-DC6F5633BBE0}"/>
              </a:ext>
            </a:extLst>
          </p:cNvPr>
          <p:cNvSpPr txBox="1"/>
          <p:nvPr/>
        </p:nvSpPr>
        <p:spPr>
          <a:xfrm>
            <a:off x="300437" y="576734"/>
            <a:ext cx="3850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게임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 화면과 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HUD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구성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BA12DA-EF67-3F26-0627-B9ABDE961394}"/>
              </a:ext>
            </a:extLst>
          </p:cNvPr>
          <p:cNvSpPr txBox="1"/>
          <p:nvPr/>
        </p:nvSpPr>
        <p:spPr>
          <a:xfrm>
            <a:off x="312341" y="260477"/>
            <a:ext cx="9893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 화면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·UI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EF66579-B8D3-6397-168A-2A7028FB9ACD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4151171" y="738317"/>
            <a:ext cx="7624106" cy="38472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7B5FDE7-B640-36BA-F7A4-8F3799F1EB7B}"/>
              </a:ext>
            </a:extLst>
          </p:cNvPr>
          <p:cNvSpPr txBox="1"/>
          <p:nvPr/>
        </p:nvSpPr>
        <p:spPr>
          <a:xfrm>
            <a:off x="300437" y="976844"/>
            <a:ext cx="34515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상황에 따라 필요한 정보를 선택적으로 표시하는 게임 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HUD.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CD5119-31E4-FDDB-C858-D621D57CE0B4}"/>
              </a:ext>
            </a:extLst>
          </p:cNvPr>
          <p:cNvSpPr txBox="1"/>
          <p:nvPr/>
        </p:nvSpPr>
        <p:spPr>
          <a:xfrm>
            <a:off x="751111" y="1405709"/>
            <a:ext cx="20168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게임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 화면 예시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DA74B908-84EC-2195-88F0-591526B9D192}"/>
              </a:ext>
            </a:extLst>
          </p:cNvPr>
          <p:cNvSpPr/>
          <p:nvPr/>
        </p:nvSpPr>
        <p:spPr>
          <a:xfrm>
            <a:off x="859856" y="1805691"/>
            <a:ext cx="6064991" cy="3412526"/>
          </a:xfrm>
          <a:prstGeom prst="roundRect">
            <a:avLst>
              <a:gd name="adj" fmla="val 511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C06937-D063-1108-76D7-49E59ADA1A89}"/>
              </a:ext>
            </a:extLst>
          </p:cNvPr>
          <p:cNvSpPr txBox="1"/>
          <p:nvPr/>
        </p:nvSpPr>
        <p:spPr>
          <a:xfrm>
            <a:off x="751111" y="5287064"/>
            <a:ext cx="3385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튜토리얼 플레이 예시 ｜ 이동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은폐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조작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감지 회피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06102CD-E2A4-7F2F-F7F4-AF63DB48B11D}"/>
              </a:ext>
            </a:extLst>
          </p:cNvPr>
          <p:cNvSpPr/>
          <p:nvPr/>
        </p:nvSpPr>
        <p:spPr>
          <a:xfrm>
            <a:off x="862847" y="5785966"/>
            <a:ext cx="10466306" cy="495300"/>
          </a:xfrm>
          <a:prstGeom prst="roundRect">
            <a:avLst/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A80961-8F5D-4C6C-D19F-721C45119873}"/>
              </a:ext>
            </a:extLst>
          </p:cNvPr>
          <p:cNvSpPr txBox="1"/>
          <p:nvPr/>
        </p:nvSpPr>
        <p:spPr>
          <a:xfrm>
            <a:off x="2018973" y="5872033"/>
            <a:ext cx="84561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HUD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표시 원칙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 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UI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는 해당 게이지가 사용되는 경우에만 화면에 표시되고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평소에는 표시되지 않음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A70032AD-F890-960D-ABF4-03FA727A2C58}"/>
              </a:ext>
            </a:extLst>
          </p:cNvPr>
          <p:cNvSpPr/>
          <p:nvPr/>
        </p:nvSpPr>
        <p:spPr>
          <a:xfrm>
            <a:off x="1857597" y="5952927"/>
            <a:ext cx="161376" cy="161376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0C2A31-EA4F-CDE9-A44B-2EF4A9EEDEEE}"/>
              </a:ext>
            </a:extLst>
          </p:cNvPr>
          <p:cNvSpPr txBox="1"/>
          <p:nvPr/>
        </p:nvSpPr>
        <p:spPr>
          <a:xfrm>
            <a:off x="7630182" y="1405709"/>
            <a:ext cx="145905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HUD </a:t>
            </a:r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표시 조건</a:t>
            </a:r>
            <a:endParaRPr lang="en-US" altLang="ko-KR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90F8F-9C4F-8931-5009-B5FF6E54641C}"/>
              </a:ext>
            </a:extLst>
          </p:cNvPr>
          <p:cNvSpPr txBox="1"/>
          <p:nvPr/>
        </p:nvSpPr>
        <p:spPr>
          <a:xfrm>
            <a:off x="7630182" y="1925123"/>
            <a:ext cx="100219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게이지</a:t>
            </a:r>
            <a:endParaRPr lang="en-US" altLang="ko-KR" sz="10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존재 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7F598-6FF0-E845-3659-BE9072240B06}"/>
              </a:ext>
            </a:extLst>
          </p:cNvPr>
          <p:cNvSpPr txBox="1"/>
          <p:nvPr/>
        </p:nvSpPr>
        <p:spPr>
          <a:xfrm>
            <a:off x="7624144" y="2544669"/>
            <a:ext cx="100219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현재 환경 상태</a:t>
            </a:r>
            <a:endParaRPr lang="en-US" altLang="ko-KR" sz="10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존재 시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0E2E55B-4EC2-DEB3-614E-44748B22C3C3}"/>
              </a:ext>
            </a:extLst>
          </p:cNvPr>
          <p:cNvCxnSpPr>
            <a:cxnSpLocks/>
          </p:cNvCxnSpPr>
          <p:nvPr/>
        </p:nvCxnSpPr>
        <p:spPr>
          <a:xfrm flipV="1">
            <a:off x="7624143" y="2497385"/>
            <a:ext cx="3708000" cy="18695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E32B3DE-5515-2DD7-C6FD-CBA135BB4BA6}"/>
              </a:ext>
            </a:extLst>
          </p:cNvPr>
          <p:cNvCxnSpPr>
            <a:cxnSpLocks/>
          </p:cNvCxnSpPr>
          <p:nvPr/>
        </p:nvCxnSpPr>
        <p:spPr>
          <a:xfrm flipV="1">
            <a:off x="7624144" y="3109448"/>
            <a:ext cx="3708000" cy="23468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9D2EFFE-FDB7-B199-37BB-7A33CEAD6392}"/>
              </a:ext>
            </a:extLst>
          </p:cNvPr>
          <p:cNvSpPr txBox="1"/>
          <p:nvPr/>
        </p:nvSpPr>
        <p:spPr>
          <a:xfrm>
            <a:off x="7624143" y="3157221"/>
            <a:ext cx="100219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자극도 게이지</a:t>
            </a:r>
            <a:endParaRPr lang="en-US" altLang="ko-KR" sz="10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존재 시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BAC919-35F3-D9CB-80F8-EA3CDC499DFC}"/>
              </a:ext>
            </a:extLst>
          </p:cNvPr>
          <p:cNvSpPr txBox="1"/>
          <p:nvPr/>
        </p:nvSpPr>
        <p:spPr>
          <a:xfrm>
            <a:off x="7624143" y="4380794"/>
            <a:ext cx="100219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이상 상태 표시</a:t>
            </a:r>
            <a:endParaRPr lang="en-US" altLang="ko-KR" sz="1000" dirty="0">
              <a:solidFill>
                <a:srgbClr val="8471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존재 시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9F22EC-B588-0512-F3C7-9B68501C91CB}"/>
              </a:ext>
            </a:extLst>
          </p:cNvPr>
          <p:cNvSpPr txBox="1"/>
          <p:nvPr/>
        </p:nvSpPr>
        <p:spPr>
          <a:xfrm>
            <a:off x="7624143" y="3779935"/>
            <a:ext cx="100219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오염도 게이지</a:t>
            </a:r>
            <a:endParaRPr lang="en-US" altLang="ko-KR" sz="1000" dirty="0">
              <a:solidFill>
                <a:srgbClr val="758171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존재 시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19232D-622C-3328-FCFF-3D5B994DD57D}"/>
              </a:ext>
            </a:extLst>
          </p:cNvPr>
          <p:cNvSpPr txBox="1"/>
          <p:nvPr/>
        </p:nvSpPr>
        <p:spPr>
          <a:xfrm>
            <a:off x="7624143" y="4993346"/>
            <a:ext cx="100219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튜토리얼 안내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존재 시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87E3AD0-0694-D9B7-07DB-65301E497DA3}"/>
              </a:ext>
            </a:extLst>
          </p:cNvPr>
          <p:cNvCxnSpPr>
            <a:cxnSpLocks/>
          </p:cNvCxnSpPr>
          <p:nvPr/>
        </p:nvCxnSpPr>
        <p:spPr>
          <a:xfrm flipV="1">
            <a:off x="7624144" y="3722000"/>
            <a:ext cx="3708000" cy="23468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45FA1F7-3EB1-0ACA-7915-0F7904059954}"/>
              </a:ext>
            </a:extLst>
          </p:cNvPr>
          <p:cNvCxnSpPr>
            <a:cxnSpLocks/>
          </p:cNvCxnSpPr>
          <p:nvPr/>
        </p:nvCxnSpPr>
        <p:spPr>
          <a:xfrm flipV="1">
            <a:off x="7624143" y="4334552"/>
            <a:ext cx="3708000" cy="23468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23F3FE8-C4E1-B39B-2FA3-5EF572DF428F}"/>
              </a:ext>
            </a:extLst>
          </p:cNvPr>
          <p:cNvCxnSpPr>
            <a:cxnSpLocks/>
          </p:cNvCxnSpPr>
          <p:nvPr/>
        </p:nvCxnSpPr>
        <p:spPr>
          <a:xfrm flipV="1">
            <a:off x="7624143" y="4947104"/>
            <a:ext cx="3708000" cy="23468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그림 70">
            <a:extLst>
              <a:ext uri="{FF2B5EF4-FFF2-40B4-BE49-F238E27FC236}">
                <a16:creationId xmlns:a16="http://schemas.microsoft.com/office/drawing/2014/main" id="{526D77BB-4CE2-6188-2730-E554A0286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9" t="7237" r="38361" b="78602"/>
          <a:stretch>
            <a:fillRect/>
          </a:stretch>
        </p:blipFill>
        <p:spPr>
          <a:xfrm>
            <a:off x="9122263" y="2600805"/>
            <a:ext cx="297290" cy="295755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B98594BE-AAAC-7F95-6F33-05C883A22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00"/>
          <a:stretch>
            <a:fillRect/>
          </a:stretch>
        </p:blipFill>
        <p:spPr>
          <a:xfrm>
            <a:off x="8981290" y="2026413"/>
            <a:ext cx="2347866" cy="324978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C741570B-3AA8-8DCD-D80F-773D71243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99" b="32100"/>
          <a:stretch>
            <a:fillRect/>
          </a:stretch>
        </p:blipFill>
        <p:spPr>
          <a:xfrm>
            <a:off x="8981290" y="3304888"/>
            <a:ext cx="2347863" cy="248224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579A7B5E-77CC-7496-7D0C-071CA39DF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95"/>
          <a:stretch>
            <a:fillRect/>
          </a:stretch>
        </p:blipFill>
        <p:spPr>
          <a:xfrm>
            <a:off x="8984062" y="3903044"/>
            <a:ext cx="2347865" cy="275551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78CC5E7B-ECCD-329F-C096-B035C1BAE448}"/>
              </a:ext>
            </a:extLst>
          </p:cNvPr>
          <p:cNvSpPr txBox="1"/>
          <p:nvPr/>
        </p:nvSpPr>
        <p:spPr>
          <a:xfrm>
            <a:off x="9083220" y="2852411"/>
            <a:ext cx="20714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먼지    연기    꽃가루    독가스    유해 연기</a:t>
            </a: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7AFB3DB6-B5D5-B19C-3BE2-B5EED5949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7" t="7237" r="29113" b="78602"/>
          <a:stretch>
            <a:fillRect/>
          </a:stretch>
        </p:blipFill>
        <p:spPr>
          <a:xfrm>
            <a:off x="9437568" y="2593850"/>
            <a:ext cx="297290" cy="295755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38F8E660-2A1B-1942-85DA-B5062F5B0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72" t="7237" r="21143" b="78602"/>
          <a:stretch>
            <a:fillRect/>
          </a:stretch>
        </p:blipFill>
        <p:spPr>
          <a:xfrm>
            <a:off x="9830106" y="2591556"/>
            <a:ext cx="237613" cy="295755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1EED1F60-5D2F-C7FF-6663-9A97A6556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67" t="7237" r="11363" b="78602"/>
          <a:stretch>
            <a:fillRect/>
          </a:stretch>
        </p:blipFill>
        <p:spPr>
          <a:xfrm>
            <a:off x="10204221" y="2591558"/>
            <a:ext cx="299796" cy="295754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1123C659-02BD-AF7C-B63E-9E13AB046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90" t="7237" r="1240" b="78602"/>
          <a:stretch>
            <a:fillRect/>
          </a:stretch>
        </p:blipFill>
        <p:spPr>
          <a:xfrm>
            <a:off x="10680732" y="2593851"/>
            <a:ext cx="299796" cy="295754"/>
          </a:xfrm>
          <a:prstGeom prst="rect">
            <a:avLst/>
          </a:prstGeom>
        </p:spPr>
      </p:pic>
      <p:sp>
        <p:nvSpPr>
          <p:cNvPr id="97" name="타원 96">
            <a:extLst>
              <a:ext uri="{FF2B5EF4-FFF2-40B4-BE49-F238E27FC236}">
                <a16:creationId xmlns:a16="http://schemas.microsoft.com/office/drawing/2014/main" id="{DB7509D4-F776-110A-5C4A-1371886BCD0B}"/>
              </a:ext>
            </a:extLst>
          </p:cNvPr>
          <p:cNvSpPr/>
          <p:nvPr/>
        </p:nvSpPr>
        <p:spPr>
          <a:xfrm>
            <a:off x="9166884" y="4511448"/>
            <a:ext cx="282228" cy="282228"/>
          </a:xfrm>
          <a:prstGeom prst="ellipse">
            <a:avLst/>
          </a:prstGeom>
          <a:solidFill>
            <a:srgbClr val="AF7273">
              <a:alpha val="10000"/>
            </a:srgbClr>
          </a:solidFill>
          <a:ln>
            <a:solidFill>
              <a:srgbClr val="AF7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!</a:t>
            </a:r>
            <a:endParaRPr lang="ko-KR" altLang="en-US" sz="1500" dirty="0">
              <a:solidFill>
                <a:srgbClr val="AF727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9FFFD7DE-AE98-CD76-4FC8-0B9261EC916E}"/>
              </a:ext>
            </a:extLst>
          </p:cNvPr>
          <p:cNvSpPr/>
          <p:nvPr/>
        </p:nvSpPr>
        <p:spPr>
          <a:xfrm>
            <a:off x="9166884" y="5116159"/>
            <a:ext cx="1205928" cy="290376"/>
          </a:xfrm>
          <a:prstGeom prst="roundRect">
            <a:avLst/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화면 내 안내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CDC52-2B7E-CEC8-A082-FAE5FE1640D5}"/>
              </a:ext>
            </a:extLst>
          </p:cNvPr>
          <p:cNvSpPr txBox="1"/>
          <p:nvPr/>
        </p:nvSpPr>
        <p:spPr>
          <a:xfrm>
            <a:off x="11812654" y="6499017"/>
            <a:ext cx="2455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6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2441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1DD2A-DA9B-B8F3-DF70-395D3D1D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사각형: 둥근 모서리 419">
            <a:extLst>
              <a:ext uri="{FF2B5EF4-FFF2-40B4-BE49-F238E27FC236}">
                <a16:creationId xmlns:a16="http://schemas.microsoft.com/office/drawing/2014/main" id="{E79CE544-1F66-7B17-88C3-5595FF011653}"/>
              </a:ext>
            </a:extLst>
          </p:cNvPr>
          <p:cNvSpPr/>
          <p:nvPr/>
        </p:nvSpPr>
        <p:spPr>
          <a:xfrm>
            <a:off x="3539017" y="1649157"/>
            <a:ext cx="2515546" cy="488774"/>
          </a:xfrm>
          <a:prstGeom prst="roundRect">
            <a:avLst/>
          </a:prstGeom>
          <a:solidFill>
            <a:srgbClr val="75817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2" name="사각형: 둥근 모서리 421">
            <a:extLst>
              <a:ext uri="{FF2B5EF4-FFF2-40B4-BE49-F238E27FC236}">
                <a16:creationId xmlns:a16="http://schemas.microsoft.com/office/drawing/2014/main" id="{1F3EA077-C84E-098A-FB3A-5CA3F4446577}"/>
              </a:ext>
            </a:extLst>
          </p:cNvPr>
          <p:cNvSpPr/>
          <p:nvPr/>
        </p:nvSpPr>
        <p:spPr>
          <a:xfrm>
            <a:off x="3537978" y="2173963"/>
            <a:ext cx="2515546" cy="488774"/>
          </a:xfrm>
          <a:prstGeom prst="roundRect">
            <a:avLst/>
          </a:prstGeom>
          <a:solidFill>
            <a:srgbClr val="84719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4" name="사각형: 둥근 모서리 423">
            <a:extLst>
              <a:ext uri="{FF2B5EF4-FFF2-40B4-BE49-F238E27FC236}">
                <a16:creationId xmlns:a16="http://schemas.microsoft.com/office/drawing/2014/main" id="{165C904A-849A-FAF3-8B67-0AA927CF36BE}"/>
              </a:ext>
            </a:extLst>
          </p:cNvPr>
          <p:cNvSpPr/>
          <p:nvPr/>
        </p:nvSpPr>
        <p:spPr>
          <a:xfrm>
            <a:off x="3537411" y="2698838"/>
            <a:ext cx="2515546" cy="488774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A66CE-A8C7-CED9-47C9-E88561AE57BC}"/>
              </a:ext>
            </a:extLst>
          </p:cNvPr>
          <p:cNvSpPr txBox="1"/>
          <p:nvPr/>
        </p:nvSpPr>
        <p:spPr>
          <a:xfrm>
            <a:off x="300437" y="576734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행동 규칙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51BC8C-C8C7-2E40-15DC-27ADB637A21F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규칙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DBBA0EB-B9FD-25FB-61CD-1312A3282A44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447179" y="738317"/>
            <a:ext cx="9328098" cy="384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158E3D-99E5-02DF-3B09-3591D2EBAC65}"/>
              </a:ext>
            </a:extLst>
          </p:cNvPr>
          <p:cNvSpPr txBox="1"/>
          <p:nvPr/>
        </p:nvSpPr>
        <p:spPr>
          <a:xfrm>
            <a:off x="300437" y="976844"/>
            <a:ext cx="47660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들숨으로 확보한 호흡량을 참기로 활용하고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날숨으로 소모하여 평상 호흡으로 복귀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46A2E-A79A-B978-C0A2-DF1271466E5B}"/>
              </a:ext>
            </a:extLst>
          </p:cNvPr>
          <p:cNvSpPr txBox="1"/>
          <p:nvPr/>
        </p:nvSpPr>
        <p:spPr>
          <a:xfrm>
            <a:off x="475590" y="1248545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행동 전환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3E9BA4E-E588-B6F0-BB6B-05792D4F6AD5}"/>
              </a:ext>
            </a:extLst>
          </p:cNvPr>
          <p:cNvSpPr/>
          <p:nvPr/>
        </p:nvSpPr>
        <p:spPr>
          <a:xfrm>
            <a:off x="710171" y="1754424"/>
            <a:ext cx="819214" cy="350526"/>
          </a:xfrm>
          <a:prstGeom prst="roundRect">
            <a:avLst/>
          </a:prstGeom>
          <a:solidFill>
            <a:srgbClr val="637A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8B170E0-7735-B45F-C302-00DE6E1F5B15}"/>
              </a:ext>
            </a:extLst>
          </p:cNvPr>
          <p:cNvSpPr/>
          <p:nvPr/>
        </p:nvSpPr>
        <p:spPr>
          <a:xfrm>
            <a:off x="2137072" y="1754424"/>
            <a:ext cx="819214" cy="350526"/>
          </a:xfrm>
          <a:prstGeom prst="roundRect">
            <a:avLst/>
          </a:prstGeom>
          <a:solidFill>
            <a:srgbClr val="75817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6D9E365-0C08-A951-9951-ECC041FB4222}"/>
              </a:ext>
            </a:extLst>
          </p:cNvPr>
          <p:cNvSpPr/>
          <p:nvPr/>
        </p:nvSpPr>
        <p:spPr>
          <a:xfrm>
            <a:off x="710171" y="2590891"/>
            <a:ext cx="819214" cy="350526"/>
          </a:xfrm>
          <a:prstGeom prst="roundRect">
            <a:avLst/>
          </a:prstGeom>
          <a:solidFill>
            <a:srgbClr val="A07B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1A5B503-2DE7-1687-9460-05E98A3D04D9}"/>
              </a:ext>
            </a:extLst>
          </p:cNvPr>
          <p:cNvSpPr/>
          <p:nvPr/>
        </p:nvSpPr>
        <p:spPr>
          <a:xfrm>
            <a:off x="2137072" y="2590891"/>
            <a:ext cx="819214" cy="350526"/>
          </a:xfrm>
          <a:prstGeom prst="roundRect">
            <a:avLst/>
          </a:prstGeom>
          <a:solidFill>
            <a:srgbClr val="84719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B4B0C4C-697E-C422-1E21-3EDEA00DA44B}"/>
              </a:ext>
            </a:extLst>
          </p:cNvPr>
          <p:cNvCxnSpPr>
            <a:cxnSpLocks/>
          </p:cNvCxnSpPr>
          <p:nvPr/>
        </p:nvCxnSpPr>
        <p:spPr>
          <a:xfrm>
            <a:off x="1670199" y="1929687"/>
            <a:ext cx="326058" cy="0"/>
          </a:xfrm>
          <a:prstGeom prst="straightConnector1">
            <a:avLst/>
          </a:prstGeom>
          <a:ln w="12700">
            <a:gradFill>
              <a:gsLst>
                <a:gs pos="0">
                  <a:srgbClr val="637A96"/>
                </a:gs>
                <a:gs pos="100000">
                  <a:srgbClr val="758171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39D1CC3-418B-D97A-4C60-80A89FA55AF1}"/>
              </a:ext>
            </a:extLst>
          </p:cNvPr>
          <p:cNvCxnSpPr>
            <a:cxnSpLocks/>
          </p:cNvCxnSpPr>
          <p:nvPr/>
        </p:nvCxnSpPr>
        <p:spPr>
          <a:xfrm>
            <a:off x="2470479" y="2185186"/>
            <a:ext cx="0" cy="325469"/>
          </a:xfrm>
          <a:prstGeom prst="straightConnector1">
            <a:avLst/>
          </a:prstGeom>
          <a:ln w="12700">
            <a:gradFill>
              <a:gsLst>
                <a:gs pos="0">
                  <a:srgbClr val="758171"/>
                </a:gs>
                <a:gs pos="100000">
                  <a:srgbClr val="847190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B44A66E-C70E-730B-9686-500D9EAE54E1}"/>
              </a:ext>
            </a:extLst>
          </p:cNvPr>
          <p:cNvCxnSpPr>
            <a:cxnSpLocks/>
          </p:cNvCxnSpPr>
          <p:nvPr/>
        </p:nvCxnSpPr>
        <p:spPr>
          <a:xfrm flipH="1">
            <a:off x="1670199" y="2766154"/>
            <a:ext cx="326058" cy="0"/>
          </a:xfrm>
          <a:prstGeom prst="straightConnector1">
            <a:avLst/>
          </a:prstGeom>
          <a:ln w="12700">
            <a:gradFill>
              <a:gsLst>
                <a:gs pos="0">
                  <a:srgbClr val="847190"/>
                </a:gs>
                <a:gs pos="100000">
                  <a:srgbClr val="A07B60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380F5D9-9DA2-EDC0-876D-178B3D72CAFC}"/>
              </a:ext>
            </a:extLst>
          </p:cNvPr>
          <p:cNvCxnSpPr>
            <a:cxnSpLocks/>
          </p:cNvCxnSpPr>
          <p:nvPr/>
        </p:nvCxnSpPr>
        <p:spPr>
          <a:xfrm flipV="1">
            <a:off x="1119778" y="2185186"/>
            <a:ext cx="0" cy="325469"/>
          </a:xfrm>
          <a:prstGeom prst="straightConnector1">
            <a:avLst/>
          </a:prstGeom>
          <a:ln w="12700">
            <a:gradFill>
              <a:gsLst>
                <a:gs pos="0">
                  <a:srgbClr val="A07B60"/>
                </a:gs>
                <a:gs pos="100000">
                  <a:srgbClr val="637A96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19774B6-80AC-546C-92BC-580D9E0B821D}"/>
              </a:ext>
            </a:extLst>
          </p:cNvPr>
          <p:cNvCxnSpPr>
            <a:cxnSpLocks/>
          </p:cNvCxnSpPr>
          <p:nvPr/>
        </p:nvCxnSpPr>
        <p:spPr>
          <a:xfrm flipH="1" flipV="1">
            <a:off x="1641240" y="2153043"/>
            <a:ext cx="377428" cy="370920"/>
          </a:xfrm>
          <a:prstGeom prst="straightConnector1">
            <a:avLst/>
          </a:prstGeom>
          <a:ln w="12700">
            <a:gradFill>
              <a:gsLst>
                <a:gs pos="0">
                  <a:srgbClr val="847190"/>
                </a:gs>
                <a:gs pos="100000">
                  <a:srgbClr val="637A96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F2D59AEA-4036-4A54-8DF3-5E4CBF8A5B9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37986" y="2153247"/>
            <a:ext cx="377428" cy="370920"/>
          </a:xfrm>
          <a:prstGeom prst="straightConnector1">
            <a:avLst/>
          </a:prstGeom>
          <a:ln w="12700">
            <a:gradFill>
              <a:gsLst>
                <a:gs pos="0">
                  <a:srgbClr val="A07B60"/>
                </a:gs>
                <a:gs pos="100000">
                  <a:srgbClr val="758171"/>
                </a:gs>
              </a:gsLst>
              <a:lin ang="5400000" scaled="1"/>
            </a:gra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E6A1B1F-179D-9358-64E5-F5B2CB6CBFA1}"/>
              </a:ext>
            </a:extLst>
          </p:cNvPr>
          <p:cNvSpPr txBox="1"/>
          <p:nvPr/>
        </p:nvSpPr>
        <p:spPr>
          <a:xfrm>
            <a:off x="3445231" y="1253862"/>
            <a:ext cx="1590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게임 플레이 예시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0933AA5-023E-4585-C975-FC2D501CFB6D}"/>
              </a:ext>
            </a:extLst>
          </p:cNvPr>
          <p:cNvCxnSpPr>
            <a:cxnSpLocks/>
          </p:cNvCxnSpPr>
          <p:nvPr/>
        </p:nvCxnSpPr>
        <p:spPr>
          <a:xfrm flipV="1">
            <a:off x="416723" y="3302753"/>
            <a:ext cx="11358554" cy="46846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9A24878-A366-F044-7854-81B313C89C3B}"/>
              </a:ext>
            </a:extLst>
          </p:cNvPr>
          <p:cNvSpPr txBox="1"/>
          <p:nvPr/>
        </p:nvSpPr>
        <p:spPr>
          <a:xfrm>
            <a:off x="475590" y="3486448"/>
            <a:ext cx="19591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행동별 시스템 데이터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D7D16C5-F3A7-F1C5-3544-18AFFA6F6398}"/>
              </a:ext>
            </a:extLst>
          </p:cNvPr>
          <p:cNvSpPr txBox="1"/>
          <p:nvPr/>
        </p:nvSpPr>
        <p:spPr>
          <a:xfrm>
            <a:off x="475590" y="5218567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조작 판정 규칙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EF6BBC2-AAD4-92FC-723C-30762C831169}"/>
              </a:ext>
            </a:extLst>
          </p:cNvPr>
          <p:cNvSpPr txBox="1"/>
          <p:nvPr/>
        </p:nvSpPr>
        <p:spPr>
          <a:xfrm>
            <a:off x="476661" y="5523804"/>
            <a:ext cx="2356735" cy="49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부분 사용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게이지가 가득 차지 않아도 참기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사용 가능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5727F6B7-6F86-E779-82AC-1D9D9B8FE303}"/>
              </a:ext>
            </a:extLst>
          </p:cNvPr>
          <p:cNvSpPr/>
          <p:nvPr/>
        </p:nvSpPr>
        <p:spPr>
          <a:xfrm>
            <a:off x="579016" y="5673381"/>
            <a:ext cx="60747" cy="60747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C73B81F-3843-E9E0-2C72-094274A983A3}"/>
              </a:ext>
            </a:extLst>
          </p:cNvPr>
          <p:cNvSpPr txBox="1"/>
          <p:nvPr/>
        </p:nvSpPr>
        <p:spPr>
          <a:xfrm>
            <a:off x="8990532" y="5523804"/>
            <a:ext cx="2622452" cy="49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자동 날숨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 전부터 유지한 입력은 새 입력으로 판정하지 않음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49A56366-670E-9F89-AFBE-EA1845FE994A}"/>
              </a:ext>
            </a:extLst>
          </p:cNvPr>
          <p:cNvSpPr/>
          <p:nvPr/>
        </p:nvSpPr>
        <p:spPr>
          <a:xfrm>
            <a:off x="9092887" y="5673381"/>
            <a:ext cx="60747" cy="60747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C38006A-3851-0E4D-BC12-499E631A2CBC}"/>
              </a:ext>
            </a:extLst>
          </p:cNvPr>
          <p:cNvSpPr txBox="1"/>
          <p:nvPr/>
        </p:nvSpPr>
        <p:spPr>
          <a:xfrm>
            <a:off x="3256146" y="5523804"/>
            <a:ext cx="2161169" cy="49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자동 날숨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해제 후 다른 입력이 없으면 진행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C43C3A5-29BC-9361-9D0C-8735648A3F37}"/>
              </a:ext>
            </a:extLst>
          </p:cNvPr>
          <p:cNvSpPr/>
          <p:nvPr/>
        </p:nvSpPr>
        <p:spPr>
          <a:xfrm>
            <a:off x="3358501" y="5673381"/>
            <a:ext cx="60747" cy="60747"/>
          </a:xfrm>
          <a:prstGeom prst="ellipse">
            <a:avLst/>
          </a:prstGeom>
          <a:solidFill>
            <a:srgbClr val="75817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43768B1-8E8D-AF75-CDD4-C1AA35A81380}"/>
              </a:ext>
            </a:extLst>
          </p:cNvPr>
          <p:cNvSpPr txBox="1"/>
          <p:nvPr/>
        </p:nvSpPr>
        <p:spPr>
          <a:xfrm>
            <a:off x="5840065" y="5523804"/>
            <a:ext cx="2769292" cy="49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행동 종료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날숨으로 호흡량이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에 도달하면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평상 호흡으로 복귀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145477A4-C895-1594-3276-5A725B961E2B}"/>
              </a:ext>
            </a:extLst>
          </p:cNvPr>
          <p:cNvSpPr/>
          <p:nvPr/>
        </p:nvSpPr>
        <p:spPr>
          <a:xfrm>
            <a:off x="5942420" y="5673381"/>
            <a:ext cx="60747" cy="60747"/>
          </a:xfrm>
          <a:prstGeom prst="ellipse">
            <a:avLst/>
          </a:prstGeom>
          <a:solidFill>
            <a:srgbClr val="84719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98EE6776-93EC-4660-01DF-7F0DAB970858}"/>
              </a:ext>
            </a:extLst>
          </p:cNvPr>
          <p:cNvSpPr/>
          <p:nvPr/>
        </p:nvSpPr>
        <p:spPr>
          <a:xfrm>
            <a:off x="579016" y="3908670"/>
            <a:ext cx="2247871" cy="948602"/>
          </a:xfrm>
          <a:prstGeom prst="roundRect">
            <a:avLst>
              <a:gd name="adj" fmla="val 5048"/>
            </a:avLst>
          </a:prstGeom>
          <a:solidFill>
            <a:srgbClr val="637A9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2D86FAC-BECB-786C-64DA-A5F4028CCDE7}"/>
              </a:ext>
            </a:extLst>
          </p:cNvPr>
          <p:cNvSpPr txBox="1"/>
          <p:nvPr/>
        </p:nvSpPr>
        <p:spPr>
          <a:xfrm>
            <a:off x="631021" y="3972062"/>
            <a:ext cx="2087431" cy="829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 </a:t>
            </a:r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유지</a:t>
            </a:r>
            <a:endParaRPr lang="en-US" altLang="ko-KR" sz="10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입력이 없는 기본 상태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반경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4m /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흡입 배율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0.5</a:t>
            </a:r>
            <a:endParaRPr lang="en-US" altLang="ko-KR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A955808-C2E6-A35F-72C3-F9D6F8B30F07}"/>
              </a:ext>
            </a:extLst>
          </p:cNvPr>
          <p:cNvCxnSpPr>
            <a:cxnSpLocks/>
          </p:cNvCxnSpPr>
          <p:nvPr/>
        </p:nvCxnSpPr>
        <p:spPr>
          <a:xfrm>
            <a:off x="597378" y="3925888"/>
            <a:ext cx="0" cy="914400"/>
          </a:xfrm>
          <a:prstGeom prst="line">
            <a:avLst/>
          </a:prstGeom>
          <a:ln w="38100" cap="rnd">
            <a:solidFill>
              <a:srgbClr val="637A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E10DECE2-3EBA-64E8-B56B-D5D3AC91DC90}"/>
              </a:ext>
            </a:extLst>
          </p:cNvPr>
          <p:cNvSpPr/>
          <p:nvPr/>
        </p:nvSpPr>
        <p:spPr>
          <a:xfrm>
            <a:off x="3500242" y="3908670"/>
            <a:ext cx="2247871" cy="948602"/>
          </a:xfrm>
          <a:prstGeom prst="roundRect">
            <a:avLst>
              <a:gd name="adj" fmla="val 5048"/>
            </a:avLst>
          </a:prstGeom>
          <a:solidFill>
            <a:srgbClr val="75817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5E2D252-54F8-7CBB-23E4-672298D96F53}"/>
              </a:ext>
            </a:extLst>
          </p:cNvPr>
          <p:cNvSpPr txBox="1"/>
          <p:nvPr/>
        </p:nvSpPr>
        <p:spPr>
          <a:xfrm>
            <a:off x="3549455" y="3972061"/>
            <a:ext cx="2039341" cy="829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+50/s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확보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반경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6m /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흡입 배율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1.0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8EB24864-729B-263B-DB94-2433922BA110}"/>
              </a:ext>
            </a:extLst>
          </p:cNvPr>
          <p:cNvCxnSpPr>
            <a:cxnSpLocks/>
          </p:cNvCxnSpPr>
          <p:nvPr/>
        </p:nvCxnSpPr>
        <p:spPr>
          <a:xfrm>
            <a:off x="3518604" y="3925888"/>
            <a:ext cx="0" cy="914400"/>
          </a:xfrm>
          <a:prstGeom prst="line">
            <a:avLst/>
          </a:prstGeom>
          <a:ln w="38100" cap="rnd">
            <a:solidFill>
              <a:srgbClr val="758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B52B12A1-8E17-00E1-7112-6551C83CF168}"/>
              </a:ext>
            </a:extLst>
          </p:cNvPr>
          <p:cNvSpPr/>
          <p:nvPr/>
        </p:nvSpPr>
        <p:spPr>
          <a:xfrm>
            <a:off x="9346751" y="3908670"/>
            <a:ext cx="2247871" cy="948602"/>
          </a:xfrm>
          <a:prstGeom prst="roundRect">
            <a:avLst>
              <a:gd name="adj" fmla="val 5048"/>
            </a:avLst>
          </a:prstGeom>
          <a:solidFill>
            <a:srgbClr val="A07B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9DFD01A-79F6-CB3D-3E8B-914F31B14352}"/>
              </a:ext>
            </a:extLst>
          </p:cNvPr>
          <p:cNvSpPr txBox="1"/>
          <p:nvPr/>
        </p:nvSpPr>
        <p:spPr>
          <a:xfrm>
            <a:off x="9399810" y="3972060"/>
            <a:ext cx="2039341" cy="829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-66.7/s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확보한 자원을 비우고 평상 호흡으로 복귀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반경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7m /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흡입 배율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0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0A07404-33E4-B200-A0E8-CCA74D081A88}"/>
              </a:ext>
            </a:extLst>
          </p:cNvPr>
          <p:cNvCxnSpPr>
            <a:cxnSpLocks/>
          </p:cNvCxnSpPr>
          <p:nvPr/>
        </p:nvCxnSpPr>
        <p:spPr>
          <a:xfrm>
            <a:off x="9365113" y="3925888"/>
            <a:ext cx="0" cy="914400"/>
          </a:xfrm>
          <a:prstGeom prst="line">
            <a:avLst/>
          </a:prstGeom>
          <a:ln w="38100" cap="rnd">
            <a:solidFill>
              <a:srgbClr val="A07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ECC3390F-50BC-2347-4488-989F1F39C306}"/>
              </a:ext>
            </a:extLst>
          </p:cNvPr>
          <p:cNvSpPr/>
          <p:nvPr/>
        </p:nvSpPr>
        <p:spPr>
          <a:xfrm>
            <a:off x="6421468" y="3908670"/>
            <a:ext cx="2247871" cy="948602"/>
          </a:xfrm>
          <a:prstGeom prst="roundRect">
            <a:avLst>
              <a:gd name="adj" fmla="val 5048"/>
            </a:avLst>
          </a:prstGeom>
          <a:solidFill>
            <a:srgbClr val="84719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4E8D17B-152B-0C08-9B55-52F16EDE8DDB}"/>
              </a:ext>
            </a:extLst>
          </p:cNvPr>
          <p:cNvSpPr txBox="1"/>
          <p:nvPr/>
        </p:nvSpPr>
        <p:spPr>
          <a:xfrm>
            <a:off x="6471954" y="3972061"/>
            <a:ext cx="1954381" cy="829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-10/s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소리와 위험 공기 흡입 차단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반경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0m /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흡입 배율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0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0F411C8E-F2E1-31E6-B262-B8775EF065F3}"/>
              </a:ext>
            </a:extLst>
          </p:cNvPr>
          <p:cNvCxnSpPr>
            <a:cxnSpLocks/>
          </p:cNvCxnSpPr>
          <p:nvPr/>
        </p:nvCxnSpPr>
        <p:spPr>
          <a:xfrm>
            <a:off x="6439830" y="3925888"/>
            <a:ext cx="0" cy="914400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6A33D46B-0FC5-6236-134E-3026129B9A81}"/>
              </a:ext>
            </a:extLst>
          </p:cNvPr>
          <p:cNvSpPr/>
          <p:nvPr/>
        </p:nvSpPr>
        <p:spPr>
          <a:xfrm>
            <a:off x="416722" y="6169339"/>
            <a:ext cx="4376407" cy="323165"/>
          </a:xfrm>
          <a:prstGeom prst="roundRect">
            <a:avLst/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※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지상에서 호흡량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 사망 조건이 아님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58B2358E-28AF-5222-3091-AF6A369BE8F3}"/>
              </a:ext>
            </a:extLst>
          </p:cNvPr>
          <p:cNvCxnSpPr>
            <a:cxnSpLocks/>
          </p:cNvCxnSpPr>
          <p:nvPr/>
        </p:nvCxnSpPr>
        <p:spPr>
          <a:xfrm flipV="1">
            <a:off x="416723" y="5040072"/>
            <a:ext cx="11358554" cy="46846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2E950D6A-AA25-330A-5F9F-BC72572F0B0F}"/>
              </a:ext>
            </a:extLst>
          </p:cNvPr>
          <p:cNvSpPr/>
          <p:nvPr/>
        </p:nvSpPr>
        <p:spPr>
          <a:xfrm>
            <a:off x="4972425" y="6169338"/>
            <a:ext cx="6802854" cy="323165"/>
          </a:xfrm>
          <a:prstGeom prst="roundRect">
            <a:avLst/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※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수중 환경도 기본 행동 규칙 동일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들숨과 호흡량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 결과는 수중 규칙 적용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8DD775F5-9A3F-7066-B7C8-EBCED7553E3C}"/>
              </a:ext>
            </a:extLst>
          </p:cNvPr>
          <p:cNvCxnSpPr>
            <a:cxnSpLocks/>
          </p:cNvCxnSpPr>
          <p:nvPr/>
        </p:nvCxnSpPr>
        <p:spPr>
          <a:xfrm>
            <a:off x="3315813" y="1237998"/>
            <a:ext cx="0" cy="209294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8" name="그림 347">
            <a:extLst>
              <a:ext uri="{FF2B5EF4-FFF2-40B4-BE49-F238E27FC236}">
                <a16:creationId xmlns:a16="http://schemas.microsoft.com/office/drawing/2014/main" id="{20F22DAA-0DC0-7AB1-CE7A-3316FD174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" b="21908"/>
          <a:stretch>
            <a:fillRect/>
          </a:stretch>
        </p:blipFill>
        <p:spPr>
          <a:xfrm>
            <a:off x="6280984" y="886635"/>
            <a:ext cx="5332000" cy="2300934"/>
          </a:xfrm>
          <a:prstGeom prst="roundRect">
            <a:avLst>
              <a:gd name="adj" fmla="val 456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49" name="그림 348">
            <a:extLst>
              <a:ext uri="{FF2B5EF4-FFF2-40B4-BE49-F238E27FC236}">
                <a16:creationId xmlns:a16="http://schemas.microsoft.com/office/drawing/2014/main" id="{141CF4EE-ED2C-FAB3-6FAB-008B43FB7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" t="25397" r="66199" b="26772"/>
          <a:stretch>
            <a:fillRect/>
          </a:stretch>
        </p:blipFill>
        <p:spPr>
          <a:xfrm>
            <a:off x="6485632" y="1899914"/>
            <a:ext cx="1400645" cy="1181141"/>
          </a:xfrm>
          <a:prstGeom prst="rect">
            <a:avLst/>
          </a:prstGeom>
        </p:spPr>
      </p:pic>
      <p:pic>
        <p:nvPicPr>
          <p:cNvPr id="350" name="그림 349">
            <a:extLst>
              <a:ext uri="{FF2B5EF4-FFF2-40B4-BE49-F238E27FC236}">
                <a16:creationId xmlns:a16="http://schemas.microsoft.com/office/drawing/2014/main" id="{29CB5C51-3ADA-D5BA-1B8E-0CB3BBC28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" t="25397" r="66199" b="26772"/>
          <a:stretch>
            <a:fillRect/>
          </a:stretch>
        </p:blipFill>
        <p:spPr>
          <a:xfrm>
            <a:off x="8246661" y="1899407"/>
            <a:ext cx="1400645" cy="1181141"/>
          </a:xfrm>
          <a:prstGeom prst="rect">
            <a:avLst/>
          </a:prstGeom>
        </p:spPr>
      </p:pic>
      <p:pic>
        <p:nvPicPr>
          <p:cNvPr id="351" name="그림 350">
            <a:extLst>
              <a:ext uri="{FF2B5EF4-FFF2-40B4-BE49-F238E27FC236}">
                <a16:creationId xmlns:a16="http://schemas.microsoft.com/office/drawing/2014/main" id="{6C5D603E-EAE1-E58B-E64C-765248286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" t="25397" r="66199" b="26772"/>
          <a:stretch>
            <a:fillRect/>
          </a:stretch>
        </p:blipFill>
        <p:spPr>
          <a:xfrm>
            <a:off x="10010822" y="1899407"/>
            <a:ext cx="1400645" cy="1181141"/>
          </a:xfrm>
          <a:prstGeom prst="rect">
            <a:avLst/>
          </a:prstGeom>
        </p:spPr>
      </p:pic>
      <p:sp>
        <p:nvSpPr>
          <p:cNvPr id="352" name="TextBox 351">
            <a:extLst>
              <a:ext uri="{FF2B5EF4-FFF2-40B4-BE49-F238E27FC236}">
                <a16:creationId xmlns:a16="http://schemas.microsoft.com/office/drawing/2014/main" id="{A86739C4-9655-1481-138B-A4F66DE31D55}"/>
              </a:ext>
            </a:extLst>
          </p:cNvPr>
          <p:cNvSpPr txBox="1"/>
          <p:nvPr/>
        </p:nvSpPr>
        <p:spPr>
          <a:xfrm>
            <a:off x="6746049" y="1981695"/>
            <a:ext cx="5581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진행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06E74E9D-50E7-203D-B2A9-293659916133}"/>
              </a:ext>
            </a:extLst>
          </p:cNvPr>
          <p:cNvSpPr txBox="1"/>
          <p:nvPr/>
        </p:nvSpPr>
        <p:spPr>
          <a:xfrm>
            <a:off x="8518590" y="1984076"/>
            <a:ext cx="5581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진행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A448A5F9-4F16-0016-19E7-8DAAA365F931}"/>
              </a:ext>
            </a:extLst>
          </p:cNvPr>
          <p:cNvSpPr txBox="1"/>
          <p:nvPr/>
        </p:nvSpPr>
        <p:spPr>
          <a:xfrm>
            <a:off x="10283728" y="1981695"/>
            <a:ext cx="5581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진행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921F6D76-E386-1394-95D7-DF4F0464AD8D}"/>
              </a:ext>
            </a:extLst>
          </p:cNvPr>
          <p:cNvSpPr txBox="1"/>
          <p:nvPr/>
        </p:nvSpPr>
        <p:spPr>
          <a:xfrm>
            <a:off x="6885761" y="2199844"/>
            <a:ext cx="912429" cy="31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마우스 좌클릭을 길게 눌러</a:t>
            </a:r>
            <a:endParaRPr lang="en-US" altLang="ko-KR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숨을 들이마시세요</a:t>
            </a:r>
            <a:r>
              <a:rPr lang="en-US" altLang="ko-KR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2BF7C2E8-D2D4-4717-7007-02FCDF962252}"/>
              </a:ext>
            </a:extLst>
          </p:cNvPr>
          <p:cNvSpPr txBox="1"/>
          <p:nvPr/>
        </p:nvSpPr>
        <p:spPr>
          <a:xfrm>
            <a:off x="8654284" y="2197585"/>
            <a:ext cx="912429" cy="31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마우스 </a:t>
            </a:r>
            <a:r>
              <a:rPr lang="ko-KR" altLang="en-US" sz="500" dirty="0" err="1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우클릭을</a:t>
            </a: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길게 눌러</a:t>
            </a:r>
            <a:endParaRPr lang="en-US" altLang="ko-KR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숨을 참으세요</a:t>
            </a:r>
            <a:r>
              <a:rPr lang="en-US" altLang="ko-KR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FAEBF07-5FCE-D33B-76EB-D43831D2CEDD}"/>
              </a:ext>
            </a:extLst>
          </p:cNvPr>
          <p:cNvSpPr txBox="1"/>
          <p:nvPr/>
        </p:nvSpPr>
        <p:spPr>
          <a:xfrm>
            <a:off x="10562811" y="2188102"/>
            <a:ext cx="670376" cy="31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R </a:t>
            </a: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키를 한 번 눌러</a:t>
            </a:r>
            <a:endParaRPr lang="en-US" altLang="ko-KR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숨을 내쉬세요</a:t>
            </a:r>
            <a:r>
              <a:rPr lang="en-US" altLang="ko-KR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58" name="그림 357">
            <a:extLst>
              <a:ext uri="{FF2B5EF4-FFF2-40B4-BE49-F238E27FC236}">
                <a16:creationId xmlns:a16="http://schemas.microsoft.com/office/drawing/2014/main" id="{86878BF6-BAFC-2661-18DD-6E13C5CF7C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492" y="2130787"/>
            <a:ext cx="467732" cy="467732"/>
          </a:xfrm>
          <a:prstGeom prst="rect">
            <a:avLst/>
          </a:prstGeom>
        </p:spPr>
      </p:pic>
      <p:sp>
        <p:nvSpPr>
          <p:cNvPr id="359" name="타원 358">
            <a:extLst>
              <a:ext uri="{FF2B5EF4-FFF2-40B4-BE49-F238E27FC236}">
                <a16:creationId xmlns:a16="http://schemas.microsoft.com/office/drawing/2014/main" id="{A57CF736-CDC5-343B-8B66-69533C6DBBE0}"/>
              </a:ext>
            </a:extLst>
          </p:cNvPr>
          <p:cNvSpPr/>
          <p:nvPr/>
        </p:nvSpPr>
        <p:spPr>
          <a:xfrm>
            <a:off x="6567901" y="1983680"/>
            <a:ext cx="198770" cy="198770"/>
          </a:xfrm>
          <a:prstGeom prst="ellipse">
            <a:avLst/>
          </a:prstGeom>
          <a:solidFill>
            <a:srgbClr val="758171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C7ACF2A6-83C2-3578-9122-06B9753896A1}"/>
              </a:ext>
            </a:extLst>
          </p:cNvPr>
          <p:cNvSpPr txBox="1"/>
          <p:nvPr/>
        </p:nvSpPr>
        <p:spPr>
          <a:xfrm>
            <a:off x="6544496" y="1975343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1" name="타원 360">
            <a:extLst>
              <a:ext uri="{FF2B5EF4-FFF2-40B4-BE49-F238E27FC236}">
                <a16:creationId xmlns:a16="http://schemas.microsoft.com/office/drawing/2014/main" id="{044E9D5C-169E-EBD4-4E78-B4778F724068}"/>
              </a:ext>
            </a:extLst>
          </p:cNvPr>
          <p:cNvSpPr/>
          <p:nvPr/>
        </p:nvSpPr>
        <p:spPr>
          <a:xfrm>
            <a:off x="8335880" y="1983680"/>
            <a:ext cx="198770" cy="198770"/>
          </a:xfrm>
          <a:prstGeom prst="ellipse">
            <a:avLst/>
          </a:prstGeom>
          <a:solidFill>
            <a:srgbClr val="847190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4D933710-0DD4-BF6A-EEE1-76CA37BA46B3}"/>
              </a:ext>
            </a:extLst>
          </p:cNvPr>
          <p:cNvSpPr txBox="1"/>
          <p:nvPr/>
        </p:nvSpPr>
        <p:spPr>
          <a:xfrm>
            <a:off x="8312475" y="1970809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3" name="타원 362">
            <a:extLst>
              <a:ext uri="{FF2B5EF4-FFF2-40B4-BE49-F238E27FC236}">
                <a16:creationId xmlns:a16="http://schemas.microsoft.com/office/drawing/2014/main" id="{1CCF160C-08A0-0E01-96A7-BFB0D6B51A9C}"/>
              </a:ext>
            </a:extLst>
          </p:cNvPr>
          <p:cNvSpPr/>
          <p:nvPr/>
        </p:nvSpPr>
        <p:spPr>
          <a:xfrm>
            <a:off x="10097938" y="1983223"/>
            <a:ext cx="198770" cy="198770"/>
          </a:xfrm>
          <a:prstGeom prst="ellipse">
            <a:avLst/>
          </a:prstGeom>
          <a:solidFill>
            <a:srgbClr val="A07B60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7C833DFB-B073-3AE6-46A5-B2327F585B3C}"/>
              </a:ext>
            </a:extLst>
          </p:cNvPr>
          <p:cNvSpPr txBox="1"/>
          <p:nvPr/>
        </p:nvSpPr>
        <p:spPr>
          <a:xfrm>
            <a:off x="10074533" y="1975343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65" name="그림 364">
            <a:extLst>
              <a:ext uri="{FF2B5EF4-FFF2-40B4-BE49-F238E27FC236}">
                <a16:creationId xmlns:a16="http://schemas.microsoft.com/office/drawing/2014/main" id="{9026BE9B-30A9-D8D2-3FA7-EFFA195C67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4" t="33704" r="61458" b="22871"/>
          <a:stretch>
            <a:fillRect/>
          </a:stretch>
        </p:blipFill>
        <p:spPr>
          <a:xfrm>
            <a:off x="6667286" y="2237070"/>
            <a:ext cx="218475" cy="262888"/>
          </a:xfrm>
          <a:prstGeom prst="rect">
            <a:avLst/>
          </a:prstGeom>
        </p:spPr>
      </p:pic>
      <p:pic>
        <p:nvPicPr>
          <p:cNvPr id="366" name="그림 365">
            <a:extLst>
              <a:ext uri="{FF2B5EF4-FFF2-40B4-BE49-F238E27FC236}">
                <a16:creationId xmlns:a16="http://schemas.microsoft.com/office/drawing/2014/main" id="{769F2511-0F6E-0104-5F08-971478FC8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50" t="33704" r="11282" b="22871"/>
          <a:stretch>
            <a:fillRect/>
          </a:stretch>
        </p:blipFill>
        <p:spPr>
          <a:xfrm>
            <a:off x="8435265" y="2237070"/>
            <a:ext cx="218475" cy="262888"/>
          </a:xfrm>
          <a:prstGeom prst="rect">
            <a:avLst/>
          </a:prstGeom>
        </p:spPr>
      </p:pic>
      <p:pic>
        <p:nvPicPr>
          <p:cNvPr id="367" name="그림 366">
            <a:extLst>
              <a:ext uri="{FF2B5EF4-FFF2-40B4-BE49-F238E27FC236}">
                <a16:creationId xmlns:a16="http://schemas.microsoft.com/office/drawing/2014/main" id="{9DC5A0CF-952F-AEFF-3D64-EA96F88CD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6" t="61250" r="727" b="2084"/>
          <a:stretch>
            <a:fillRect/>
          </a:stretch>
        </p:blipFill>
        <p:spPr>
          <a:xfrm>
            <a:off x="10822321" y="2523975"/>
            <a:ext cx="402838" cy="450564"/>
          </a:xfrm>
          <a:prstGeom prst="rect">
            <a:avLst/>
          </a:prstGeom>
        </p:spPr>
      </p:pic>
      <p:pic>
        <p:nvPicPr>
          <p:cNvPr id="368" name="그림 367">
            <a:extLst>
              <a:ext uri="{FF2B5EF4-FFF2-40B4-BE49-F238E27FC236}">
                <a16:creationId xmlns:a16="http://schemas.microsoft.com/office/drawing/2014/main" id="{6B3BFC35-6BEB-200F-3789-4D02A6CA19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76" t="61250" r="30911" b="2084"/>
          <a:stretch>
            <a:fillRect/>
          </a:stretch>
        </p:blipFill>
        <p:spPr>
          <a:xfrm>
            <a:off x="9076756" y="2523975"/>
            <a:ext cx="322984" cy="450564"/>
          </a:xfrm>
          <a:prstGeom prst="rect">
            <a:avLst/>
          </a:prstGeom>
        </p:spPr>
      </p:pic>
      <p:pic>
        <p:nvPicPr>
          <p:cNvPr id="369" name="그림 368">
            <a:extLst>
              <a:ext uri="{FF2B5EF4-FFF2-40B4-BE49-F238E27FC236}">
                <a16:creationId xmlns:a16="http://schemas.microsoft.com/office/drawing/2014/main" id="{D8D0EDE8-0D2C-9E33-F8E8-F6A3B99920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4" t="61250" r="50349" b="2084"/>
          <a:stretch>
            <a:fillRect/>
          </a:stretch>
        </p:blipFill>
        <p:spPr>
          <a:xfrm>
            <a:off x="7282069" y="2523975"/>
            <a:ext cx="402838" cy="450564"/>
          </a:xfrm>
          <a:prstGeom prst="rect">
            <a:avLst/>
          </a:prstGeom>
        </p:spPr>
      </p:pic>
      <p:pic>
        <p:nvPicPr>
          <p:cNvPr id="370" name="그림 369">
            <a:extLst>
              <a:ext uri="{FF2B5EF4-FFF2-40B4-BE49-F238E27FC236}">
                <a16:creationId xmlns:a16="http://schemas.microsoft.com/office/drawing/2014/main" id="{9F8A7C3E-D716-1565-B6C4-D4955DCFC4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61250" r="75146" b="2084"/>
          <a:stretch>
            <a:fillRect/>
          </a:stretch>
        </p:blipFill>
        <p:spPr>
          <a:xfrm>
            <a:off x="6683921" y="2523975"/>
            <a:ext cx="402838" cy="450564"/>
          </a:xfrm>
          <a:prstGeom prst="rect">
            <a:avLst/>
          </a:prstGeom>
        </p:spPr>
      </p:pic>
      <p:pic>
        <p:nvPicPr>
          <p:cNvPr id="371" name="그림 370">
            <a:extLst>
              <a:ext uri="{FF2B5EF4-FFF2-40B4-BE49-F238E27FC236}">
                <a16:creationId xmlns:a16="http://schemas.microsoft.com/office/drawing/2014/main" id="{FEE57214-FAF0-D6FD-E539-AB8E288353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61250" r="75146" b="2084"/>
          <a:stretch>
            <a:fillRect/>
          </a:stretch>
        </p:blipFill>
        <p:spPr>
          <a:xfrm>
            <a:off x="8452321" y="2523975"/>
            <a:ext cx="402838" cy="450564"/>
          </a:xfrm>
          <a:prstGeom prst="rect">
            <a:avLst/>
          </a:prstGeom>
        </p:spPr>
      </p:pic>
      <p:pic>
        <p:nvPicPr>
          <p:cNvPr id="372" name="그림 371">
            <a:extLst>
              <a:ext uri="{FF2B5EF4-FFF2-40B4-BE49-F238E27FC236}">
                <a16:creationId xmlns:a16="http://schemas.microsoft.com/office/drawing/2014/main" id="{6A2B304D-5009-6558-B6C1-9AEA09390D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61250" r="75146" b="2084"/>
          <a:stretch>
            <a:fillRect/>
          </a:stretch>
        </p:blipFill>
        <p:spPr>
          <a:xfrm>
            <a:off x="10257386" y="2523975"/>
            <a:ext cx="402838" cy="450564"/>
          </a:xfrm>
          <a:prstGeom prst="rect">
            <a:avLst/>
          </a:prstGeom>
        </p:spPr>
      </p:pic>
      <p:cxnSp>
        <p:nvCxnSpPr>
          <p:cNvPr id="373" name="직선 화살표 연결선 372">
            <a:extLst>
              <a:ext uri="{FF2B5EF4-FFF2-40B4-BE49-F238E27FC236}">
                <a16:creationId xmlns:a16="http://schemas.microsoft.com/office/drawing/2014/main" id="{7AC3773C-83D9-3DDE-E732-6683CD331685}"/>
              </a:ext>
            </a:extLst>
          </p:cNvPr>
          <p:cNvCxnSpPr>
            <a:cxnSpLocks/>
          </p:cNvCxnSpPr>
          <p:nvPr/>
        </p:nvCxnSpPr>
        <p:spPr>
          <a:xfrm>
            <a:off x="7094994" y="2746640"/>
            <a:ext cx="154575" cy="0"/>
          </a:xfrm>
          <a:prstGeom prst="straightConnector1">
            <a:avLst/>
          </a:prstGeom>
          <a:ln w="12700" cap="rnd">
            <a:solidFill>
              <a:srgbClr val="FDFDFE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화살표 연결선 373">
            <a:extLst>
              <a:ext uri="{FF2B5EF4-FFF2-40B4-BE49-F238E27FC236}">
                <a16:creationId xmlns:a16="http://schemas.microsoft.com/office/drawing/2014/main" id="{27D6A8D1-E70B-A1B4-AA72-1AEE272176D8}"/>
              </a:ext>
            </a:extLst>
          </p:cNvPr>
          <p:cNvCxnSpPr>
            <a:cxnSpLocks/>
          </p:cNvCxnSpPr>
          <p:nvPr/>
        </p:nvCxnSpPr>
        <p:spPr>
          <a:xfrm>
            <a:off x="8869530" y="2746640"/>
            <a:ext cx="154575" cy="0"/>
          </a:xfrm>
          <a:prstGeom prst="straightConnector1">
            <a:avLst/>
          </a:prstGeom>
          <a:ln w="12700" cap="rnd">
            <a:solidFill>
              <a:srgbClr val="FDFDFE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화살표 연결선 374">
            <a:extLst>
              <a:ext uri="{FF2B5EF4-FFF2-40B4-BE49-F238E27FC236}">
                <a16:creationId xmlns:a16="http://schemas.microsoft.com/office/drawing/2014/main" id="{3C8125D2-CAFA-3F84-73B1-8E8910BBAB86}"/>
              </a:ext>
            </a:extLst>
          </p:cNvPr>
          <p:cNvCxnSpPr>
            <a:cxnSpLocks/>
          </p:cNvCxnSpPr>
          <p:nvPr/>
        </p:nvCxnSpPr>
        <p:spPr>
          <a:xfrm>
            <a:off x="10629215" y="2746640"/>
            <a:ext cx="154575" cy="0"/>
          </a:xfrm>
          <a:prstGeom prst="straightConnector1">
            <a:avLst/>
          </a:prstGeom>
          <a:ln w="12700" cap="rnd">
            <a:solidFill>
              <a:srgbClr val="FDFDFE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6" name="그림 375">
            <a:extLst>
              <a:ext uri="{FF2B5EF4-FFF2-40B4-BE49-F238E27FC236}">
                <a16:creationId xmlns:a16="http://schemas.microsoft.com/office/drawing/2014/main" id="{6E00834E-FFCC-9398-5BA7-5B30985046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1" t="51624" r="80754" b="43705"/>
          <a:stretch>
            <a:fillRect/>
          </a:stretch>
        </p:blipFill>
        <p:spPr>
          <a:xfrm>
            <a:off x="6998749" y="1875179"/>
            <a:ext cx="328871" cy="141362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77" name="그림 376">
            <a:extLst>
              <a:ext uri="{FF2B5EF4-FFF2-40B4-BE49-F238E27FC236}">
                <a16:creationId xmlns:a16="http://schemas.microsoft.com/office/drawing/2014/main" id="{1A8E0847-F560-23C1-79BC-822687D8B3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4" t="5648" r="63334" b="41389"/>
          <a:stretch>
            <a:fillRect/>
          </a:stretch>
        </p:blipFill>
        <p:spPr>
          <a:xfrm>
            <a:off x="6970485" y="1275376"/>
            <a:ext cx="558167" cy="674686"/>
          </a:xfrm>
          <a:prstGeom prst="rect">
            <a:avLst/>
          </a:prstGeom>
        </p:spPr>
      </p:pic>
      <p:pic>
        <p:nvPicPr>
          <p:cNvPr id="378" name="그림 377">
            <a:extLst>
              <a:ext uri="{FF2B5EF4-FFF2-40B4-BE49-F238E27FC236}">
                <a16:creationId xmlns:a16="http://schemas.microsoft.com/office/drawing/2014/main" id="{BA3881A3-C0C6-EDA6-1B5C-F2761D0045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06" t="50964" r="49758" b="43734"/>
          <a:stretch>
            <a:fillRect/>
          </a:stretch>
        </p:blipFill>
        <p:spPr>
          <a:xfrm>
            <a:off x="8522567" y="1847794"/>
            <a:ext cx="496770" cy="160484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79" name="그림 378">
            <a:extLst>
              <a:ext uri="{FF2B5EF4-FFF2-40B4-BE49-F238E27FC236}">
                <a16:creationId xmlns:a16="http://schemas.microsoft.com/office/drawing/2014/main" id="{CFA50FCA-ADFB-BFB9-F12E-702B691FC2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5648" r="38740" b="41389"/>
          <a:stretch>
            <a:fillRect/>
          </a:stretch>
        </p:blipFill>
        <p:spPr>
          <a:xfrm>
            <a:off x="8731240" y="1286075"/>
            <a:ext cx="417717" cy="674686"/>
          </a:xfrm>
          <a:prstGeom prst="rect">
            <a:avLst/>
          </a:prstGeom>
        </p:spPr>
      </p:pic>
      <p:pic>
        <p:nvPicPr>
          <p:cNvPr id="380" name="그림 379">
            <a:extLst>
              <a:ext uri="{FF2B5EF4-FFF2-40B4-BE49-F238E27FC236}">
                <a16:creationId xmlns:a16="http://schemas.microsoft.com/office/drawing/2014/main" id="{D2C80ECF-DA1A-E7E4-EF0E-9016E3948D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76" t="51430" r="16701" b="43828"/>
          <a:stretch>
            <a:fillRect/>
          </a:stretch>
        </p:blipFill>
        <p:spPr>
          <a:xfrm>
            <a:off x="10346651" y="1875686"/>
            <a:ext cx="496076" cy="14353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81" name="그림 380">
            <a:extLst>
              <a:ext uri="{FF2B5EF4-FFF2-40B4-BE49-F238E27FC236}">
                <a16:creationId xmlns:a16="http://schemas.microsoft.com/office/drawing/2014/main" id="{9DF96AE0-28F4-A58C-C251-564623A643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1" t="5648" r="943" b="41389"/>
          <a:stretch>
            <a:fillRect/>
          </a:stretch>
        </p:blipFill>
        <p:spPr>
          <a:xfrm>
            <a:off x="10482498" y="1300657"/>
            <a:ext cx="569102" cy="674686"/>
          </a:xfrm>
          <a:prstGeom prst="rect">
            <a:avLst/>
          </a:prstGeom>
        </p:spPr>
      </p:pic>
      <p:sp>
        <p:nvSpPr>
          <p:cNvPr id="386" name="타원 385">
            <a:extLst>
              <a:ext uri="{FF2B5EF4-FFF2-40B4-BE49-F238E27FC236}">
                <a16:creationId xmlns:a16="http://schemas.microsoft.com/office/drawing/2014/main" id="{6A93F942-5605-5C72-0A5F-09F5C8D08726}"/>
              </a:ext>
            </a:extLst>
          </p:cNvPr>
          <p:cNvSpPr/>
          <p:nvPr/>
        </p:nvSpPr>
        <p:spPr>
          <a:xfrm>
            <a:off x="3604766" y="2236140"/>
            <a:ext cx="161374" cy="161372"/>
          </a:xfrm>
          <a:prstGeom prst="ellipse">
            <a:avLst/>
          </a:prstGeom>
          <a:solidFill>
            <a:srgbClr val="847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D27D3BEB-83EF-6FB6-7013-83D811E1B56C}"/>
              </a:ext>
            </a:extLst>
          </p:cNvPr>
          <p:cNvSpPr txBox="1"/>
          <p:nvPr/>
        </p:nvSpPr>
        <p:spPr>
          <a:xfrm>
            <a:off x="3562663" y="2209104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endParaRPr lang="ko-KR" altLang="en-US" sz="800" dirty="0">
              <a:solidFill>
                <a:srgbClr val="FDFDFE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F8327E7B-98F9-6D86-A9D9-9F694CB06BB1}"/>
              </a:ext>
            </a:extLst>
          </p:cNvPr>
          <p:cNvSpPr txBox="1"/>
          <p:nvPr/>
        </p:nvSpPr>
        <p:spPr>
          <a:xfrm>
            <a:off x="3766461" y="2193715"/>
            <a:ext cx="4315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2" name="타원 391">
            <a:extLst>
              <a:ext uri="{FF2B5EF4-FFF2-40B4-BE49-F238E27FC236}">
                <a16:creationId xmlns:a16="http://schemas.microsoft.com/office/drawing/2014/main" id="{5AFF3474-C445-07A9-4868-0C820442BF5A}"/>
              </a:ext>
            </a:extLst>
          </p:cNvPr>
          <p:cNvSpPr/>
          <p:nvPr/>
        </p:nvSpPr>
        <p:spPr>
          <a:xfrm>
            <a:off x="3604445" y="2760096"/>
            <a:ext cx="161374" cy="161372"/>
          </a:xfrm>
          <a:prstGeom prst="ellipse">
            <a:avLst/>
          </a:prstGeom>
          <a:solidFill>
            <a:srgbClr val="A07B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85BE04DB-E25D-E234-7AB4-6B66C7EABB69}"/>
              </a:ext>
            </a:extLst>
          </p:cNvPr>
          <p:cNvSpPr txBox="1"/>
          <p:nvPr/>
        </p:nvSpPr>
        <p:spPr>
          <a:xfrm>
            <a:off x="3562342" y="2733060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endParaRPr lang="ko-KR" altLang="en-US" sz="800" dirty="0">
              <a:solidFill>
                <a:srgbClr val="FDFDFE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6FDBE8AA-B56E-0591-9AA4-D54F85D318E2}"/>
              </a:ext>
            </a:extLst>
          </p:cNvPr>
          <p:cNvSpPr txBox="1"/>
          <p:nvPr/>
        </p:nvSpPr>
        <p:spPr>
          <a:xfrm>
            <a:off x="3766140" y="2717671"/>
            <a:ext cx="438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931A3716-A935-EDA9-65B2-9DE60D7F55D7}"/>
              </a:ext>
            </a:extLst>
          </p:cNvPr>
          <p:cNvSpPr txBox="1"/>
          <p:nvPr/>
        </p:nvSpPr>
        <p:spPr>
          <a:xfrm>
            <a:off x="4194764" y="2127101"/>
            <a:ext cx="127951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마우스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우클릭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천천히 감소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717E3EB4-170A-B493-6FDD-3885CCB752F2}"/>
              </a:ext>
            </a:extLst>
          </p:cNvPr>
          <p:cNvSpPr txBox="1"/>
          <p:nvPr/>
        </p:nvSpPr>
        <p:spPr>
          <a:xfrm>
            <a:off x="4194764" y="2651355"/>
            <a:ext cx="1249060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R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키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회 입력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빠르게 감소</a:t>
            </a:r>
          </a:p>
        </p:txBody>
      </p:sp>
      <p:pic>
        <p:nvPicPr>
          <p:cNvPr id="402" name="그림 401">
            <a:extLst>
              <a:ext uri="{FF2B5EF4-FFF2-40B4-BE49-F238E27FC236}">
                <a16:creationId xmlns:a16="http://schemas.microsoft.com/office/drawing/2014/main" id="{39DD22DF-100C-D892-C3C5-FE9855B1D4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7" t="39983" r="5217" b="34675"/>
          <a:stretch>
            <a:fillRect/>
          </a:stretch>
        </p:blipFill>
        <p:spPr>
          <a:xfrm>
            <a:off x="5377460" y="2465054"/>
            <a:ext cx="593713" cy="126288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0D3B3B26-7224-3F87-CAB7-F903780AAD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7" t="67477" r="5217" b="7181"/>
          <a:stretch>
            <a:fillRect/>
          </a:stretch>
        </p:blipFill>
        <p:spPr>
          <a:xfrm>
            <a:off x="5377460" y="2993475"/>
            <a:ext cx="593713" cy="126288"/>
          </a:xfrm>
          <a:prstGeom prst="rect">
            <a:avLst/>
          </a:prstGeom>
        </p:spPr>
      </p:pic>
      <p:sp>
        <p:nvSpPr>
          <p:cNvPr id="406" name="타원 405">
            <a:extLst>
              <a:ext uri="{FF2B5EF4-FFF2-40B4-BE49-F238E27FC236}">
                <a16:creationId xmlns:a16="http://schemas.microsoft.com/office/drawing/2014/main" id="{8709DB6C-3ECA-B79E-FA61-61041238E049}"/>
              </a:ext>
            </a:extLst>
          </p:cNvPr>
          <p:cNvSpPr/>
          <p:nvPr/>
        </p:nvSpPr>
        <p:spPr>
          <a:xfrm>
            <a:off x="3604766" y="1713808"/>
            <a:ext cx="161374" cy="161372"/>
          </a:xfrm>
          <a:prstGeom prst="ellipse">
            <a:avLst/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083C0F7D-7183-20F9-EAD1-C3BB9970BF33}"/>
              </a:ext>
            </a:extLst>
          </p:cNvPr>
          <p:cNvSpPr txBox="1"/>
          <p:nvPr/>
        </p:nvSpPr>
        <p:spPr>
          <a:xfrm>
            <a:off x="3562663" y="1686772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endParaRPr lang="ko-KR" altLang="en-US" sz="800" dirty="0">
              <a:solidFill>
                <a:srgbClr val="FDFDFE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D94F79D6-3611-2BB1-7A87-5D339E883124}"/>
              </a:ext>
            </a:extLst>
          </p:cNvPr>
          <p:cNvSpPr txBox="1"/>
          <p:nvPr/>
        </p:nvSpPr>
        <p:spPr>
          <a:xfrm>
            <a:off x="3766461" y="1671383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4DA6BB9-AFB1-EA71-3057-3AEADE995317}"/>
              </a:ext>
            </a:extLst>
          </p:cNvPr>
          <p:cNvSpPr txBox="1"/>
          <p:nvPr/>
        </p:nvSpPr>
        <p:spPr>
          <a:xfrm>
            <a:off x="4197989" y="1608439"/>
            <a:ext cx="127951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마우스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좌클릭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증가</a:t>
            </a:r>
          </a:p>
        </p:txBody>
      </p:sp>
      <p:pic>
        <p:nvPicPr>
          <p:cNvPr id="414" name="그림 413">
            <a:extLst>
              <a:ext uri="{FF2B5EF4-FFF2-40B4-BE49-F238E27FC236}">
                <a16:creationId xmlns:a16="http://schemas.microsoft.com/office/drawing/2014/main" id="{90BCC3F1-C025-E16A-CF5F-F8380FC99B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7" t="11682" r="5217" b="62976"/>
          <a:stretch>
            <a:fillRect/>
          </a:stretch>
        </p:blipFill>
        <p:spPr>
          <a:xfrm>
            <a:off x="4972237" y="1950569"/>
            <a:ext cx="593713" cy="1262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57430A-530E-FEF4-824C-E9057A85F0EC}"/>
              </a:ext>
            </a:extLst>
          </p:cNvPr>
          <p:cNvSpPr txBox="1"/>
          <p:nvPr/>
        </p:nvSpPr>
        <p:spPr>
          <a:xfrm>
            <a:off x="11812654" y="6499017"/>
            <a:ext cx="2455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7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9273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D422-F5B3-D867-ABFE-7948FA46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F771E45-906C-A1D9-A6F4-6A04BA265DD1}"/>
              </a:ext>
            </a:extLst>
          </p:cNvPr>
          <p:cNvSpPr/>
          <p:nvPr/>
        </p:nvSpPr>
        <p:spPr>
          <a:xfrm flipV="1">
            <a:off x="416723" y="5173996"/>
            <a:ext cx="11358553" cy="327822"/>
          </a:xfrm>
          <a:prstGeom prst="roundRect">
            <a:avLst>
              <a:gd name="adj" fmla="val 12147"/>
            </a:avLst>
          </a:prstGeom>
          <a:solidFill>
            <a:srgbClr val="0312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70BC99-5A1B-71B7-6C43-D066E964B90D}"/>
              </a:ext>
            </a:extLst>
          </p:cNvPr>
          <p:cNvSpPr txBox="1"/>
          <p:nvPr/>
        </p:nvSpPr>
        <p:spPr>
          <a:xfrm>
            <a:off x="1442096" y="2563184"/>
            <a:ext cx="1249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강제</a:t>
            </a:r>
            <a:r>
              <a:rPr lang="en-US" altLang="ko-KR" sz="2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2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4F8428-2554-39CE-A593-B8F2E3F41ACF}"/>
              </a:ext>
            </a:extLst>
          </p:cNvPr>
          <p:cNvSpPr txBox="1"/>
          <p:nvPr/>
        </p:nvSpPr>
        <p:spPr>
          <a:xfrm>
            <a:off x="300437" y="576734"/>
            <a:ext cx="2435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강제 호흡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2000" dirty="0" err="1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과흡입</a:t>
            </a:r>
            <a:endParaRPr lang="ko-KR" altLang="en-US" sz="20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1C4B4F-C712-AD38-575E-40E1326ACA2A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규칙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46C40F3-FCEF-3FAB-FF2B-0326A0230013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735719" y="738317"/>
            <a:ext cx="9039558" cy="384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CCBEC7-41B9-2D1B-6770-99C4F4D789ED}"/>
              </a:ext>
            </a:extLst>
          </p:cNvPr>
          <p:cNvSpPr txBox="1"/>
          <p:nvPr/>
        </p:nvSpPr>
        <p:spPr>
          <a:xfrm>
            <a:off x="300437" y="976844"/>
            <a:ext cx="64059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호흡량의 상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하한에서 유효하지 않은 조작을 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초 이상 유지하면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제어에 실패하고 거친 호흡 상태로 진입함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CEDA6-2248-BE5E-45CB-9D377EA4BFE8}"/>
              </a:ext>
            </a:extLst>
          </p:cNvPr>
          <p:cNvSpPr txBox="1"/>
          <p:nvPr/>
        </p:nvSpPr>
        <p:spPr>
          <a:xfrm>
            <a:off x="440394" y="1396485"/>
            <a:ext cx="26276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경계에 따른 실패 판정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139DA04-0E14-3C90-32AB-1F6C1B4CD09D}"/>
              </a:ext>
            </a:extLst>
          </p:cNvPr>
          <p:cNvSpPr/>
          <p:nvPr/>
        </p:nvSpPr>
        <p:spPr>
          <a:xfrm>
            <a:off x="2507461" y="1938170"/>
            <a:ext cx="7177078" cy="176238"/>
          </a:xfrm>
          <a:prstGeom prst="roundRect">
            <a:avLst>
              <a:gd name="adj" fmla="val 50000"/>
            </a:avLst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16E9066-CE00-4AD8-DB0F-47F6D4A29615}"/>
              </a:ext>
            </a:extLst>
          </p:cNvPr>
          <p:cNvSpPr/>
          <p:nvPr/>
        </p:nvSpPr>
        <p:spPr>
          <a:xfrm>
            <a:off x="2366973" y="1885802"/>
            <a:ext cx="280976" cy="280974"/>
          </a:xfrm>
          <a:prstGeom prst="ellipse">
            <a:avLst/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E8F25D4-6EB3-324B-F7C2-AF97EA94390E}"/>
              </a:ext>
            </a:extLst>
          </p:cNvPr>
          <p:cNvSpPr/>
          <p:nvPr/>
        </p:nvSpPr>
        <p:spPr>
          <a:xfrm>
            <a:off x="9544051" y="1885801"/>
            <a:ext cx="280976" cy="280974"/>
          </a:xfrm>
          <a:prstGeom prst="ellipse">
            <a:avLst/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18E3E-DE5F-D7C3-B0FA-1E2CCB49A582}"/>
              </a:ext>
            </a:extLst>
          </p:cNvPr>
          <p:cNvSpPr txBox="1"/>
          <p:nvPr/>
        </p:nvSpPr>
        <p:spPr>
          <a:xfrm>
            <a:off x="9419081" y="2166775"/>
            <a:ext cx="5309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100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54ABF-C5DF-3E50-2C4C-44EFBAB0A734}"/>
              </a:ext>
            </a:extLst>
          </p:cNvPr>
          <p:cNvSpPr txBox="1"/>
          <p:nvPr/>
        </p:nvSpPr>
        <p:spPr>
          <a:xfrm>
            <a:off x="2357419" y="2166775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862F1DF-434C-4316-BC55-4A0417DC3BB5}"/>
              </a:ext>
            </a:extLst>
          </p:cNvPr>
          <p:cNvCxnSpPr>
            <a:cxnSpLocks/>
          </p:cNvCxnSpPr>
          <p:nvPr/>
        </p:nvCxnSpPr>
        <p:spPr>
          <a:xfrm>
            <a:off x="1386346" y="2663176"/>
            <a:ext cx="0" cy="200127"/>
          </a:xfrm>
          <a:prstGeom prst="line">
            <a:avLst/>
          </a:prstGeom>
          <a:ln w="38100" cap="rnd">
            <a:solidFill>
              <a:srgbClr val="AF7273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9904BFA6-BB79-A94F-0EC7-40E80C92A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5" r="52939"/>
          <a:stretch>
            <a:fillRect/>
          </a:stretch>
        </p:blipFill>
        <p:spPr>
          <a:xfrm>
            <a:off x="4026603" y="2563184"/>
            <a:ext cx="1137809" cy="116564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33E8FE5-41BA-2F5A-9505-145C8C6E0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2" r="7869"/>
          <a:stretch>
            <a:fillRect/>
          </a:stretch>
        </p:blipFill>
        <p:spPr>
          <a:xfrm>
            <a:off x="9543774" y="2473188"/>
            <a:ext cx="1006926" cy="127948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6CC383B-67B1-6620-2A0B-384D5BF6C6B3}"/>
              </a:ext>
            </a:extLst>
          </p:cNvPr>
          <p:cNvSpPr txBox="1"/>
          <p:nvPr/>
        </p:nvSpPr>
        <p:spPr>
          <a:xfrm>
            <a:off x="6836335" y="2563184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과흡입</a:t>
            </a:r>
            <a:endParaRPr lang="ko-KR" altLang="en-US" sz="2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169F0EC-69A0-991A-B43E-FA7D0F02E3A6}"/>
              </a:ext>
            </a:extLst>
          </p:cNvPr>
          <p:cNvCxnSpPr>
            <a:cxnSpLocks/>
          </p:cNvCxnSpPr>
          <p:nvPr/>
        </p:nvCxnSpPr>
        <p:spPr>
          <a:xfrm>
            <a:off x="6780585" y="2663176"/>
            <a:ext cx="0" cy="200127"/>
          </a:xfrm>
          <a:prstGeom prst="line">
            <a:avLst/>
          </a:prstGeom>
          <a:ln w="38100" cap="rnd">
            <a:solidFill>
              <a:srgbClr val="AF7273"/>
            </a:solidFill>
            <a:headEnd type="arrow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E4848C1-3DF9-282E-7042-29BF600350E3}"/>
              </a:ext>
            </a:extLst>
          </p:cNvPr>
          <p:cNvSpPr txBox="1"/>
          <p:nvPr/>
        </p:nvSpPr>
        <p:spPr>
          <a:xfrm>
            <a:off x="1442096" y="2978870"/>
            <a:ext cx="976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하한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943A3F-1A01-A84B-CDB0-A9B1F7838974}"/>
              </a:ext>
            </a:extLst>
          </p:cNvPr>
          <p:cNvSpPr txBox="1"/>
          <p:nvPr/>
        </p:nvSpPr>
        <p:spPr>
          <a:xfrm>
            <a:off x="6836335" y="2970519"/>
            <a:ext cx="1130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상한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C1E580-5CC6-EA05-3CE5-F5001EB53FD7}"/>
              </a:ext>
            </a:extLst>
          </p:cNvPr>
          <p:cNvSpPr txBox="1"/>
          <p:nvPr/>
        </p:nvSpPr>
        <p:spPr>
          <a:xfrm>
            <a:off x="1442096" y="3225091"/>
            <a:ext cx="1943161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평상 호흡에서 참기 또는 날숨을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새로 입력하고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 이상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21B0E-E894-4594-018E-9CE3EE34F824}"/>
              </a:ext>
            </a:extLst>
          </p:cNvPr>
          <p:cNvSpPr txBox="1"/>
          <p:nvPr/>
        </p:nvSpPr>
        <p:spPr>
          <a:xfrm>
            <a:off x="6780585" y="3219194"/>
            <a:ext cx="1641796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호흡량이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일 때 들숨을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 이상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4F6CB78-0ABD-179F-7C28-91324BA79434}"/>
              </a:ext>
            </a:extLst>
          </p:cNvPr>
          <p:cNvCxnSpPr>
            <a:cxnSpLocks/>
          </p:cNvCxnSpPr>
          <p:nvPr/>
        </p:nvCxnSpPr>
        <p:spPr>
          <a:xfrm flipV="1">
            <a:off x="416723" y="3890229"/>
            <a:ext cx="11358554" cy="46846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4DCF3CA-9786-06A6-0D1E-484E2A72782F}"/>
              </a:ext>
            </a:extLst>
          </p:cNvPr>
          <p:cNvSpPr txBox="1"/>
          <p:nvPr/>
        </p:nvSpPr>
        <p:spPr>
          <a:xfrm>
            <a:off x="440394" y="4058146"/>
            <a:ext cx="10021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입력 판정 예외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ACDD44-6C53-55CF-A97C-FB2D8B75B9BE}"/>
              </a:ext>
            </a:extLst>
          </p:cNvPr>
          <p:cNvSpPr txBox="1"/>
          <p:nvPr/>
        </p:nvSpPr>
        <p:spPr>
          <a:xfrm>
            <a:off x="1677986" y="4059468"/>
            <a:ext cx="61350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중 호흡량이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에 도달하면 행동 종료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 0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에 도달하기 전부터 유지한 입력은 새 입력으로 보지 않음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F2785D8-415A-E441-B7C9-E4976F6E3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655155"/>
              </p:ext>
            </p:extLst>
          </p:nvPr>
        </p:nvGraphicFramePr>
        <p:xfrm>
          <a:off x="416723" y="5162071"/>
          <a:ext cx="11358553" cy="13212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893092">
                  <a:extLst>
                    <a:ext uri="{9D8B030D-6E8A-4147-A177-3AD203B41FA5}">
                      <a16:colId xmlns:a16="http://schemas.microsoft.com/office/drawing/2014/main" val="1370420926"/>
                    </a:ext>
                  </a:extLst>
                </a:gridCol>
                <a:gridCol w="2835926">
                  <a:extLst>
                    <a:ext uri="{9D8B030D-6E8A-4147-A177-3AD203B41FA5}">
                      <a16:colId xmlns:a16="http://schemas.microsoft.com/office/drawing/2014/main" val="686055307"/>
                    </a:ext>
                  </a:extLst>
                </a:gridCol>
                <a:gridCol w="1416424">
                  <a:extLst>
                    <a:ext uri="{9D8B030D-6E8A-4147-A177-3AD203B41FA5}">
                      <a16:colId xmlns:a16="http://schemas.microsoft.com/office/drawing/2014/main" val="1735435186"/>
                    </a:ext>
                  </a:extLst>
                </a:gridCol>
                <a:gridCol w="1416424">
                  <a:extLst>
                    <a:ext uri="{9D8B030D-6E8A-4147-A177-3AD203B41FA5}">
                      <a16:colId xmlns:a16="http://schemas.microsoft.com/office/drawing/2014/main" val="3585137349"/>
                    </a:ext>
                  </a:extLst>
                </a:gridCol>
                <a:gridCol w="1416424">
                  <a:extLst>
                    <a:ext uri="{9D8B030D-6E8A-4147-A177-3AD203B41FA5}">
                      <a16:colId xmlns:a16="http://schemas.microsoft.com/office/drawing/2014/main" val="1945752824"/>
                    </a:ext>
                  </a:extLst>
                </a:gridCol>
                <a:gridCol w="2380263">
                  <a:extLst>
                    <a:ext uri="{9D8B030D-6E8A-4147-A177-3AD203B41FA5}">
                      <a16:colId xmlns:a16="http://schemas.microsoft.com/office/drawing/2014/main" val="2080545273"/>
                    </a:ext>
                  </a:extLst>
                </a:gridCol>
              </a:tblGrid>
              <a:tr h="330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이벤트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발생 조건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유예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지속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소리 반경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종료 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833562"/>
                  </a:ext>
                </a:extLst>
              </a:tr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 err="1">
                          <a:solidFill>
                            <a:srgbClr val="031223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과흡입</a:t>
                      </a:r>
                      <a:endParaRPr lang="ko-KR" altLang="en-US" sz="1000" b="0" dirty="0">
                        <a:solidFill>
                          <a:srgbClr val="031223"/>
                        </a:solidFill>
                        <a:latin typeface="KoddiUD 온고딕 Bold" panose="020B0803000000000000" pitchFamily="50" charset="-127"/>
                        <a:ea typeface="KoddiUD 온고딕 Bold" panose="020B08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100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에서 들숨 입력 계속 유지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8m</a:t>
                      </a:r>
                      <a:endParaRPr lang="ko-KR" altLang="en-US" sz="1000" b="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호흡량 </a:t>
                      </a:r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 / 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481714"/>
                  </a:ext>
                </a:extLst>
              </a:tr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참기 강제 호흡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(0)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에서 참기 새 입력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8m</a:t>
                      </a:r>
                      <a:endParaRPr lang="ko-KR" altLang="en-US" sz="100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호흡량 </a:t>
                      </a:r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 / 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  <a:endParaRPr lang="ko-KR" altLang="en-US" sz="100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682841"/>
                  </a:ext>
                </a:extLst>
              </a:tr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날숨 강제 호흡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(0)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에서 날숨 새 입력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8m</a:t>
                      </a:r>
                      <a:endParaRPr lang="ko-KR" altLang="en-US" sz="100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호흡량 </a:t>
                      </a:r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 / 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  <a:endParaRPr lang="ko-KR" altLang="en-US" sz="100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730510"/>
                  </a:ext>
                </a:extLst>
              </a:tr>
            </a:tbl>
          </a:graphicData>
        </a:graphic>
      </p:graphicFrame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46014DB-6AEA-D3A4-05BD-9085B23127D6}"/>
              </a:ext>
            </a:extLst>
          </p:cNvPr>
          <p:cNvSpPr/>
          <p:nvPr/>
        </p:nvSpPr>
        <p:spPr>
          <a:xfrm flipV="1">
            <a:off x="416723" y="4401004"/>
            <a:ext cx="11358553" cy="583101"/>
          </a:xfrm>
          <a:prstGeom prst="roundRect">
            <a:avLst>
              <a:gd name="adj" fmla="val 12147"/>
            </a:avLst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3C035D-0789-8C44-46CF-B7076069418A}"/>
              </a:ext>
            </a:extLst>
          </p:cNvPr>
          <p:cNvSpPr txBox="1"/>
          <p:nvPr/>
        </p:nvSpPr>
        <p:spPr>
          <a:xfrm>
            <a:off x="676751" y="4454027"/>
            <a:ext cx="2002471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상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하한에서 키 입력 유지</a:t>
            </a:r>
            <a:endParaRPr lang="en-US" altLang="ko-KR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5DEB59-99A5-858A-0BD0-D356C827772B}"/>
              </a:ext>
            </a:extLst>
          </p:cNvPr>
          <p:cNvSpPr txBox="1"/>
          <p:nvPr/>
        </p:nvSpPr>
        <p:spPr>
          <a:xfrm>
            <a:off x="4090103" y="4454027"/>
            <a:ext cx="2077813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 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1000" dirty="0" err="1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상태 지속 시간</a:t>
            </a:r>
            <a:endParaRPr lang="en-US" altLang="ko-KR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D19EC8-62D9-DE68-D5DA-D091D8DB3CBB}"/>
              </a:ext>
            </a:extLst>
          </p:cNvPr>
          <p:cNvSpPr txBox="1"/>
          <p:nvPr/>
        </p:nvSpPr>
        <p:spPr>
          <a:xfrm>
            <a:off x="7578797" y="4451091"/>
            <a:ext cx="716863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소리 반경</a:t>
            </a:r>
            <a:endParaRPr lang="en-US" altLang="ko-KR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8m</a:t>
            </a:r>
            <a:endParaRPr lang="ko-KR" altLang="en-US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5D2F3D-FE25-A5E7-8158-6C7D56E62F57}"/>
              </a:ext>
            </a:extLst>
          </p:cNvPr>
          <p:cNvSpPr txBox="1"/>
          <p:nvPr/>
        </p:nvSpPr>
        <p:spPr>
          <a:xfrm>
            <a:off x="9706541" y="4451091"/>
            <a:ext cx="1794081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종료 후</a:t>
            </a:r>
            <a:endParaRPr lang="en-US" altLang="ko-KR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0·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0C83436-5C87-E9E0-4E2E-81DAB66E81A8}"/>
              </a:ext>
            </a:extLst>
          </p:cNvPr>
          <p:cNvCxnSpPr>
            <a:cxnSpLocks/>
          </p:cNvCxnSpPr>
          <p:nvPr/>
        </p:nvCxnSpPr>
        <p:spPr>
          <a:xfrm>
            <a:off x="3234342" y="4711961"/>
            <a:ext cx="326058" cy="0"/>
          </a:xfrm>
          <a:prstGeom prst="straightConnector1">
            <a:avLst/>
          </a:prstGeom>
          <a:ln w="12700">
            <a:solidFill>
              <a:srgbClr val="637A9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833B09E-00F1-0E07-EED0-56B4B40107C1}"/>
              </a:ext>
            </a:extLst>
          </p:cNvPr>
          <p:cNvCxnSpPr>
            <a:cxnSpLocks/>
          </p:cNvCxnSpPr>
          <p:nvPr/>
        </p:nvCxnSpPr>
        <p:spPr>
          <a:xfrm>
            <a:off x="6718343" y="4711961"/>
            <a:ext cx="326058" cy="0"/>
          </a:xfrm>
          <a:prstGeom prst="straightConnector1">
            <a:avLst/>
          </a:prstGeom>
          <a:ln w="12700">
            <a:solidFill>
              <a:srgbClr val="637A9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0C231ED-17AC-ADE7-F9E8-4338CDCFA3B1}"/>
              </a:ext>
            </a:extLst>
          </p:cNvPr>
          <p:cNvCxnSpPr>
            <a:cxnSpLocks/>
          </p:cNvCxnSpPr>
          <p:nvPr/>
        </p:nvCxnSpPr>
        <p:spPr>
          <a:xfrm>
            <a:off x="8836414" y="4711961"/>
            <a:ext cx="326058" cy="0"/>
          </a:xfrm>
          <a:prstGeom prst="straightConnector1">
            <a:avLst/>
          </a:prstGeom>
          <a:ln w="12700">
            <a:solidFill>
              <a:srgbClr val="637A9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962EE41-0A55-4BA9-FC5F-CD589B44862A}"/>
              </a:ext>
            </a:extLst>
          </p:cNvPr>
          <p:cNvSpPr txBox="1"/>
          <p:nvPr/>
        </p:nvSpPr>
        <p:spPr>
          <a:xfrm>
            <a:off x="11812654" y="6499017"/>
            <a:ext cx="2455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6318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72A93-50A7-C9B5-EA31-A027A410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그림 52">
            <a:extLst>
              <a:ext uri="{FF2B5EF4-FFF2-40B4-BE49-F238E27FC236}">
                <a16:creationId xmlns:a16="http://schemas.microsoft.com/office/drawing/2014/main" id="{D0CCDDBD-43FE-5AD1-944F-1835E4CF6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0" t="64812" r="29926" b="1228"/>
          <a:stretch>
            <a:fillRect/>
          </a:stretch>
        </p:blipFill>
        <p:spPr>
          <a:xfrm>
            <a:off x="3985127" y="4731892"/>
            <a:ext cx="3939370" cy="1794010"/>
          </a:xfrm>
          <a:prstGeom prst="ellipse">
            <a:avLst/>
          </a:prstGeom>
          <a:ln>
            <a:noFill/>
          </a:ln>
          <a:effectLst>
            <a:softEdge rad="31750"/>
          </a:effectLst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BB6FBDA4-84AF-7A8E-1B1C-17415A9BB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9" t="35798" r="60875" b="22282"/>
          <a:stretch>
            <a:fillRect/>
          </a:stretch>
        </p:blipFill>
        <p:spPr>
          <a:xfrm>
            <a:off x="1479313" y="3041979"/>
            <a:ext cx="3313632" cy="2214566"/>
          </a:xfrm>
          <a:prstGeom prst="ellipse">
            <a:avLst/>
          </a:prstGeom>
          <a:ln>
            <a:noFill/>
          </a:ln>
          <a:effectLst>
            <a:softEdge rad="31750"/>
          </a:effectLst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78B37CA1-B246-9173-CBFE-D01DF5F8F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73" t="37411" r="5062" b="22282"/>
          <a:stretch>
            <a:fillRect/>
          </a:stretch>
        </p:blipFill>
        <p:spPr>
          <a:xfrm>
            <a:off x="7278165" y="3084567"/>
            <a:ext cx="3271276" cy="2129390"/>
          </a:xfrm>
          <a:prstGeom prst="ellipse">
            <a:avLst/>
          </a:prstGeom>
          <a:ln>
            <a:noFill/>
          </a:ln>
          <a:effectLst>
            <a:softEdge rad="31750"/>
          </a:effectLst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92CC064D-A94E-4F5C-3367-F7D7D0A20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5" t="1107" r="48081" b="61508"/>
          <a:stretch>
            <a:fillRect/>
          </a:stretch>
        </p:blipFill>
        <p:spPr>
          <a:xfrm>
            <a:off x="2375763" y="1154185"/>
            <a:ext cx="3790082" cy="1975008"/>
          </a:xfrm>
          <a:prstGeom prst="ellipse">
            <a:avLst/>
          </a:prstGeom>
          <a:ln>
            <a:noFill/>
          </a:ln>
          <a:effectLst>
            <a:softEdge rad="31750"/>
          </a:effectLst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9C533F6-246F-DD80-4362-C7D55593B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00" t="-1815" r="10267" b="61507"/>
          <a:stretch>
            <a:fillRect/>
          </a:stretch>
        </p:blipFill>
        <p:spPr>
          <a:xfrm>
            <a:off x="6147943" y="1023501"/>
            <a:ext cx="3681184" cy="2129390"/>
          </a:xfrm>
          <a:prstGeom prst="ellipse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FFE0C4A-B6AE-196C-1A7F-F2D409C14907}"/>
              </a:ext>
            </a:extLst>
          </p:cNvPr>
          <p:cNvSpPr txBox="1"/>
          <p:nvPr/>
        </p:nvSpPr>
        <p:spPr>
          <a:xfrm>
            <a:off x="300437" y="576734"/>
            <a:ext cx="1822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공기별 환경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8B86EA-C403-8891-A531-F97121654D6B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규칙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1566634-B2F9-0728-8DCA-00AC418E227F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123372" y="738317"/>
            <a:ext cx="9651905" cy="384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66A49B-F892-2AE3-8770-1C19A99C1AC5}"/>
              </a:ext>
            </a:extLst>
          </p:cNvPr>
          <p:cNvSpPr txBox="1"/>
          <p:nvPr/>
        </p:nvSpPr>
        <p:spPr>
          <a:xfrm>
            <a:off x="300437" y="976844"/>
            <a:ext cx="29530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공기가 바뀌면 같은 호흡 행동도 다른 결과를 만듦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64CC5-1D67-15D3-A2B9-2AF1DC274C94}"/>
              </a:ext>
            </a:extLst>
          </p:cNvPr>
          <p:cNvSpPr txBox="1"/>
          <p:nvPr/>
        </p:nvSpPr>
        <p:spPr>
          <a:xfrm>
            <a:off x="1089415" y="1630446"/>
            <a:ext cx="1308371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먼지</a:t>
            </a:r>
            <a:endParaRPr lang="en-US" altLang="ko-KR" sz="10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시 자극도 누적 증가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기침 위험 증가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3D2B1-1103-34F9-C7AD-78A422CF9817}"/>
              </a:ext>
            </a:extLst>
          </p:cNvPr>
          <p:cNvSpPr txBox="1"/>
          <p:nvPr/>
        </p:nvSpPr>
        <p:spPr>
          <a:xfrm>
            <a:off x="1075309" y="4787987"/>
            <a:ext cx="1308371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연기</a:t>
            </a:r>
            <a:endParaRPr lang="en-US" altLang="ko-KR" sz="8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시 자극도 누적 증가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기침 위험 증가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8CF91-D357-3A29-1759-A6F68DA72F43}"/>
              </a:ext>
            </a:extLst>
          </p:cNvPr>
          <p:cNvSpPr txBox="1"/>
          <p:nvPr/>
        </p:nvSpPr>
        <p:spPr>
          <a:xfrm>
            <a:off x="9829127" y="4735357"/>
            <a:ext cx="1308371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독가스</a:t>
            </a:r>
            <a:endParaRPr lang="en-US" altLang="ko-KR" sz="8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시 오염도 누적 증가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흡입 주의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000A8E-6F45-678C-EC49-62E01F5E420C}"/>
              </a:ext>
            </a:extLst>
          </p:cNvPr>
          <p:cNvSpPr/>
          <p:nvPr/>
        </p:nvSpPr>
        <p:spPr>
          <a:xfrm>
            <a:off x="5262453" y="4583586"/>
            <a:ext cx="167084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9EAA2F-3E6F-1A66-ECFB-E8F06D0B7E90}"/>
              </a:ext>
            </a:extLst>
          </p:cNvPr>
          <p:cNvSpPr/>
          <p:nvPr/>
        </p:nvSpPr>
        <p:spPr>
          <a:xfrm>
            <a:off x="6616509" y="4592322"/>
            <a:ext cx="190977" cy="340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D89F98C-E42B-743F-2A27-A5D97FE2E6CF}"/>
              </a:ext>
            </a:extLst>
          </p:cNvPr>
          <p:cNvSpPr/>
          <p:nvPr/>
        </p:nvSpPr>
        <p:spPr>
          <a:xfrm>
            <a:off x="1470616" y="1730732"/>
            <a:ext cx="762560" cy="149082"/>
          </a:xfrm>
          <a:prstGeom prst="roundRect">
            <a:avLst>
              <a:gd name="adj" fmla="val 50000"/>
            </a:avLst>
          </a:prstGeom>
          <a:solidFill>
            <a:srgbClr val="A07B6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자극도 상승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17CEA6-9DF6-C741-A3D9-8A826F205F6E}"/>
              </a:ext>
            </a:extLst>
          </p:cNvPr>
          <p:cNvSpPr txBox="1"/>
          <p:nvPr/>
        </p:nvSpPr>
        <p:spPr>
          <a:xfrm>
            <a:off x="9790827" y="1630446"/>
            <a:ext cx="1308371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꽃가루</a:t>
            </a:r>
            <a:endParaRPr lang="en-US" altLang="ko-KR" sz="10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시 자극도 누적 증가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기침 위험 증가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BF0E27C-702B-A004-F0BF-AE6FF496EEB3}"/>
              </a:ext>
            </a:extLst>
          </p:cNvPr>
          <p:cNvSpPr/>
          <p:nvPr/>
        </p:nvSpPr>
        <p:spPr>
          <a:xfrm>
            <a:off x="10291554" y="1730732"/>
            <a:ext cx="762560" cy="149082"/>
          </a:xfrm>
          <a:prstGeom prst="roundRect">
            <a:avLst>
              <a:gd name="adj" fmla="val 50000"/>
            </a:avLst>
          </a:prstGeom>
          <a:solidFill>
            <a:srgbClr val="A07B6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자극도 상승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B064052-57FF-6BE3-49FB-D15AB6CFDB5C}"/>
              </a:ext>
            </a:extLst>
          </p:cNvPr>
          <p:cNvSpPr/>
          <p:nvPr/>
        </p:nvSpPr>
        <p:spPr>
          <a:xfrm>
            <a:off x="10336638" y="4834582"/>
            <a:ext cx="762560" cy="149082"/>
          </a:xfrm>
          <a:prstGeom prst="roundRect">
            <a:avLst>
              <a:gd name="adj" fmla="val 50000"/>
            </a:avLst>
          </a:prstGeom>
          <a:solidFill>
            <a:srgbClr val="AF7273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오염도 상승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36F3A36-0B09-77ED-F8A2-732A55081857}"/>
              </a:ext>
            </a:extLst>
          </p:cNvPr>
          <p:cNvSpPr/>
          <p:nvPr/>
        </p:nvSpPr>
        <p:spPr>
          <a:xfrm>
            <a:off x="1460305" y="4887212"/>
            <a:ext cx="762560" cy="149082"/>
          </a:xfrm>
          <a:prstGeom prst="roundRect">
            <a:avLst>
              <a:gd name="adj" fmla="val 50000"/>
            </a:avLst>
          </a:prstGeom>
          <a:solidFill>
            <a:srgbClr val="A07B6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자극도 상승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B7A9D5B9-D839-8A7B-9F8F-D17566D148DD}"/>
              </a:ext>
            </a:extLst>
          </p:cNvPr>
          <p:cNvCxnSpPr>
            <a:cxnSpLocks/>
          </p:cNvCxnSpPr>
          <p:nvPr/>
        </p:nvCxnSpPr>
        <p:spPr>
          <a:xfrm flipH="1">
            <a:off x="2434475" y="4831791"/>
            <a:ext cx="122639" cy="129962"/>
          </a:xfrm>
          <a:prstGeom prst="line">
            <a:avLst/>
          </a:prstGeom>
          <a:ln w="12700" cap="rnd">
            <a:solidFill>
              <a:srgbClr val="A07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F61FF51A-FDB9-D3B4-5CF2-0ADB7C65148A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2222865" y="4961753"/>
            <a:ext cx="227996" cy="0"/>
          </a:xfrm>
          <a:prstGeom prst="line">
            <a:avLst/>
          </a:prstGeom>
          <a:ln w="12700" cap="rnd">
            <a:solidFill>
              <a:srgbClr val="A07B60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D2AFEAD3-BF53-DC61-76DF-576755C1079D}"/>
              </a:ext>
            </a:extLst>
          </p:cNvPr>
          <p:cNvCxnSpPr>
            <a:cxnSpLocks/>
          </p:cNvCxnSpPr>
          <p:nvPr/>
        </p:nvCxnSpPr>
        <p:spPr>
          <a:xfrm>
            <a:off x="1732555" y="5491680"/>
            <a:ext cx="0" cy="174943"/>
          </a:xfrm>
          <a:prstGeom prst="straightConnector1">
            <a:avLst/>
          </a:prstGeom>
          <a:ln w="12700">
            <a:solidFill>
              <a:srgbClr val="AF727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152AECD-EF7D-98AF-A87D-9D11AF9080F0}"/>
              </a:ext>
            </a:extLst>
          </p:cNvPr>
          <p:cNvSpPr txBox="1"/>
          <p:nvPr/>
        </p:nvSpPr>
        <p:spPr>
          <a:xfrm>
            <a:off x="1083391" y="5663267"/>
            <a:ext cx="2092239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유해 연기</a:t>
            </a:r>
            <a:endParaRPr lang="en-US" altLang="ko-KR" sz="8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불 인형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단계 진입 시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‘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 환경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’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으로 전환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D621EA26-A9CB-6C8B-32D2-382D1A339918}"/>
              </a:ext>
            </a:extLst>
          </p:cNvPr>
          <p:cNvSpPr/>
          <p:nvPr/>
        </p:nvSpPr>
        <p:spPr>
          <a:xfrm>
            <a:off x="1743270" y="5762492"/>
            <a:ext cx="762560" cy="149082"/>
          </a:xfrm>
          <a:prstGeom prst="roundRect">
            <a:avLst>
              <a:gd name="adj" fmla="val 50000"/>
            </a:avLst>
          </a:prstGeom>
          <a:solidFill>
            <a:srgbClr val="AF7273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오염도 상승</a:t>
            </a: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4906EA70-3C81-4269-ED35-D1C813A61B45}"/>
              </a:ext>
            </a:extLst>
          </p:cNvPr>
          <p:cNvCxnSpPr>
            <a:cxnSpLocks/>
          </p:cNvCxnSpPr>
          <p:nvPr/>
        </p:nvCxnSpPr>
        <p:spPr>
          <a:xfrm flipH="1" flipV="1">
            <a:off x="2816512" y="1805273"/>
            <a:ext cx="162857" cy="167699"/>
          </a:xfrm>
          <a:prstGeom prst="line">
            <a:avLst/>
          </a:prstGeom>
          <a:ln w="12700" cap="rnd">
            <a:solidFill>
              <a:srgbClr val="A07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B101C80-3A1B-E370-85E5-143A459E7D30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2233176" y="1805273"/>
            <a:ext cx="583336" cy="0"/>
          </a:xfrm>
          <a:prstGeom prst="line">
            <a:avLst/>
          </a:prstGeom>
          <a:ln w="12700" cap="rnd">
            <a:solidFill>
              <a:srgbClr val="A07B60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02838520-DD1B-9349-4C8E-28CDF7790069}"/>
              </a:ext>
            </a:extLst>
          </p:cNvPr>
          <p:cNvCxnSpPr>
            <a:cxnSpLocks/>
          </p:cNvCxnSpPr>
          <p:nvPr/>
        </p:nvCxnSpPr>
        <p:spPr>
          <a:xfrm flipV="1">
            <a:off x="9057768" y="1819047"/>
            <a:ext cx="158143" cy="163782"/>
          </a:xfrm>
          <a:prstGeom prst="line">
            <a:avLst/>
          </a:prstGeom>
          <a:ln w="12700" cap="rnd">
            <a:solidFill>
              <a:srgbClr val="A07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F0213AFE-C515-696A-A8D0-254B82D0B2D8}"/>
              </a:ext>
            </a:extLst>
          </p:cNvPr>
          <p:cNvCxnSpPr>
            <a:cxnSpLocks/>
          </p:cNvCxnSpPr>
          <p:nvPr/>
        </p:nvCxnSpPr>
        <p:spPr>
          <a:xfrm flipH="1">
            <a:off x="9218441" y="1819047"/>
            <a:ext cx="589421" cy="0"/>
          </a:xfrm>
          <a:prstGeom prst="line">
            <a:avLst/>
          </a:prstGeom>
          <a:ln w="12700" cap="rnd">
            <a:solidFill>
              <a:srgbClr val="A07B60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4505790C-E7A6-3A80-D22C-D178900BCF88}"/>
              </a:ext>
            </a:extLst>
          </p:cNvPr>
          <p:cNvCxnSpPr>
            <a:cxnSpLocks/>
          </p:cNvCxnSpPr>
          <p:nvPr/>
        </p:nvCxnSpPr>
        <p:spPr>
          <a:xfrm>
            <a:off x="9576529" y="4790883"/>
            <a:ext cx="127748" cy="127684"/>
          </a:xfrm>
          <a:prstGeom prst="line">
            <a:avLst/>
          </a:prstGeom>
          <a:ln w="12700" cap="rnd">
            <a:solidFill>
              <a:srgbClr val="AF7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B8C31184-2528-15E0-0424-DF3C220BE5B1}"/>
              </a:ext>
            </a:extLst>
          </p:cNvPr>
          <p:cNvCxnSpPr>
            <a:cxnSpLocks/>
          </p:cNvCxnSpPr>
          <p:nvPr/>
        </p:nvCxnSpPr>
        <p:spPr>
          <a:xfrm flipH="1">
            <a:off x="9705468" y="4918927"/>
            <a:ext cx="123659" cy="0"/>
          </a:xfrm>
          <a:prstGeom prst="line">
            <a:avLst/>
          </a:prstGeom>
          <a:ln w="12700" cap="rnd">
            <a:solidFill>
              <a:srgbClr val="AF7273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2C92E937-771E-9E66-FB66-E7CD19488B44}"/>
              </a:ext>
            </a:extLst>
          </p:cNvPr>
          <p:cNvCxnSpPr>
            <a:cxnSpLocks/>
          </p:cNvCxnSpPr>
          <p:nvPr/>
        </p:nvCxnSpPr>
        <p:spPr>
          <a:xfrm>
            <a:off x="7592155" y="5911833"/>
            <a:ext cx="104333" cy="0"/>
          </a:xfrm>
          <a:prstGeom prst="line">
            <a:avLst/>
          </a:prstGeom>
          <a:ln w="12700" cap="rnd">
            <a:solidFill>
              <a:srgbClr val="637A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A484B49E-7E0C-7D33-2439-9D76208685D1}"/>
              </a:ext>
            </a:extLst>
          </p:cNvPr>
          <p:cNvCxnSpPr>
            <a:cxnSpLocks/>
          </p:cNvCxnSpPr>
          <p:nvPr/>
        </p:nvCxnSpPr>
        <p:spPr>
          <a:xfrm flipH="1">
            <a:off x="7699514" y="5581806"/>
            <a:ext cx="314473" cy="330027"/>
          </a:xfrm>
          <a:prstGeom prst="line">
            <a:avLst/>
          </a:prstGeom>
          <a:ln w="12700" cap="rnd">
            <a:solidFill>
              <a:srgbClr val="637A96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8BFE3919-8062-9BE4-4794-37404A564527}"/>
              </a:ext>
            </a:extLst>
          </p:cNvPr>
          <p:cNvSpPr txBox="1"/>
          <p:nvPr/>
        </p:nvSpPr>
        <p:spPr>
          <a:xfrm>
            <a:off x="8013987" y="5389606"/>
            <a:ext cx="1293944" cy="860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수중</a:t>
            </a:r>
            <a:endParaRPr lang="en-US" altLang="ko-KR" sz="8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정상 들숨 불가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보유 호흡량 내 행동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날숨은 지상과 동일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4CA3549B-B494-A4C6-02F1-795976E18E14}"/>
              </a:ext>
            </a:extLst>
          </p:cNvPr>
          <p:cNvSpPr/>
          <p:nvPr/>
        </p:nvSpPr>
        <p:spPr>
          <a:xfrm>
            <a:off x="8394140" y="5489341"/>
            <a:ext cx="902527" cy="149082"/>
          </a:xfrm>
          <a:prstGeom prst="roundRect">
            <a:avLst>
              <a:gd name="adj" fmla="val 50000"/>
            </a:avLst>
          </a:prstGeom>
          <a:solidFill>
            <a:srgbClr val="637A96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확보 불가</a:t>
            </a:r>
          </a:p>
        </p:txBody>
      </p:sp>
      <p:pic>
        <p:nvPicPr>
          <p:cNvPr id="134" name="그림 133">
            <a:extLst>
              <a:ext uri="{FF2B5EF4-FFF2-40B4-BE49-F238E27FC236}">
                <a16:creationId xmlns:a16="http://schemas.microsoft.com/office/drawing/2014/main" id="{DF3DEF39-4572-00F3-C7CD-0DD164448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42" t="19722" r="36973" b="42196"/>
          <a:stretch>
            <a:fillRect/>
          </a:stretch>
        </p:blipFill>
        <p:spPr>
          <a:xfrm>
            <a:off x="4673942" y="2126155"/>
            <a:ext cx="2659944" cy="2128474"/>
          </a:xfrm>
          <a:prstGeom prst="ellipse">
            <a:avLst/>
          </a:prstGeom>
          <a:ln>
            <a:noFill/>
          </a:ln>
          <a:effectLst>
            <a:softEdge rad="63500"/>
          </a:effectLst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D21FA53C-FB07-DF72-9B27-9A23DA5E19BB}"/>
              </a:ext>
            </a:extLst>
          </p:cNvPr>
          <p:cNvSpPr txBox="1"/>
          <p:nvPr/>
        </p:nvSpPr>
        <p:spPr>
          <a:xfrm>
            <a:off x="5340936" y="4177617"/>
            <a:ext cx="1128835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정상 공기</a:t>
            </a:r>
            <a:endParaRPr lang="en-US" altLang="ko-KR" sz="8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제약 없음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자극도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오염도 회복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38" name="그림 137">
            <a:extLst>
              <a:ext uri="{FF2B5EF4-FFF2-40B4-BE49-F238E27FC236}">
                <a16:creationId xmlns:a16="http://schemas.microsoft.com/office/drawing/2014/main" id="{D98691ED-92F4-F650-7AEB-FB9D8F1BD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18" t="25459" r="46013" b="44340"/>
          <a:stretch>
            <a:fillRect/>
          </a:stretch>
        </p:blipFill>
        <p:spPr>
          <a:xfrm>
            <a:off x="5410238" y="2462781"/>
            <a:ext cx="1010088" cy="167254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7194832-D6E3-0B10-DE91-4709B09F2612}"/>
              </a:ext>
            </a:extLst>
          </p:cNvPr>
          <p:cNvSpPr/>
          <p:nvPr/>
        </p:nvSpPr>
        <p:spPr>
          <a:xfrm>
            <a:off x="6007015" y="4283400"/>
            <a:ext cx="646156" cy="149082"/>
          </a:xfrm>
          <a:prstGeom prst="roundRect">
            <a:avLst>
              <a:gd name="adj" fmla="val 50000"/>
            </a:avLst>
          </a:prstGeom>
          <a:solidFill>
            <a:srgbClr val="758171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회복 구간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111AAE1-804F-0868-697A-2F3E2E18D401}"/>
              </a:ext>
            </a:extLst>
          </p:cNvPr>
          <p:cNvSpPr txBox="1"/>
          <p:nvPr/>
        </p:nvSpPr>
        <p:spPr>
          <a:xfrm>
            <a:off x="11812654" y="6499017"/>
            <a:ext cx="2455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335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8CCA-88C1-10BE-3D75-EB8DCE54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사각형: 둥근 모서리 337">
            <a:extLst>
              <a:ext uri="{FF2B5EF4-FFF2-40B4-BE49-F238E27FC236}">
                <a16:creationId xmlns:a16="http://schemas.microsoft.com/office/drawing/2014/main" id="{D92E13AC-A3F6-4EA3-AB5A-1384336D340C}"/>
              </a:ext>
            </a:extLst>
          </p:cNvPr>
          <p:cNvSpPr/>
          <p:nvPr/>
        </p:nvSpPr>
        <p:spPr>
          <a:xfrm>
            <a:off x="510710" y="5718882"/>
            <a:ext cx="5475473" cy="651159"/>
          </a:xfrm>
          <a:prstGeom prst="roundRect">
            <a:avLst>
              <a:gd name="adj" fmla="val 9865"/>
            </a:avLst>
          </a:prstGeom>
          <a:solidFill>
            <a:srgbClr val="84719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40" name="사각형: 둥근 모서리 339">
            <a:extLst>
              <a:ext uri="{FF2B5EF4-FFF2-40B4-BE49-F238E27FC236}">
                <a16:creationId xmlns:a16="http://schemas.microsoft.com/office/drawing/2014/main" id="{9ED022D5-2D15-E3D4-2251-6C2DADA4C172}"/>
              </a:ext>
            </a:extLst>
          </p:cNvPr>
          <p:cNvSpPr/>
          <p:nvPr/>
        </p:nvSpPr>
        <p:spPr>
          <a:xfrm>
            <a:off x="672498" y="5837900"/>
            <a:ext cx="965000" cy="190028"/>
          </a:xfrm>
          <a:prstGeom prst="roundRect">
            <a:avLst>
              <a:gd name="adj" fmla="val 50000"/>
            </a:avLst>
          </a:prstGeom>
          <a:solidFill>
            <a:srgbClr val="84719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기침 </a:t>
            </a:r>
            <a:r>
              <a:rPr lang="en-US" altLang="ko-KR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회</a:t>
            </a:r>
            <a:r>
              <a:rPr lang="en-US" altLang="ko-KR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/s</a:t>
            </a:r>
            <a:endParaRPr lang="ko-KR" altLang="en-US" sz="1000" dirty="0">
              <a:solidFill>
                <a:srgbClr val="8471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42" name="사각형: 둥근 모서리 341">
            <a:extLst>
              <a:ext uri="{FF2B5EF4-FFF2-40B4-BE49-F238E27FC236}">
                <a16:creationId xmlns:a16="http://schemas.microsoft.com/office/drawing/2014/main" id="{149EACD3-200B-B719-4CB9-1ED4AD6C7CC5}"/>
              </a:ext>
            </a:extLst>
          </p:cNvPr>
          <p:cNvSpPr/>
          <p:nvPr/>
        </p:nvSpPr>
        <p:spPr>
          <a:xfrm>
            <a:off x="4618357" y="5837900"/>
            <a:ext cx="1210740" cy="190028"/>
          </a:xfrm>
          <a:prstGeom prst="roundRect">
            <a:avLst>
              <a:gd name="adj" fmla="val 50000"/>
            </a:avLst>
          </a:prstGeom>
          <a:solidFill>
            <a:srgbClr val="84719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조작 불가</a:t>
            </a:r>
          </a:p>
        </p:txBody>
      </p: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52AB6F28-17BB-FBCE-E729-D57553227E5F}"/>
              </a:ext>
            </a:extLst>
          </p:cNvPr>
          <p:cNvSpPr/>
          <p:nvPr/>
        </p:nvSpPr>
        <p:spPr>
          <a:xfrm>
            <a:off x="3218568" y="5837900"/>
            <a:ext cx="1230002" cy="190028"/>
          </a:xfrm>
          <a:prstGeom prst="roundRect">
            <a:avLst>
              <a:gd name="adj" fmla="val 50000"/>
            </a:avLst>
          </a:prstGeom>
          <a:solidFill>
            <a:srgbClr val="84719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이동</a:t>
            </a:r>
            <a:r>
              <a:rPr lang="en-US" altLang="ko-KR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속도 </a:t>
            </a:r>
            <a:r>
              <a:rPr lang="en-US" altLang="ko-KR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50%</a:t>
            </a:r>
            <a:endParaRPr lang="ko-KR" altLang="en-US" sz="1000" dirty="0">
              <a:solidFill>
                <a:srgbClr val="8471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46" name="사각형: 둥근 모서리 345">
            <a:extLst>
              <a:ext uri="{FF2B5EF4-FFF2-40B4-BE49-F238E27FC236}">
                <a16:creationId xmlns:a16="http://schemas.microsoft.com/office/drawing/2014/main" id="{1FE9CD84-D25D-6ABD-967D-93CCF62BF2C0}"/>
              </a:ext>
            </a:extLst>
          </p:cNvPr>
          <p:cNvSpPr/>
          <p:nvPr/>
        </p:nvSpPr>
        <p:spPr>
          <a:xfrm>
            <a:off x="1803902" y="5837900"/>
            <a:ext cx="1248262" cy="190028"/>
          </a:xfrm>
          <a:prstGeom prst="roundRect">
            <a:avLst>
              <a:gd name="adj" fmla="val 50000"/>
            </a:avLst>
          </a:prstGeom>
          <a:solidFill>
            <a:srgbClr val="84719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 반경 </a:t>
            </a:r>
            <a:r>
              <a:rPr lang="en-US" altLang="ko-KR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10m</a:t>
            </a:r>
            <a:endParaRPr lang="ko-KR" altLang="en-US" sz="1000" dirty="0">
              <a:solidFill>
                <a:srgbClr val="8471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673FE16-0CBC-7621-C019-4590C4949966}"/>
              </a:ext>
            </a:extLst>
          </p:cNvPr>
          <p:cNvSpPr txBox="1"/>
          <p:nvPr/>
        </p:nvSpPr>
        <p:spPr>
          <a:xfrm>
            <a:off x="594849" y="6062543"/>
            <a:ext cx="2497800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안전 공기에서 자극도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오염도 각각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-20/s.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3C756BF2-65D4-F690-1798-2BB53DC5E19A}"/>
              </a:ext>
            </a:extLst>
          </p:cNvPr>
          <p:cNvSpPr/>
          <p:nvPr/>
        </p:nvSpPr>
        <p:spPr>
          <a:xfrm>
            <a:off x="7143556" y="4423514"/>
            <a:ext cx="3600000" cy="180000"/>
          </a:xfrm>
          <a:prstGeom prst="roundRect">
            <a:avLst>
              <a:gd name="adj" fmla="val 50000"/>
            </a:avLst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F59F3C57-2469-0082-8B74-E415CA8F5AAF}"/>
              </a:ext>
            </a:extLst>
          </p:cNvPr>
          <p:cNvSpPr/>
          <p:nvPr/>
        </p:nvSpPr>
        <p:spPr>
          <a:xfrm>
            <a:off x="510711" y="1754248"/>
            <a:ext cx="2627694" cy="1158595"/>
          </a:xfrm>
          <a:prstGeom prst="roundRect">
            <a:avLst>
              <a:gd name="adj" fmla="val 9445"/>
            </a:avLst>
          </a:prstGeom>
          <a:solidFill>
            <a:srgbClr val="75817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612D249-3762-CB78-2BAE-FE73F3D69FFE}"/>
              </a:ext>
            </a:extLst>
          </p:cNvPr>
          <p:cNvSpPr txBox="1"/>
          <p:nvPr/>
        </p:nvSpPr>
        <p:spPr>
          <a:xfrm>
            <a:off x="415525" y="1395227"/>
            <a:ext cx="1590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환경별 적용 규칙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6D08085-0CEB-E363-EA23-2ECD1040F30D}"/>
              </a:ext>
            </a:extLst>
          </p:cNvPr>
          <p:cNvSpPr/>
          <p:nvPr/>
        </p:nvSpPr>
        <p:spPr>
          <a:xfrm>
            <a:off x="3358490" y="1754248"/>
            <a:ext cx="2627694" cy="1158595"/>
          </a:xfrm>
          <a:prstGeom prst="roundRect">
            <a:avLst>
              <a:gd name="adj" fmla="val 9445"/>
            </a:avLst>
          </a:prstGeom>
          <a:solidFill>
            <a:srgbClr val="A07B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D22B29C-CAB0-11A9-35D4-1B136FE0B38F}"/>
              </a:ext>
            </a:extLst>
          </p:cNvPr>
          <p:cNvSpPr/>
          <p:nvPr/>
        </p:nvSpPr>
        <p:spPr>
          <a:xfrm>
            <a:off x="6204506" y="1754248"/>
            <a:ext cx="2627694" cy="1158595"/>
          </a:xfrm>
          <a:prstGeom prst="roundRect">
            <a:avLst>
              <a:gd name="adj" fmla="val 9445"/>
            </a:avLst>
          </a:prstGeom>
          <a:solidFill>
            <a:srgbClr val="AF727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9450F67-7CFE-3713-4110-5DD83877490F}"/>
              </a:ext>
            </a:extLst>
          </p:cNvPr>
          <p:cNvSpPr/>
          <p:nvPr/>
        </p:nvSpPr>
        <p:spPr>
          <a:xfrm>
            <a:off x="9053595" y="1754248"/>
            <a:ext cx="2627694" cy="1158595"/>
          </a:xfrm>
          <a:prstGeom prst="roundRect">
            <a:avLst>
              <a:gd name="adj" fmla="val 9445"/>
            </a:avLst>
          </a:prstGeom>
          <a:solidFill>
            <a:srgbClr val="637A9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CADCE8-F732-0742-88DA-753397BE2DB3}"/>
              </a:ext>
            </a:extLst>
          </p:cNvPr>
          <p:cNvSpPr txBox="1"/>
          <p:nvPr/>
        </p:nvSpPr>
        <p:spPr>
          <a:xfrm>
            <a:off x="300437" y="576734"/>
            <a:ext cx="2964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공기 환경과 이상 상태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A5A573-C3FE-8D08-461B-1F9A7C48CC09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규칙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4729D8D-7E7D-62D3-E388-734BCB36AAD4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3264710" y="738317"/>
            <a:ext cx="8510567" cy="384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6194C0D-581B-0D5D-E849-0321B071B9EF}"/>
              </a:ext>
            </a:extLst>
          </p:cNvPr>
          <p:cNvSpPr txBox="1"/>
          <p:nvPr/>
        </p:nvSpPr>
        <p:spPr>
          <a:xfrm>
            <a:off x="300437" y="976844"/>
            <a:ext cx="5017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위험 공기를 흡입하면 자극도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오염도가 누적되며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 err="1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임계값치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도달 시 이상 상태가 발생함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94B38-7671-A8D5-00ED-420194204A44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72FAA1-7BC5-B5AF-0B3C-B30174CE7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2" t="27572" r="78173" b="27570"/>
          <a:stretch>
            <a:fillRect/>
          </a:stretch>
        </p:blipFill>
        <p:spPr>
          <a:xfrm>
            <a:off x="636372" y="1891046"/>
            <a:ext cx="177801" cy="1612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B6355C-2804-D89D-B895-6F783EDA9E79}"/>
              </a:ext>
            </a:extLst>
          </p:cNvPr>
          <p:cNvSpPr txBox="1"/>
          <p:nvPr/>
        </p:nvSpPr>
        <p:spPr>
          <a:xfrm>
            <a:off x="844803" y="1812004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안전 공기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6C5B9-927C-A394-71E9-8E3708922764}"/>
              </a:ext>
            </a:extLst>
          </p:cNvPr>
          <p:cNvSpPr txBox="1"/>
          <p:nvPr/>
        </p:nvSpPr>
        <p:spPr>
          <a:xfrm>
            <a:off x="570784" y="2135169"/>
            <a:ext cx="1709122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자극도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오염도 게이지 회복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이상 상태 해제 가능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9746589-F60E-1168-F938-718E65828270}"/>
              </a:ext>
            </a:extLst>
          </p:cNvPr>
          <p:cNvSpPr/>
          <p:nvPr/>
        </p:nvSpPr>
        <p:spPr>
          <a:xfrm>
            <a:off x="605744" y="1852928"/>
            <a:ext cx="239059" cy="239059"/>
          </a:xfrm>
          <a:prstGeom prst="ellipse">
            <a:avLst/>
          </a:prstGeom>
          <a:solidFill>
            <a:srgbClr val="75817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9CEC84-51F8-6B85-CAAF-88407388BD1A}"/>
              </a:ext>
            </a:extLst>
          </p:cNvPr>
          <p:cNvSpPr txBox="1"/>
          <p:nvPr/>
        </p:nvSpPr>
        <p:spPr>
          <a:xfrm>
            <a:off x="3692582" y="1812004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자극 공기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CBD4A2-E377-5B91-0EB9-8B659A391BE8}"/>
              </a:ext>
            </a:extLst>
          </p:cNvPr>
          <p:cNvSpPr txBox="1"/>
          <p:nvPr/>
        </p:nvSpPr>
        <p:spPr>
          <a:xfrm>
            <a:off x="3418563" y="2135169"/>
            <a:ext cx="1463862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먼지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꽃가루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연기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자극도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+20/s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 시 이상 상태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FA26F14-B552-B522-9EDF-564113D479C7}"/>
              </a:ext>
            </a:extLst>
          </p:cNvPr>
          <p:cNvSpPr/>
          <p:nvPr/>
        </p:nvSpPr>
        <p:spPr>
          <a:xfrm>
            <a:off x="3453523" y="1852928"/>
            <a:ext cx="239059" cy="239059"/>
          </a:xfrm>
          <a:prstGeom prst="ellipse">
            <a:avLst/>
          </a:prstGeom>
          <a:solidFill>
            <a:srgbClr val="A07B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2E24EE-F9E4-8301-74F6-8BDDE1611202}"/>
              </a:ext>
            </a:extLst>
          </p:cNvPr>
          <p:cNvSpPr txBox="1"/>
          <p:nvPr/>
        </p:nvSpPr>
        <p:spPr>
          <a:xfrm>
            <a:off x="6538598" y="1812004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오염 공기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A83186-0725-AC3E-889D-FF4FEE83ECE5}"/>
              </a:ext>
            </a:extLst>
          </p:cNvPr>
          <p:cNvSpPr txBox="1"/>
          <p:nvPr/>
        </p:nvSpPr>
        <p:spPr>
          <a:xfrm>
            <a:off x="6264579" y="2135169"/>
            <a:ext cx="2520242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독가스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유해 연기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오염도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+25/s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50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이상 시 이상 상태 ｜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 시 사망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F00CB80-9D65-8956-802B-5322C9CE933D}"/>
              </a:ext>
            </a:extLst>
          </p:cNvPr>
          <p:cNvSpPr/>
          <p:nvPr/>
        </p:nvSpPr>
        <p:spPr>
          <a:xfrm>
            <a:off x="6299539" y="1852928"/>
            <a:ext cx="239059" cy="239059"/>
          </a:xfrm>
          <a:prstGeom prst="ellipse">
            <a:avLst/>
          </a:prstGeom>
          <a:solidFill>
            <a:srgbClr val="AF727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83473B-94A3-EA73-CDC1-4C6EBE25E77C}"/>
              </a:ext>
            </a:extLst>
          </p:cNvPr>
          <p:cNvSpPr txBox="1"/>
          <p:nvPr/>
        </p:nvSpPr>
        <p:spPr>
          <a:xfrm>
            <a:off x="9387687" y="1812004"/>
            <a:ext cx="5533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수중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583BD5-20B7-F542-9C99-D1189A9006BE}"/>
              </a:ext>
            </a:extLst>
          </p:cNvPr>
          <p:cNvSpPr txBox="1"/>
          <p:nvPr/>
        </p:nvSpPr>
        <p:spPr>
          <a:xfrm>
            <a:off x="9113668" y="2135169"/>
            <a:ext cx="1744388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입력 시 호흡량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-100/s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→ 익사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기존 자극도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오염도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ADDA2AD1-77EB-77A1-D0D0-FF844AB51CEC}"/>
              </a:ext>
            </a:extLst>
          </p:cNvPr>
          <p:cNvSpPr/>
          <p:nvPr/>
        </p:nvSpPr>
        <p:spPr>
          <a:xfrm>
            <a:off x="9148628" y="1852928"/>
            <a:ext cx="239059" cy="239059"/>
          </a:xfrm>
          <a:prstGeom prst="ellipse">
            <a:avLst/>
          </a:prstGeom>
          <a:solidFill>
            <a:srgbClr val="637A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56DD7DD6-5E62-87FA-998F-34FF8F210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88" t="27572" r="54327" b="27570"/>
          <a:stretch>
            <a:fillRect/>
          </a:stretch>
        </p:blipFill>
        <p:spPr>
          <a:xfrm>
            <a:off x="3484151" y="1891046"/>
            <a:ext cx="177801" cy="16127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07EB3ED3-7E49-B61E-FE03-C7C5B2E78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96" t="27572" r="28275" b="27570"/>
          <a:stretch>
            <a:fillRect/>
          </a:stretch>
        </p:blipFill>
        <p:spPr>
          <a:xfrm>
            <a:off x="6314292" y="1896135"/>
            <a:ext cx="209551" cy="161272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6014E8F-0FE2-CC42-6B68-AF77DC333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75" t="27572" r="3496" b="27570"/>
          <a:stretch>
            <a:fillRect/>
          </a:stretch>
        </p:blipFill>
        <p:spPr>
          <a:xfrm>
            <a:off x="9163382" y="1891046"/>
            <a:ext cx="209551" cy="161272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A3E5A626-B367-F613-A8E8-6335B0BD2710}"/>
              </a:ext>
            </a:extLst>
          </p:cNvPr>
          <p:cNvSpPr txBox="1"/>
          <p:nvPr/>
        </p:nvSpPr>
        <p:spPr>
          <a:xfrm>
            <a:off x="415525" y="5353048"/>
            <a:ext cx="1832553" cy="3231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이상 상태 공통 효과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AE58A8B-D594-B5F8-5B0F-531444AE475C}"/>
              </a:ext>
            </a:extLst>
          </p:cNvPr>
          <p:cNvSpPr txBox="1"/>
          <p:nvPr/>
        </p:nvSpPr>
        <p:spPr>
          <a:xfrm>
            <a:off x="6110634" y="5353047"/>
            <a:ext cx="2501006" cy="3231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공기 환경 중첩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｜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회복 규칙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331B452-EF04-27BA-3941-8A5155D47C73}"/>
              </a:ext>
            </a:extLst>
          </p:cNvPr>
          <p:cNvSpPr/>
          <p:nvPr/>
        </p:nvSpPr>
        <p:spPr>
          <a:xfrm>
            <a:off x="510710" y="3213405"/>
            <a:ext cx="11170580" cy="478118"/>
          </a:xfrm>
          <a:prstGeom prst="roundRect">
            <a:avLst>
              <a:gd name="adj" fmla="val 9865"/>
            </a:avLst>
          </a:prstGeom>
          <a:noFill/>
          <a:ln>
            <a:solidFill>
              <a:srgbClr val="A07B6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4A1B02-093D-3575-E2B5-B9E27EB23F3A}"/>
              </a:ext>
            </a:extLst>
          </p:cNvPr>
          <p:cNvSpPr txBox="1"/>
          <p:nvPr/>
        </p:nvSpPr>
        <p:spPr>
          <a:xfrm>
            <a:off x="743412" y="3290881"/>
            <a:ext cx="4849404" cy="3231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</a:t>
            </a:r>
            <a:r>
              <a:rPr lang="ko-KR" altLang="en-US" sz="15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누적량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=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환경 기본 </a:t>
            </a:r>
            <a:r>
              <a:rPr lang="ko-KR" altLang="en-US" sz="15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누적량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행동 배율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3FDE1024-5DD8-9684-750F-6A41584A7B0B}"/>
              </a:ext>
            </a:extLst>
          </p:cNvPr>
          <p:cNvSpPr/>
          <p:nvPr/>
        </p:nvSpPr>
        <p:spPr>
          <a:xfrm>
            <a:off x="7786669" y="3297428"/>
            <a:ext cx="807383" cy="310069"/>
          </a:xfrm>
          <a:prstGeom prst="roundRect">
            <a:avLst/>
          </a:prstGeom>
          <a:solidFill>
            <a:srgbClr val="75817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1.0</a:t>
            </a:r>
            <a:endParaRPr lang="ko-KR" altLang="en-US" sz="1000" dirty="0">
              <a:solidFill>
                <a:srgbClr val="031223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BFFA294-13D9-64E6-29F8-EE6B738C7487}"/>
              </a:ext>
            </a:extLst>
          </p:cNvPr>
          <p:cNvSpPr/>
          <p:nvPr/>
        </p:nvSpPr>
        <p:spPr>
          <a:xfrm>
            <a:off x="6375168" y="3297429"/>
            <a:ext cx="1105083" cy="310069"/>
          </a:xfrm>
          <a:prstGeom prst="roundRect">
            <a:avLst/>
          </a:prstGeom>
          <a:solidFill>
            <a:srgbClr val="637A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0.5</a:t>
            </a:r>
            <a:endParaRPr lang="ko-KR" altLang="en-US" sz="1000" dirty="0">
              <a:solidFill>
                <a:srgbClr val="031223"/>
              </a:solidFill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0A26166-AD09-9ACF-D0C8-BF7ECE3379B4}"/>
              </a:ext>
            </a:extLst>
          </p:cNvPr>
          <p:cNvSpPr/>
          <p:nvPr/>
        </p:nvSpPr>
        <p:spPr>
          <a:xfrm>
            <a:off x="8900470" y="3297427"/>
            <a:ext cx="1021289" cy="310069"/>
          </a:xfrm>
          <a:prstGeom prst="roundRect">
            <a:avLst/>
          </a:prstGeom>
          <a:solidFill>
            <a:srgbClr val="84719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0</a:t>
            </a:r>
            <a:endParaRPr lang="ko-KR" altLang="en-US" sz="1000" dirty="0">
              <a:solidFill>
                <a:srgbClr val="031223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52F03F0C-57A3-7BA9-7BAC-939397088FB3}"/>
              </a:ext>
            </a:extLst>
          </p:cNvPr>
          <p:cNvSpPr/>
          <p:nvPr/>
        </p:nvSpPr>
        <p:spPr>
          <a:xfrm>
            <a:off x="10228177" y="3297427"/>
            <a:ext cx="1113697" cy="310069"/>
          </a:xfrm>
          <a:prstGeom prst="roundRect">
            <a:avLst/>
          </a:prstGeom>
          <a:solidFill>
            <a:srgbClr val="A07B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강제 호흡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1.5</a:t>
            </a:r>
            <a:endParaRPr lang="ko-KR" altLang="en-US" sz="1000" dirty="0">
              <a:solidFill>
                <a:srgbClr val="031223"/>
              </a:solidFill>
            </a:endParaRPr>
          </a:p>
        </p:txBody>
      </p: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DDD7DA87-0AC8-9943-6BDB-FF2A21121E65}"/>
              </a:ext>
            </a:extLst>
          </p:cNvPr>
          <p:cNvCxnSpPr/>
          <p:nvPr/>
        </p:nvCxnSpPr>
        <p:spPr>
          <a:xfrm>
            <a:off x="7149973" y="4391418"/>
            <a:ext cx="0" cy="240430"/>
          </a:xfrm>
          <a:prstGeom prst="line">
            <a:avLst/>
          </a:prstGeom>
          <a:ln w="12700" cap="rnd">
            <a:solidFill>
              <a:srgbClr val="0312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D929C881-1E6D-8822-424D-75B66010129E}"/>
              </a:ext>
            </a:extLst>
          </p:cNvPr>
          <p:cNvSpPr/>
          <p:nvPr/>
        </p:nvSpPr>
        <p:spPr>
          <a:xfrm>
            <a:off x="8943554" y="4423514"/>
            <a:ext cx="1800000" cy="180000"/>
          </a:xfrm>
          <a:prstGeom prst="roundRect">
            <a:avLst>
              <a:gd name="adj" fmla="val 50000"/>
            </a:avLst>
          </a:prstGeom>
          <a:solidFill>
            <a:srgbClr val="75817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1DBD36F1-978D-EDF8-F87F-E599A3BC6E07}"/>
              </a:ext>
            </a:extLst>
          </p:cNvPr>
          <p:cNvCxnSpPr/>
          <p:nvPr/>
        </p:nvCxnSpPr>
        <p:spPr>
          <a:xfrm>
            <a:off x="10743554" y="4391418"/>
            <a:ext cx="0" cy="240430"/>
          </a:xfrm>
          <a:prstGeom prst="line">
            <a:avLst/>
          </a:prstGeom>
          <a:ln w="12700" cap="rnd">
            <a:solidFill>
              <a:srgbClr val="0312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E87825D0-77ED-35BE-DF01-FD550C00C6E3}"/>
              </a:ext>
            </a:extLst>
          </p:cNvPr>
          <p:cNvSpPr txBox="1"/>
          <p:nvPr/>
        </p:nvSpPr>
        <p:spPr>
          <a:xfrm>
            <a:off x="7028458" y="4631848"/>
            <a:ext cx="24558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5332917-160C-7F33-9258-9DEFA4732AEA}"/>
              </a:ext>
            </a:extLst>
          </p:cNvPr>
          <p:cNvSpPr txBox="1"/>
          <p:nvPr/>
        </p:nvSpPr>
        <p:spPr>
          <a:xfrm>
            <a:off x="10559850" y="4631848"/>
            <a:ext cx="36740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100</a:t>
            </a:r>
            <a:endParaRPr lang="ko-KR" altLang="en-US" sz="8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B70897D0-1060-578A-D65F-D1C32D88212C}"/>
              </a:ext>
            </a:extLst>
          </p:cNvPr>
          <p:cNvCxnSpPr/>
          <p:nvPr/>
        </p:nvCxnSpPr>
        <p:spPr>
          <a:xfrm>
            <a:off x="8943554" y="4391418"/>
            <a:ext cx="0" cy="240430"/>
          </a:xfrm>
          <a:prstGeom prst="line">
            <a:avLst/>
          </a:prstGeom>
          <a:ln w="12700" cap="rnd">
            <a:solidFill>
              <a:srgbClr val="0312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A03164FF-EE0C-90EE-5626-B63DEF1A71DA}"/>
              </a:ext>
            </a:extLst>
          </p:cNvPr>
          <p:cNvSpPr txBox="1"/>
          <p:nvPr/>
        </p:nvSpPr>
        <p:spPr>
          <a:xfrm>
            <a:off x="8790307" y="4631848"/>
            <a:ext cx="306494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50</a:t>
            </a:r>
            <a:endParaRPr lang="ko-KR" altLang="en-US" sz="8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CE93E52-0DC0-D642-E765-21D0FAFEC5D8}"/>
              </a:ext>
            </a:extLst>
          </p:cNvPr>
          <p:cNvSpPr txBox="1"/>
          <p:nvPr/>
        </p:nvSpPr>
        <p:spPr>
          <a:xfrm>
            <a:off x="10553438" y="4784513"/>
            <a:ext cx="3802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사망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D9F0427-3054-BB81-9173-49D0D8C1CFFD}"/>
              </a:ext>
            </a:extLst>
          </p:cNvPr>
          <p:cNvSpPr txBox="1"/>
          <p:nvPr/>
        </p:nvSpPr>
        <p:spPr>
          <a:xfrm>
            <a:off x="8527414" y="4784568"/>
            <a:ext cx="83228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이상 상태 발생</a:t>
            </a:r>
            <a:endParaRPr lang="ko-KR" altLang="en-US" sz="8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C963993-E7B2-1150-800F-85E697309712}"/>
              </a:ext>
            </a:extLst>
          </p:cNvPr>
          <p:cNvSpPr txBox="1"/>
          <p:nvPr/>
        </p:nvSpPr>
        <p:spPr>
          <a:xfrm>
            <a:off x="7394896" y="4603514"/>
            <a:ext cx="1277914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도달 → 이상 상태 해제</a:t>
            </a:r>
            <a:endParaRPr lang="ko-KR" altLang="en-US" sz="8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268F7B5C-F730-1DD8-A107-64C01B9FFCE7}"/>
              </a:ext>
            </a:extLst>
          </p:cNvPr>
          <p:cNvSpPr/>
          <p:nvPr/>
        </p:nvSpPr>
        <p:spPr>
          <a:xfrm>
            <a:off x="1448446" y="4428732"/>
            <a:ext cx="3600000" cy="180000"/>
          </a:xfrm>
          <a:prstGeom prst="roundRect">
            <a:avLst>
              <a:gd name="adj" fmla="val 50000"/>
            </a:avLst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87135EEA-A0B6-58E0-F0A2-FA0D6ED12233}"/>
              </a:ext>
            </a:extLst>
          </p:cNvPr>
          <p:cNvCxnSpPr/>
          <p:nvPr/>
        </p:nvCxnSpPr>
        <p:spPr>
          <a:xfrm>
            <a:off x="1444797" y="4396636"/>
            <a:ext cx="0" cy="240430"/>
          </a:xfrm>
          <a:prstGeom prst="line">
            <a:avLst/>
          </a:prstGeom>
          <a:ln w="12700" cap="rnd">
            <a:solidFill>
              <a:srgbClr val="0312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83A584BD-317E-49F9-F645-26E9B8AE3C2F}"/>
              </a:ext>
            </a:extLst>
          </p:cNvPr>
          <p:cNvSpPr/>
          <p:nvPr/>
        </p:nvSpPr>
        <p:spPr>
          <a:xfrm>
            <a:off x="4325481" y="4428732"/>
            <a:ext cx="720000" cy="180000"/>
          </a:xfrm>
          <a:prstGeom prst="roundRect">
            <a:avLst>
              <a:gd name="adj" fmla="val 50000"/>
            </a:avLst>
          </a:prstGeom>
          <a:solidFill>
            <a:srgbClr val="AF727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C873F206-CDDE-FDAB-5CE3-F02814B272B3}"/>
              </a:ext>
            </a:extLst>
          </p:cNvPr>
          <p:cNvCxnSpPr/>
          <p:nvPr/>
        </p:nvCxnSpPr>
        <p:spPr>
          <a:xfrm>
            <a:off x="5046960" y="4396636"/>
            <a:ext cx="0" cy="240430"/>
          </a:xfrm>
          <a:prstGeom prst="line">
            <a:avLst/>
          </a:prstGeom>
          <a:ln w="12700" cap="rnd">
            <a:solidFill>
              <a:srgbClr val="0312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CA86DEF-EC51-E9D1-A045-261553E6E72B}"/>
              </a:ext>
            </a:extLst>
          </p:cNvPr>
          <p:cNvCxnSpPr/>
          <p:nvPr/>
        </p:nvCxnSpPr>
        <p:spPr>
          <a:xfrm>
            <a:off x="4322075" y="4396636"/>
            <a:ext cx="0" cy="240430"/>
          </a:xfrm>
          <a:prstGeom prst="line">
            <a:avLst/>
          </a:prstGeom>
          <a:ln w="12700" cap="rnd">
            <a:solidFill>
              <a:srgbClr val="0312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9D0B6BF4-AE66-7773-3535-B65B9345641F}"/>
              </a:ext>
            </a:extLst>
          </p:cNvPr>
          <p:cNvSpPr txBox="1"/>
          <p:nvPr/>
        </p:nvSpPr>
        <p:spPr>
          <a:xfrm>
            <a:off x="4168828" y="4637066"/>
            <a:ext cx="306494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80</a:t>
            </a:r>
            <a:endParaRPr lang="ko-KR" altLang="en-US" sz="8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57F72199-D508-CA3F-0DE9-A2198DFEC39A}"/>
              </a:ext>
            </a:extLst>
          </p:cNvPr>
          <p:cNvSpPr txBox="1"/>
          <p:nvPr/>
        </p:nvSpPr>
        <p:spPr>
          <a:xfrm>
            <a:off x="4863256" y="4637066"/>
            <a:ext cx="36740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100</a:t>
            </a:r>
            <a:endParaRPr lang="ko-KR" altLang="en-US" sz="8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4CFB1A2-2438-00DD-EFBC-E2BDB8964CB6}"/>
              </a:ext>
            </a:extLst>
          </p:cNvPr>
          <p:cNvSpPr txBox="1"/>
          <p:nvPr/>
        </p:nvSpPr>
        <p:spPr>
          <a:xfrm>
            <a:off x="1322007" y="4637066"/>
            <a:ext cx="24558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1A4EEB9-81C7-9D28-6346-B30A8C87E47D}"/>
              </a:ext>
            </a:extLst>
          </p:cNvPr>
          <p:cNvSpPr txBox="1"/>
          <p:nvPr/>
        </p:nvSpPr>
        <p:spPr>
          <a:xfrm>
            <a:off x="2047309" y="4603514"/>
            <a:ext cx="164179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80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이하 → 이상 상태 해제</a:t>
            </a:r>
            <a:endParaRPr lang="ko-KR" altLang="en-US" sz="10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C8906CF0-A8AE-48DE-5F98-8A184045361A}"/>
              </a:ext>
            </a:extLst>
          </p:cNvPr>
          <p:cNvSpPr txBox="1"/>
          <p:nvPr/>
        </p:nvSpPr>
        <p:spPr>
          <a:xfrm>
            <a:off x="4621045" y="4789731"/>
            <a:ext cx="8516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이상 상태 발생</a:t>
            </a:r>
            <a:endParaRPr lang="ko-KR" altLang="en-US" sz="8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294A2212-664A-AC2A-ED2A-BCE7E83BA657}"/>
              </a:ext>
            </a:extLst>
          </p:cNvPr>
          <p:cNvSpPr txBox="1"/>
          <p:nvPr/>
        </p:nvSpPr>
        <p:spPr>
          <a:xfrm>
            <a:off x="10101187" y="4076608"/>
            <a:ext cx="146065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ko-KR" altLang="en-US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독가스</a:t>
            </a:r>
            <a:r>
              <a:rPr lang="en-US" altLang="ko-KR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유해 연기 </a:t>
            </a:r>
            <a:r>
              <a:rPr lang="en-US" altLang="ko-KR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사망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D1C82A5-C738-00F0-A97B-A952ED4AD7DE}"/>
              </a:ext>
            </a:extLst>
          </p:cNvPr>
          <p:cNvSpPr txBox="1"/>
          <p:nvPr/>
        </p:nvSpPr>
        <p:spPr>
          <a:xfrm>
            <a:off x="6323385" y="4075862"/>
            <a:ext cx="737702" cy="3231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오염도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4B602C0-693B-D50F-6C8F-3169F382C816}"/>
              </a:ext>
            </a:extLst>
          </p:cNvPr>
          <p:cNvSpPr txBox="1"/>
          <p:nvPr/>
        </p:nvSpPr>
        <p:spPr>
          <a:xfrm>
            <a:off x="4382371" y="4076608"/>
            <a:ext cx="1489511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ko-KR" altLang="en-US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먼지</a:t>
            </a:r>
            <a:r>
              <a:rPr lang="en-US" altLang="ko-KR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꽃가루</a:t>
            </a:r>
            <a:r>
              <a:rPr lang="en-US" altLang="ko-KR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연기 </a:t>
            </a:r>
            <a:r>
              <a:rPr lang="en-US" altLang="ko-KR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사망 없음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7CC4DE4-923F-09FD-7B73-51472508111A}"/>
              </a:ext>
            </a:extLst>
          </p:cNvPr>
          <p:cNvSpPr txBox="1"/>
          <p:nvPr/>
        </p:nvSpPr>
        <p:spPr>
          <a:xfrm>
            <a:off x="630156" y="4075862"/>
            <a:ext cx="737702" cy="3231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자극도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B466528F-BD44-0AD5-8D84-4FA461B3A711}"/>
              </a:ext>
            </a:extLst>
          </p:cNvPr>
          <p:cNvSpPr/>
          <p:nvPr/>
        </p:nvSpPr>
        <p:spPr>
          <a:xfrm>
            <a:off x="6205820" y="3989922"/>
            <a:ext cx="5475472" cy="1097460"/>
          </a:xfrm>
          <a:prstGeom prst="roundRect">
            <a:avLst>
              <a:gd name="adj" fmla="val 9865"/>
            </a:avLst>
          </a:prstGeom>
          <a:noFill/>
          <a:ln>
            <a:solidFill>
              <a:srgbClr val="A07B6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85641C2F-6D8E-A739-7189-ADDF8A496491}"/>
              </a:ext>
            </a:extLst>
          </p:cNvPr>
          <p:cNvSpPr/>
          <p:nvPr/>
        </p:nvSpPr>
        <p:spPr>
          <a:xfrm>
            <a:off x="510710" y="3988938"/>
            <a:ext cx="5475472" cy="1098444"/>
          </a:xfrm>
          <a:prstGeom prst="roundRect">
            <a:avLst>
              <a:gd name="adj" fmla="val 9865"/>
            </a:avLst>
          </a:prstGeom>
          <a:noFill/>
          <a:ln>
            <a:solidFill>
              <a:srgbClr val="A07B6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20" name="사각형: 둥근 모서리 319">
            <a:extLst>
              <a:ext uri="{FF2B5EF4-FFF2-40B4-BE49-F238E27FC236}">
                <a16:creationId xmlns:a16="http://schemas.microsoft.com/office/drawing/2014/main" id="{E6A7F1DC-EF18-04E0-3862-1C16F3ABAE71}"/>
              </a:ext>
            </a:extLst>
          </p:cNvPr>
          <p:cNvSpPr/>
          <p:nvPr/>
        </p:nvSpPr>
        <p:spPr>
          <a:xfrm>
            <a:off x="6205819" y="5718881"/>
            <a:ext cx="5475473" cy="651159"/>
          </a:xfrm>
          <a:prstGeom prst="roundRect">
            <a:avLst>
              <a:gd name="adj" fmla="val 9865"/>
            </a:avLst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E683C2C1-09DC-EA8F-4025-B01658276480}"/>
              </a:ext>
            </a:extLst>
          </p:cNvPr>
          <p:cNvSpPr txBox="1"/>
          <p:nvPr/>
        </p:nvSpPr>
        <p:spPr>
          <a:xfrm>
            <a:off x="6289960" y="6046479"/>
            <a:ext cx="1247457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이상 상태 중첩 시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: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24" name="사각형: 둥근 모서리 323">
            <a:extLst>
              <a:ext uri="{FF2B5EF4-FFF2-40B4-BE49-F238E27FC236}">
                <a16:creationId xmlns:a16="http://schemas.microsoft.com/office/drawing/2014/main" id="{A75CEE4A-157B-88AB-B647-73D79D5A36D2}"/>
              </a:ext>
            </a:extLst>
          </p:cNvPr>
          <p:cNvSpPr/>
          <p:nvPr/>
        </p:nvSpPr>
        <p:spPr>
          <a:xfrm>
            <a:off x="8788506" y="6070889"/>
            <a:ext cx="1635019" cy="190028"/>
          </a:xfrm>
          <a:prstGeom prst="roundRect">
            <a:avLst>
              <a:gd name="adj" fmla="val 50000"/>
            </a:avLst>
          </a:prstGeom>
          <a:solidFill>
            <a:srgbClr val="031223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이동 속도 →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정상의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35%</a:t>
            </a:r>
            <a:endParaRPr lang="ko-KR" altLang="en-US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26" name="사각형: 둥근 모서리 325">
            <a:extLst>
              <a:ext uri="{FF2B5EF4-FFF2-40B4-BE49-F238E27FC236}">
                <a16:creationId xmlns:a16="http://schemas.microsoft.com/office/drawing/2014/main" id="{2CD8A3A7-5E0E-6F23-A39A-A55CEC024DE1}"/>
              </a:ext>
            </a:extLst>
          </p:cNvPr>
          <p:cNvSpPr/>
          <p:nvPr/>
        </p:nvSpPr>
        <p:spPr>
          <a:xfrm>
            <a:off x="7477076" y="6070889"/>
            <a:ext cx="1216074" cy="190028"/>
          </a:xfrm>
          <a:prstGeom prst="roundRect">
            <a:avLst>
              <a:gd name="adj" fmla="val 50000"/>
            </a:avLst>
          </a:prstGeom>
          <a:solidFill>
            <a:srgbClr val="031223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기침 →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중복 없음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DF9EC1B7-5C20-FCA7-34D1-40CA37E631D2}"/>
              </a:ext>
            </a:extLst>
          </p:cNvPr>
          <p:cNvSpPr txBox="1"/>
          <p:nvPr/>
        </p:nvSpPr>
        <p:spPr>
          <a:xfrm>
            <a:off x="6288272" y="5796392"/>
            <a:ext cx="329128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위험 공기 전환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: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이전 환경에서 누적된 게이지 수치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4184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3426F-6A55-1EBE-068D-505CF727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B32A916F-9309-74EE-2C21-0818BDE691BB}"/>
              </a:ext>
            </a:extLst>
          </p:cNvPr>
          <p:cNvSpPr/>
          <p:nvPr/>
        </p:nvSpPr>
        <p:spPr>
          <a:xfrm>
            <a:off x="6815304" y="4816431"/>
            <a:ext cx="4875712" cy="1727890"/>
          </a:xfrm>
          <a:prstGeom prst="roundRect">
            <a:avLst>
              <a:gd name="adj" fmla="val 8342"/>
            </a:avLst>
          </a:prstGeom>
          <a:solidFill>
            <a:srgbClr val="AF727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55EB401D-FE21-4B32-A3D8-012957257B1B}"/>
              </a:ext>
            </a:extLst>
          </p:cNvPr>
          <p:cNvSpPr/>
          <p:nvPr/>
        </p:nvSpPr>
        <p:spPr>
          <a:xfrm flipV="1">
            <a:off x="6815306" y="1734101"/>
            <a:ext cx="4875710" cy="327822"/>
          </a:xfrm>
          <a:prstGeom prst="roundRect">
            <a:avLst>
              <a:gd name="adj" fmla="val 12147"/>
            </a:avLst>
          </a:prstGeom>
          <a:solidFill>
            <a:srgbClr val="637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6C449C60-2DF4-C227-8B0B-519EDF19D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216395"/>
              </p:ext>
            </p:extLst>
          </p:nvPr>
        </p:nvGraphicFramePr>
        <p:xfrm>
          <a:off x="6815305" y="1730999"/>
          <a:ext cx="4875712" cy="9909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254648">
                  <a:extLst>
                    <a:ext uri="{9D8B030D-6E8A-4147-A177-3AD203B41FA5}">
                      <a16:colId xmlns:a16="http://schemas.microsoft.com/office/drawing/2014/main" val="1370420926"/>
                    </a:ext>
                  </a:extLst>
                </a:gridCol>
                <a:gridCol w="991233">
                  <a:extLst>
                    <a:ext uri="{9D8B030D-6E8A-4147-A177-3AD203B41FA5}">
                      <a16:colId xmlns:a16="http://schemas.microsoft.com/office/drawing/2014/main" val="686055307"/>
                    </a:ext>
                  </a:extLst>
                </a:gridCol>
                <a:gridCol w="1189200">
                  <a:extLst>
                    <a:ext uri="{9D8B030D-6E8A-4147-A177-3AD203B41FA5}">
                      <a16:colId xmlns:a16="http://schemas.microsoft.com/office/drawing/2014/main" val="1735435186"/>
                    </a:ext>
                  </a:extLst>
                </a:gridCol>
                <a:gridCol w="1440631">
                  <a:extLst>
                    <a:ext uri="{9D8B030D-6E8A-4147-A177-3AD203B41FA5}">
                      <a16:colId xmlns:a16="http://schemas.microsoft.com/office/drawing/2014/main" val="3585137349"/>
                    </a:ext>
                  </a:extLst>
                </a:gridCol>
              </a:tblGrid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인형 종류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시야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청각 민감도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최대 청각 거리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988156"/>
                  </a:ext>
                </a:extLst>
              </a:tr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일반 인형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8m / 90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×1.0</a:t>
                      </a:r>
                      <a:endParaRPr lang="ko-KR" altLang="en-US" sz="1000" b="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10m</a:t>
                      </a:r>
                      <a:endParaRPr lang="ko-KR" altLang="en-US" sz="1000" b="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481714"/>
                  </a:ext>
                </a:extLst>
              </a:tr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눈 없는 인형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637A96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없음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637A96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×1.5</a:t>
                      </a:r>
                      <a:endParaRPr lang="ko-KR" altLang="en-US" sz="1000" dirty="0">
                        <a:solidFill>
                          <a:srgbClr val="637A96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637A96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14m</a:t>
                      </a:r>
                      <a:endParaRPr lang="ko-KR" altLang="en-US" sz="1000" dirty="0">
                        <a:solidFill>
                          <a:srgbClr val="637A96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A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682841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069DB741-3A07-835B-5775-FAB970C75E34}"/>
              </a:ext>
            </a:extLst>
          </p:cNvPr>
          <p:cNvSpPr txBox="1"/>
          <p:nvPr/>
        </p:nvSpPr>
        <p:spPr>
          <a:xfrm>
            <a:off x="300437" y="576734"/>
            <a:ext cx="2393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인형 감지 시스템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584323-EAFC-072B-BA50-5C951EF9104E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규칙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E5705A3-163B-F52C-4CC3-E9763B19DAB2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694041" y="738317"/>
            <a:ext cx="9081236" cy="384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D0749B3-7A2A-C438-6142-D3194D6384CA}"/>
              </a:ext>
            </a:extLst>
          </p:cNvPr>
          <p:cNvSpPr txBox="1"/>
          <p:nvPr/>
        </p:nvSpPr>
        <p:spPr>
          <a:xfrm>
            <a:off x="300437" y="976844"/>
            <a:ext cx="5660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인형은 시야와 소리를 통해 플레이어를 감지하며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행동 소리와 청각 특성에 따라 감지 거리가 달라짐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5905E-CF1B-2B7C-85AB-2E4F49A06C05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11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FDD2D-F20E-B09F-FCEC-360A412B078A}"/>
              </a:ext>
            </a:extLst>
          </p:cNvPr>
          <p:cNvSpPr txBox="1"/>
          <p:nvPr/>
        </p:nvSpPr>
        <p:spPr>
          <a:xfrm>
            <a:off x="500984" y="1376954"/>
            <a:ext cx="1590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행동별 소리 반경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87E73-5C49-21BB-4D2D-3D0F7F8DC81A}"/>
              </a:ext>
            </a:extLst>
          </p:cNvPr>
          <p:cNvSpPr txBox="1"/>
          <p:nvPr/>
        </p:nvSpPr>
        <p:spPr>
          <a:xfrm>
            <a:off x="500984" y="1780915"/>
            <a:ext cx="1441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행동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기본 소리 반경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F96A65-3DE8-DBA0-84F8-7D0EBD97240D}"/>
              </a:ext>
            </a:extLst>
          </p:cNvPr>
          <p:cNvSpPr txBox="1"/>
          <p:nvPr/>
        </p:nvSpPr>
        <p:spPr>
          <a:xfrm>
            <a:off x="500984" y="1973276"/>
            <a:ext cx="1146468" cy="1899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 참기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평상 호흡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이상 상태 기침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21E03A-B4B3-50BF-1E79-880C3304392F}"/>
              </a:ext>
            </a:extLst>
          </p:cNvPr>
          <p:cNvSpPr txBox="1"/>
          <p:nvPr/>
        </p:nvSpPr>
        <p:spPr>
          <a:xfrm>
            <a:off x="3677296" y="1973276"/>
            <a:ext cx="1003801" cy="22070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웅크리기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웅크리기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걷기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걷기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사다리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수영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달리기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점프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착지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EBEE9F71-9259-3798-6DDC-CA62DA326229}"/>
              </a:ext>
            </a:extLst>
          </p:cNvPr>
          <p:cNvSpPr/>
          <p:nvPr/>
        </p:nvSpPr>
        <p:spPr>
          <a:xfrm>
            <a:off x="4943054" y="2481331"/>
            <a:ext cx="180000" cy="66063"/>
          </a:xfrm>
          <a:prstGeom prst="roundRect">
            <a:avLst>
              <a:gd name="adj" fmla="val 50000"/>
            </a:avLst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730DB5E6-D0B1-1511-FEA9-D495F56ACBDB}"/>
              </a:ext>
            </a:extLst>
          </p:cNvPr>
          <p:cNvSpPr/>
          <p:nvPr/>
        </p:nvSpPr>
        <p:spPr>
          <a:xfrm>
            <a:off x="4943054" y="2785405"/>
            <a:ext cx="360000" cy="66063"/>
          </a:xfrm>
          <a:prstGeom prst="roundRect">
            <a:avLst>
              <a:gd name="adj" fmla="val 50000"/>
            </a:avLst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5BDBA557-3D30-C7A1-056F-42E5841EA8AB}"/>
              </a:ext>
            </a:extLst>
          </p:cNvPr>
          <p:cNvSpPr/>
          <p:nvPr/>
        </p:nvSpPr>
        <p:spPr>
          <a:xfrm>
            <a:off x="4943054" y="3089479"/>
            <a:ext cx="360000" cy="66063"/>
          </a:xfrm>
          <a:prstGeom prst="roundRect">
            <a:avLst>
              <a:gd name="adj" fmla="val 50000"/>
            </a:avLst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C482DBD7-5CC6-930C-71D4-5F3D7C8702F3}"/>
              </a:ext>
            </a:extLst>
          </p:cNvPr>
          <p:cNvSpPr/>
          <p:nvPr/>
        </p:nvSpPr>
        <p:spPr>
          <a:xfrm>
            <a:off x="4943054" y="3360109"/>
            <a:ext cx="450000" cy="66063"/>
          </a:xfrm>
          <a:prstGeom prst="roundRect">
            <a:avLst>
              <a:gd name="adj" fmla="val 50000"/>
            </a:avLst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DB275BEF-EF09-C923-8D09-8B5456D2F2E3}"/>
              </a:ext>
            </a:extLst>
          </p:cNvPr>
          <p:cNvSpPr/>
          <p:nvPr/>
        </p:nvSpPr>
        <p:spPr>
          <a:xfrm>
            <a:off x="4943054" y="3665353"/>
            <a:ext cx="630000" cy="66063"/>
          </a:xfrm>
          <a:prstGeom prst="roundRect">
            <a:avLst>
              <a:gd name="adj" fmla="val 50000"/>
            </a:avLst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EE358793-268A-F789-BAB0-7808F4D4197D}"/>
              </a:ext>
            </a:extLst>
          </p:cNvPr>
          <p:cNvSpPr/>
          <p:nvPr/>
        </p:nvSpPr>
        <p:spPr>
          <a:xfrm>
            <a:off x="4943054" y="4004908"/>
            <a:ext cx="720000" cy="66063"/>
          </a:xfrm>
          <a:prstGeom prst="roundRect">
            <a:avLst>
              <a:gd name="adj" fmla="val 50000"/>
            </a:avLst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70A6ED2-36D3-B064-ADCD-8D1E0920B2B4}"/>
              </a:ext>
            </a:extLst>
          </p:cNvPr>
          <p:cNvSpPr txBox="1"/>
          <p:nvPr/>
        </p:nvSpPr>
        <p:spPr>
          <a:xfrm>
            <a:off x="3677296" y="1780914"/>
            <a:ext cx="1441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이동</a:t>
            </a:r>
            <a:r>
              <a:rPr lang="en-US" altLang="ko-KR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행동 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기본 소리 반경</a:t>
            </a: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1E86AE0C-941F-2621-C3EF-D8C0BD477082}"/>
              </a:ext>
            </a:extLst>
          </p:cNvPr>
          <p:cNvSpPr/>
          <p:nvPr/>
        </p:nvSpPr>
        <p:spPr>
          <a:xfrm>
            <a:off x="4955090" y="2191258"/>
            <a:ext cx="47122" cy="47122"/>
          </a:xfrm>
          <a:prstGeom prst="ellipse">
            <a:avLst/>
          </a:prstGeom>
          <a:noFill/>
          <a:ln>
            <a:solidFill>
              <a:srgbClr val="758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DD5E8BEF-6B07-DB2F-381E-4926082AA33B}"/>
              </a:ext>
            </a:extLst>
          </p:cNvPr>
          <p:cNvSpPr/>
          <p:nvPr/>
        </p:nvSpPr>
        <p:spPr>
          <a:xfrm>
            <a:off x="1903932" y="2479147"/>
            <a:ext cx="360000" cy="66063"/>
          </a:xfrm>
          <a:prstGeom prst="roundRect">
            <a:avLst>
              <a:gd name="adj" fmla="val 50000"/>
            </a:avLst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DE061301-46D7-FB03-E1B9-E22B9E1D7C12}"/>
              </a:ext>
            </a:extLst>
          </p:cNvPr>
          <p:cNvSpPr/>
          <p:nvPr/>
        </p:nvSpPr>
        <p:spPr>
          <a:xfrm>
            <a:off x="1903932" y="2783221"/>
            <a:ext cx="540000" cy="66063"/>
          </a:xfrm>
          <a:prstGeom prst="roundRect">
            <a:avLst>
              <a:gd name="adj" fmla="val 50000"/>
            </a:avLst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44639B53-B3EA-1357-2C32-F8D4A1A664BB}"/>
              </a:ext>
            </a:extLst>
          </p:cNvPr>
          <p:cNvSpPr/>
          <p:nvPr/>
        </p:nvSpPr>
        <p:spPr>
          <a:xfrm>
            <a:off x="1903932" y="3053851"/>
            <a:ext cx="630000" cy="66063"/>
          </a:xfrm>
          <a:prstGeom prst="roundRect">
            <a:avLst>
              <a:gd name="adj" fmla="val 50000"/>
            </a:avLst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8A4EC138-7ED2-1969-E3BA-14E58A44D1E4}"/>
              </a:ext>
            </a:extLst>
          </p:cNvPr>
          <p:cNvSpPr/>
          <p:nvPr/>
        </p:nvSpPr>
        <p:spPr>
          <a:xfrm>
            <a:off x="1903932" y="3359095"/>
            <a:ext cx="720000" cy="66063"/>
          </a:xfrm>
          <a:prstGeom prst="roundRect">
            <a:avLst>
              <a:gd name="adj" fmla="val 50000"/>
            </a:avLst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2E79C54-03EC-9904-5B72-E5EDEE0F20AD}"/>
              </a:ext>
            </a:extLst>
          </p:cNvPr>
          <p:cNvSpPr/>
          <p:nvPr/>
        </p:nvSpPr>
        <p:spPr>
          <a:xfrm>
            <a:off x="1903932" y="3698650"/>
            <a:ext cx="900000" cy="66063"/>
          </a:xfrm>
          <a:prstGeom prst="roundRect">
            <a:avLst>
              <a:gd name="adj" fmla="val 50000"/>
            </a:avLst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E0844370-2418-C49E-02D7-E71A365CDB5C}"/>
              </a:ext>
            </a:extLst>
          </p:cNvPr>
          <p:cNvSpPr/>
          <p:nvPr/>
        </p:nvSpPr>
        <p:spPr>
          <a:xfrm>
            <a:off x="1915968" y="2185162"/>
            <a:ext cx="47122" cy="47122"/>
          </a:xfrm>
          <a:prstGeom prst="ellipse">
            <a:avLst/>
          </a:prstGeom>
          <a:noFill/>
          <a:ln>
            <a:solidFill>
              <a:srgbClr val="AF7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F0E99F3-4A98-F179-C8E7-F7069C33931B}"/>
              </a:ext>
            </a:extLst>
          </p:cNvPr>
          <p:cNvSpPr txBox="1"/>
          <p:nvPr/>
        </p:nvSpPr>
        <p:spPr>
          <a:xfrm>
            <a:off x="2888679" y="1973276"/>
            <a:ext cx="452368" cy="1899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8m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10m</a:t>
            </a:r>
            <a:endParaRPr lang="ko-KR" altLang="en-US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EC4E167-521C-9428-32FA-83ABC333291A}"/>
              </a:ext>
            </a:extLst>
          </p:cNvPr>
          <p:cNvSpPr txBox="1"/>
          <p:nvPr/>
        </p:nvSpPr>
        <p:spPr>
          <a:xfrm>
            <a:off x="5746162" y="1973276"/>
            <a:ext cx="375424" cy="22070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7m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8m</a:t>
            </a:r>
            <a:endParaRPr lang="ko-KR" altLang="en-US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B6DFAE7-2C57-90E0-1086-D6CE5907BB93}"/>
              </a:ext>
            </a:extLst>
          </p:cNvPr>
          <p:cNvSpPr txBox="1"/>
          <p:nvPr/>
        </p:nvSpPr>
        <p:spPr>
          <a:xfrm>
            <a:off x="6713645" y="1376953"/>
            <a:ext cx="1590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행동별 소리 반경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D6BCA3-4892-84EC-85B7-EEB82315505F}"/>
              </a:ext>
            </a:extLst>
          </p:cNvPr>
          <p:cNvSpPr txBox="1"/>
          <p:nvPr/>
        </p:nvSpPr>
        <p:spPr>
          <a:xfrm>
            <a:off x="6710941" y="2943248"/>
            <a:ext cx="18325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유효 소리 감지 거리</a:t>
            </a: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34EBABAC-FACE-F56D-5B45-D43E76B609CB}"/>
              </a:ext>
            </a:extLst>
          </p:cNvPr>
          <p:cNvCxnSpPr>
            <a:cxnSpLocks/>
          </p:cNvCxnSpPr>
          <p:nvPr/>
        </p:nvCxnSpPr>
        <p:spPr>
          <a:xfrm>
            <a:off x="6832561" y="3340367"/>
            <a:ext cx="0" cy="329768"/>
          </a:xfrm>
          <a:prstGeom prst="line">
            <a:avLst/>
          </a:prstGeom>
          <a:ln w="38100" cap="rnd">
            <a:solidFill>
              <a:srgbClr val="A07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B0AEDB2-C8AC-0149-AFFB-40DB27E011A2}"/>
              </a:ext>
            </a:extLst>
          </p:cNvPr>
          <p:cNvSpPr txBox="1"/>
          <p:nvPr/>
        </p:nvSpPr>
        <p:spPr>
          <a:xfrm>
            <a:off x="6832561" y="3302041"/>
            <a:ext cx="3025187" cy="414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min(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행동 소리 반경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청각 민감도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최대 청각 거리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소리 발생 시 실제 감지 반경을 계산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DF845A3-6CF5-F144-8F43-638E3D14267A}"/>
              </a:ext>
            </a:extLst>
          </p:cNvPr>
          <p:cNvSpPr txBox="1"/>
          <p:nvPr/>
        </p:nvSpPr>
        <p:spPr>
          <a:xfrm>
            <a:off x="6816706" y="3805314"/>
            <a:ext cx="2196435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)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눈 없는 인형이 기침 소리를 감지하는 거리</a:t>
            </a:r>
            <a:endParaRPr lang="en-US" altLang="ko-KR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min(10m × 1.5, 14m) = </a:t>
            </a:r>
            <a:r>
              <a:rPr lang="en-US" altLang="ko-KR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14m</a:t>
            </a:r>
            <a:endParaRPr lang="ko-KR" altLang="en-US" sz="10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pic>
        <p:nvPicPr>
          <p:cNvPr id="166" name="그림 165">
            <a:extLst>
              <a:ext uri="{FF2B5EF4-FFF2-40B4-BE49-F238E27FC236}">
                <a16:creationId xmlns:a16="http://schemas.microsoft.com/office/drawing/2014/main" id="{00611AB5-2BBA-A75D-4243-BC85F387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2" t="7664" r="46133" b="35230"/>
          <a:stretch>
            <a:fillRect/>
          </a:stretch>
        </p:blipFill>
        <p:spPr>
          <a:xfrm>
            <a:off x="604714" y="5152346"/>
            <a:ext cx="2844485" cy="1394210"/>
          </a:xfrm>
          <a:prstGeom prst="rect">
            <a:avLst/>
          </a:prstGeom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AAF8ABC8-1152-2F34-2C21-E1AE52A75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71" t="7664" r="3568" b="5766"/>
          <a:stretch>
            <a:fillRect/>
          </a:stretch>
        </p:blipFill>
        <p:spPr>
          <a:xfrm>
            <a:off x="3716502" y="4432995"/>
            <a:ext cx="2298567" cy="2113561"/>
          </a:xfrm>
          <a:prstGeom prst="rect">
            <a:avLst/>
          </a:prstGeom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id="{54D69871-EA59-9FD0-77A0-AE366EAD899C}"/>
              </a:ext>
            </a:extLst>
          </p:cNvPr>
          <p:cNvSpPr txBox="1"/>
          <p:nvPr/>
        </p:nvSpPr>
        <p:spPr>
          <a:xfrm>
            <a:off x="500984" y="4432995"/>
            <a:ext cx="1911101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 감지 검증 예시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출처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: Excel                        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시트 발췌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12750B2-5B05-9E3D-86AF-F6AC3725FB9A}"/>
              </a:ext>
            </a:extLst>
          </p:cNvPr>
          <p:cNvSpPr txBox="1"/>
          <p:nvPr/>
        </p:nvSpPr>
        <p:spPr>
          <a:xfrm>
            <a:off x="1138208" y="4708968"/>
            <a:ext cx="74091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03_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계산검증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CF42BE7E-AE56-CFBC-5041-61875BD5C4CE}"/>
              </a:ext>
            </a:extLst>
          </p:cNvPr>
          <p:cNvSpPr/>
          <p:nvPr/>
        </p:nvSpPr>
        <p:spPr>
          <a:xfrm>
            <a:off x="1198326" y="4735201"/>
            <a:ext cx="620674" cy="160580"/>
          </a:xfrm>
          <a:prstGeom prst="roundRect">
            <a:avLst>
              <a:gd name="adj" fmla="val 13877"/>
            </a:avLst>
          </a:prstGeom>
          <a:solidFill>
            <a:srgbClr val="A07B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CF19EDD-BB65-CC86-3724-A94AF089AF35}"/>
              </a:ext>
            </a:extLst>
          </p:cNvPr>
          <p:cNvSpPr txBox="1"/>
          <p:nvPr/>
        </p:nvSpPr>
        <p:spPr>
          <a:xfrm>
            <a:off x="6718331" y="4446808"/>
            <a:ext cx="16482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벽 뒤 은폐의 의미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203" name="그림 202">
            <a:extLst>
              <a:ext uri="{FF2B5EF4-FFF2-40B4-BE49-F238E27FC236}">
                <a16:creationId xmlns:a16="http://schemas.microsoft.com/office/drawing/2014/main" id="{B40863D4-75F2-F13E-DC17-81D61F88E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000"/>
                    </a14:imgEffect>
                    <a14:imgEffect>
                      <a14:saturation sat="75000"/>
                    </a14:imgEffect>
                    <a14:imgEffect>
                      <a14:brightnessContrast contras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270" y="4856120"/>
            <a:ext cx="2198016" cy="1648512"/>
          </a:xfrm>
          <a:prstGeom prst="rect">
            <a:avLst/>
          </a:prstGeom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B5C686D7-B078-286F-1C4C-9B57E4B99C8D}"/>
              </a:ext>
            </a:extLst>
          </p:cNvPr>
          <p:cNvSpPr txBox="1"/>
          <p:nvPr/>
        </p:nvSpPr>
        <p:spPr>
          <a:xfrm>
            <a:off x="6919736" y="6109295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복합 활용 필요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0FEB2AD7-8F71-9E1B-CBA8-4E82F28CB766}"/>
              </a:ext>
            </a:extLst>
          </p:cNvPr>
          <p:cNvSpPr txBox="1"/>
          <p:nvPr/>
        </p:nvSpPr>
        <p:spPr>
          <a:xfrm>
            <a:off x="6918356" y="5002175"/>
            <a:ext cx="26677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벽은 시야를 차단하지만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소리는 남을 수 있음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DBDD627-B7D2-CC2E-51B7-161065DEAA83}"/>
              </a:ext>
            </a:extLst>
          </p:cNvPr>
          <p:cNvSpPr txBox="1"/>
          <p:nvPr/>
        </p:nvSpPr>
        <p:spPr>
          <a:xfrm>
            <a:off x="6918356" y="5833755"/>
            <a:ext cx="200888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시야 회피 </a:t>
            </a:r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+ </a:t>
            </a:r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제어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BB17A45-562A-CE8B-9F09-E17B433D6E28}"/>
              </a:ext>
            </a:extLst>
          </p:cNvPr>
          <p:cNvSpPr txBox="1"/>
          <p:nvPr/>
        </p:nvSpPr>
        <p:spPr>
          <a:xfrm>
            <a:off x="6919736" y="5379493"/>
            <a:ext cx="21002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참기의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 반경 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= 0m</a:t>
            </a:r>
            <a:endParaRPr lang="ko-KR" altLang="en-US" sz="15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4444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EEAA-B8D1-A2F5-3C54-D740E30C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32F7ABB4-0915-3AAA-FF22-A1C96B8833AE}"/>
              </a:ext>
            </a:extLst>
          </p:cNvPr>
          <p:cNvSpPr txBox="1"/>
          <p:nvPr/>
        </p:nvSpPr>
        <p:spPr>
          <a:xfrm>
            <a:off x="300437" y="576734"/>
            <a:ext cx="1822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플로우 차트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2EE09A-F5BC-4804-EEFB-9819BFB2152C}"/>
              </a:ext>
            </a:extLst>
          </p:cNvPr>
          <p:cNvSpPr txBox="1"/>
          <p:nvPr/>
        </p:nvSpPr>
        <p:spPr>
          <a:xfrm>
            <a:off x="312341" y="260477"/>
            <a:ext cx="923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구조도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F7C6946E-6482-C04F-91D8-A3A697702971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123372" y="738317"/>
            <a:ext cx="9651905" cy="38472"/>
          </a:xfrm>
          <a:prstGeom prst="line">
            <a:avLst/>
          </a:prstGeom>
          <a:ln w="12700">
            <a:solidFill>
              <a:srgbClr val="84719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5792F41-2AD7-C776-AEB1-C71A445D3FCC}"/>
              </a:ext>
            </a:extLst>
          </p:cNvPr>
          <p:cNvSpPr txBox="1"/>
          <p:nvPr/>
        </p:nvSpPr>
        <p:spPr>
          <a:xfrm>
            <a:off x="0" y="-540871"/>
            <a:ext cx="2136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글꼴 </a:t>
            </a:r>
            <a:r>
              <a:rPr lang="ko-KR" altLang="en-US" sz="2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온고딕</a:t>
            </a:r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20pt</a:t>
            </a:r>
            <a:endParaRPr lang="ko-KR" altLang="en-US" sz="2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16ADF3-F4D7-E746-66BE-D6FA61A53BA3}"/>
              </a:ext>
            </a:extLst>
          </p:cNvPr>
          <p:cNvSpPr txBox="1"/>
          <p:nvPr/>
        </p:nvSpPr>
        <p:spPr>
          <a:xfrm>
            <a:off x="2136803" y="-463926"/>
            <a:ext cx="5357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66F570-9B41-5619-43C4-FEB965378FD9}"/>
              </a:ext>
            </a:extLst>
          </p:cNvPr>
          <p:cNvSpPr txBox="1"/>
          <p:nvPr/>
        </p:nvSpPr>
        <p:spPr>
          <a:xfrm>
            <a:off x="2672527" y="-386982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10pt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11BF11-69FA-173C-EB5D-9B29C4AD6D3C}"/>
              </a:ext>
            </a:extLst>
          </p:cNvPr>
          <p:cNvSpPr txBox="1"/>
          <p:nvPr/>
        </p:nvSpPr>
        <p:spPr>
          <a:xfrm>
            <a:off x="3140925" y="-356205"/>
            <a:ext cx="3497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8pt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FC7C8E7-1946-A8EA-9BC3-8783A18F2A8F}"/>
              </a:ext>
            </a:extLst>
          </p:cNvPr>
          <p:cNvSpPr/>
          <p:nvPr/>
        </p:nvSpPr>
        <p:spPr>
          <a:xfrm>
            <a:off x="4103543" y="-434736"/>
            <a:ext cx="293974" cy="293974"/>
          </a:xfrm>
          <a:prstGeom prst="ellipse">
            <a:avLst/>
          </a:prstGeom>
          <a:solidFill>
            <a:srgbClr val="637A96">
              <a:alpha val="1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ECF5D8-89A7-DC5F-DE98-73B10EB8F67F}"/>
              </a:ext>
            </a:extLst>
          </p:cNvPr>
          <p:cNvSpPr txBox="1"/>
          <p:nvPr/>
        </p:nvSpPr>
        <p:spPr>
          <a:xfrm>
            <a:off x="4399727" y="-386983"/>
            <a:ext cx="25266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투명도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90%               70%               30%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018EA61-A9E1-7120-D19D-1E47C26EEA53}"/>
              </a:ext>
            </a:extLst>
          </p:cNvPr>
          <p:cNvSpPr/>
          <p:nvPr/>
        </p:nvSpPr>
        <p:spPr>
          <a:xfrm>
            <a:off x="5369080" y="-434736"/>
            <a:ext cx="293974" cy="293974"/>
          </a:xfrm>
          <a:prstGeom prst="ellipse">
            <a:avLst/>
          </a:prstGeom>
          <a:solidFill>
            <a:srgbClr val="637A96">
              <a:alpha val="3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F7D60C77-A30E-DC94-1CB4-AC29FD5EDAA3}"/>
              </a:ext>
            </a:extLst>
          </p:cNvPr>
          <p:cNvSpPr/>
          <p:nvPr/>
        </p:nvSpPr>
        <p:spPr>
          <a:xfrm>
            <a:off x="6198530" y="-434736"/>
            <a:ext cx="293974" cy="293974"/>
          </a:xfrm>
          <a:prstGeom prst="ellipse">
            <a:avLst/>
          </a:prstGeom>
          <a:solidFill>
            <a:srgbClr val="637A96">
              <a:alpha val="7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F17BBBE9-A1CB-0477-14D3-96C12C664FA3}"/>
              </a:ext>
            </a:extLst>
          </p:cNvPr>
          <p:cNvSpPr/>
          <p:nvPr/>
        </p:nvSpPr>
        <p:spPr>
          <a:xfrm>
            <a:off x="-653586" y="344583"/>
            <a:ext cx="478118" cy="478118"/>
          </a:xfrm>
          <a:prstGeom prst="ellipse">
            <a:avLst/>
          </a:prstGeom>
          <a:solidFill>
            <a:srgbClr val="AF727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DB37614A-FA81-E9E8-2376-131C5C187D54}"/>
              </a:ext>
            </a:extLst>
          </p:cNvPr>
          <p:cNvSpPr/>
          <p:nvPr/>
        </p:nvSpPr>
        <p:spPr>
          <a:xfrm>
            <a:off x="-653586" y="2297913"/>
            <a:ext cx="478118" cy="478118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B40B55B-B7E8-1886-0CDA-4305FD6498D7}"/>
              </a:ext>
            </a:extLst>
          </p:cNvPr>
          <p:cNvSpPr/>
          <p:nvPr/>
        </p:nvSpPr>
        <p:spPr>
          <a:xfrm>
            <a:off x="-653586" y="998939"/>
            <a:ext cx="478118" cy="478118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07B60"/>
              </a:solidFill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808A959B-F54F-D324-D890-D7B8D318E062}"/>
              </a:ext>
            </a:extLst>
          </p:cNvPr>
          <p:cNvSpPr/>
          <p:nvPr/>
        </p:nvSpPr>
        <p:spPr>
          <a:xfrm>
            <a:off x="-653586" y="2942531"/>
            <a:ext cx="478118" cy="478118"/>
          </a:xfrm>
          <a:prstGeom prst="ellipse">
            <a:avLst/>
          </a:prstGeom>
          <a:solidFill>
            <a:srgbClr val="84719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F673F5BC-006C-6105-CB82-E0C74C3B2B43}"/>
              </a:ext>
            </a:extLst>
          </p:cNvPr>
          <p:cNvSpPr/>
          <p:nvPr/>
        </p:nvSpPr>
        <p:spPr>
          <a:xfrm>
            <a:off x="-653586" y="1643557"/>
            <a:ext cx="478118" cy="478118"/>
          </a:xfrm>
          <a:prstGeom prst="ellipse">
            <a:avLst/>
          </a:prstGeom>
          <a:solidFill>
            <a:srgbClr val="75817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74D80F7-27C2-4612-5EB1-8C7A99956F74}"/>
              </a:ext>
            </a:extLst>
          </p:cNvPr>
          <p:cNvSpPr/>
          <p:nvPr/>
        </p:nvSpPr>
        <p:spPr>
          <a:xfrm>
            <a:off x="-653586" y="3592018"/>
            <a:ext cx="478118" cy="478118"/>
          </a:xfrm>
          <a:prstGeom prst="ellipse">
            <a:avLst/>
          </a:prstGeom>
          <a:solidFill>
            <a:srgbClr val="FDFDFE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794A0391-EE99-22C3-5720-5951EE1EC9F2}"/>
              </a:ext>
            </a:extLst>
          </p:cNvPr>
          <p:cNvSpPr/>
          <p:nvPr/>
        </p:nvSpPr>
        <p:spPr>
          <a:xfrm>
            <a:off x="-653586" y="4241505"/>
            <a:ext cx="478118" cy="478118"/>
          </a:xfrm>
          <a:prstGeom prst="ellipse">
            <a:avLst/>
          </a:prstGeom>
          <a:solidFill>
            <a:srgbClr val="03122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092CA-77A4-E1DD-B73D-1979FA8F30B2}"/>
              </a:ext>
            </a:extLst>
          </p:cNvPr>
          <p:cNvSpPr txBox="1"/>
          <p:nvPr/>
        </p:nvSpPr>
        <p:spPr>
          <a:xfrm>
            <a:off x="300437" y="976844"/>
            <a:ext cx="3760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입력부터 환경별 이상 상태까지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판정 조건과 상태 전환 구조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523B5-21E9-006F-C638-9FAC546E257F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12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24D2177F-64A3-D36B-55D7-2B424875ECAE}"/>
              </a:ext>
            </a:extLst>
          </p:cNvPr>
          <p:cNvSpPr txBox="1"/>
          <p:nvPr/>
        </p:nvSpPr>
        <p:spPr>
          <a:xfrm>
            <a:off x="474263" y="1354971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기본 호흡 흐름</a:t>
            </a:r>
          </a:p>
        </p:txBody>
      </p: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C90F8EEA-5856-F22D-074A-3C21F45E4D77}"/>
              </a:ext>
            </a:extLst>
          </p:cNvPr>
          <p:cNvCxnSpPr>
            <a:cxnSpLocks/>
          </p:cNvCxnSpPr>
          <p:nvPr/>
        </p:nvCxnSpPr>
        <p:spPr>
          <a:xfrm>
            <a:off x="474263" y="1414487"/>
            <a:ext cx="0" cy="216726"/>
          </a:xfrm>
          <a:prstGeom prst="line">
            <a:avLst/>
          </a:prstGeom>
          <a:ln w="38100" cap="rnd">
            <a:solidFill>
              <a:srgbClr val="758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연결선: 꺾임 124">
            <a:extLst>
              <a:ext uri="{FF2B5EF4-FFF2-40B4-BE49-F238E27FC236}">
                <a16:creationId xmlns:a16="http://schemas.microsoft.com/office/drawing/2014/main" id="{611F48D3-92DD-F4F9-77F3-701395FD2DC8}"/>
              </a:ext>
            </a:extLst>
          </p:cNvPr>
          <p:cNvCxnSpPr>
            <a:cxnSpLocks/>
            <a:stCxn id="411" idx="2"/>
            <a:endCxn id="127" idx="1"/>
          </p:cNvCxnSpPr>
          <p:nvPr/>
        </p:nvCxnSpPr>
        <p:spPr>
          <a:xfrm rot="5400000" flipH="1">
            <a:off x="966107" y="3263748"/>
            <a:ext cx="2584085" cy="1972932"/>
          </a:xfrm>
          <a:prstGeom prst="bentConnector4">
            <a:avLst>
              <a:gd name="adj1" fmla="val -3791"/>
              <a:gd name="adj2" fmla="val 110803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순서도: 처리 125">
            <a:extLst>
              <a:ext uri="{FF2B5EF4-FFF2-40B4-BE49-F238E27FC236}">
                <a16:creationId xmlns:a16="http://schemas.microsoft.com/office/drawing/2014/main" id="{33C9FF7E-537B-3115-D8D2-06D3028A4E61}"/>
              </a:ext>
            </a:extLst>
          </p:cNvPr>
          <p:cNvSpPr/>
          <p:nvPr/>
        </p:nvSpPr>
        <p:spPr>
          <a:xfrm>
            <a:off x="1276151" y="2311840"/>
            <a:ext cx="939291" cy="323165"/>
          </a:xfrm>
          <a:prstGeom prst="flowChartProcess">
            <a:avLst/>
          </a:prstGeom>
          <a:solidFill>
            <a:srgbClr val="073B5C"/>
          </a:solidFill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평상 호흡</a:t>
            </a:r>
            <a:endParaRPr lang="en-US" altLang="ko-KR" sz="1000" b="1" dirty="0">
              <a:solidFill>
                <a:schemeClr val="bg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7" name="순서도: 처리 126">
            <a:extLst>
              <a:ext uri="{FF2B5EF4-FFF2-40B4-BE49-F238E27FC236}">
                <a16:creationId xmlns:a16="http://schemas.microsoft.com/office/drawing/2014/main" id="{819F2A7B-209B-ABC4-E78F-83218B91AF29}"/>
              </a:ext>
            </a:extLst>
          </p:cNvPr>
          <p:cNvSpPr/>
          <p:nvPr/>
        </p:nvSpPr>
        <p:spPr>
          <a:xfrm>
            <a:off x="1271684" y="2796588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입력 감지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4" name="순서도: 판단 383">
            <a:extLst>
              <a:ext uri="{FF2B5EF4-FFF2-40B4-BE49-F238E27FC236}">
                <a16:creationId xmlns:a16="http://schemas.microsoft.com/office/drawing/2014/main" id="{F3AD23CA-E0F5-A0B1-AF6E-DC5CA2957CBB}"/>
              </a:ext>
            </a:extLst>
          </p:cNvPr>
          <p:cNvSpPr/>
          <p:nvPr/>
        </p:nvSpPr>
        <p:spPr>
          <a:xfrm>
            <a:off x="1276151" y="327625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BFA8B438-9F6D-AFBD-B3C2-BB2BC73797D7}"/>
              </a:ext>
            </a:extLst>
          </p:cNvPr>
          <p:cNvSpPr txBox="1"/>
          <p:nvPr/>
        </p:nvSpPr>
        <p:spPr>
          <a:xfrm>
            <a:off x="1403415" y="3357279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입력</a:t>
            </a:r>
            <a:endParaRPr lang="en-US" altLang="ko-KR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유지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6" name="순서도: 판단 385">
            <a:extLst>
              <a:ext uri="{FF2B5EF4-FFF2-40B4-BE49-F238E27FC236}">
                <a16:creationId xmlns:a16="http://schemas.microsoft.com/office/drawing/2014/main" id="{5246BD2B-3DD4-57B3-80EA-B30A41B47094}"/>
              </a:ext>
            </a:extLst>
          </p:cNvPr>
          <p:cNvSpPr/>
          <p:nvPr/>
        </p:nvSpPr>
        <p:spPr>
          <a:xfrm>
            <a:off x="2774970" y="3286179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605ECA54-9C0B-6FE1-3FA3-90A44042876D}"/>
              </a:ext>
            </a:extLst>
          </p:cNvPr>
          <p:cNvSpPr txBox="1"/>
          <p:nvPr/>
        </p:nvSpPr>
        <p:spPr>
          <a:xfrm>
            <a:off x="2902234" y="3357280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입력</a:t>
            </a:r>
            <a:endParaRPr lang="en-US" altLang="ko-KR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유지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8" name="순서도: 판단 387">
            <a:extLst>
              <a:ext uri="{FF2B5EF4-FFF2-40B4-BE49-F238E27FC236}">
                <a16:creationId xmlns:a16="http://schemas.microsoft.com/office/drawing/2014/main" id="{07850D98-B808-BCAE-E21E-4D4BFD23DF7F}"/>
              </a:ext>
            </a:extLst>
          </p:cNvPr>
          <p:cNvSpPr/>
          <p:nvPr/>
        </p:nvSpPr>
        <p:spPr>
          <a:xfrm>
            <a:off x="4268858" y="3286179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5FB965EB-ACA5-4D1A-7F0C-94B6656105DA}"/>
              </a:ext>
            </a:extLst>
          </p:cNvPr>
          <p:cNvSpPr txBox="1"/>
          <p:nvPr/>
        </p:nvSpPr>
        <p:spPr>
          <a:xfrm>
            <a:off x="4396122" y="3418835"/>
            <a:ext cx="6783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입력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390" name="직선 화살표 연결선 389">
            <a:extLst>
              <a:ext uri="{FF2B5EF4-FFF2-40B4-BE49-F238E27FC236}">
                <a16:creationId xmlns:a16="http://schemas.microsoft.com/office/drawing/2014/main" id="{568E829C-AF9D-1ABF-533A-FD1B39C8F6B8}"/>
              </a:ext>
            </a:extLst>
          </p:cNvPr>
          <p:cNvCxnSpPr>
            <a:cxnSpLocks/>
            <a:stCxn id="384" idx="3"/>
            <a:endCxn id="386" idx="1"/>
          </p:cNvCxnSpPr>
          <p:nvPr/>
        </p:nvCxnSpPr>
        <p:spPr>
          <a:xfrm>
            <a:off x="2215442" y="3526557"/>
            <a:ext cx="559528" cy="9921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EDF60898-FA31-E321-17F7-9428A0A8AE2C}"/>
              </a:ext>
            </a:extLst>
          </p:cNvPr>
          <p:cNvCxnSpPr>
            <a:cxnSpLocks/>
            <a:stCxn id="386" idx="3"/>
            <a:endCxn id="388" idx="1"/>
          </p:cNvCxnSpPr>
          <p:nvPr/>
        </p:nvCxnSpPr>
        <p:spPr>
          <a:xfrm>
            <a:off x="3714261" y="3536478"/>
            <a:ext cx="554597" cy="0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화살표 연결선 391">
            <a:extLst>
              <a:ext uri="{FF2B5EF4-FFF2-40B4-BE49-F238E27FC236}">
                <a16:creationId xmlns:a16="http://schemas.microsoft.com/office/drawing/2014/main" id="{2A06F64A-E25F-D742-AE07-F2702BBB76E9}"/>
              </a:ext>
            </a:extLst>
          </p:cNvPr>
          <p:cNvCxnSpPr>
            <a:cxnSpLocks/>
            <a:stCxn id="386" idx="2"/>
            <a:endCxn id="396" idx="0"/>
          </p:cNvCxnSpPr>
          <p:nvPr/>
        </p:nvCxnSpPr>
        <p:spPr>
          <a:xfrm>
            <a:off x="3244616" y="3786777"/>
            <a:ext cx="0" cy="164027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화살표 연결선 392">
            <a:extLst>
              <a:ext uri="{FF2B5EF4-FFF2-40B4-BE49-F238E27FC236}">
                <a16:creationId xmlns:a16="http://schemas.microsoft.com/office/drawing/2014/main" id="{4E232CBD-A037-0496-3ED7-C51F03FFB714}"/>
              </a:ext>
            </a:extLst>
          </p:cNvPr>
          <p:cNvCxnSpPr>
            <a:cxnSpLocks/>
            <a:stCxn id="388" idx="2"/>
            <a:endCxn id="397" idx="0"/>
          </p:cNvCxnSpPr>
          <p:nvPr/>
        </p:nvCxnSpPr>
        <p:spPr>
          <a:xfrm flipH="1">
            <a:off x="4735317" y="3786777"/>
            <a:ext cx="3187" cy="164026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순서도: 처리 393">
            <a:extLst>
              <a:ext uri="{FF2B5EF4-FFF2-40B4-BE49-F238E27FC236}">
                <a16:creationId xmlns:a16="http://schemas.microsoft.com/office/drawing/2014/main" id="{7D2D6DC4-1352-AECC-C5A8-D5905D9C59E9}"/>
              </a:ext>
            </a:extLst>
          </p:cNvPr>
          <p:cNvSpPr/>
          <p:nvPr/>
        </p:nvSpPr>
        <p:spPr>
          <a:xfrm>
            <a:off x="1273920" y="3950805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진행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395" name="직선 화살표 연결선 394">
            <a:extLst>
              <a:ext uri="{FF2B5EF4-FFF2-40B4-BE49-F238E27FC236}">
                <a16:creationId xmlns:a16="http://schemas.microsoft.com/office/drawing/2014/main" id="{EE26D5FE-E32A-2BE9-51D7-E92DCED05D94}"/>
              </a:ext>
            </a:extLst>
          </p:cNvPr>
          <p:cNvCxnSpPr>
            <a:cxnSpLocks/>
            <a:stCxn id="384" idx="2"/>
            <a:endCxn id="394" idx="0"/>
          </p:cNvCxnSpPr>
          <p:nvPr/>
        </p:nvCxnSpPr>
        <p:spPr>
          <a:xfrm flipH="1">
            <a:off x="1743566" y="3776856"/>
            <a:ext cx="2231" cy="173949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순서도: 처리 395">
            <a:extLst>
              <a:ext uri="{FF2B5EF4-FFF2-40B4-BE49-F238E27FC236}">
                <a16:creationId xmlns:a16="http://schemas.microsoft.com/office/drawing/2014/main" id="{96B49A90-D664-316B-F4B3-F3790D81A362}"/>
              </a:ext>
            </a:extLst>
          </p:cNvPr>
          <p:cNvSpPr/>
          <p:nvPr/>
        </p:nvSpPr>
        <p:spPr>
          <a:xfrm>
            <a:off x="2774970" y="3950804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진행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7" name="순서도: 처리 396">
            <a:extLst>
              <a:ext uri="{FF2B5EF4-FFF2-40B4-BE49-F238E27FC236}">
                <a16:creationId xmlns:a16="http://schemas.microsoft.com/office/drawing/2014/main" id="{004CF344-4995-5BAE-1B00-ADCB7345D1AE}"/>
              </a:ext>
            </a:extLst>
          </p:cNvPr>
          <p:cNvSpPr/>
          <p:nvPr/>
        </p:nvSpPr>
        <p:spPr>
          <a:xfrm>
            <a:off x="4268857" y="3950803"/>
            <a:ext cx="932920" cy="55647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</a:t>
            </a:r>
            <a:r>
              <a:rPr lang="en-US" altLang="ko-KR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까지 날숨 진행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8" name="순서도: 판단 397">
            <a:extLst>
              <a:ext uri="{FF2B5EF4-FFF2-40B4-BE49-F238E27FC236}">
                <a16:creationId xmlns:a16="http://schemas.microsoft.com/office/drawing/2014/main" id="{5C23FA76-E683-BA0A-59AB-98954CDF5BBB}"/>
              </a:ext>
            </a:extLst>
          </p:cNvPr>
          <p:cNvSpPr/>
          <p:nvPr/>
        </p:nvSpPr>
        <p:spPr>
          <a:xfrm>
            <a:off x="1271684" y="504165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BC71E486-4F61-BBE7-BBCF-1AE4569600C3}"/>
              </a:ext>
            </a:extLst>
          </p:cNvPr>
          <p:cNvSpPr txBox="1"/>
          <p:nvPr/>
        </p:nvSpPr>
        <p:spPr>
          <a:xfrm>
            <a:off x="1398948" y="5119583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 </a:t>
            </a:r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00" name="순서도: 판단 399">
            <a:extLst>
              <a:ext uri="{FF2B5EF4-FFF2-40B4-BE49-F238E27FC236}">
                <a16:creationId xmlns:a16="http://schemas.microsoft.com/office/drawing/2014/main" id="{4EF96FF2-A73C-457B-DE76-4B5F50C70CD9}"/>
              </a:ext>
            </a:extLst>
          </p:cNvPr>
          <p:cNvSpPr/>
          <p:nvPr/>
        </p:nvSpPr>
        <p:spPr>
          <a:xfrm>
            <a:off x="1276151" y="5737357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12E2EBFE-27C2-F2E1-64CA-85CBFBC58848}"/>
              </a:ext>
            </a:extLst>
          </p:cNvPr>
          <p:cNvSpPr txBox="1"/>
          <p:nvPr/>
        </p:nvSpPr>
        <p:spPr>
          <a:xfrm>
            <a:off x="1403415" y="5818379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초 초과 유지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02" name="순서도: 처리 401">
            <a:extLst>
              <a:ext uri="{FF2B5EF4-FFF2-40B4-BE49-F238E27FC236}">
                <a16:creationId xmlns:a16="http://schemas.microsoft.com/office/drawing/2014/main" id="{381CFB55-012B-FE70-33A4-DCA9698E801C}"/>
              </a:ext>
            </a:extLst>
          </p:cNvPr>
          <p:cNvSpPr/>
          <p:nvPr/>
        </p:nvSpPr>
        <p:spPr>
          <a:xfrm>
            <a:off x="2341824" y="582607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03" name="직선 화살표 연결선 402">
            <a:extLst>
              <a:ext uri="{FF2B5EF4-FFF2-40B4-BE49-F238E27FC236}">
                <a16:creationId xmlns:a16="http://schemas.microsoft.com/office/drawing/2014/main" id="{64764EE9-ABB4-1D6A-F220-11C08F89360C}"/>
              </a:ext>
            </a:extLst>
          </p:cNvPr>
          <p:cNvCxnSpPr>
            <a:cxnSpLocks/>
            <a:stCxn id="127" idx="2"/>
            <a:endCxn id="384" idx="0"/>
          </p:cNvCxnSpPr>
          <p:nvPr/>
        </p:nvCxnSpPr>
        <p:spPr>
          <a:xfrm>
            <a:off x="1741330" y="3119753"/>
            <a:ext cx="4467" cy="15650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직선 화살표 연결선 403">
            <a:extLst>
              <a:ext uri="{FF2B5EF4-FFF2-40B4-BE49-F238E27FC236}">
                <a16:creationId xmlns:a16="http://schemas.microsoft.com/office/drawing/2014/main" id="{51C4BCBE-FF79-2295-57CF-3854A5303A57}"/>
              </a:ext>
            </a:extLst>
          </p:cNvPr>
          <p:cNvCxnSpPr>
            <a:cxnSpLocks/>
            <a:stCxn id="126" idx="2"/>
            <a:endCxn id="127" idx="0"/>
          </p:cNvCxnSpPr>
          <p:nvPr/>
        </p:nvCxnSpPr>
        <p:spPr>
          <a:xfrm flipH="1">
            <a:off x="1741330" y="2635005"/>
            <a:ext cx="4467" cy="161583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404">
            <a:extLst>
              <a:ext uri="{FF2B5EF4-FFF2-40B4-BE49-F238E27FC236}">
                <a16:creationId xmlns:a16="http://schemas.microsoft.com/office/drawing/2014/main" id="{1C9AEF3A-075D-866A-325F-3ED8CF54C0D6}"/>
              </a:ext>
            </a:extLst>
          </p:cNvPr>
          <p:cNvCxnSpPr>
            <a:cxnSpLocks/>
            <a:stCxn id="394" idx="2"/>
            <a:endCxn id="426" idx="0"/>
          </p:cNvCxnSpPr>
          <p:nvPr/>
        </p:nvCxnSpPr>
        <p:spPr>
          <a:xfrm flipH="1">
            <a:off x="1741330" y="4273970"/>
            <a:ext cx="2236" cy="16070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화살표 연결선 405">
            <a:extLst>
              <a:ext uri="{FF2B5EF4-FFF2-40B4-BE49-F238E27FC236}">
                <a16:creationId xmlns:a16="http://schemas.microsoft.com/office/drawing/2014/main" id="{7F3D49B3-54C4-C49C-2734-410DF0C9399D}"/>
              </a:ext>
            </a:extLst>
          </p:cNvPr>
          <p:cNvCxnSpPr>
            <a:cxnSpLocks/>
            <a:stCxn id="398" idx="2"/>
            <a:endCxn id="400" idx="0"/>
          </p:cNvCxnSpPr>
          <p:nvPr/>
        </p:nvCxnSpPr>
        <p:spPr>
          <a:xfrm>
            <a:off x="1741330" y="5542256"/>
            <a:ext cx="4467" cy="195101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화살표 연결선 406">
            <a:extLst>
              <a:ext uri="{FF2B5EF4-FFF2-40B4-BE49-F238E27FC236}">
                <a16:creationId xmlns:a16="http://schemas.microsoft.com/office/drawing/2014/main" id="{A64D5797-680C-5828-B133-0AAC712E5A46}"/>
              </a:ext>
            </a:extLst>
          </p:cNvPr>
          <p:cNvCxnSpPr>
            <a:cxnSpLocks/>
            <a:stCxn id="400" idx="3"/>
            <a:endCxn id="402" idx="1"/>
          </p:cNvCxnSpPr>
          <p:nvPr/>
        </p:nvCxnSpPr>
        <p:spPr>
          <a:xfrm>
            <a:off x="2215442" y="5987656"/>
            <a:ext cx="126382" cy="0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연결선: 꺾임 407">
            <a:extLst>
              <a:ext uri="{FF2B5EF4-FFF2-40B4-BE49-F238E27FC236}">
                <a16:creationId xmlns:a16="http://schemas.microsoft.com/office/drawing/2014/main" id="{15E1A440-10F5-AACF-6700-D182309C8FD8}"/>
              </a:ext>
            </a:extLst>
          </p:cNvPr>
          <p:cNvCxnSpPr>
            <a:cxnSpLocks/>
            <a:stCxn id="398" idx="1"/>
            <a:endCxn id="127" idx="1"/>
          </p:cNvCxnSpPr>
          <p:nvPr/>
        </p:nvCxnSpPr>
        <p:spPr>
          <a:xfrm rot="10800000">
            <a:off x="1271684" y="2958171"/>
            <a:ext cx="12700" cy="2333786"/>
          </a:xfrm>
          <a:prstGeom prst="bentConnector3">
            <a:avLst>
              <a:gd name="adj1" fmla="val 180000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연결선: 꺾임 408">
            <a:extLst>
              <a:ext uri="{FF2B5EF4-FFF2-40B4-BE49-F238E27FC236}">
                <a16:creationId xmlns:a16="http://schemas.microsoft.com/office/drawing/2014/main" id="{03A62D74-B8DD-2791-2E6D-3C43497B470B}"/>
              </a:ext>
            </a:extLst>
          </p:cNvPr>
          <p:cNvCxnSpPr>
            <a:cxnSpLocks/>
            <a:stCxn id="400" idx="1"/>
            <a:endCxn id="127" idx="1"/>
          </p:cNvCxnSpPr>
          <p:nvPr/>
        </p:nvCxnSpPr>
        <p:spPr>
          <a:xfrm rot="10800000">
            <a:off x="1271685" y="2958172"/>
            <a:ext cx="4467" cy="3029485"/>
          </a:xfrm>
          <a:prstGeom prst="bentConnector3">
            <a:avLst>
              <a:gd name="adj1" fmla="val 4924334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연결선: 꺾임 409">
            <a:extLst>
              <a:ext uri="{FF2B5EF4-FFF2-40B4-BE49-F238E27FC236}">
                <a16:creationId xmlns:a16="http://schemas.microsoft.com/office/drawing/2014/main" id="{5D946C3A-9D2B-91CC-88AB-081ED5CE8219}"/>
              </a:ext>
            </a:extLst>
          </p:cNvPr>
          <p:cNvCxnSpPr>
            <a:cxnSpLocks/>
            <a:stCxn id="402" idx="2"/>
            <a:endCxn id="126" idx="1"/>
          </p:cNvCxnSpPr>
          <p:nvPr/>
        </p:nvCxnSpPr>
        <p:spPr>
          <a:xfrm rot="5400000" flipH="1">
            <a:off x="205903" y="3543672"/>
            <a:ext cx="3675815" cy="1535319"/>
          </a:xfrm>
          <a:prstGeom prst="bentConnector4">
            <a:avLst>
              <a:gd name="adj1" fmla="val -6219"/>
              <a:gd name="adj2" fmla="val 129365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순서도: 판단 410">
            <a:extLst>
              <a:ext uri="{FF2B5EF4-FFF2-40B4-BE49-F238E27FC236}">
                <a16:creationId xmlns:a16="http://schemas.microsoft.com/office/drawing/2014/main" id="{091844A0-AB65-9055-1C49-07376D1C559E}"/>
              </a:ext>
            </a:extLst>
          </p:cNvPr>
          <p:cNvSpPr/>
          <p:nvPr/>
        </p:nvSpPr>
        <p:spPr>
          <a:xfrm>
            <a:off x="2774970" y="504165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6BFF122-74FB-FD91-90A8-E97F3E1F82C6}"/>
              </a:ext>
            </a:extLst>
          </p:cNvPr>
          <p:cNvSpPr txBox="1"/>
          <p:nvPr/>
        </p:nvSpPr>
        <p:spPr>
          <a:xfrm>
            <a:off x="2902234" y="5119583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</a:p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13" name="직선 화살표 연결선 412">
            <a:extLst>
              <a:ext uri="{FF2B5EF4-FFF2-40B4-BE49-F238E27FC236}">
                <a16:creationId xmlns:a16="http://schemas.microsoft.com/office/drawing/2014/main" id="{E5E59DF5-9EBA-9513-B076-11B174FFA49D}"/>
              </a:ext>
            </a:extLst>
          </p:cNvPr>
          <p:cNvCxnSpPr>
            <a:cxnSpLocks/>
            <a:stCxn id="396" idx="2"/>
            <a:endCxn id="425" idx="0"/>
          </p:cNvCxnSpPr>
          <p:nvPr/>
        </p:nvCxnSpPr>
        <p:spPr>
          <a:xfrm>
            <a:off x="3244616" y="4273969"/>
            <a:ext cx="4466" cy="161580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화살표 연결선 413">
            <a:extLst>
              <a:ext uri="{FF2B5EF4-FFF2-40B4-BE49-F238E27FC236}">
                <a16:creationId xmlns:a16="http://schemas.microsoft.com/office/drawing/2014/main" id="{2E33892A-2ECD-5474-2A22-D5B9967345F4}"/>
              </a:ext>
            </a:extLst>
          </p:cNvPr>
          <p:cNvCxnSpPr>
            <a:cxnSpLocks/>
            <a:stCxn id="397" idx="2"/>
            <a:endCxn id="424" idx="0"/>
          </p:cNvCxnSpPr>
          <p:nvPr/>
        </p:nvCxnSpPr>
        <p:spPr>
          <a:xfrm flipH="1">
            <a:off x="4735316" y="4507279"/>
            <a:ext cx="1" cy="249828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연결선: 꺾임 414">
            <a:extLst>
              <a:ext uri="{FF2B5EF4-FFF2-40B4-BE49-F238E27FC236}">
                <a16:creationId xmlns:a16="http://schemas.microsoft.com/office/drawing/2014/main" id="{6C57E921-63D7-B3F8-13B5-476169BFA9F7}"/>
              </a:ext>
            </a:extLst>
          </p:cNvPr>
          <p:cNvCxnSpPr>
            <a:cxnSpLocks/>
            <a:stCxn id="388" idx="3"/>
            <a:endCxn id="397" idx="3"/>
          </p:cNvCxnSpPr>
          <p:nvPr/>
        </p:nvCxnSpPr>
        <p:spPr>
          <a:xfrm flipH="1">
            <a:off x="5201777" y="3536478"/>
            <a:ext cx="6372" cy="692563"/>
          </a:xfrm>
          <a:prstGeom prst="bentConnector3">
            <a:avLst>
              <a:gd name="adj1" fmla="val -3587571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AB69DB5C-7DD5-6DDF-1555-080A73917AD3}"/>
              </a:ext>
            </a:extLst>
          </p:cNvPr>
          <p:cNvSpPr txBox="1"/>
          <p:nvPr/>
        </p:nvSpPr>
        <p:spPr>
          <a:xfrm>
            <a:off x="2856344" y="1936007"/>
            <a:ext cx="2234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</a:p>
        </p:txBody>
      </p:sp>
      <p:sp>
        <p:nvSpPr>
          <p:cNvPr id="417" name="사각형: 둥근 모서리 416">
            <a:extLst>
              <a:ext uri="{FF2B5EF4-FFF2-40B4-BE49-F238E27FC236}">
                <a16:creationId xmlns:a16="http://schemas.microsoft.com/office/drawing/2014/main" id="{B122CE39-8C32-19F0-0E80-6CA42010B7CE}"/>
              </a:ext>
            </a:extLst>
          </p:cNvPr>
          <p:cNvSpPr/>
          <p:nvPr/>
        </p:nvSpPr>
        <p:spPr>
          <a:xfrm>
            <a:off x="2774970" y="1855922"/>
            <a:ext cx="2572989" cy="1031385"/>
          </a:xfrm>
          <a:prstGeom prst="roundRect">
            <a:avLst>
              <a:gd name="adj" fmla="val 1722"/>
            </a:avLst>
          </a:prstGeom>
          <a:noFill/>
          <a:ln w="12700">
            <a:solidFill>
              <a:srgbClr val="8AAB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18" name="순서도: 처리 417">
            <a:extLst>
              <a:ext uri="{FF2B5EF4-FFF2-40B4-BE49-F238E27FC236}">
                <a16:creationId xmlns:a16="http://schemas.microsoft.com/office/drawing/2014/main" id="{24E1EE27-FE0D-F716-279A-BF2E93F0C844}"/>
              </a:ext>
            </a:extLst>
          </p:cNvPr>
          <p:cNvSpPr/>
          <p:nvPr/>
        </p:nvSpPr>
        <p:spPr>
          <a:xfrm>
            <a:off x="2937851" y="2327218"/>
            <a:ext cx="990030" cy="44961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</a:t>
            </a:r>
            <a:r>
              <a:rPr lang="en-US" altLang="ko-KR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입력</a:t>
            </a:r>
            <a:endParaRPr lang="en-US" altLang="ko-KR" sz="8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초 이상 유지</a:t>
            </a:r>
            <a:endParaRPr lang="en-US" altLang="ko-KR" sz="8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19" name="순서도: 처리 418">
            <a:extLst>
              <a:ext uri="{FF2B5EF4-FFF2-40B4-BE49-F238E27FC236}">
                <a16:creationId xmlns:a16="http://schemas.microsoft.com/office/drawing/2014/main" id="{A14F6165-A1BA-28EE-43A6-F3855FB29CA5}"/>
              </a:ext>
            </a:extLst>
          </p:cNvPr>
          <p:cNvSpPr/>
          <p:nvPr/>
        </p:nvSpPr>
        <p:spPr>
          <a:xfrm>
            <a:off x="4246748" y="2390442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20" name="연결선: 꺾임 419">
            <a:extLst>
              <a:ext uri="{FF2B5EF4-FFF2-40B4-BE49-F238E27FC236}">
                <a16:creationId xmlns:a16="http://schemas.microsoft.com/office/drawing/2014/main" id="{711FCF90-83DF-6BEA-7E24-F3FEE77EF8FD}"/>
              </a:ext>
            </a:extLst>
          </p:cNvPr>
          <p:cNvCxnSpPr>
            <a:cxnSpLocks/>
            <a:stCxn id="424" idx="2"/>
            <a:endCxn id="126" idx="1"/>
          </p:cNvCxnSpPr>
          <p:nvPr/>
        </p:nvCxnSpPr>
        <p:spPr>
          <a:xfrm rot="5400000" flipH="1">
            <a:off x="1658108" y="2091467"/>
            <a:ext cx="2695252" cy="3459165"/>
          </a:xfrm>
          <a:prstGeom prst="bentConnector4">
            <a:avLst>
              <a:gd name="adj1" fmla="val -44903"/>
              <a:gd name="adj2" fmla="val 113034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직선 화살표 연결선 420">
            <a:extLst>
              <a:ext uri="{FF2B5EF4-FFF2-40B4-BE49-F238E27FC236}">
                <a16:creationId xmlns:a16="http://schemas.microsoft.com/office/drawing/2014/main" id="{3876669F-9B12-7A91-9AFE-3201DBD5BE37}"/>
              </a:ext>
            </a:extLst>
          </p:cNvPr>
          <p:cNvCxnSpPr>
            <a:cxnSpLocks/>
            <a:stCxn id="418" idx="3"/>
            <a:endCxn id="419" idx="1"/>
          </p:cNvCxnSpPr>
          <p:nvPr/>
        </p:nvCxnSpPr>
        <p:spPr>
          <a:xfrm flipV="1">
            <a:off x="3927881" y="2552025"/>
            <a:ext cx="318867" cy="1"/>
          </a:xfrm>
          <a:prstGeom prst="straightConnector1">
            <a:avLst/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연결선: 꺾임 421">
            <a:extLst>
              <a:ext uri="{FF2B5EF4-FFF2-40B4-BE49-F238E27FC236}">
                <a16:creationId xmlns:a16="http://schemas.microsoft.com/office/drawing/2014/main" id="{2A60DB43-AC10-69B0-E42C-3571B94AA92A}"/>
              </a:ext>
            </a:extLst>
          </p:cNvPr>
          <p:cNvCxnSpPr>
            <a:cxnSpLocks/>
            <a:stCxn id="126" idx="0"/>
            <a:endCxn id="418" idx="0"/>
          </p:cNvCxnSpPr>
          <p:nvPr/>
        </p:nvCxnSpPr>
        <p:spPr>
          <a:xfrm rot="16200000" flipH="1">
            <a:off x="2581642" y="1475995"/>
            <a:ext cx="15378" cy="1687069"/>
          </a:xfrm>
          <a:prstGeom prst="bentConnector3">
            <a:avLst>
              <a:gd name="adj1" fmla="val -635401"/>
            </a:avLst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연결선: 꺾임 422">
            <a:extLst>
              <a:ext uri="{FF2B5EF4-FFF2-40B4-BE49-F238E27FC236}">
                <a16:creationId xmlns:a16="http://schemas.microsoft.com/office/drawing/2014/main" id="{AEE782A0-ECAB-16F2-47F1-4A194FD366A6}"/>
              </a:ext>
            </a:extLst>
          </p:cNvPr>
          <p:cNvCxnSpPr>
            <a:cxnSpLocks/>
            <a:stCxn id="419" idx="2"/>
            <a:endCxn id="126" idx="3"/>
          </p:cNvCxnSpPr>
          <p:nvPr/>
        </p:nvCxnSpPr>
        <p:spPr>
          <a:xfrm rot="5400000" flipH="1">
            <a:off x="3345826" y="1343039"/>
            <a:ext cx="240184" cy="2500952"/>
          </a:xfrm>
          <a:prstGeom prst="bentConnector4">
            <a:avLst>
              <a:gd name="adj1" fmla="val -144384"/>
              <a:gd name="adj2" fmla="val 88648"/>
            </a:avLst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순서도: 문서 423">
            <a:extLst>
              <a:ext uri="{FF2B5EF4-FFF2-40B4-BE49-F238E27FC236}">
                <a16:creationId xmlns:a16="http://schemas.microsoft.com/office/drawing/2014/main" id="{5B87E636-F61B-5AF5-4872-42E5A78F5CD3}"/>
              </a:ext>
            </a:extLst>
          </p:cNvPr>
          <p:cNvSpPr/>
          <p:nvPr/>
        </p:nvSpPr>
        <p:spPr>
          <a:xfrm>
            <a:off x="4188728" y="4757107"/>
            <a:ext cx="1093176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</a:t>
            </a:r>
            <a:r>
              <a:rPr lang="ko-KR" altLang="en-US" sz="800" dirty="0" err="1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요과음</a:t>
            </a: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애니메이션</a:t>
            </a:r>
          </a:p>
        </p:txBody>
      </p:sp>
      <p:sp>
        <p:nvSpPr>
          <p:cNvPr id="425" name="순서도: 문서 424">
            <a:extLst>
              <a:ext uri="{FF2B5EF4-FFF2-40B4-BE49-F238E27FC236}">
                <a16:creationId xmlns:a16="http://schemas.microsoft.com/office/drawing/2014/main" id="{D3E9F9E6-1B2A-D7CA-CE3D-84D1D94DC3FA}"/>
              </a:ext>
            </a:extLst>
          </p:cNvPr>
          <p:cNvSpPr/>
          <p:nvPr/>
        </p:nvSpPr>
        <p:spPr>
          <a:xfrm>
            <a:off x="2779436" y="4435549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애니메이션</a:t>
            </a:r>
          </a:p>
        </p:txBody>
      </p:sp>
      <p:sp>
        <p:nvSpPr>
          <p:cNvPr id="426" name="순서도: 문서 425">
            <a:extLst>
              <a:ext uri="{FF2B5EF4-FFF2-40B4-BE49-F238E27FC236}">
                <a16:creationId xmlns:a16="http://schemas.microsoft.com/office/drawing/2014/main" id="{1C1DA48E-3B9E-08B5-55A0-F14FBDF76160}"/>
              </a:ext>
            </a:extLst>
          </p:cNvPr>
          <p:cNvSpPr/>
          <p:nvPr/>
        </p:nvSpPr>
        <p:spPr>
          <a:xfrm>
            <a:off x="1271684" y="4434675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효과음 </a:t>
            </a:r>
            <a:r>
              <a:rPr lang="en-US" altLang="ko-KR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애니메이션</a:t>
            </a:r>
          </a:p>
        </p:txBody>
      </p:sp>
      <p:cxnSp>
        <p:nvCxnSpPr>
          <p:cNvPr id="427" name="직선 화살표 연결선 426">
            <a:extLst>
              <a:ext uri="{FF2B5EF4-FFF2-40B4-BE49-F238E27FC236}">
                <a16:creationId xmlns:a16="http://schemas.microsoft.com/office/drawing/2014/main" id="{2156B167-7DDC-A61A-E160-287DA09C6F4F}"/>
              </a:ext>
            </a:extLst>
          </p:cNvPr>
          <p:cNvCxnSpPr>
            <a:cxnSpLocks/>
            <a:stCxn id="426" idx="2"/>
            <a:endCxn id="398" idx="0"/>
          </p:cNvCxnSpPr>
          <p:nvPr/>
        </p:nvCxnSpPr>
        <p:spPr>
          <a:xfrm>
            <a:off x="1741330" y="4846243"/>
            <a:ext cx="0" cy="19541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화살표 연결선 427">
            <a:extLst>
              <a:ext uri="{FF2B5EF4-FFF2-40B4-BE49-F238E27FC236}">
                <a16:creationId xmlns:a16="http://schemas.microsoft.com/office/drawing/2014/main" id="{C30674CC-7B4F-D06A-58E4-9B6AC18E8498}"/>
              </a:ext>
            </a:extLst>
          </p:cNvPr>
          <p:cNvCxnSpPr>
            <a:cxnSpLocks/>
            <a:stCxn id="425" idx="2"/>
            <a:endCxn id="411" idx="0"/>
          </p:cNvCxnSpPr>
          <p:nvPr/>
        </p:nvCxnSpPr>
        <p:spPr>
          <a:xfrm flipH="1">
            <a:off x="3244616" y="4847117"/>
            <a:ext cx="4466" cy="194541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순서도: 문서 428">
            <a:extLst>
              <a:ext uri="{FF2B5EF4-FFF2-40B4-BE49-F238E27FC236}">
                <a16:creationId xmlns:a16="http://schemas.microsoft.com/office/drawing/2014/main" id="{11B28349-BEBC-0A85-6644-ECCCE81C2ED1}"/>
              </a:ext>
            </a:extLst>
          </p:cNvPr>
          <p:cNvSpPr/>
          <p:nvPr/>
        </p:nvSpPr>
        <p:spPr>
          <a:xfrm>
            <a:off x="3407497" y="5767303"/>
            <a:ext cx="1185406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거친 호흡 효과음</a:t>
            </a:r>
            <a:endParaRPr lang="en-US" altLang="ko-KR" sz="800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거친 호흡 애니메이션</a:t>
            </a:r>
            <a:endParaRPr lang="en-US" altLang="ko-KR" sz="800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30" name="직선 화살표 연결선 429">
            <a:extLst>
              <a:ext uri="{FF2B5EF4-FFF2-40B4-BE49-F238E27FC236}">
                <a16:creationId xmlns:a16="http://schemas.microsoft.com/office/drawing/2014/main" id="{136544BE-8638-A8B7-6A4A-F7313E5A483A}"/>
              </a:ext>
            </a:extLst>
          </p:cNvPr>
          <p:cNvCxnSpPr>
            <a:cxnSpLocks/>
            <a:stCxn id="402" idx="3"/>
            <a:endCxn id="429" idx="1"/>
          </p:cNvCxnSpPr>
          <p:nvPr/>
        </p:nvCxnSpPr>
        <p:spPr>
          <a:xfrm flipV="1">
            <a:off x="3281115" y="5987655"/>
            <a:ext cx="126382" cy="1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사각형: 둥근 모서리 430">
            <a:extLst>
              <a:ext uri="{FF2B5EF4-FFF2-40B4-BE49-F238E27FC236}">
                <a16:creationId xmlns:a16="http://schemas.microsoft.com/office/drawing/2014/main" id="{0DDD1E50-6254-FED1-61EE-2745FF8A8C56}"/>
              </a:ext>
            </a:extLst>
          </p:cNvPr>
          <p:cNvSpPr/>
          <p:nvPr/>
        </p:nvSpPr>
        <p:spPr>
          <a:xfrm>
            <a:off x="4622695" y="1933637"/>
            <a:ext cx="638248" cy="219588"/>
          </a:xfrm>
          <a:prstGeom prst="roundRect">
            <a:avLst>
              <a:gd name="adj" fmla="val 6783"/>
            </a:avLst>
          </a:prstGeom>
          <a:solidFill>
            <a:srgbClr val="DDEEFF"/>
          </a:solidFill>
          <a:ln w="12700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69B4FF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예외 흐름</a:t>
            </a:r>
          </a:p>
        </p:txBody>
      </p:sp>
      <p:cxnSp>
        <p:nvCxnSpPr>
          <p:cNvPr id="432" name="직선 화살표 연결선 431">
            <a:extLst>
              <a:ext uri="{FF2B5EF4-FFF2-40B4-BE49-F238E27FC236}">
                <a16:creationId xmlns:a16="http://schemas.microsoft.com/office/drawing/2014/main" id="{A9413E31-8E6B-DAAC-7789-B398639A4243}"/>
              </a:ext>
            </a:extLst>
          </p:cNvPr>
          <p:cNvCxnSpPr>
            <a:cxnSpLocks/>
          </p:cNvCxnSpPr>
          <p:nvPr/>
        </p:nvCxnSpPr>
        <p:spPr>
          <a:xfrm>
            <a:off x="1952108" y="1516410"/>
            <a:ext cx="189888" cy="0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직선 화살표 연결선 432">
            <a:extLst>
              <a:ext uri="{FF2B5EF4-FFF2-40B4-BE49-F238E27FC236}">
                <a16:creationId xmlns:a16="http://schemas.microsoft.com/office/drawing/2014/main" id="{6042BB91-3D23-C03D-340E-327CA50F6041}"/>
              </a:ext>
            </a:extLst>
          </p:cNvPr>
          <p:cNvCxnSpPr>
            <a:cxnSpLocks/>
          </p:cNvCxnSpPr>
          <p:nvPr/>
        </p:nvCxnSpPr>
        <p:spPr>
          <a:xfrm>
            <a:off x="2528328" y="1525669"/>
            <a:ext cx="189888" cy="0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" name="TextBox 433">
            <a:extLst>
              <a:ext uri="{FF2B5EF4-FFF2-40B4-BE49-F238E27FC236}">
                <a16:creationId xmlns:a16="http://schemas.microsoft.com/office/drawing/2014/main" id="{21CB63BA-4D26-BB50-58B0-6ECB0465A1CB}"/>
              </a:ext>
            </a:extLst>
          </p:cNvPr>
          <p:cNvSpPr txBox="1"/>
          <p:nvPr/>
        </p:nvSpPr>
        <p:spPr>
          <a:xfrm>
            <a:off x="2171761" y="1415677"/>
            <a:ext cx="2872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1AD457E1-1135-FFF4-61A9-E7229CBE3A50}"/>
              </a:ext>
            </a:extLst>
          </p:cNvPr>
          <p:cNvSpPr txBox="1"/>
          <p:nvPr/>
        </p:nvSpPr>
        <p:spPr>
          <a:xfrm>
            <a:off x="2750363" y="1417947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아니오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36" name="연결선: 꺾임 435">
            <a:extLst>
              <a:ext uri="{FF2B5EF4-FFF2-40B4-BE49-F238E27FC236}">
                <a16:creationId xmlns:a16="http://schemas.microsoft.com/office/drawing/2014/main" id="{93653757-797F-F2B9-22C0-19B7A757532D}"/>
              </a:ext>
            </a:extLst>
          </p:cNvPr>
          <p:cNvCxnSpPr>
            <a:cxnSpLocks/>
            <a:stCxn id="411" idx="1"/>
            <a:endCxn id="126" idx="3"/>
          </p:cNvCxnSpPr>
          <p:nvPr/>
        </p:nvCxnSpPr>
        <p:spPr>
          <a:xfrm rot="10800000">
            <a:off x="2215442" y="2473423"/>
            <a:ext cx="559528" cy="2818534"/>
          </a:xfrm>
          <a:prstGeom prst="bentConnector3">
            <a:avLst>
              <a:gd name="adj1" fmla="val 50000"/>
            </a:avLst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순서도: 처리 436">
            <a:extLst>
              <a:ext uri="{FF2B5EF4-FFF2-40B4-BE49-F238E27FC236}">
                <a16:creationId xmlns:a16="http://schemas.microsoft.com/office/drawing/2014/main" id="{833570C1-8A78-8D35-8512-03D8BAD3ED66}"/>
              </a:ext>
            </a:extLst>
          </p:cNvPr>
          <p:cNvSpPr/>
          <p:nvPr/>
        </p:nvSpPr>
        <p:spPr>
          <a:xfrm>
            <a:off x="6537478" y="2447836"/>
            <a:ext cx="1064080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</a:t>
            </a:r>
            <a:r>
              <a:rPr lang="en-US" altLang="ko-KR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회복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0" name="순서도: 처리 439">
            <a:extLst>
              <a:ext uri="{FF2B5EF4-FFF2-40B4-BE49-F238E27FC236}">
                <a16:creationId xmlns:a16="http://schemas.microsoft.com/office/drawing/2014/main" id="{C229CF2F-231C-13C0-58F5-1772648D7CDE}"/>
              </a:ext>
            </a:extLst>
          </p:cNvPr>
          <p:cNvSpPr/>
          <p:nvPr/>
        </p:nvSpPr>
        <p:spPr>
          <a:xfrm>
            <a:off x="7808972" y="2447836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누적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1" name="순서도: 판단 440">
            <a:extLst>
              <a:ext uri="{FF2B5EF4-FFF2-40B4-BE49-F238E27FC236}">
                <a16:creationId xmlns:a16="http://schemas.microsoft.com/office/drawing/2014/main" id="{E83FAFB7-C90D-6832-94BC-B311D7D55DA7}"/>
              </a:ext>
            </a:extLst>
          </p:cNvPr>
          <p:cNvSpPr/>
          <p:nvPr/>
        </p:nvSpPr>
        <p:spPr>
          <a:xfrm>
            <a:off x="7808972" y="2940663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2AFD5BD7-E190-1DF3-B6D2-76CCFF7616D3}"/>
              </a:ext>
            </a:extLst>
          </p:cNvPr>
          <p:cNvSpPr txBox="1"/>
          <p:nvPr/>
        </p:nvSpPr>
        <p:spPr>
          <a:xfrm>
            <a:off x="7939421" y="3026447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자극도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3" name="순서도: 처리 442">
            <a:extLst>
              <a:ext uri="{FF2B5EF4-FFF2-40B4-BE49-F238E27FC236}">
                <a16:creationId xmlns:a16="http://schemas.microsoft.com/office/drawing/2014/main" id="{A62D9769-A5F1-C363-3F88-F816BDC48376}"/>
              </a:ext>
            </a:extLst>
          </p:cNvPr>
          <p:cNvSpPr/>
          <p:nvPr/>
        </p:nvSpPr>
        <p:spPr>
          <a:xfrm>
            <a:off x="7808970" y="361092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4" name="순서도: 문서 443">
            <a:extLst>
              <a:ext uri="{FF2B5EF4-FFF2-40B4-BE49-F238E27FC236}">
                <a16:creationId xmlns:a16="http://schemas.microsoft.com/office/drawing/2014/main" id="{60F33588-EBE4-C082-9880-C75B24593AF1}"/>
              </a:ext>
            </a:extLst>
          </p:cNvPr>
          <p:cNvSpPr/>
          <p:nvPr/>
        </p:nvSpPr>
        <p:spPr>
          <a:xfrm>
            <a:off x="7808969" y="4103750"/>
            <a:ext cx="939291" cy="690554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효과음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애니메이션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endParaRPr lang="ko-KR" altLang="en-US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5" name="순서도: 처리 444">
            <a:extLst>
              <a:ext uri="{FF2B5EF4-FFF2-40B4-BE49-F238E27FC236}">
                <a16:creationId xmlns:a16="http://schemas.microsoft.com/office/drawing/2014/main" id="{549F96EB-9639-8D8E-DA8C-291EF1A67C16}"/>
              </a:ext>
            </a:extLst>
          </p:cNvPr>
          <p:cNvSpPr/>
          <p:nvPr/>
        </p:nvSpPr>
        <p:spPr>
          <a:xfrm>
            <a:off x="8955668" y="2447836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누적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6" name="순서도: 판단 445">
            <a:extLst>
              <a:ext uri="{FF2B5EF4-FFF2-40B4-BE49-F238E27FC236}">
                <a16:creationId xmlns:a16="http://schemas.microsoft.com/office/drawing/2014/main" id="{0C48F809-F8B5-C3E0-BA76-BB4E488312E7}"/>
              </a:ext>
            </a:extLst>
          </p:cNvPr>
          <p:cNvSpPr/>
          <p:nvPr/>
        </p:nvSpPr>
        <p:spPr>
          <a:xfrm>
            <a:off x="8955668" y="2940663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5C91C4FC-A851-7353-E4D7-A9B9C997F039}"/>
              </a:ext>
            </a:extLst>
          </p:cNvPr>
          <p:cNvSpPr txBox="1"/>
          <p:nvPr/>
        </p:nvSpPr>
        <p:spPr>
          <a:xfrm>
            <a:off x="9086117" y="3026447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8" name="순서도: 처리 447">
            <a:extLst>
              <a:ext uri="{FF2B5EF4-FFF2-40B4-BE49-F238E27FC236}">
                <a16:creationId xmlns:a16="http://schemas.microsoft.com/office/drawing/2014/main" id="{D14B7734-8A0B-84E2-C395-E46E8670E916}"/>
              </a:ext>
            </a:extLst>
          </p:cNvPr>
          <p:cNvSpPr/>
          <p:nvPr/>
        </p:nvSpPr>
        <p:spPr>
          <a:xfrm>
            <a:off x="8955666" y="361092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9" name="순서도: 문서 448">
            <a:extLst>
              <a:ext uri="{FF2B5EF4-FFF2-40B4-BE49-F238E27FC236}">
                <a16:creationId xmlns:a16="http://schemas.microsoft.com/office/drawing/2014/main" id="{CB5070DB-1DD9-F7D1-3080-B8D852E33888}"/>
              </a:ext>
            </a:extLst>
          </p:cNvPr>
          <p:cNvSpPr/>
          <p:nvPr/>
        </p:nvSpPr>
        <p:spPr>
          <a:xfrm>
            <a:off x="8955665" y="4103750"/>
            <a:ext cx="939291" cy="690554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효과음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애니메이션</a:t>
            </a:r>
          </a:p>
        </p:txBody>
      </p:sp>
      <p:sp>
        <p:nvSpPr>
          <p:cNvPr id="450" name="순서도: 판단 449">
            <a:extLst>
              <a:ext uri="{FF2B5EF4-FFF2-40B4-BE49-F238E27FC236}">
                <a16:creationId xmlns:a16="http://schemas.microsoft.com/office/drawing/2014/main" id="{274358EA-B38C-A123-F798-8B201DBFD8CC}"/>
              </a:ext>
            </a:extLst>
          </p:cNvPr>
          <p:cNvSpPr/>
          <p:nvPr/>
        </p:nvSpPr>
        <p:spPr>
          <a:xfrm>
            <a:off x="8955668" y="5011776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E1A54148-D0E5-B7DD-50C2-049B20F14B89}"/>
              </a:ext>
            </a:extLst>
          </p:cNvPr>
          <p:cNvSpPr txBox="1"/>
          <p:nvPr/>
        </p:nvSpPr>
        <p:spPr>
          <a:xfrm>
            <a:off x="9086117" y="5097560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2" name="직선 화살표 연결선 451">
            <a:extLst>
              <a:ext uri="{FF2B5EF4-FFF2-40B4-BE49-F238E27FC236}">
                <a16:creationId xmlns:a16="http://schemas.microsoft.com/office/drawing/2014/main" id="{94A46A4F-0F29-E85D-C9AD-59CB3F306506}"/>
              </a:ext>
            </a:extLst>
          </p:cNvPr>
          <p:cNvCxnSpPr>
            <a:cxnSpLocks/>
            <a:endCxn id="437" idx="0"/>
          </p:cNvCxnSpPr>
          <p:nvPr/>
        </p:nvCxnSpPr>
        <p:spPr>
          <a:xfrm flipH="1">
            <a:off x="7069518" y="2278174"/>
            <a:ext cx="2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직선 화살표 연결선 452">
            <a:extLst>
              <a:ext uri="{FF2B5EF4-FFF2-40B4-BE49-F238E27FC236}">
                <a16:creationId xmlns:a16="http://schemas.microsoft.com/office/drawing/2014/main" id="{91BB1C2D-D963-FC4F-5F2F-63FD678B081A}"/>
              </a:ext>
            </a:extLst>
          </p:cNvPr>
          <p:cNvCxnSpPr>
            <a:cxnSpLocks/>
            <a:endCxn id="440" idx="0"/>
          </p:cNvCxnSpPr>
          <p:nvPr/>
        </p:nvCxnSpPr>
        <p:spPr>
          <a:xfrm flipH="1">
            <a:off x="8278618" y="2278174"/>
            <a:ext cx="2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직선 화살표 연결선 453">
            <a:extLst>
              <a:ext uri="{FF2B5EF4-FFF2-40B4-BE49-F238E27FC236}">
                <a16:creationId xmlns:a16="http://schemas.microsoft.com/office/drawing/2014/main" id="{FDDB11BF-8FD3-A9A1-1F4C-4A7C0034EB66}"/>
              </a:ext>
            </a:extLst>
          </p:cNvPr>
          <p:cNvCxnSpPr>
            <a:cxnSpLocks/>
            <a:endCxn id="445" idx="0"/>
          </p:cNvCxnSpPr>
          <p:nvPr/>
        </p:nvCxnSpPr>
        <p:spPr>
          <a:xfrm flipH="1">
            <a:off x="9425314" y="2278174"/>
            <a:ext cx="5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순서도: 처리 454">
            <a:extLst>
              <a:ext uri="{FF2B5EF4-FFF2-40B4-BE49-F238E27FC236}">
                <a16:creationId xmlns:a16="http://schemas.microsoft.com/office/drawing/2014/main" id="{85B4AB80-D17F-4A43-099D-EA90F34D98ED}"/>
              </a:ext>
            </a:extLst>
          </p:cNvPr>
          <p:cNvSpPr/>
          <p:nvPr/>
        </p:nvSpPr>
        <p:spPr>
          <a:xfrm>
            <a:off x="7808969" y="5106291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6" name="직선 화살표 연결선 455">
            <a:extLst>
              <a:ext uri="{FF2B5EF4-FFF2-40B4-BE49-F238E27FC236}">
                <a16:creationId xmlns:a16="http://schemas.microsoft.com/office/drawing/2014/main" id="{8BAFE561-D91B-B1C8-9772-FC1C14760FD2}"/>
              </a:ext>
            </a:extLst>
          </p:cNvPr>
          <p:cNvCxnSpPr>
            <a:cxnSpLocks/>
            <a:stCxn id="455" idx="1"/>
            <a:endCxn id="467" idx="3"/>
          </p:cNvCxnSpPr>
          <p:nvPr/>
        </p:nvCxnSpPr>
        <p:spPr>
          <a:xfrm flipH="1">
            <a:off x="7539163" y="5267874"/>
            <a:ext cx="269806" cy="135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순서도: 처리 456">
            <a:extLst>
              <a:ext uri="{FF2B5EF4-FFF2-40B4-BE49-F238E27FC236}">
                <a16:creationId xmlns:a16="http://schemas.microsoft.com/office/drawing/2014/main" id="{8903F11E-C322-EB8E-A4C6-B98B7A7FDBA5}"/>
              </a:ext>
            </a:extLst>
          </p:cNvPr>
          <p:cNvSpPr/>
          <p:nvPr/>
        </p:nvSpPr>
        <p:spPr>
          <a:xfrm>
            <a:off x="10102358" y="2443201"/>
            <a:ext cx="939291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8" name="직선 화살표 연결선 457">
            <a:extLst>
              <a:ext uri="{FF2B5EF4-FFF2-40B4-BE49-F238E27FC236}">
                <a16:creationId xmlns:a16="http://schemas.microsoft.com/office/drawing/2014/main" id="{6E63F4A2-8AEE-1ABF-8E47-5CECDEEC2D26}"/>
              </a:ext>
            </a:extLst>
          </p:cNvPr>
          <p:cNvCxnSpPr>
            <a:cxnSpLocks/>
            <a:endCxn id="457" idx="0"/>
          </p:cNvCxnSpPr>
          <p:nvPr/>
        </p:nvCxnSpPr>
        <p:spPr>
          <a:xfrm>
            <a:off x="10572004" y="2278174"/>
            <a:ext cx="0" cy="165027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순서도: 판단 458">
            <a:extLst>
              <a:ext uri="{FF2B5EF4-FFF2-40B4-BE49-F238E27FC236}">
                <a16:creationId xmlns:a16="http://schemas.microsoft.com/office/drawing/2014/main" id="{8BC4B43D-A6B5-F9B2-A623-FB9621E6B35B}"/>
              </a:ext>
            </a:extLst>
          </p:cNvPr>
          <p:cNvSpPr/>
          <p:nvPr/>
        </p:nvSpPr>
        <p:spPr>
          <a:xfrm>
            <a:off x="10102358" y="3153490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682100FE-9F1D-F2B2-5B2E-1ED63BF7846E}"/>
              </a:ext>
            </a:extLst>
          </p:cNvPr>
          <p:cNvSpPr txBox="1"/>
          <p:nvPr/>
        </p:nvSpPr>
        <p:spPr>
          <a:xfrm>
            <a:off x="10232807" y="3300829"/>
            <a:ext cx="6783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입력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1" name="순서도: 처리 460">
            <a:extLst>
              <a:ext uri="{FF2B5EF4-FFF2-40B4-BE49-F238E27FC236}">
                <a16:creationId xmlns:a16="http://schemas.microsoft.com/office/drawing/2014/main" id="{DB2357CB-5F09-2B1C-88EA-66063A8FED80}"/>
              </a:ext>
            </a:extLst>
          </p:cNvPr>
          <p:cNvSpPr/>
          <p:nvPr/>
        </p:nvSpPr>
        <p:spPr>
          <a:xfrm>
            <a:off x="10102358" y="3823749"/>
            <a:ext cx="939291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급감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-100/s</a:t>
            </a:r>
          </a:p>
        </p:txBody>
      </p:sp>
      <p:sp>
        <p:nvSpPr>
          <p:cNvPr id="462" name="순서도: 판단 461">
            <a:extLst>
              <a:ext uri="{FF2B5EF4-FFF2-40B4-BE49-F238E27FC236}">
                <a16:creationId xmlns:a16="http://schemas.microsoft.com/office/drawing/2014/main" id="{273BA699-3789-6116-C612-6D2F5DFD5484}"/>
              </a:ext>
            </a:extLst>
          </p:cNvPr>
          <p:cNvSpPr/>
          <p:nvPr/>
        </p:nvSpPr>
        <p:spPr>
          <a:xfrm>
            <a:off x="8955669" y="5752090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C97AB449-1F93-5D68-96B3-7F7D44AD058D}"/>
              </a:ext>
            </a:extLst>
          </p:cNvPr>
          <p:cNvSpPr txBox="1"/>
          <p:nvPr/>
        </p:nvSpPr>
        <p:spPr>
          <a:xfrm>
            <a:off x="9086118" y="5837874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4" name="직선 화살표 연결선 463">
            <a:extLst>
              <a:ext uri="{FF2B5EF4-FFF2-40B4-BE49-F238E27FC236}">
                <a16:creationId xmlns:a16="http://schemas.microsoft.com/office/drawing/2014/main" id="{4576AF34-2367-5C98-8A35-38BAAC678DFF}"/>
              </a:ext>
            </a:extLst>
          </p:cNvPr>
          <p:cNvCxnSpPr>
            <a:cxnSpLocks/>
            <a:stCxn id="459" idx="2"/>
            <a:endCxn id="461" idx="0"/>
          </p:cNvCxnSpPr>
          <p:nvPr/>
        </p:nvCxnSpPr>
        <p:spPr>
          <a:xfrm>
            <a:off x="10572004" y="3654088"/>
            <a:ext cx="0" cy="169661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순서도: 처리 464">
            <a:extLst>
              <a:ext uri="{FF2B5EF4-FFF2-40B4-BE49-F238E27FC236}">
                <a16:creationId xmlns:a16="http://schemas.microsoft.com/office/drawing/2014/main" id="{C530BB8C-FE9F-0A72-CBCA-89F9B4074B12}"/>
              </a:ext>
            </a:extLst>
          </p:cNvPr>
          <p:cNvSpPr/>
          <p:nvPr/>
        </p:nvSpPr>
        <p:spPr>
          <a:xfrm>
            <a:off x="7808969" y="5846070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6" name="직선 화살표 연결선 465">
            <a:extLst>
              <a:ext uri="{FF2B5EF4-FFF2-40B4-BE49-F238E27FC236}">
                <a16:creationId xmlns:a16="http://schemas.microsoft.com/office/drawing/2014/main" id="{6A14FB10-43BC-83F3-FFD5-78A1F7390FFD}"/>
              </a:ext>
            </a:extLst>
          </p:cNvPr>
          <p:cNvCxnSpPr>
            <a:cxnSpLocks/>
            <a:stCxn id="465" idx="1"/>
            <a:endCxn id="487" idx="3"/>
          </p:cNvCxnSpPr>
          <p:nvPr/>
        </p:nvCxnSpPr>
        <p:spPr>
          <a:xfrm flipH="1">
            <a:off x="7539163" y="6007653"/>
            <a:ext cx="269806" cy="0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순서도: 문서 466">
            <a:extLst>
              <a:ext uri="{FF2B5EF4-FFF2-40B4-BE49-F238E27FC236}">
                <a16:creationId xmlns:a16="http://schemas.microsoft.com/office/drawing/2014/main" id="{DAF1DF59-EFDE-D77C-85F4-648BD0B3AFC3}"/>
              </a:ext>
            </a:extLst>
          </p:cNvPr>
          <p:cNvSpPr/>
          <p:nvPr/>
        </p:nvSpPr>
        <p:spPr>
          <a:xfrm>
            <a:off x="6599872" y="5048874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 연출</a:t>
            </a:r>
          </a:p>
        </p:txBody>
      </p:sp>
      <p:cxnSp>
        <p:nvCxnSpPr>
          <p:cNvPr id="468" name="직선 화살표 연결선 467">
            <a:extLst>
              <a:ext uri="{FF2B5EF4-FFF2-40B4-BE49-F238E27FC236}">
                <a16:creationId xmlns:a16="http://schemas.microsoft.com/office/drawing/2014/main" id="{DA0CE2FE-C9FD-44FC-8DE4-B6B1EEE52B3E}"/>
              </a:ext>
            </a:extLst>
          </p:cNvPr>
          <p:cNvCxnSpPr>
            <a:cxnSpLocks/>
            <a:stCxn id="449" idx="2"/>
            <a:endCxn id="450" idx="0"/>
          </p:cNvCxnSpPr>
          <p:nvPr/>
        </p:nvCxnSpPr>
        <p:spPr>
          <a:xfrm>
            <a:off x="9425311" y="4748651"/>
            <a:ext cx="3" cy="26312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직선 화살표 연결선 468">
            <a:extLst>
              <a:ext uri="{FF2B5EF4-FFF2-40B4-BE49-F238E27FC236}">
                <a16:creationId xmlns:a16="http://schemas.microsoft.com/office/drawing/2014/main" id="{E992BD00-B97D-1443-59AD-7D3A2BF554BC}"/>
              </a:ext>
            </a:extLst>
          </p:cNvPr>
          <p:cNvCxnSpPr>
            <a:cxnSpLocks/>
            <a:stCxn id="446" idx="2"/>
            <a:endCxn id="448" idx="0"/>
          </p:cNvCxnSpPr>
          <p:nvPr/>
        </p:nvCxnSpPr>
        <p:spPr>
          <a:xfrm flipH="1">
            <a:off x="9425312" y="3441261"/>
            <a:ext cx="2" cy="169662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직선 화살표 연결선 469">
            <a:extLst>
              <a:ext uri="{FF2B5EF4-FFF2-40B4-BE49-F238E27FC236}">
                <a16:creationId xmlns:a16="http://schemas.microsoft.com/office/drawing/2014/main" id="{5AFFEBC2-76F4-0972-C321-387FABBA191A}"/>
              </a:ext>
            </a:extLst>
          </p:cNvPr>
          <p:cNvCxnSpPr>
            <a:cxnSpLocks/>
            <a:stCxn id="441" idx="2"/>
            <a:endCxn id="443" idx="0"/>
          </p:cNvCxnSpPr>
          <p:nvPr/>
        </p:nvCxnSpPr>
        <p:spPr>
          <a:xfrm flipH="1">
            <a:off x="8278616" y="3441261"/>
            <a:ext cx="2" cy="169662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연결선: 꺾임 470">
            <a:extLst>
              <a:ext uri="{FF2B5EF4-FFF2-40B4-BE49-F238E27FC236}">
                <a16:creationId xmlns:a16="http://schemas.microsoft.com/office/drawing/2014/main" id="{7A178668-6037-AE4A-5877-7D5B0BE2CB4D}"/>
              </a:ext>
            </a:extLst>
          </p:cNvPr>
          <p:cNvCxnSpPr>
            <a:cxnSpLocks/>
            <a:stCxn id="441" idx="1"/>
            <a:endCxn id="440" idx="1"/>
          </p:cNvCxnSpPr>
          <p:nvPr/>
        </p:nvCxnSpPr>
        <p:spPr>
          <a:xfrm rot="10800000">
            <a:off x="7808972" y="2609420"/>
            <a:ext cx="12700" cy="581543"/>
          </a:xfrm>
          <a:prstGeom prst="bentConnector3">
            <a:avLst>
              <a:gd name="adj1" fmla="val 91837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연결선: 꺾임 471">
            <a:extLst>
              <a:ext uri="{FF2B5EF4-FFF2-40B4-BE49-F238E27FC236}">
                <a16:creationId xmlns:a16="http://schemas.microsoft.com/office/drawing/2014/main" id="{AFE91069-56FA-AD91-8356-F4EAFCDCC48D}"/>
              </a:ext>
            </a:extLst>
          </p:cNvPr>
          <p:cNvCxnSpPr>
            <a:cxnSpLocks/>
            <a:stCxn id="446" idx="1"/>
            <a:endCxn id="445" idx="1"/>
          </p:cNvCxnSpPr>
          <p:nvPr/>
        </p:nvCxnSpPr>
        <p:spPr>
          <a:xfrm rot="10800000">
            <a:off x="8955668" y="2609420"/>
            <a:ext cx="12700" cy="581543"/>
          </a:xfrm>
          <a:prstGeom prst="bentConnector3">
            <a:avLst>
              <a:gd name="adj1" fmla="val 91837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연결선: 꺾임 472">
            <a:extLst>
              <a:ext uri="{FF2B5EF4-FFF2-40B4-BE49-F238E27FC236}">
                <a16:creationId xmlns:a16="http://schemas.microsoft.com/office/drawing/2014/main" id="{B247439F-F21F-ADA9-58C0-D8B987774AF4}"/>
              </a:ext>
            </a:extLst>
          </p:cNvPr>
          <p:cNvCxnSpPr>
            <a:cxnSpLocks/>
            <a:stCxn id="459" idx="3"/>
            <a:endCxn id="497" idx="3"/>
          </p:cNvCxnSpPr>
          <p:nvPr/>
        </p:nvCxnSpPr>
        <p:spPr>
          <a:xfrm>
            <a:off x="11041649" y="3403789"/>
            <a:ext cx="223096" cy="1449860"/>
          </a:xfrm>
          <a:prstGeom prst="bentConnector3">
            <a:avLst>
              <a:gd name="adj1" fmla="val 148031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연결선: 꺾임 473">
            <a:extLst>
              <a:ext uri="{FF2B5EF4-FFF2-40B4-BE49-F238E27FC236}">
                <a16:creationId xmlns:a16="http://schemas.microsoft.com/office/drawing/2014/main" id="{08B66F3D-CE84-DFF7-7CDA-7566082AEB89}"/>
              </a:ext>
            </a:extLst>
          </p:cNvPr>
          <p:cNvCxnSpPr>
            <a:cxnSpLocks/>
            <a:stCxn id="450" idx="1"/>
            <a:endCxn id="445" idx="1"/>
          </p:cNvCxnSpPr>
          <p:nvPr/>
        </p:nvCxnSpPr>
        <p:spPr>
          <a:xfrm rot="10800000">
            <a:off x="8955668" y="2609419"/>
            <a:ext cx="12700" cy="2652656"/>
          </a:xfrm>
          <a:prstGeom prst="bentConnector3">
            <a:avLst>
              <a:gd name="adj1" fmla="val 918362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연결선: 꺾임 474">
            <a:extLst>
              <a:ext uri="{FF2B5EF4-FFF2-40B4-BE49-F238E27FC236}">
                <a16:creationId xmlns:a16="http://schemas.microsoft.com/office/drawing/2014/main" id="{EA0600E3-3CB3-2087-D12B-FD0E80A39F38}"/>
              </a:ext>
            </a:extLst>
          </p:cNvPr>
          <p:cNvCxnSpPr>
            <a:cxnSpLocks/>
            <a:stCxn id="462" idx="3"/>
            <a:endCxn id="457" idx="1"/>
          </p:cNvCxnSpPr>
          <p:nvPr/>
        </p:nvCxnSpPr>
        <p:spPr>
          <a:xfrm flipV="1">
            <a:off x="9894960" y="2711769"/>
            <a:ext cx="207398" cy="3290620"/>
          </a:xfrm>
          <a:prstGeom prst="bentConnector3">
            <a:avLst>
              <a:gd name="adj1" fmla="val 33467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화살표 연결선 475">
            <a:extLst>
              <a:ext uri="{FF2B5EF4-FFF2-40B4-BE49-F238E27FC236}">
                <a16:creationId xmlns:a16="http://schemas.microsoft.com/office/drawing/2014/main" id="{106DCDC1-B6B6-9BAB-76B0-15F18CEB1A98}"/>
              </a:ext>
            </a:extLst>
          </p:cNvPr>
          <p:cNvCxnSpPr>
            <a:cxnSpLocks/>
            <a:stCxn id="448" idx="2"/>
            <a:endCxn id="449" idx="0"/>
          </p:cNvCxnSpPr>
          <p:nvPr/>
        </p:nvCxnSpPr>
        <p:spPr>
          <a:xfrm flipH="1">
            <a:off x="9425311" y="3934088"/>
            <a:ext cx="1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직선 화살표 연결선 476">
            <a:extLst>
              <a:ext uri="{FF2B5EF4-FFF2-40B4-BE49-F238E27FC236}">
                <a16:creationId xmlns:a16="http://schemas.microsoft.com/office/drawing/2014/main" id="{7B459CB2-B905-E7FF-789B-4255C1023B37}"/>
              </a:ext>
            </a:extLst>
          </p:cNvPr>
          <p:cNvCxnSpPr>
            <a:cxnSpLocks/>
            <a:stCxn id="443" idx="2"/>
            <a:endCxn id="444" idx="0"/>
          </p:cNvCxnSpPr>
          <p:nvPr/>
        </p:nvCxnSpPr>
        <p:spPr>
          <a:xfrm flipH="1">
            <a:off x="8278615" y="3934088"/>
            <a:ext cx="1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" name="순서도: 처리 477">
            <a:extLst>
              <a:ext uri="{FF2B5EF4-FFF2-40B4-BE49-F238E27FC236}">
                <a16:creationId xmlns:a16="http://schemas.microsoft.com/office/drawing/2014/main" id="{83004170-8439-0F87-DEEC-611DCFD227F9}"/>
              </a:ext>
            </a:extLst>
          </p:cNvPr>
          <p:cNvSpPr/>
          <p:nvPr/>
        </p:nvSpPr>
        <p:spPr>
          <a:xfrm>
            <a:off x="6599872" y="1953549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9" name="순서도: 처리 478">
            <a:extLst>
              <a:ext uri="{FF2B5EF4-FFF2-40B4-BE49-F238E27FC236}">
                <a16:creationId xmlns:a16="http://schemas.microsoft.com/office/drawing/2014/main" id="{640A6A36-5EFF-55B4-A3FC-3659E06B5803}"/>
              </a:ext>
            </a:extLst>
          </p:cNvPr>
          <p:cNvSpPr/>
          <p:nvPr/>
        </p:nvSpPr>
        <p:spPr>
          <a:xfrm>
            <a:off x="7808968" y="1953549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0" name="순서도: 처리 479">
            <a:extLst>
              <a:ext uri="{FF2B5EF4-FFF2-40B4-BE49-F238E27FC236}">
                <a16:creationId xmlns:a16="http://schemas.microsoft.com/office/drawing/2014/main" id="{63BD5078-4E42-92D3-0471-C8D0782FED15}"/>
              </a:ext>
            </a:extLst>
          </p:cNvPr>
          <p:cNvSpPr/>
          <p:nvPr/>
        </p:nvSpPr>
        <p:spPr>
          <a:xfrm>
            <a:off x="8955661" y="195868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" name="순서도: 처리 480">
            <a:extLst>
              <a:ext uri="{FF2B5EF4-FFF2-40B4-BE49-F238E27FC236}">
                <a16:creationId xmlns:a16="http://schemas.microsoft.com/office/drawing/2014/main" id="{B129BCB4-76E8-2F73-4718-0F6E94A03BA9}"/>
              </a:ext>
            </a:extLst>
          </p:cNvPr>
          <p:cNvSpPr/>
          <p:nvPr/>
        </p:nvSpPr>
        <p:spPr>
          <a:xfrm>
            <a:off x="10102355" y="1958682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2" name="순서도: 처리 481">
            <a:extLst>
              <a:ext uri="{FF2B5EF4-FFF2-40B4-BE49-F238E27FC236}">
                <a16:creationId xmlns:a16="http://schemas.microsoft.com/office/drawing/2014/main" id="{09C31F2B-035C-7AD0-2B80-AA35F5373EFE}"/>
              </a:ext>
            </a:extLst>
          </p:cNvPr>
          <p:cNvSpPr/>
          <p:nvPr/>
        </p:nvSpPr>
        <p:spPr>
          <a:xfrm>
            <a:off x="8278615" y="1256356"/>
            <a:ext cx="1133994" cy="323165"/>
          </a:xfrm>
          <a:prstGeom prst="flowChartProcess">
            <a:avLst/>
          </a:prstGeom>
          <a:solidFill>
            <a:srgbClr val="073B5C"/>
          </a:solidFill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환경 감지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3" name="연결선: 꺾임 482">
            <a:extLst>
              <a:ext uri="{FF2B5EF4-FFF2-40B4-BE49-F238E27FC236}">
                <a16:creationId xmlns:a16="http://schemas.microsoft.com/office/drawing/2014/main" id="{FAAA6C5F-1109-E1F1-F083-05F7570FE494}"/>
              </a:ext>
            </a:extLst>
          </p:cNvPr>
          <p:cNvCxnSpPr>
            <a:cxnSpLocks/>
            <a:stCxn id="482" idx="2"/>
            <a:endCxn id="478" idx="0"/>
          </p:cNvCxnSpPr>
          <p:nvPr/>
        </p:nvCxnSpPr>
        <p:spPr>
          <a:xfrm rot="5400000">
            <a:off x="7770551" y="878488"/>
            <a:ext cx="374028" cy="1776094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연결선: 꺾임 483">
            <a:extLst>
              <a:ext uri="{FF2B5EF4-FFF2-40B4-BE49-F238E27FC236}">
                <a16:creationId xmlns:a16="http://schemas.microsoft.com/office/drawing/2014/main" id="{E749AF17-C765-75FD-0AEE-8DEEE0854CE3}"/>
              </a:ext>
            </a:extLst>
          </p:cNvPr>
          <p:cNvCxnSpPr>
            <a:cxnSpLocks/>
            <a:stCxn id="482" idx="2"/>
            <a:endCxn id="479" idx="0"/>
          </p:cNvCxnSpPr>
          <p:nvPr/>
        </p:nvCxnSpPr>
        <p:spPr>
          <a:xfrm rot="5400000">
            <a:off x="8375099" y="1483036"/>
            <a:ext cx="374028" cy="566998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연결선: 꺾임 484">
            <a:extLst>
              <a:ext uri="{FF2B5EF4-FFF2-40B4-BE49-F238E27FC236}">
                <a16:creationId xmlns:a16="http://schemas.microsoft.com/office/drawing/2014/main" id="{4D8B1090-0601-9E46-2681-B319A1FEF987}"/>
              </a:ext>
            </a:extLst>
          </p:cNvPr>
          <p:cNvCxnSpPr>
            <a:cxnSpLocks/>
            <a:stCxn id="482" idx="2"/>
            <a:endCxn id="480" idx="0"/>
          </p:cNvCxnSpPr>
          <p:nvPr/>
        </p:nvCxnSpPr>
        <p:spPr>
          <a:xfrm rot="16200000" flipH="1">
            <a:off x="8945878" y="1479254"/>
            <a:ext cx="379162" cy="579695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연결선: 꺾임 485">
            <a:extLst>
              <a:ext uri="{FF2B5EF4-FFF2-40B4-BE49-F238E27FC236}">
                <a16:creationId xmlns:a16="http://schemas.microsoft.com/office/drawing/2014/main" id="{7E472CF6-570F-833E-F974-38380DFF038A}"/>
              </a:ext>
            </a:extLst>
          </p:cNvPr>
          <p:cNvCxnSpPr>
            <a:cxnSpLocks/>
            <a:stCxn id="482" idx="2"/>
            <a:endCxn id="481" idx="0"/>
          </p:cNvCxnSpPr>
          <p:nvPr/>
        </p:nvCxnSpPr>
        <p:spPr>
          <a:xfrm rot="16200000" flipH="1">
            <a:off x="9519226" y="905906"/>
            <a:ext cx="379161" cy="1726389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순서도: 문서 486">
            <a:extLst>
              <a:ext uri="{FF2B5EF4-FFF2-40B4-BE49-F238E27FC236}">
                <a16:creationId xmlns:a16="http://schemas.microsoft.com/office/drawing/2014/main" id="{E564D97C-9895-C35F-EB13-F4CA16C7DB8E}"/>
              </a:ext>
            </a:extLst>
          </p:cNvPr>
          <p:cNvSpPr/>
          <p:nvPr/>
        </p:nvSpPr>
        <p:spPr>
          <a:xfrm>
            <a:off x="6599872" y="5787301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 연출</a:t>
            </a:r>
          </a:p>
        </p:txBody>
      </p:sp>
      <p:sp>
        <p:nvSpPr>
          <p:cNvPr id="488" name="순서도: 판단 487">
            <a:extLst>
              <a:ext uri="{FF2B5EF4-FFF2-40B4-BE49-F238E27FC236}">
                <a16:creationId xmlns:a16="http://schemas.microsoft.com/office/drawing/2014/main" id="{8A95F00A-8CA9-40C9-2C9E-6C940517F2E5}"/>
              </a:ext>
            </a:extLst>
          </p:cNvPr>
          <p:cNvSpPr/>
          <p:nvPr/>
        </p:nvSpPr>
        <p:spPr>
          <a:xfrm>
            <a:off x="6601507" y="3158650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BB10999D-2DE3-437D-5088-D6EDDC41F096}"/>
              </a:ext>
            </a:extLst>
          </p:cNvPr>
          <p:cNvSpPr txBox="1"/>
          <p:nvPr/>
        </p:nvSpPr>
        <p:spPr>
          <a:xfrm>
            <a:off x="6731956" y="3244434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해제 조건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충족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0" name="순서도: 처리 489">
            <a:extLst>
              <a:ext uri="{FF2B5EF4-FFF2-40B4-BE49-F238E27FC236}">
                <a16:creationId xmlns:a16="http://schemas.microsoft.com/office/drawing/2014/main" id="{A33666F7-BA9C-C425-DF19-83309F70FFB2}"/>
              </a:ext>
            </a:extLst>
          </p:cNvPr>
          <p:cNvSpPr/>
          <p:nvPr/>
        </p:nvSpPr>
        <p:spPr>
          <a:xfrm>
            <a:off x="6537478" y="3795724"/>
            <a:ext cx="1064080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해제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91" name="직선 화살표 연결선 490">
            <a:extLst>
              <a:ext uri="{FF2B5EF4-FFF2-40B4-BE49-F238E27FC236}">
                <a16:creationId xmlns:a16="http://schemas.microsoft.com/office/drawing/2014/main" id="{7A0899AF-235F-5FB1-90A5-1B2A0662707F}"/>
              </a:ext>
            </a:extLst>
          </p:cNvPr>
          <p:cNvCxnSpPr>
            <a:cxnSpLocks/>
            <a:stCxn id="488" idx="2"/>
            <a:endCxn id="490" idx="0"/>
          </p:cNvCxnSpPr>
          <p:nvPr/>
        </p:nvCxnSpPr>
        <p:spPr>
          <a:xfrm flipH="1">
            <a:off x="7069518" y="3659248"/>
            <a:ext cx="1635" cy="136476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007F0982-C7CD-2902-BD89-D3EB48206F58}"/>
              </a:ext>
            </a:extLst>
          </p:cNvPr>
          <p:cNvCxnSpPr>
            <a:cxnSpLocks/>
            <a:stCxn id="488" idx="1"/>
            <a:endCxn id="437" idx="1"/>
          </p:cNvCxnSpPr>
          <p:nvPr/>
        </p:nvCxnSpPr>
        <p:spPr>
          <a:xfrm rot="10800000">
            <a:off x="6537479" y="2716405"/>
            <a:ext cx="64029" cy="692545"/>
          </a:xfrm>
          <a:prstGeom prst="bentConnector3">
            <a:avLst>
              <a:gd name="adj1" fmla="val 263788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직선 화살표 연결선 492">
            <a:extLst>
              <a:ext uri="{FF2B5EF4-FFF2-40B4-BE49-F238E27FC236}">
                <a16:creationId xmlns:a16="http://schemas.microsoft.com/office/drawing/2014/main" id="{E1D1D236-CA5A-5273-9BBC-E5DF74E6AC81}"/>
              </a:ext>
            </a:extLst>
          </p:cNvPr>
          <p:cNvCxnSpPr>
            <a:cxnSpLocks/>
            <a:stCxn id="437" idx="2"/>
            <a:endCxn id="488" idx="0"/>
          </p:cNvCxnSpPr>
          <p:nvPr/>
        </p:nvCxnSpPr>
        <p:spPr>
          <a:xfrm>
            <a:off x="7069518" y="2984972"/>
            <a:ext cx="1635" cy="173678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직선 화살표 연결선 493">
            <a:extLst>
              <a:ext uri="{FF2B5EF4-FFF2-40B4-BE49-F238E27FC236}">
                <a16:creationId xmlns:a16="http://schemas.microsoft.com/office/drawing/2014/main" id="{3FCE1BF0-95F3-077F-07DA-2489B948D9A7}"/>
              </a:ext>
            </a:extLst>
          </p:cNvPr>
          <p:cNvCxnSpPr>
            <a:cxnSpLocks/>
            <a:stCxn id="440" idx="2"/>
            <a:endCxn id="441" idx="0"/>
          </p:cNvCxnSpPr>
          <p:nvPr/>
        </p:nvCxnSpPr>
        <p:spPr>
          <a:xfrm>
            <a:off x="8278618" y="2771001"/>
            <a:ext cx="0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직선 화살표 연결선 494">
            <a:extLst>
              <a:ext uri="{FF2B5EF4-FFF2-40B4-BE49-F238E27FC236}">
                <a16:creationId xmlns:a16="http://schemas.microsoft.com/office/drawing/2014/main" id="{6F9566E3-C6EE-5743-77AF-1615F37E10DC}"/>
              </a:ext>
            </a:extLst>
          </p:cNvPr>
          <p:cNvCxnSpPr>
            <a:cxnSpLocks/>
            <a:stCxn id="445" idx="2"/>
            <a:endCxn id="446" idx="0"/>
          </p:cNvCxnSpPr>
          <p:nvPr/>
        </p:nvCxnSpPr>
        <p:spPr>
          <a:xfrm>
            <a:off x="9425314" y="2771001"/>
            <a:ext cx="0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직선 화살표 연결선 495">
            <a:extLst>
              <a:ext uri="{FF2B5EF4-FFF2-40B4-BE49-F238E27FC236}">
                <a16:creationId xmlns:a16="http://schemas.microsoft.com/office/drawing/2014/main" id="{B554702D-26C8-AE38-0D2C-7FF8C69AF6C9}"/>
              </a:ext>
            </a:extLst>
          </p:cNvPr>
          <p:cNvCxnSpPr>
            <a:cxnSpLocks/>
            <a:stCxn id="457" idx="2"/>
            <a:endCxn id="459" idx="0"/>
          </p:cNvCxnSpPr>
          <p:nvPr/>
        </p:nvCxnSpPr>
        <p:spPr>
          <a:xfrm>
            <a:off x="10572004" y="2980337"/>
            <a:ext cx="0" cy="173153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순서도: 처리 496">
            <a:extLst>
              <a:ext uri="{FF2B5EF4-FFF2-40B4-BE49-F238E27FC236}">
                <a16:creationId xmlns:a16="http://schemas.microsoft.com/office/drawing/2014/main" id="{5B8360D5-620B-DF8D-D02B-C621DC3B0346}"/>
              </a:ext>
            </a:extLst>
          </p:cNvPr>
          <p:cNvSpPr/>
          <p:nvPr/>
        </p:nvSpPr>
        <p:spPr>
          <a:xfrm>
            <a:off x="10102361" y="4585081"/>
            <a:ext cx="1162384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규칙에 따른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감소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98" name="연결선: 꺾임 497">
            <a:extLst>
              <a:ext uri="{FF2B5EF4-FFF2-40B4-BE49-F238E27FC236}">
                <a16:creationId xmlns:a16="http://schemas.microsoft.com/office/drawing/2014/main" id="{B2D982EA-63E7-DA48-9936-235BBBD92F23}"/>
              </a:ext>
            </a:extLst>
          </p:cNvPr>
          <p:cNvCxnSpPr>
            <a:cxnSpLocks/>
            <a:stCxn id="497" idx="2"/>
            <a:endCxn id="462" idx="2"/>
          </p:cNvCxnSpPr>
          <p:nvPr/>
        </p:nvCxnSpPr>
        <p:spPr>
          <a:xfrm rot="5400000">
            <a:off x="9489199" y="5058333"/>
            <a:ext cx="1130471" cy="1258238"/>
          </a:xfrm>
          <a:prstGeom prst="bentConnector3">
            <a:avLst>
              <a:gd name="adj1" fmla="val 111311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연결선: 꺾임 498">
            <a:extLst>
              <a:ext uri="{FF2B5EF4-FFF2-40B4-BE49-F238E27FC236}">
                <a16:creationId xmlns:a16="http://schemas.microsoft.com/office/drawing/2014/main" id="{F416603A-0A9E-CFEC-E8F1-C60066129519}"/>
              </a:ext>
            </a:extLst>
          </p:cNvPr>
          <p:cNvCxnSpPr>
            <a:cxnSpLocks/>
            <a:stCxn id="450" idx="2"/>
            <a:endCxn id="455" idx="2"/>
          </p:cNvCxnSpPr>
          <p:nvPr/>
        </p:nvCxnSpPr>
        <p:spPr>
          <a:xfrm rot="5400000" flipH="1">
            <a:off x="8810506" y="4897566"/>
            <a:ext cx="82918" cy="1146699"/>
          </a:xfrm>
          <a:prstGeom prst="bentConnector3">
            <a:avLst>
              <a:gd name="adj1" fmla="val -87303"/>
            </a:avLst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연결선: 꺾임 499">
            <a:extLst>
              <a:ext uri="{FF2B5EF4-FFF2-40B4-BE49-F238E27FC236}">
                <a16:creationId xmlns:a16="http://schemas.microsoft.com/office/drawing/2014/main" id="{827FCA3B-ECCD-FEBF-FBAE-04ABA6A9BC3B}"/>
              </a:ext>
            </a:extLst>
          </p:cNvPr>
          <p:cNvCxnSpPr>
            <a:cxnSpLocks/>
            <a:stCxn id="461" idx="1"/>
            <a:endCxn id="462" idx="2"/>
          </p:cNvCxnSpPr>
          <p:nvPr/>
        </p:nvCxnSpPr>
        <p:spPr>
          <a:xfrm rot="10800000" flipV="1">
            <a:off x="9425316" y="4092316"/>
            <a:ext cx="677043" cy="2160371"/>
          </a:xfrm>
          <a:prstGeom prst="bentConnector4">
            <a:avLst>
              <a:gd name="adj1" fmla="val 10814"/>
              <a:gd name="adj2" fmla="val 10593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직선 화살표 연결선 500">
            <a:extLst>
              <a:ext uri="{FF2B5EF4-FFF2-40B4-BE49-F238E27FC236}">
                <a16:creationId xmlns:a16="http://schemas.microsoft.com/office/drawing/2014/main" id="{87A316BA-3562-2CB2-EB95-0BB993A5B98E}"/>
              </a:ext>
            </a:extLst>
          </p:cNvPr>
          <p:cNvCxnSpPr>
            <a:cxnSpLocks/>
            <a:stCxn id="462" idx="1"/>
            <a:endCxn id="465" idx="3"/>
          </p:cNvCxnSpPr>
          <p:nvPr/>
        </p:nvCxnSpPr>
        <p:spPr>
          <a:xfrm flipH="1">
            <a:off x="8748260" y="6002389"/>
            <a:ext cx="207409" cy="5264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TextBox 501">
            <a:extLst>
              <a:ext uri="{FF2B5EF4-FFF2-40B4-BE49-F238E27FC236}">
                <a16:creationId xmlns:a16="http://schemas.microsoft.com/office/drawing/2014/main" id="{6242227F-3942-28F4-093D-A2280FAA558E}"/>
              </a:ext>
            </a:extLst>
          </p:cNvPr>
          <p:cNvSpPr txBox="1"/>
          <p:nvPr/>
        </p:nvSpPr>
        <p:spPr>
          <a:xfrm>
            <a:off x="6422077" y="1081950"/>
            <a:ext cx="1590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환경별 이상 상태</a:t>
            </a:r>
          </a:p>
        </p:txBody>
      </p:sp>
      <p:cxnSp>
        <p:nvCxnSpPr>
          <p:cNvPr id="503" name="직선 연결선 502">
            <a:extLst>
              <a:ext uri="{FF2B5EF4-FFF2-40B4-BE49-F238E27FC236}">
                <a16:creationId xmlns:a16="http://schemas.microsoft.com/office/drawing/2014/main" id="{852BA679-D421-6037-29B7-BCD27BE251BC}"/>
              </a:ext>
            </a:extLst>
          </p:cNvPr>
          <p:cNvCxnSpPr>
            <a:cxnSpLocks/>
          </p:cNvCxnSpPr>
          <p:nvPr/>
        </p:nvCxnSpPr>
        <p:spPr>
          <a:xfrm>
            <a:off x="6422077" y="1141466"/>
            <a:ext cx="0" cy="216726"/>
          </a:xfrm>
          <a:prstGeom prst="line">
            <a:avLst/>
          </a:prstGeom>
          <a:ln w="38100" cap="rnd">
            <a:solidFill>
              <a:srgbClr val="A07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19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6B687-907E-A244-FFC7-576674BEC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B149919C-4B70-2A49-9325-D59AECC608D3}"/>
              </a:ext>
            </a:extLst>
          </p:cNvPr>
          <p:cNvSpPr txBox="1"/>
          <p:nvPr/>
        </p:nvSpPr>
        <p:spPr>
          <a:xfrm>
            <a:off x="300437" y="576734"/>
            <a:ext cx="4676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「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DEATH STRANDING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」 숨 참기 분석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DAABF1E-3FB8-1445-0192-582E96F1FAAE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4977358" y="738317"/>
            <a:ext cx="6797919" cy="38472"/>
          </a:xfrm>
          <a:prstGeom prst="line">
            <a:avLst/>
          </a:prstGeom>
          <a:ln w="12700">
            <a:solidFill>
              <a:srgbClr val="758171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C8FDEF4-070F-86F5-785B-189C3C490CB9}"/>
              </a:ext>
            </a:extLst>
          </p:cNvPr>
          <p:cNvSpPr txBox="1"/>
          <p:nvPr/>
        </p:nvSpPr>
        <p:spPr>
          <a:xfrm>
            <a:off x="300437" y="976844"/>
            <a:ext cx="40639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BT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탐지 상황에서 숨 참기가 감지 회피 수단으로 작동하는 방식을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1D00D-75A4-190B-4997-A2A334F9DCC3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13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066AF-55FA-DF86-2705-92295A9FA485}"/>
              </a:ext>
            </a:extLst>
          </p:cNvPr>
          <p:cNvSpPr txBox="1"/>
          <p:nvPr/>
        </p:nvSpPr>
        <p:spPr>
          <a:xfrm>
            <a:off x="312341" y="260477"/>
            <a:ext cx="923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레퍼런스 분석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B7112-DDD2-5274-BB3A-93697FE15CD5}"/>
              </a:ext>
            </a:extLst>
          </p:cNvPr>
          <p:cNvSpPr txBox="1"/>
          <p:nvPr/>
        </p:nvSpPr>
        <p:spPr>
          <a:xfrm>
            <a:off x="740043" y="1553692"/>
            <a:ext cx="1590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기본 플레이 흐름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6AAC5-3E3D-EC60-4AD0-FC324A6ADBFA}"/>
              </a:ext>
            </a:extLst>
          </p:cNvPr>
          <p:cNvSpPr txBox="1"/>
          <p:nvPr/>
        </p:nvSpPr>
        <p:spPr>
          <a:xfrm>
            <a:off x="2699471" y="1553692"/>
            <a:ext cx="78418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934C9-4FFE-920B-B540-5807521B7DAC}"/>
              </a:ext>
            </a:extLst>
          </p:cNvPr>
          <p:cNvSpPr txBox="1"/>
          <p:nvPr/>
        </p:nvSpPr>
        <p:spPr>
          <a:xfrm>
            <a:off x="3852588" y="1553692"/>
            <a:ext cx="1078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BT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감지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6CB3FEA-7A55-04FB-4976-0D5E0FB8D1F8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3483660" y="1715275"/>
            <a:ext cx="368928" cy="0"/>
          </a:xfrm>
          <a:prstGeom prst="straightConnector1">
            <a:avLst/>
          </a:prstGeom>
          <a:ln w="25400">
            <a:solidFill>
              <a:srgbClr val="AF727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517825B-FF58-5346-4E5C-02DFDC6AE70C}"/>
              </a:ext>
            </a:extLst>
          </p:cNvPr>
          <p:cNvSpPr txBox="1"/>
          <p:nvPr/>
        </p:nvSpPr>
        <p:spPr>
          <a:xfrm>
            <a:off x="5300016" y="1553692"/>
            <a:ext cx="10262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숨 참기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381605-D3A4-C94F-A015-AADF64916C96}"/>
              </a:ext>
            </a:extLst>
          </p:cNvPr>
          <p:cNvSpPr txBox="1"/>
          <p:nvPr/>
        </p:nvSpPr>
        <p:spPr>
          <a:xfrm>
            <a:off x="6695187" y="1553691"/>
            <a:ext cx="13949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천천히 이동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28A9EF-99F4-343C-85D7-BD753F944A61}"/>
              </a:ext>
            </a:extLst>
          </p:cNvPr>
          <p:cNvSpPr txBox="1"/>
          <p:nvPr/>
        </p:nvSpPr>
        <p:spPr>
          <a:xfrm>
            <a:off x="8459049" y="1553690"/>
            <a:ext cx="78418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통과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6F8996-5547-4932-E854-61199C429821}"/>
              </a:ext>
            </a:extLst>
          </p:cNvPr>
          <p:cNvSpPr txBox="1"/>
          <p:nvPr/>
        </p:nvSpPr>
        <p:spPr>
          <a:xfrm>
            <a:off x="9617617" y="1553690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회복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357E4C1-89D0-B3B4-CC57-4F91532F0ED3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4931088" y="1715275"/>
            <a:ext cx="368928" cy="0"/>
          </a:xfrm>
          <a:prstGeom prst="straightConnector1">
            <a:avLst/>
          </a:prstGeom>
          <a:ln w="25400">
            <a:solidFill>
              <a:srgbClr val="AF727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E157FFB-035A-7FBE-5A41-57AB22CDE09D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V="1">
            <a:off x="6326259" y="1715274"/>
            <a:ext cx="368928" cy="1"/>
          </a:xfrm>
          <a:prstGeom prst="straightConnector1">
            <a:avLst/>
          </a:prstGeom>
          <a:ln w="25400">
            <a:solidFill>
              <a:srgbClr val="AF727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B676763-C3CB-53FE-1CE6-BF35532FA823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 flipV="1">
            <a:off x="8090121" y="1715273"/>
            <a:ext cx="368928" cy="1"/>
          </a:xfrm>
          <a:prstGeom prst="straightConnector1">
            <a:avLst/>
          </a:prstGeom>
          <a:ln w="25400">
            <a:solidFill>
              <a:srgbClr val="AF727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96D98B0-75B5-D65E-0721-475F6CF33FD8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9243238" y="1715273"/>
            <a:ext cx="374379" cy="0"/>
          </a:xfrm>
          <a:prstGeom prst="straightConnector1">
            <a:avLst/>
          </a:prstGeom>
          <a:ln w="25400">
            <a:solidFill>
              <a:srgbClr val="AF727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39E7997-65F1-AB23-692E-1345E81E5EEB}"/>
              </a:ext>
            </a:extLst>
          </p:cNvPr>
          <p:cNvSpPr/>
          <p:nvPr/>
        </p:nvSpPr>
        <p:spPr>
          <a:xfrm>
            <a:off x="812082" y="2207483"/>
            <a:ext cx="7355014" cy="3912200"/>
          </a:xfrm>
          <a:prstGeom prst="roundRect">
            <a:avLst>
              <a:gd name="adj" fmla="val 382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E6BFFB-E1CA-3396-4DDC-EB36E41A8806}"/>
              </a:ext>
            </a:extLst>
          </p:cNvPr>
          <p:cNvSpPr txBox="1"/>
          <p:nvPr/>
        </p:nvSpPr>
        <p:spPr>
          <a:xfrm>
            <a:off x="740043" y="6119683"/>
            <a:ext cx="16113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BT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구간 실제 플레이 화면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0E7F8F-A7BA-AA1C-B8D8-E3FD6B1A6499}"/>
              </a:ext>
            </a:extLst>
          </p:cNvPr>
          <p:cNvSpPr txBox="1"/>
          <p:nvPr/>
        </p:nvSpPr>
        <p:spPr>
          <a:xfrm>
            <a:off x="4297126" y="6135071"/>
            <a:ext cx="38699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 dirty="0">
                <a:latin typeface="맑은 고딕" panose="020B0503020000020004" pitchFamily="50" charset="-127"/>
              </a:rPr>
              <a:t>출처 ｜ 유튜브 채널 </a:t>
            </a:r>
            <a:r>
              <a:rPr lang="en-US" altLang="ko-KR" sz="800" dirty="0">
                <a:latin typeface="맑은 고딕" panose="020B0503020000020004" pitchFamily="50" charset="-127"/>
              </a:rPr>
              <a:t>‘</a:t>
            </a:r>
            <a:r>
              <a:rPr lang="ko-KR" altLang="en-US" sz="800" dirty="0" err="1">
                <a:latin typeface="맑은 고딕" panose="020B0503020000020004" pitchFamily="50" charset="-127"/>
              </a:rPr>
              <a:t>눈바라미</a:t>
            </a:r>
            <a:r>
              <a:rPr lang="en-US" altLang="ko-KR" sz="800" dirty="0">
                <a:latin typeface="맑은 고딕" panose="020B0503020000020004" pitchFamily="50" charset="-127"/>
              </a:rPr>
              <a:t>’</a:t>
            </a:r>
            <a:r>
              <a:rPr lang="ko-KR" altLang="en-US" sz="800" dirty="0">
                <a:latin typeface="맑은 고딕" panose="020B0503020000020004" pitchFamily="50" charset="-127"/>
              </a:rPr>
              <a:t>의 「</a:t>
            </a:r>
            <a:r>
              <a:rPr lang="en-US" altLang="ko-KR" sz="800" dirty="0">
                <a:latin typeface="맑은 고딕" panose="020B0503020000020004" pitchFamily="50" charset="-127"/>
              </a:rPr>
              <a:t>DEATH STRANDING</a:t>
            </a:r>
            <a:r>
              <a:rPr lang="ko-KR" altLang="en-US" sz="800" dirty="0">
                <a:latin typeface="맑은 고딕" panose="020B0503020000020004" pitchFamily="50" charset="-127"/>
              </a:rPr>
              <a:t>」 플레이 영상 화면 캡처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027255-5781-A7C9-9536-BBCF4FC90A83}"/>
              </a:ext>
            </a:extLst>
          </p:cNvPr>
          <p:cNvSpPr txBox="1"/>
          <p:nvPr/>
        </p:nvSpPr>
        <p:spPr>
          <a:xfrm>
            <a:off x="8361265" y="2207483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장면 분석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13DC10-E4A8-956B-399C-1E8F9C1FF7AA}"/>
              </a:ext>
            </a:extLst>
          </p:cNvPr>
          <p:cNvSpPr txBox="1"/>
          <p:nvPr/>
        </p:nvSpPr>
        <p:spPr>
          <a:xfrm>
            <a:off x="8361263" y="4284504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유지 비용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9F4ACB-A0F5-F9EF-B78E-2D6816392F9B}"/>
              </a:ext>
            </a:extLst>
          </p:cNvPr>
          <p:cNvSpPr txBox="1"/>
          <p:nvPr/>
        </p:nvSpPr>
        <p:spPr>
          <a:xfrm>
            <a:off x="8361264" y="2653756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위험 상황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6297DF-3F96-411E-6B38-4C1DCB9165A9}"/>
              </a:ext>
            </a:extLst>
          </p:cNvPr>
          <p:cNvSpPr txBox="1"/>
          <p:nvPr/>
        </p:nvSpPr>
        <p:spPr>
          <a:xfrm>
            <a:off x="8361264" y="3469127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행동 선택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6CF5208-FC1D-1566-3274-7861BD5E9A9F}"/>
              </a:ext>
            </a:extLst>
          </p:cNvPr>
          <p:cNvSpPr txBox="1"/>
          <p:nvPr/>
        </p:nvSpPr>
        <p:spPr>
          <a:xfrm>
            <a:off x="8513862" y="2976921"/>
            <a:ext cx="26677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BT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가 가까워지면 감지 위험이 높아지는 구간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468230-AB16-33E1-4EFB-4022CDA160B0}"/>
              </a:ext>
            </a:extLst>
          </p:cNvPr>
          <p:cNvSpPr txBox="1"/>
          <p:nvPr/>
        </p:nvSpPr>
        <p:spPr>
          <a:xfrm>
            <a:off x="8513862" y="3792292"/>
            <a:ext cx="2621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 중 숨 참기를 사용해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BT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의 감지를 피함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03E4346-6161-86B0-E665-914ED22C3DB7}"/>
              </a:ext>
            </a:extLst>
          </p:cNvPr>
          <p:cNvSpPr txBox="1"/>
          <p:nvPr/>
        </p:nvSpPr>
        <p:spPr>
          <a:xfrm>
            <a:off x="8513470" y="4607669"/>
            <a:ext cx="29530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지구력 소모를 고려하고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이후 호흡을 회복해야 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D5ED9C1F-CF09-A13C-2400-1FF8E6E28B79}"/>
              </a:ext>
            </a:extLst>
          </p:cNvPr>
          <p:cNvSpPr/>
          <p:nvPr/>
        </p:nvSpPr>
        <p:spPr>
          <a:xfrm>
            <a:off x="8459050" y="5054600"/>
            <a:ext cx="3007474" cy="1311186"/>
          </a:xfrm>
          <a:prstGeom prst="roundRect">
            <a:avLst>
              <a:gd name="adj" fmla="val 8342"/>
            </a:avLst>
          </a:prstGeom>
          <a:solidFill>
            <a:srgbClr val="AF727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C6A4C57-6C15-755D-4029-69C6E6046A2A}"/>
              </a:ext>
            </a:extLst>
          </p:cNvPr>
          <p:cNvSpPr txBox="1"/>
          <p:nvPr/>
        </p:nvSpPr>
        <p:spPr>
          <a:xfrm>
            <a:off x="8534900" y="5171813"/>
            <a:ext cx="19591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설계 관점에서의 해석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0375FA-3E06-06DD-EA84-7255FD65F6C5}"/>
              </a:ext>
            </a:extLst>
          </p:cNvPr>
          <p:cNvSpPr txBox="1"/>
          <p:nvPr/>
        </p:nvSpPr>
        <p:spPr>
          <a:xfrm>
            <a:off x="8534901" y="5494978"/>
            <a:ext cx="285694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 참기는 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BT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구간에 대응하는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상황형 회피 수단으로 볼 수 있음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339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DB1C-0DA2-7DF1-1904-AC2F6965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7A646C2F-279A-5552-B0DF-14A75BD7898E}"/>
              </a:ext>
            </a:extLst>
          </p:cNvPr>
          <p:cNvSpPr txBox="1"/>
          <p:nvPr/>
        </p:nvSpPr>
        <p:spPr>
          <a:xfrm>
            <a:off x="300437" y="576734"/>
            <a:ext cx="4641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「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DEATH STRANDING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」 비교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차별화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71F7704-21EB-20A2-A8AF-40BADECBD46E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4942092" y="738317"/>
            <a:ext cx="6833185" cy="38472"/>
          </a:xfrm>
          <a:prstGeom prst="line">
            <a:avLst/>
          </a:prstGeom>
          <a:ln w="12700">
            <a:solidFill>
              <a:srgbClr val="758171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6018E46-BBF5-4128-A4DF-3690514D0E01}"/>
              </a:ext>
            </a:extLst>
          </p:cNvPr>
          <p:cNvSpPr txBox="1"/>
          <p:nvPr/>
        </p:nvSpPr>
        <p:spPr>
          <a:xfrm>
            <a:off x="300437" y="976844"/>
            <a:ext cx="44342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상황 대응을 위한 숨 참기에서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경로와 자원을 미리 설계하는 호흡 시스템으로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ABFF8-E41C-473B-23FD-ED3E78EF3574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14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C96D8-61F8-4E99-B1BC-EE17D5A55E4F}"/>
              </a:ext>
            </a:extLst>
          </p:cNvPr>
          <p:cNvSpPr txBox="1"/>
          <p:nvPr/>
        </p:nvSpPr>
        <p:spPr>
          <a:xfrm>
            <a:off x="312341" y="260477"/>
            <a:ext cx="923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레퍼런스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4DB6F-B266-E810-2BAC-9A1962ABCE27}"/>
              </a:ext>
            </a:extLst>
          </p:cNvPr>
          <p:cNvSpPr txBox="1"/>
          <p:nvPr/>
        </p:nvSpPr>
        <p:spPr>
          <a:xfrm>
            <a:off x="393408" y="1376954"/>
            <a:ext cx="1503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「</a:t>
            </a:r>
            <a:r>
              <a:rPr lang="en-US" altLang="ko-KR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DEATHSTRANDING</a:t>
            </a:r>
            <a:r>
              <a:rPr lang="ko-KR" altLang="en-US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660A7-3439-FECF-2077-A0F605F0C545}"/>
              </a:ext>
            </a:extLst>
          </p:cNvPr>
          <p:cNvSpPr txBox="1"/>
          <p:nvPr/>
        </p:nvSpPr>
        <p:spPr>
          <a:xfrm>
            <a:off x="6274364" y="1376954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「숨죽인 꿈」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E118A-7E12-A398-4D8B-31D6183B9D80}"/>
              </a:ext>
            </a:extLst>
          </p:cNvPr>
          <p:cNvSpPr txBox="1"/>
          <p:nvPr/>
        </p:nvSpPr>
        <p:spPr>
          <a:xfrm>
            <a:off x="515004" y="4049390"/>
            <a:ext cx="296106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위험을 만난 뒤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,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숨을 참아 통과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BT </a:t>
            </a:r>
            <a:r>
              <a:rPr lang="ko-KR" altLang="en-US" sz="10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근접 상황에서 감지를 피하기 위한 선택적 행동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FC56D1-3A40-5286-A46B-F4FA328FC68F}"/>
              </a:ext>
            </a:extLst>
          </p:cNvPr>
          <p:cNvCxnSpPr>
            <a:cxnSpLocks/>
          </p:cNvCxnSpPr>
          <p:nvPr/>
        </p:nvCxnSpPr>
        <p:spPr>
          <a:xfrm>
            <a:off x="515004" y="4104144"/>
            <a:ext cx="0" cy="426667"/>
          </a:xfrm>
          <a:prstGeom prst="line">
            <a:avLst/>
          </a:prstGeom>
          <a:ln w="38100" cap="rnd">
            <a:solidFill>
              <a:srgbClr val="758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3F89D8-3847-813C-32C1-B08735FD13EC}"/>
              </a:ext>
            </a:extLst>
          </p:cNvPr>
          <p:cNvSpPr txBox="1"/>
          <p:nvPr/>
        </p:nvSpPr>
        <p:spPr>
          <a:xfrm>
            <a:off x="6396854" y="4049390"/>
            <a:ext cx="2925801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위험에 들어가기 전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,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호흡을 준비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</a:t>
            </a:r>
            <a:r>
              <a:rPr lang="en-US" altLang="ko-KR" sz="10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10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날숨과 환경을 고려하는 반복 의사결정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930727-EAFF-E5AD-0691-BDFD5E3E331A}"/>
              </a:ext>
            </a:extLst>
          </p:cNvPr>
          <p:cNvCxnSpPr>
            <a:cxnSpLocks/>
          </p:cNvCxnSpPr>
          <p:nvPr/>
        </p:nvCxnSpPr>
        <p:spPr>
          <a:xfrm>
            <a:off x="6396854" y="4104144"/>
            <a:ext cx="0" cy="426667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C97642-0E86-860C-1EA6-31C164C991F5}"/>
              </a:ext>
            </a:extLst>
          </p:cNvPr>
          <p:cNvSpPr txBox="1"/>
          <p:nvPr/>
        </p:nvSpPr>
        <p:spPr>
          <a:xfrm>
            <a:off x="493696" y="4773998"/>
            <a:ext cx="3849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레퍼런스의 장점을 확장한 세 가지 설계 방향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51ED97-E6B1-C8BD-8910-8CA289A887DD}"/>
              </a:ext>
            </a:extLst>
          </p:cNvPr>
          <p:cNvSpPr txBox="1"/>
          <p:nvPr/>
        </p:nvSpPr>
        <p:spPr>
          <a:xfrm>
            <a:off x="493695" y="5103055"/>
            <a:ext cx="1194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참고 ｜ 숨 참기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FD1E3-F76B-CB1C-D39A-2FB3A4C8EFD8}"/>
              </a:ext>
            </a:extLst>
          </p:cNvPr>
          <p:cNvSpPr txBox="1"/>
          <p:nvPr/>
        </p:nvSpPr>
        <p:spPr>
          <a:xfrm>
            <a:off x="493694" y="5353990"/>
            <a:ext cx="2382383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BT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근처에서 숨을 참고 천천히 이동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근접 거리와 제한 시간이 긴장감을 형성</a:t>
            </a:r>
            <a:r>
              <a:rPr lang="en-US" altLang="ko-KR" sz="10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DB494B-9F70-E4EB-9197-9959E92F5A1A}"/>
              </a:ext>
            </a:extLst>
          </p:cNvPr>
          <p:cNvSpPr txBox="1"/>
          <p:nvPr/>
        </p:nvSpPr>
        <p:spPr>
          <a:xfrm>
            <a:off x="4941677" y="5103055"/>
            <a:ext cx="16033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확장 ｜ 호흡 행동 전체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89266E-1A6D-D47E-E49D-29A5E9E219EF}"/>
              </a:ext>
            </a:extLst>
          </p:cNvPr>
          <p:cNvSpPr txBox="1"/>
          <p:nvPr/>
        </p:nvSpPr>
        <p:spPr>
          <a:xfrm>
            <a:off x="4941677" y="5353990"/>
            <a:ext cx="2339102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실패 상태를 연결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수중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변장에 공통 자원 규칙 적용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380752-A910-6130-7710-25BD34DB4C65}"/>
              </a:ext>
            </a:extLst>
          </p:cNvPr>
          <p:cNvSpPr txBox="1"/>
          <p:nvPr/>
        </p:nvSpPr>
        <p:spPr>
          <a:xfrm>
            <a:off x="9199344" y="5103055"/>
            <a:ext cx="17267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차별화 ｜ 사전 경로 계획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869D94-E99D-C2BD-5E33-89A1A2DE4687}"/>
              </a:ext>
            </a:extLst>
          </p:cNvPr>
          <p:cNvSpPr txBox="1"/>
          <p:nvPr/>
        </p:nvSpPr>
        <p:spPr>
          <a:xfrm>
            <a:off x="9199344" y="5353990"/>
            <a:ext cx="2135521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진입 전 호흡량과 안전 지점을 판단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환기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불 인형에 따라 선택이 달라짐</a:t>
            </a:r>
            <a:endParaRPr lang="en-US" altLang="ko-KR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A20A7F2-4725-EEE8-7398-96176B3F0474}"/>
              </a:ext>
            </a:extLst>
          </p:cNvPr>
          <p:cNvSpPr/>
          <p:nvPr/>
        </p:nvSpPr>
        <p:spPr>
          <a:xfrm>
            <a:off x="493693" y="6076649"/>
            <a:ext cx="11195435" cy="409233"/>
          </a:xfrm>
          <a:prstGeom prst="roundRect">
            <a:avLst/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69F953-9344-8114-FDE3-E8FFCBD8E612}"/>
              </a:ext>
            </a:extLst>
          </p:cNvPr>
          <p:cNvSpPr txBox="1"/>
          <p:nvPr/>
        </p:nvSpPr>
        <p:spPr>
          <a:xfrm>
            <a:off x="2650196" y="6115121"/>
            <a:ext cx="68916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핵심 차이 ｜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한 번의 회피 이동이 아니라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여러 상황을 연결하는 호흡 자원 시스템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8DEDCCB4-BFC1-18FA-C195-8A8AC4F55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19" b="69"/>
          <a:stretch>
            <a:fillRect/>
          </a:stretch>
        </p:blipFill>
        <p:spPr>
          <a:xfrm>
            <a:off x="502871" y="1631834"/>
            <a:ext cx="5312235" cy="2363873"/>
          </a:xfrm>
          <a:prstGeom prst="roundRect">
            <a:avLst>
              <a:gd name="adj" fmla="val 596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6AA8812-B5F5-B09C-9076-970F3291F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6"/>
          <a:stretch>
            <a:fillRect/>
          </a:stretch>
        </p:blipFill>
        <p:spPr>
          <a:xfrm>
            <a:off x="6376894" y="1643557"/>
            <a:ext cx="5398384" cy="2360807"/>
          </a:xfrm>
          <a:prstGeom prst="roundRect">
            <a:avLst>
              <a:gd name="adj" fmla="val 455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46174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F574-6DE2-3607-391B-50AC2BC93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07A53E13-E1C2-EC6C-EDE3-4B053F076022}"/>
              </a:ext>
            </a:extLst>
          </p:cNvPr>
          <p:cNvSpPr txBox="1"/>
          <p:nvPr/>
        </p:nvSpPr>
        <p:spPr>
          <a:xfrm>
            <a:off x="300437" y="576734"/>
            <a:ext cx="2393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응용 사례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39C87D-6C1A-FFED-7EB1-9562C5E79321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응용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A0AB98F-FDCA-9B8B-BDBE-CBE217CA9368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694041" y="738317"/>
            <a:ext cx="9081236" cy="38472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D0333C7-3B63-6299-0780-D2C44B16BDD3}"/>
              </a:ext>
            </a:extLst>
          </p:cNvPr>
          <p:cNvSpPr txBox="1"/>
          <p:nvPr/>
        </p:nvSpPr>
        <p:spPr>
          <a:xfrm>
            <a:off x="300437" y="976844"/>
            <a:ext cx="48814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감지 방식과 공기 환경에 따라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하나의 호흡 시스템을 서로 다른 플레이 전략으로 확장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BB68A-F245-0ACF-3EE2-B458C3B6AFD1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442EE-0C23-B556-2FA5-EA89671F07B6}"/>
              </a:ext>
            </a:extLst>
          </p:cNvPr>
          <p:cNvSpPr txBox="1"/>
          <p:nvPr/>
        </p:nvSpPr>
        <p:spPr>
          <a:xfrm>
            <a:off x="677988" y="1291364"/>
            <a:ext cx="21691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  </a:t>
            </a:r>
            <a:r>
              <a:rPr lang="ko-KR" altLang="en-US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청각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｜ 눈 없는 인형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1E07F-84B4-98FB-EDE1-165DB53FC368}"/>
              </a:ext>
            </a:extLst>
          </p:cNvPr>
          <p:cNvSpPr txBox="1"/>
          <p:nvPr/>
        </p:nvSpPr>
        <p:spPr>
          <a:xfrm>
            <a:off x="677988" y="4022787"/>
            <a:ext cx="26629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  </a:t>
            </a:r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유해 연기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｜ 불 인형 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단계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BE836-2618-B9E6-6550-0191D5926B55}"/>
              </a:ext>
            </a:extLst>
          </p:cNvPr>
          <p:cNvSpPr txBox="1"/>
          <p:nvPr/>
        </p:nvSpPr>
        <p:spPr>
          <a:xfrm>
            <a:off x="6442358" y="1290750"/>
            <a:ext cx="230543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  </a:t>
            </a:r>
            <a:r>
              <a:rPr lang="ko-KR" altLang="en-US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위장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｜ 인형 외형 위장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7F0308E-E488-8324-D707-5DE6EC0B7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360" y="4374979"/>
            <a:ext cx="5186838" cy="2222544"/>
          </a:xfrm>
          <a:prstGeom prst="roundRect">
            <a:avLst>
              <a:gd name="adj" fmla="val 395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3F44C6C-5C0B-E50D-3E13-B349E382F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88" y="4374979"/>
            <a:ext cx="5186838" cy="2222544"/>
          </a:xfrm>
          <a:prstGeom prst="roundRect">
            <a:avLst>
              <a:gd name="adj" fmla="val 609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2DB29CB-BC5D-347A-1AC7-1C146C52B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358" y="1643556"/>
            <a:ext cx="5186838" cy="2222544"/>
          </a:xfrm>
          <a:prstGeom prst="roundRect">
            <a:avLst>
              <a:gd name="adj" fmla="val 68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81F2772-2076-B2BC-E0A6-0F144C2A19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89" y="1643556"/>
            <a:ext cx="5186838" cy="2222544"/>
          </a:xfrm>
          <a:prstGeom prst="roundRect">
            <a:avLst>
              <a:gd name="adj" fmla="val 574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DA24EEC-526F-C806-2162-B1DF697AACA1}"/>
              </a:ext>
            </a:extLst>
          </p:cNvPr>
          <p:cNvSpPr txBox="1"/>
          <p:nvPr/>
        </p:nvSpPr>
        <p:spPr>
          <a:xfrm>
            <a:off x="6442358" y="4022786"/>
            <a:ext cx="18790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  </a:t>
            </a:r>
            <a:r>
              <a:rPr lang="ko-KR" altLang="en-US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안전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｜ 환기 장치</a:t>
            </a:r>
          </a:p>
        </p:txBody>
      </p:sp>
    </p:spTree>
    <p:extLst>
      <p:ext uri="{BB962C8B-B14F-4D97-AF65-F5344CB8AC3E}">
        <p14:creationId xmlns:p14="http://schemas.microsoft.com/office/powerpoint/2010/main" val="3341741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0960D-00D9-22EE-4966-DF64DBD8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2291D2BB-42D0-D3DF-6373-41B4D0B72C28}"/>
              </a:ext>
            </a:extLst>
          </p:cNvPr>
          <p:cNvSpPr txBox="1"/>
          <p:nvPr/>
        </p:nvSpPr>
        <p:spPr>
          <a:xfrm>
            <a:off x="300437" y="576734"/>
            <a:ext cx="1899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맵 적용 예시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3D60400-A6CB-FD6F-50C0-A1784541BFC9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200316" y="738317"/>
            <a:ext cx="9574961" cy="38472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BB0DCB1-E81D-1440-F247-4F0C9DAFDAA8}"/>
              </a:ext>
            </a:extLst>
          </p:cNvPr>
          <p:cNvSpPr txBox="1"/>
          <p:nvPr/>
        </p:nvSpPr>
        <p:spPr>
          <a:xfrm>
            <a:off x="300437" y="976844"/>
            <a:ext cx="49872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위험 구간과 안전 지점 사이에서 호흡량을 관리하며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직선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우회 경로를 선택하도록 설계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24262-342B-184F-9878-43F93A1953B6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16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13DE5E9-F0CA-1D37-C2D7-692B6E9BD98A}"/>
              </a:ext>
            </a:extLst>
          </p:cNvPr>
          <p:cNvSpPr/>
          <p:nvPr/>
        </p:nvSpPr>
        <p:spPr>
          <a:xfrm>
            <a:off x="1138208" y="1694339"/>
            <a:ext cx="6876797" cy="3609460"/>
          </a:xfrm>
          <a:prstGeom prst="roundRect">
            <a:avLst>
              <a:gd name="adj" fmla="val 336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52F95-7FE7-9A41-F5F4-4F11A8469F43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응용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24BB6-E960-7DC2-1D13-81368CF96763}"/>
              </a:ext>
            </a:extLst>
          </p:cNvPr>
          <p:cNvSpPr txBox="1"/>
          <p:nvPr/>
        </p:nvSpPr>
        <p:spPr>
          <a:xfrm>
            <a:off x="1052405" y="1320391"/>
            <a:ext cx="12218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맵 적용 구조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55F39-A965-125D-E06E-811169C51349}"/>
              </a:ext>
            </a:extLst>
          </p:cNvPr>
          <p:cNvSpPr txBox="1"/>
          <p:nvPr/>
        </p:nvSpPr>
        <p:spPr>
          <a:xfrm>
            <a:off x="1052405" y="5384022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경로 선택 기준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2552A172-14BA-9B26-1E46-BE06BE154D27}"/>
              </a:ext>
            </a:extLst>
          </p:cNvPr>
          <p:cNvSpPr txBox="1"/>
          <p:nvPr/>
        </p:nvSpPr>
        <p:spPr>
          <a:xfrm>
            <a:off x="3780712" y="5718264"/>
            <a:ext cx="2552302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우회 경로</a:t>
            </a:r>
            <a:endParaRPr lang="en-US" altLang="ko-KR" sz="15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거리 김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낮음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 가능 거리와 안전 지점 도달 여부 판단</a:t>
            </a:r>
          </a:p>
        </p:txBody>
      </p:sp>
      <p:cxnSp>
        <p:nvCxnSpPr>
          <p:cNvPr id="495" name="직선 연결선 494">
            <a:extLst>
              <a:ext uri="{FF2B5EF4-FFF2-40B4-BE49-F238E27FC236}">
                <a16:creationId xmlns:a16="http://schemas.microsoft.com/office/drawing/2014/main" id="{F879002E-C498-75B0-1434-94E53B880CE8}"/>
              </a:ext>
            </a:extLst>
          </p:cNvPr>
          <p:cNvCxnSpPr>
            <a:cxnSpLocks/>
          </p:cNvCxnSpPr>
          <p:nvPr/>
        </p:nvCxnSpPr>
        <p:spPr>
          <a:xfrm>
            <a:off x="3780712" y="5766703"/>
            <a:ext cx="0" cy="666000"/>
          </a:xfrm>
          <a:prstGeom prst="line">
            <a:avLst/>
          </a:prstGeom>
          <a:ln w="38100" cap="rnd">
            <a:solidFill>
              <a:srgbClr val="637A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TextBox 495">
            <a:extLst>
              <a:ext uri="{FF2B5EF4-FFF2-40B4-BE49-F238E27FC236}">
                <a16:creationId xmlns:a16="http://schemas.microsoft.com/office/drawing/2014/main" id="{BFFD3116-6103-C78E-7D52-F3DD2DE5D65F}"/>
              </a:ext>
            </a:extLst>
          </p:cNvPr>
          <p:cNvSpPr txBox="1"/>
          <p:nvPr/>
        </p:nvSpPr>
        <p:spPr>
          <a:xfrm>
            <a:off x="1178521" y="5718264"/>
            <a:ext cx="2496196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직선 경로</a:t>
            </a:r>
            <a:endParaRPr lang="en-US" altLang="ko-KR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거리 짧음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높음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 게이지를 확인해 신속히 통과</a:t>
            </a:r>
          </a:p>
        </p:txBody>
      </p:sp>
      <p:cxnSp>
        <p:nvCxnSpPr>
          <p:cNvPr id="497" name="직선 연결선 496">
            <a:extLst>
              <a:ext uri="{FF2B5EF4-FFF2-40B4-BE49-F238E27FC236}">
                <a16:creationId xmlns:a16="http://schemas.microsoft.com/office/drawing/2014/main" id="{BDEC9DFF-F8A2-FFE9-ACED-4368EB6F2C8E}"/>
              </a:ext>
            </a:extLst>
          </p:cNvPr>
          <p:cNvCxnSpPr>
            <a:cxnSpLocks/>
          </p:cNvCxnSpPr>
          <p:nvPr/>
        </p:nvCxnSpPr>
        <p:spPr>
          <a:xfrm>
            <a:off x="1178521" y="5766703"/>
            <a:ext cx="0" cy="667435"/>
          </a:xfrm>
          <a:prstGeom prst="line">
            <a:avLst/>
          </a:prstGeom>
          <a:ln w="38100" cap="rnd">
            <a:solidFill>
              <a:srgbClr val="AF7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AFDFE42-D096-FE3C-A0D7-D96FF44E67B5}"/>
              </a:ext>
            </a:extLst>
          </p:cNvPr>
          <p:cNvSpPr txBox="1"/>
          <p:nvPr/>
        </p:nvSpPr>
        <p:spPr>
          <a:xfrm>
            <a:off x="6439008" y="5718796"/>
            <a:ext cx="2002471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재준비</a:t>
            </a:r>
            <a:r>
              <a:rPr lang="ko-KR" altLang="en-US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지점</a:t>
            </a:r>
            <a:endParaRPr lang="en-US" altLang="ko-KR" sz="1500" dirty="0">
              <a:solidFill>
                <a:srgbClr val="758171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안전 공기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+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엄폐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회복 후 다음 구간에 재진입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96BBE90-CA37-A1F2-4DBA-369DCB9C2D4E}"/>
              </a:ext>
            </a:extLst>
          </p:cNvPr>
          <p:cNvCxnSpPr>
            <a:cxnSpLocks/>
          </p:cNvCxnSpPr>
          <p:nvPr/>
        </p:nvCxnSpPr>
        <p:spPr>
          <a:xfrm>
            <a:off x="6439009" y="5767235"/>
            <a:ext cx="0" cy="666000"/>
          </a:xfrm>
          <a:prstGeom prst="line">
            <a:avLst/>
          </a:prstGeom>
          <a:ln w="38100" cap="rnd">
            <a:solidFill>
              <a:srgbClr val="758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73FE50D-56AF-3149-B39F-409DF5CF2185}"/>
              </a:ext>
            </a:extLst>
          </p:cNvPr>
          <p:cNvSpPr txBox="1"/>
          <p:nvPr/>
        </p:nvSpPr>
        <p:spPr>
          <a:xfrm>
            <a:off x="8387632" y="1315474"/>
            <a:ext cx="17748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구간별 플레이 판단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23AB34-B863-DF28-17BC-38DB9D2A7B77}"/>
              </a:ext>
            </a:extLst>
          </p:cNvPr>
          <p:cNvSpPr txBox="1"/>
          <p:nvPr/>
        </p:nvSpPr>
        <p:spPr>
          <a:xfrm>
            <a:off x="8387631" y="1694339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안전 구역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EAD10D-9ABD-20D5-DAAE-AE9F18DFE8FA}"/>
              </a:ext>
            </a:extLst>
          </p:cNvPr>
          <p:cNvSpPr txBox="1"/>
          <p:nvPr/>
        </p:nvSpPr>
        <p:spPr>
          <a:xfrm>
            <a:off x="8540229" y="2017504"/>
            <a:ext cx="1372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들숨으로 호흡량 확보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DE920E-1221-ABD3-5165-82D4AF51C0A5}"/>
              </a:ext>
            </a:extLst>
          </p:cNvPr>
          <p:cNvSpPr txBox="1"/>
          <p:nvPr/>
        </p:nvSpPr>
        <p:spPr>
          <a:xfrm>
            <a:off x="8387631" y="2257942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일반 인형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6AC0B8-625A-E97C-0D84-FE88009765D8}"/>
              </a:ext>
            </a:extLst>
          </p:cNvPr>
          <p:cNvSpPr txBox="1"/>
          <p:nvPr/>
        </p:nvSpPr>
        <p:spPr>
          <a:xfrm>
            <a:off x="8540229" y="2581107"/>
            <a:ext cx="11576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벽 뒤 은폐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87B1A4-ECAE-7B91-7531-51F76118B8D0}"/>
              </a:ext>
            </a:extLst>
          </p:cNvPr>
          <p:cNvSpPr txBox="1"/>
          <p:nvPr/>
        </p:nvSpPr>
        <p:spPr>
          <a:xfrm>
            <a:off x="8387631" y="2905809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자극 공기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188B4A-67FB-8F81-34E2-5B7FC8972C73}"/>
              </a:ext>
            </a:extLst>
          </p:cNvPr>
          <p:cNvSpPr txBox="1"/>
          <p:nvPr/>
        </p:nvSpPr>
        <p:spPr>
          <a:xfrm>
            <a:off x="8540229" y="3228974"/>
            <a:ext cx="16962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참기로 위험 공기 흡입 억제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5F6A95-E8FD-9A80-AF56-4DEAB4D52F0B}"/>
              </a:ext>
            </a:extLst>
          </p:cNvPr>
          <p:cNvSpPr txBox="1"/>
          <p:nvPr/>
        </p:nvSpPr>
        <p:spPr>
          <a:xfrm>
            <a:off x="8387631" y="3552138"/>
            <a:ext cx="200567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청각에 민감한 인형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9E9CAF-C08E-B745-08A7-AC7593E90B9E}"/>
              </a:ext>
            </a:extLst>
          </p:cNvPr>
          <p:cNvSpPr txBox="1"/>
          <p:nvPr/>
        </p:nvSpPr>
        <p:spPr>
          <a:xfrm>
            <a:off x="8540229" y="3875303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웅크려 이동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E313D0-9F3D-03B0-E5AD-127710A78404}"/>
              </a:ext>
            </a:extLst>
          </p:cNvPr>
          <p:cNvSpPr txBox="1"/>
          <p:nvPr/>
        </p:nvSpPr>
        <p:spPr>
          <a:xfrm>
            <a:off x="8387631" y="4196316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안전 지점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279C62-2DF0-58EB-70F0-FA3755F36E15}"/>
              </a:ext>
            </a:extLst>
          </p:cNvPr>
          <p:cNvSpPr txBox="1"/>
          <p:nvPr/>
        </p:nvSpPr>
        <p:spPr>
          <a:xfrm>
            <a:off x="8540229" y="4519481"/>
            <a:ext cx="1269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재호흡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자극도 회복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B5DBCAE-65E1-33D4-8671-98049AFA99D6}"/>
              </a:ext>
            </a:extLst>
          </p:cNvPr>
          <p:cNvSpPr/>
          <p:nvPr/>
        </p:nvSpPr>
        <p:spPr>
          <a:xfrm>
            <a:off x="8472791" y="5320723"/>
            <a:ext cx="2666804" cy="1090555"/>
          </a:xfrm>
          <a:prstGeom prst="roundRect">
            <a:avLst>
              <a:gd name="adj" fmla="val 8342"/>
            </a:avLst>
          </a:prstGeom>
          <a:solidFill>
            <a:srgbClr val="AF727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D395F6-A661-A155-62D3-CAE2F06486FD}"/>
              </a:ext>
            </a:extLst>
          </p:cNvPr>
          <p:cNvSpPr txBox="1"/>
          <p:nvPr/>
        </p:nvSpPr>
        <p:spPr>
          <a:xfrm>
            <a:off x="8548641" y="5437936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공간 설계 원칙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8A7D31-49D6-28F6-8F13-9297DF955247}"/>
              </a:ext>
            </a:extLst>
          </p:cNvPr>
          <p:cNvSpPr txBox="1"/>
          <p:nvPr/>
        </p:nvSpPr>
        <p:spPr>
          <a:xfrm>
            <a:off x="8548642" y="5761101"/>
            <a:ext cx="2590953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한 번의 호흡으로 전체 구간 통과 불가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안전 지점에서 </a:t>
            </a:r>
            <a:r>
              <a:rPr lang="ko-KR" altLang="en-US" sz="1000" dirty="0" err="1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재준비하며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다음 구간 진입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4233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2832-1310-1609-079B-DDEB54FE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3ED7114-38B2-B3AD-A378-E9FA1F5DA94C}"/>
              </a:ext>
            </a:extLst>
          </p:cNvPr>
          <p:cNvSpPr/>
          <p:nvPr/>
        </p:nvSpPr>
        <p:spPr>
          <a:xfrm>
            <a:off x="6492504" y="4341517"/>
            <a:ext cx="4866569" cy="282676"/>
          </a:xfrm>
          <a:prstGeom prst="roundRect">
            <a:avLst/>
          </a:prstGeom>
          <a:solidFill>
            <a:srgbClr val="AF727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F18FCA-C6A7-AEF6-D4E6-5B82D74F6745}"/>
              </a:ext>
            </a:extLst>
          </p:cNvPr>
          <p:cNvSpPr txBox="1"/>
          <p:nvPr/>
        </p:nvSpPr>
        <p:spPr>
          <a:xfrm>
            <a:off x="300437" y="576734"/>
            <a:ext cx="3041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예외 처리 및 안전 장치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0B5F35-ABF6-607A-96E6-F396F2061675}"/>
              </a:ext>
            </a:extLst>
          </p:cNvPr>
          <p:cNvSpPr txBox="1"/>
          <p:nvPr/>
        </p:nvSpPr>
        <p:spPr>
          <a:xfrm>
            <a:off x="312341" y="260477"/>
            <a:ext cx="7280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제작 명세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A6642C9-9E0A-A45F-BBDA-C685991078E9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3341654" y="738317"/>
            <a:ext cx="8433623" cy="38472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88CEFCF-9D8E-D020-B93E-DC22262DC366}"/>
              </a:ext>
            </a:extLst>
          </p:cNvPr>
          <p:cNvSpPr txBox="1"/>
          <p:nvPr/>
        </p:nvSpPr>
        <p:spPr>
          <a:xfrm>
            <a:off x="0" y="-540871"/>
            <a:ext cx="2136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글꼴 </a:t>
            </a:r>
            <a:r>
              <a:rPr lang="ko-KR" altLang="en-US" sz="2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온고딕</a:t>
            </a:r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20pt</a:t>
            </a:r>
            <a:endParaRPr lang="ko-KR" altLang="en-US" sz="2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A0D8CB-3A4E-F7C7-90E1-59B72F61ED70}"/>
              </a:ext>
            </a:extLst>
          </p:cNvPr>
          <p:cNvSpPr txBox="1"/>
          <p:nvPr/>
        </p:nvSpPr>
        <p:spPr>
          <a:xfrm>
            <a:off x="2136803" y="-463926"/>
            <a:ext cx="5357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5953C1-A198-2E93-99BF-2EBFB3919CF4}"/>
              </a:ext>
            </a:extLst>
          </p:cNvPr>
          <p:cNvSpPr txBox="1"/>
          <p:nvPr/>
        </p:nvSpPr>
        <p:spPr>
          <a:xfrm>
            <a:off x="2672527" y="-386982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10pt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19F132-21D9-92E8-DBBF-AD9495192213}"/>
              </a:ext>
            </a:extLst>
          </p:cNvPr>
          <p:cNvSpPr txBox="1"/>
          <p:nvPr/>
        </p:nvSpPr>
        <p:spPr>
          <a:xfrm>
            <a:off x="3140925" y="-356205"/>
            <a:ext cx="3497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8pt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BF09F08E-18C4-4863-898E-87087A2AAF57}"/>
              </a:ext>
            </a:extLst>
          </p:cNvPr>
          <p:cNvSpPr/>
          <p:nvPr/>
        </p:nvSpPr>
        <p:spPr>
          <a:xfrm>
            <a:off x="4103543" y="-434736"/>
            <a:ext cx="293974" cy="293974"/>
          </a:xfrm>
          <a:prstGeom prst="ellipse">
            <a:avLst/>
          </a:prstGeom>
          <a:solidFill>
            <a:srgbClr val="637A96">
              <a:alpha val="1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B7E3C7-1F36-A0CD-5AE7-DC43F6F047FF}"/>
              </a:ext>
            </a:extLst>
          </p:cNvPr>
          <p:cNvSpPr txBox="1"/>
          <p:nvPr/>
        </p:nvSpPr>
        <p:spPr>
          <a:xfrm>
            <a:off x="4399727" y="-386983"/>
            <a:ext cx="25266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투명도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90%               70%               30%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73358D5D-EB3D-A637-C1B8-63C30173A1D0}"/>
              </a:ext>
            </a:extLst>
          </p:cNvPr>
          <p:cNvSpPr/>
          <p:nvPr/>
        </p:nvSpPr>
        <p:spPr>
          <a:xfrm>
            <a:off x="5369080" y="-434736"/>
            <a:ext cx="293974" cy="293974"/>
          </a:xfrm>
          <a:prstGeom prst="ellipse">
            <a:avLst/>
          </a:prstGeom>
          <a:solidFill>
            <a:srgbClr val="637A96">
              <a:alpha val="3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C0774417-0F74-8F5C-9CCA-D470CF977F28}"/>
              </a:ext>
            </a:extLst>
          </p:cNvPr>
          <p:cNvSpPr/>
          <p:nvPr/>
        </p:nvSpPr>
        <p:spPr>
          <a:xfrm>
            <a:off x="6198530" y="-434736"/>
            <a:ext cx="293974" cy="293974"/>
          </a:xfrm>
          <a:prstGeom prst="ellipse">
            <a:avLst/>
          </a:prstGeom>
          <a:solidFill>
            <a:srgbClr val="637A96">
              <a:alpha val="7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C46E6F2-957E-F77A-56F0-2D09D3117B13}"/>
              </a:ext>
            </a:extLst>
          </p:cNvPr>
          <p:cNvSpPr/>
          <p:nvPr/>
        </p:nvSpPr>
        <p:spPr>
          <a:xfrm>
            <a:off x="-653586" y="344583"/>
            <a:ext cx="478118" cy="478118"/>
          </a:xfrm>
          <a:prstGeom prst="ellipse">
            <a:avLst/>
          </a:prstGeom>
          <a:solidFill>
            <a:srgbClr val="AF727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6C8B1FE-A92D-234F-0183-8CD281AA90A0}"/>
              </a:ext>
            </a:extLst>
          </p:cNvPr>
          <p:cNvSpPr/>
          <p:nvPr/>
        </p:nvSpPr>
        <p:spPr>
          <a:xfrm>
            <a:off x="-653586" y="2297913"/>
            <a:ext cx="478118" cy="478118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63DCC799-1BDB-DDB3-942F-0286CA655063}"/>
              </a:ext>
            </a:extLst>
          </p:cNvPr>
          <p:cNvSpPr/>
          <p:nvPr/>
        </p:nvSpPr>
        <p:spPr>
          <a:xfrm>
            <a:off x="-653586" y="998939"/>
            <a:ext cx="478118" cy="478118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07B60"/>
              </a:solidFill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F158A653-F2A2-11D9-8290-D6D013FDADA9}"/>
              </a:ext>
            </a:extLst>
          </p:cNvPr>
          <p:cNvSpPr/>
          <p:nvPr/>
        </p:nvSpPr>
        <p:spPr>
          <a:xfrm>
            <a:off x="-653586" y="2942531"/>
            <a:ext cx="478118" cy="478118"/>
          </a:xfrm>
          <a:prstGeom prst="ellipse">
            <a:avLst/>
          </a:prstGeom>
          <a:solidFill>
            <a:srgbClr val="84719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F3E1F660-D4CE-5733-4307-C31DCC107DC7}"/>
              </a:ext>
            </a:extLst>
          </p:cNvPr>
          <p:cNvSpPr/>
          <p:nvPr/>
        </p:nvSpPr>
        <p:spPr>
          <a:xfrm>
            <a:off x="-653586" y="1643557"/>
            <a:ext cx="478118" cy="478118"/>
          </a:xfrm>
          <a:prstGeom prst="ellipse">
            <a:avLst/>
          </a:prstGeom>
          <a:solidFill>
            <a:srgbClr val="75817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B19D6026-9F60-0720-53D3-7CAADC1BAF53}"/>
              </a:ext>
            </a:extLst>
          </p:cNvPr>
          <p:cNvSpPr/>
          <p:nvPr/>
        </p:nvSpPr>
        <p:spPr>
          <a:xfrm>
            <a:off x="-653586" y="3592018"/>
            <a:ext cx="478118" cy="478118"/>
          </a:xfrm>
          <a:prstGeom prst="ellipse">
            <a:avLst/>
          </a:prstGeom>
          <a:solidFill>
            <a:srgbClr val="FDFDFE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AA43DEB7-192B-E4BA-7301-BD3BA403AC58}"/>
              </a:ext>
            </a:extLst>
          </p:cNvPr>
          <p:cNvSpPr/>
          <p:nvPr/>
        </p:nvSpPr>
        <p:spPr>
          <a:xfrm>
            <a:off x="-653586" y="4241505"/>
            <a:ext cx="478118" cy="478118"/>
          </a:xfrm>
          <a:prstGeom prst="ellipse">
            <a:avLst/>
          </a:prstGeom>
          <a:solidFill>
            <a:srgbClr val="03122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CC311-4767-F382-83CE-03A3E8CCEA40}"/>
              </a:ext>
            </a:extLst>
          </p:cNvPr>
          <p:cNvSpPr txBox="1"/>
          <p:nvPr/>
        </p:nvSpPr>
        <p:spPr>
          <a:xfrm>
            <a:off x="300437" y="976844"/>
            <a:ext cx="4804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예외 상황에서도 호흡 상태와 결과가 충돌하지 않도록 처리 조건과 우선 순위를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061C1E-FFC7-6067-2CCF-08F326ED405F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17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EDD7856-D939-08B8-2A22-8680B097B3A0}"/>
              </a:ext>
            </a:extLst>
          </p:cNvPr>
          <p:cNvSpPr/>
          <p:nvPr/>
        </p:nvSpPr>
        <p:spPr>
          <a:xfrm>
            <a:off x="611513" y="1423120"/>
            <a:ext cx="304800" cy="304800"/>
          </a:xfrm>
          <a:prstGeom prst="roundRect">
            <a:avLst/>
          </a:prstGeom>
          <a:solidFill>
            <a:srgbClr val="637A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endParaRPr lang="ko-KR" altLang="en-US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071239D-F26B-F38D-436C-A96AED0A8EE0}"/>
              </a:ext>
            </a:extLst>
          </p:cNvPr>
          <p:cNvSpPr/>
          <p:nvPr/>
        </p:nvSpPr>
        <p:spPr>
          <a:xfrm>
            <a:off x="6492504" y="1423120"/>
            <a:ext cx="304800" cy="304800"/>
          </a:xfrm>
          <a:prstGeom prst="roundRect">
            <a:avLst/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endParaRPr lang="ko-KR" altLang="en-US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159182-F098-9B80-2FD1-052A2550A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9"/>
          <a:stretch>
            <a:fillRect/>
          </a:stretch>
        </p:blipFill>
        <p:spPr>
          <a:xfrm>
            <a:off x="9320143" y="2160475"/>
            <a:ext cx="1577567" cy="16760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C6A8D28-7B49-8AD1-CE43-270A7DD1D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26" r="4013"/>
          <a:stretch>
            <a:fillRect/>
          </a:stretch>
        </p:blipFill>
        <p:spPr>
          <a:xfrm>
            <a:off x="6663179" y="2160475"/>
            <a:ext cx="1577568" cy="167608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42111BA-3ECA-5F88-3A60-0ED0C542E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9"/>
          <a:stretch>
            <a:fillRect/>
          </a:stretch>
        </p:blipFill>
        <p:spPr>
          <a:xfrm>
            <a:off x="832846" y="2160475"/>
            <a:ext cx="1577567" cy="16760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714D5DF-8E64-59B0-6A56-AFEB39237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064" y="2142378"/>
            <a:ext cx="1694185" cy="169418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AA08B9E-AE12-6707-96CD-67B72257B2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7" t="14566" r="1062" b="13371"/>
          <a:stretch>
            <a:fillRect/>
          </a:stretch>
        </p:blipFill>
        <p:spPr>
          <a:xfrm>
            <a:off x="485179" y="5486463"/>
            <a:ext cx="11221642" cy="7893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F73A907-AB3D-6ADD-6B0B-8197AA306DE3}"/>
              </a:ext>
            </a:extLst>
          </p:cNvPr>
          <p:cNvSpPr txBox="1"/>
          <p:nvPr/>
        </p:nvSpPr>
        <p:spPr>
          <a:xfrm>
            <a:off x="383509" y="4995045"/>
            <a:ext cx="2093843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예외 처리 판단 기준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출처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: Excel                              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시트 발췌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A1887-9AF6-A8A5-D9C7-EEFD385BB3F4}"/>
              </a:ext>
            </a:extLst>
          </p:cNvPr>
          <p:cNvSpPr txBox="1"/>
          <p:nvPr/>
        </p:nvSpPr>
        <p:spPr>
          <a:xfrm>
            <a:off x="1020733" y="5271018"/>
            <a:ext cx="93506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01_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시스템데이터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88CDDAA-92FA-4CA7-1CA6-F7A3250C9239}"/>
              </a:ext>
            </a:extLst>
          </p:cNvPr>
          <p:cNvSpPr/>
          <p:nvPr/>
        </p:nvSpPr>
        <p:spPr>
          <a:xfrm>
            <a:off x="1080851" y="5295900"/>
            <a:ext cx="820974" cy="156470"/>
          </a:xfrm>
          <a:prstGeom prst="roundRect">
            <a:avLst>
              <a:gd name="adj" fmla="val 13877"/>
            </a:avLst>
          </a:prstGeom>
          <a:solidFill>
            <a:srgbClr val="A07B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C75545-B6C5-1041-70B7-7088ACACABFF}"/>
              </a:ext>
            </a:extLst>
          </p:cNvPr>
          <p:cNvSpPr txBox="1"/>
          <p:nvPr/>
        </p:nvSpPr>
        <p:spPr>
          <a:xfrm>
            <a:off x="921811" y="1416008"/>
            <a:ext cx="2861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제어 불가 상태 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+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수중 진입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2673D0-3B26-0330-6742-DBD417CC6611}"/>
              </a:ext>
            </a:extLst>
          </p:cNvPr>
          <p:cNvSpPr txBox="1"/>
          <p:nvPr/>
        </p:nvSpPr>
        <p:spPr>
          <a:xfrm>
            <a:off x="6797304" y="1416008"/>
            <a:ext cx="31422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과흡입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강제 호흡 중 이상 상태 발생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DCDA4E-A4CF-14D5-3BA5-1046F5C00F54}"/>
              </a:ext>
            </a:extLst>
          </p:cNvPr>
          <p:cNvSpPr txBox="1"/>
          <p:nvPr/>
        </p:nvSpPr>
        <p:spPr>
          <a:xfrm>
            <a:off x="921811" y="1728742"/>
            <a:ext cx="34323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적용 상태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이상 상태 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복합 이상 상태 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1000" dirty="0" err="1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3A4DA0-A281-8B2B-737B-51D25C93031B}"/>
              </a:ext>
            </a:extLst>
          </p:cNvPr>
          <p:cNvSpPr txBox="1"/>
          <p:nvPr/>
        </p:nvSpPr>
        <p:spPr>
          <a:xfrm>
            <a:off x="6797304" y="1732618"/>
            <a:ext cx="32079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기존 호흡 실패 상태를 중단하고 이상 상태를 우선 적용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86F55C0-314F-3CC6-40D5-7D314262D457}"/>
              </a:ext>
            </a:extLst>
          </p:cNvPr>
          <p:cNvCxnSpPr>
            <a:cxnSpLocks/>
          </p:cNvCxnSpPr>
          <p:nvPr/>
        </p:nvCxnSpPr>
        <p:spPr>
          <a:xfrm>
            <a:off x="2771997" y="3033973"/>
            <a:ext cx="368928" cy="0"/>
          </a:xfrm>
          <a:prstGeom prst="straightConnector1">
            <a:avLst/>
          </a:prstGeom>
          <a:ln w="25400">
            <a:solidFill>
              <a:srgbClr val="637A9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C9C0E6B-9B55-C100-7A84-2D7A423F233D}"/>
              </a:ext>
            </a:extLst>
          </p:cNvPr>
          <p:cNvCxnSpPr>
            <a:cxnSpLocks/>
          </p:cNvCxnSpPr>
          <p:nvPr/>
        </p:nvCxnSpPr>
        <p:spPr>
          <a:xfrm>
            <a:off x="8595981" y="3033973"/>
            <a:ext cx="368928" cy="0"/>
          </a:xfrm>
          <a:prstGeom prst="straightConnector1">
            <a:avLst/>
          </a:prstGeom>
          <a:ln w="25400">
            <a:solidFill>
              <a:srgbClr val="AF727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BF52857-F04C-BEDD-0380-875684BB7900}"/>
              </a:ext>
            </a:extLst>
          </p:cNvPr>
          <p:cNvSpPr txBox="1"/>
          <p:nvPr/>
        </p:nvSpPr>
        <p:spPr>
          <a:xfrm>
            <a:off x="2393646" y="2676583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수중에 머리 잠김</a:t>
            </a:r>
            <a:endParaRPr lang="ko-KR" altLang="en-US" sz="10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9EE265-A135-763E-FA09-10815C746BBA}"/>
              </a:ext>
            </a:extLst>
          </p:cNvPr>
          <p:cNvSpPr txBox="1"/>
          <p:nvPr/>
        </p:nvSpPr>
        <p:spPr>
          <a:xfrm>
            <a:off x="8217630" y="2676583"/>
            <a:ext cx="10021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이상 상태 발생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D1BB39-1A6F-37AD-4515-978593BCF087}"/>
              </a:ext>
            </a:extLst>
          </p:cNvPr>
          <p:cNvSpPr txBox="1"/>
          <p:nvPr/>
        </p:nvSpPr>
        <p:spPr>
          <a:xfrm>
            <a:off x="1256871" y="3924111"/>
            <a:ext cx="10021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제어 불가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958BCF-68F5-6DF3-28E7-AA7B684C39D3}"/>
              </a:ext>
            </a:extLst>
          </p:cNvPr>
          <p:cNvSpPr txBox="1"/>
          <p:nvPr/>
        </p:nvSpPr>
        <p:spPr>
          <a:xfrm>
            <a:off x="1456690" y="4352002"/>
            <a:ext cx="2999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판정 ｜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일반 수중 호흡 판정 이전에 즉시 익사 처리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CFB3E9E-8300-D805-36ED-2C6A6F5C38E1}"/>
              </a:ext>
            </a:extLst>
          </p:cNvPr>
          <p:cNvSpPr/>
          <p:nvPr/>
        </p:nvSpPr>
        <p:spPr>
          <a:xfrm>
            <a:off x="607130" y="4341517"/>
            <a:ext cx="4866569" cy="282676"/>
          </a:xfrm>
          <a:prstGeom prst="roundRect">
            <a:avLst/>
          </a:prstGeom>
          <a:solidFill>
            <a:srgbClr val="637A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3B4E4F-585E-EDA3-F022-BC15BB11B2CA}"/>
              </a:ext>
            </a:extLst>
          </p:cNvPr>
          <p:cNvSpPr txBox="1"/>
          <p:nvPr/>
        </p:nvSpPr>
        <p:spPr>
          <a:xfrm>
            <a:off x="7623188" y="4352002"/>
            <a:ext cx="2605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우선 순위 ｜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이상 상태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&gt;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과흡입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강제 호흡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F64D20-5D26-B37F-1E9B-4D69D86BEADE}"/>
              </a:ext>
            </a:extLst>
          </p:cNvPr>
          <p:cNvSpPr txBox="1"/>
          <p:nvPr/>
        </p:nvSpPr>
        <p:spPr>
          <a:xfrm>
            <a:off x="4115654" y="3927781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즉시 익사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193080-80B7-9442-A687-39A114853188}"/>
              </a:ext>
            </a:extLst>
          </p:cNvPr>
          <p:cNvSpPr txBox="1"/>
          <p:nvPr/>
        </p:nvSpPr>
        <p:spPr>
          <a:xfrm>
            <a:off x="7057366" y="3924111"/>
            <a:ext cx="1146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과흡입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강제 호흡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88E0D5-F357-C81B-474D-ADFAD06D15CB}"/>
              </a:ext>
            </a:extLst>
          </p:cNvPr>
          <p:cNvSpPr txBox="1"/>
          <p:nvPr/>
        </p:nvSpPr>
        <p:spPr>
          <a:xfrm>
            <a:off x="9840504" y="3924111"/>
            <a:ext cx="10021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이상 상태 전환</a:t>
            </a:r>
          </a:p>
        </p:txBody>
      </p:sp>
    </p:spTree>
    <p:extLst>
      <p:ext uri="{BB962C8B-B14F-4D97-AF65-F5344CB8AC3E}">
        <p14:creationId xmlns:p14="http://schemas.microsoft.com/office/powerpoint/2010/main" val="4056655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0007-BE9A-D184-7EF6-3F22ED4F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34BFDBC9-24AA-9249-D316-553C28D7D277}"/>
              </a:ext>
            </a:extLst>
          </p:cNvPr>
          <p:cNvSpPr/>
          <p:nvPr/>
        </p:nvSpPr>
        <p:spPr>
          <a:xfrm>
            <a:off x="9523528" y="1899871"/>
            <a:ext cx="2270118" cy="4340384"/>
          </a:xfrm>
          <a:prstGeom prst="roundRect">
            <a:avLst>
              <a:gd name="adj" fmla="val 6920"/>
            </a:avLst>
          </a:prstGeom>
          <a:solidFill>
            <a:srgbClr val="758171">
              <a:alpha val="1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E55F8FB6-FE36-9BE4-46C2-152E32E52AFB}"/>
              </a:ext>
            </a:extLst>
          </p:cNvPr>
          <p:cNvCxnSpPr>
            <a:cxnSpLocks/>
          </p:cNvCxnSpPr>
          <p:nvPr/>
        </p:nvCxnSpPr>
        <p:spPr>
          <a:xfrm>
            <a:off x="9648510" y="3444472"/>
            <a:ext cx="0" cy="413147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1DFE4B4D-AF8F-E221-1589-3072815EB268}"/>
              </a:ext>
            </a:extLst>
          </p:cNvPr>
          <p:cNvSpPr txBox="1"/>
          <p:nvPr/>
        </p:nvSpPr>
        <p:spPr>
          <a:xfrm>
            <a:off x="9648508" y="3407212"/>
            <a:ext cx="2132276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 이상까지 남은 시간</a:t>
            </a:r>
            <a:endParaRPr lang="en-US" altLang="ko-KR" sz="800" b="1" dirty="0">
              <a:solidFill>
                <a:srgbClr val="8AABC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(50</a:t>
            </a: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－현재 오염도</a:t>
            </a:r>
            <a:r>
              <a:rPr lang="en-US" altLang="ko-KR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) ÷ </a:t>
            </a: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실제 </a:t>
            </a:r>
            <a:r>
              <a:rPr lang="ko-KR" altLang="en-US" sz="1000" b="1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누적률</a:t>
            </a:r>
            <a:endParaRPr lang="en-US" altLang="ko-KR" sz="10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78DCB06-D970-7FFB-884D-8EEFC50A4FD0}"/>
              </a:ext>
            </a:extLst>
          </p:cNvPr>
          <p:cNvSpPr txBox="1"/>
          <p:nvPr/>
        </p:nvSpPr>
        <p:spPr>
          <a:xfrm>
            <a:off x="9648510" y="4125313"/>
            <a:ext cx="2132276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오염 사망까지 남은 시간</a:t>
            </a:r>
            <a:endParaRPr lang="en-US" altLang="ko-KR" sz="800" b="1" dirty="0">
              <a:solidFill>
                <a:srgbClr val="8AABC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(100</a:t>
            </a: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－현재 오염도</a:t>
            </a:r>
            <a:r>
              <a:rPr lang="en-US" altLang="ko-KR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) ÷ </a:t>
            </a: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실제 </a:t>
            </a:r>
            <a:r>
              <a:rPr lang="ko-KR" altLang="en-US" sz="1000" b="1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누적률</a:t>
            </a:r>
            <a:endParaRPr lang="en-US" altLang="ko-KR" sz="10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7AF5D7E-39BE-6F40-0E17-BD12C9054DB7}"/>
              </a:ext>
            </a:extLst>
          </p:cNvPr>
          <p:cNvSpPr txBox="1"/>
          <p:nvPr/>
        </p:nvSpPr>
        <p:spPr>
          <a:xfrm>
            <a:off x="9648508" y="4843414"/>
            <a:ext cx="2229745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현재 행동 유지 가능 시간</a:t>
            </a:r>
            <a:endParaRPr lang="en-US" altLang="ko-KR" sz="800" b="1" dirty="0">
              <a:solidFill>
                <a:srgbClr val="8AABC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적용되는 제한 시간 중 최솟값</a:t>
            </a:r>
            <a:endParaRPr lang="en-US" altLang="ko-KR" sz="10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884AD01-BEAE-051B-249F-5FE4938FC026}"/>
              </a:ext>
            </a:extLst>
          </p:cNvPr>
          <p:cNvSpPr txBox="1"/>
          <p:nvPr/>
        </p:nvSpPr>
        <p:spPr>
          <a:xfrm>
            <a:off x="9648508" y="5561515"/>
            <a:ext cx="2229745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현재 행동 기준 이동 가능 거리</a:t>
            </a:r>
            <a:endParaRPr lang="en-US" altLang="ko-KR" sz="800" b="1" dirty="0">
              <a:solidFill>
                <a:srgbClr val="8AABC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 속도 </a:t>
            </a:r>
            <a:r>
              <a:rPr lang="en-US" altLang="ko-KR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× </a:t>
            </a: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허용 시간</a:t>
            </a:r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3BFBBDBA-A31D-4F40-15E5-B0BA1D89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66" t="10034" r="1154" b="2314"/>
          <a:stretch>
            <a:fillRect/>
          </a:stretch>
        </p:blipFill>
        <p:spPr>
          <a:xfrm>
            <a:off x="4860046" y="1980204"/>
            <a:ext cx="4018357" cy="415680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D19775F8-B483-B8C3-C25F-3FCA10725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0" t="10034" r="49529" b="31485"/>
          <a:stretch>
            <a:fillRect/>
          </a:stretch>
        </p:blipFill>
        <p:spPr>
          <a:xfrm>
            <a:off x="476047" y="1980203"/>
            <a:ext cx="4112833" cy="27734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E472384B-30E5-9D3F-1F1B-EA08119E36AC}"/>
              </a:ext>
            </a:extLst>
          </p:cNvPr>
          <p:cNvSpPr txBox="1"/>
          <p:nvPr/>
        </p:nvSpPr>
        <p:spPr>
          <a:xfrm>
            <a:off x="1858240" y="1467357"/>
            <a:ext cx="134844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b="1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입력한 데이터</a:t>
            </a:r>
            <a:endParaRPr lang="en-US" altLang="ko-KR" sz="1500" b="1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F8945F-B867-3D6B-5EC2-DE7E3A198291}"/>
              </a:ext>
            </a:extLst>
          </p:cNvPr>
          <p:cNvSpPr txBox="1"/>
          <p:nvPr/>
        </p:nvSpPr>
        <p:spPr>
          <a:xfrm>
            <a:off x="300437" y="576734"/>
            <a:ext cx="2393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데이터 항목 정의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897229E-1E9C-203A-2A86-515B88B5FF0A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694041" y="738317"/>
            <a:ext cx="9081236" cy="384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1C26B9C-291F-BF2F-B40F-D00A66EF9D89}"/>
              </a:ext>
            </a:extLst>
          </p:cNvPr>
          <p:cNvSpPr txBox="1"/>
          <p:nvPr/>
        </p:nvSpPr>
        <p:spPr>
          <a:xfrm>
            <a:off x="300437" y="976844"/>
            <a:ext cx="4225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입력 데이터 → 산출 결과 → 구간 통과 판정으로 이어지는 계산 검증 구조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6FC0F-BC8B-E8A6-F340-C8D6BEEA2C83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18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DAC8B-C7CA-843D-5DBD-8A615AC7BD8C}"/>
              </a:ext>
            </a:extLst>
          </p:cNvPr>
          <p:cNvSpPr txBox="1"/>
          <p:nvPr/>
        </p:nvSpPr>
        <p:spPr>
          <a:xfrm>
            <a:off x="312341" y="260477"/>
            <a:ext cx="7280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제작 명세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D8E270-F061-C456-A663-87359FC5AE6C}"/>
              </a:ext>
            </a:extLst>
          </p:cNvPr>
          <p:cNvSpPr txBox="1"/>
          <p:nvPr/>
        </p:nvSpPr>
        <p:spPr>
          <a:xfrm>
            <a:off x="9454024" y="1467356"/>
            <a:ext cx="13949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적용 계산식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F0718FF-613D-623B-2961-4146BAC66A81}"/>
              </a:ext>
            </a:extLst>
          </p:cNvPr>
          <p:cNvSpPr/>
          <p:nvPr/>
        </p:nvSpPr>
        <p:spPr>
          <a:xfrm>
            <a:off x="2409982" y="1899944"/>
            <a:ext cx="2246892" cy="2949734"/>
          </a:xfrm>
          <a:prstGeom prst="roundRect">
            <a:avLst>
              <a:gd name="adj" fmla="val 4500"/>
            </a:avLst>
          </a:prstGeom>
          <a:solidFill>
            <a:srgbClr val="758171">
              <a:alpha val="3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EB7AA799-BA7B-5310-E338-5BE8513F4B28}"/>
              </a:ext>
            </a:extLst>
          </p:cNvPr>
          <p:cNvCxnSpPr>
            <a:cxnSpLocks/>
            <a:stCxn id="37" idx="0"/>
            <a:endCxn id="77" idx="3"/>
          </p:cNvCxnSpPr>
          <p:nvPr/>
        </p:nvCxnSpPr>
        <p:spPr>
          <a:xfrm rot="16200000" flipV="1">
            <a:off x="3234555" y="1601071"/>
            <a:ext cx="271004" cy="326742"/>
          </a:xfrm>
          <a:prstGeom prst="bentConnector2">
            <a:avLst/>
          </a:prstGeom>
          <a:ln w="25400">
            <a:solidFill>
              <a:srgbClr val="758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D57A1B7-151F-0BAC-F639-DC649629A00D}"/>
              </a:ext>
            </a:extLst>
          </p:cNvPr>
          <p:cNvSpPr/>
          <p:nvPr/>
        </p:nvSpPr>
        <p:spPr>
          <a:xfrm>
            <a:off x="7053667" y="1899944"/>
            <a:ext cx="1907824" cy="4340384"/>
          </a:xfrm>
          <a:prstGeom prst="roundRect">
            <a:avLst>
              <a:gd name="adj" fmla="val 6920"/>
            </a:avLst>
          </a:prstGeom>
          <a:solidFill>
            <a:srgbClr val="758171">
              <a:alpha val="3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190F3C5-9F49-A9A4-5290-C3B856321A8B}"/>
              </a:ext>
            </a:extLst>
          </p:cNvPr>
          <p:cNvCxnSpPr>
            <a:cxnSpLocks/>
            <a:stCxn id="39" idx="0"/>
            <a:endCxn id="91" idx="3"/>
          </p:cNvCxnSpPr>
          <p:nvPr/>
        </p:nvCxnSpPr>
        <p:spPr>
          <a:xfrm rot="16200000" flipV="1">
            <a:off x="7558128" y="1450493"/>
            <a:ext cx="264898" cy="634004"/>
          </a:xfrm>
          <a:prstGeom prst="bentConnector2">
            <a:avLst/>
          </a:prstGeom>
          <a:ln w="25400">
            <a:solidFill>
              <a:srgbClr val="758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256A4FE3-E29F-1521-48A3-D6CADB0D7BB1}"/>
              </a:ext>
            </a:extLst>
          </p:cNvPr>
          <p:cNvCxnSpPr>
            <a:cxnSpLocks/>
            <a:stCxn id="42" idx="3"/>
            <a:endCxn id="28" idx="1"/>
          </p:cNvCxnSpPr>
          <p:nvPr/>
        </p:nvCxnSpPr>
        <p:spPr>
          <a:xfrm flipV="1">
            <a:off x="8906997" y="1628939"/>
            <a:ext cx="547027" cy="3295950"/>
          </a:xfrm>
          <a:prstGeom prst="bentConnector3">
            <a:avLst>
              <a:gd name="adj1" fmla="val 50000"/>
            </a:avLst>
          </a:prstGeom>
          <a:ln w="25400">
            <a:solidFill>
              <a:srgbClr val="8471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7C21FE9-CB73-CFC5-4191-6231CA890EDD}"/>
              </a:ext>
            </a:extLst>
          </p:cNvPr>
          <p:cNvSpPr/>
          <p:nvPr/>
        </p:nvSpPr>
        <p:spPr>
          <a:xfrm>
            <a:off x="7117954" y="3679300"/>
            <a:ext cx="1789043" cy="2491177"/>
          </a:xfrm>
          <a:prstGeom prst="roundRect">
            <a:avLst>
              <a:gd name="adj" fmla="val 4115"/>
            </a:avLst>
          </a:prstGeom>
          <a:solidFill>
            <a:srgbClr val="847190">
              <a:alpha val="3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299185-1FAC-428B-BCFB-D47E2EDAA218}"/>
              </a:ext>
            </a:extLst>
          </p:cNvPr>
          <p:cNvSpPr txBox="1"/>
          <p:nvPr/>
        </p:nvSpPr>
        <p:spPr>
          <a:xfrm>
            <a:off x="6364873" y="1473463"/>
            <a:ext cx="10087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계산 결과</a:t>
            </a:r>
            <a:endParaRPr lang="en-US" altLang="ko-KR" sz="1500" b="1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0EC30BE9-89E6-BEB2-5A5C-9317779C615C}"/>
              </a:ext>
            </a:extLst>
          </p:cNvPr>
          <p:cNvCxnSpPr>
            <a:cxnSpLocks/>
          </p:cNvCxnSpPr>
          <p:nvPr/>
        </p:nvCxnSpPr>
        <p:spPr>
          <a:xfrm>
            <a:off x="9648512" y="2016338"/>
            <a:ext cx="0" cy="413147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C1470A1-B2CA-2097-D17F-DED19292BED8}"/>
              </a:ext>
            </a:extLst>
          </p:cNvPr>
          <p:cNvSpPr txBox="1"/>
          <p:nvPr/>
        </p:nvSpPr>
        <p:spPr>
          <a:xfrm>
            <a:off x="390631" y="4833862"/>
            <a:ext cx="1911101" cy="2605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출처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: Excel                        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시트 발췌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D37ACF3-9C28-D3E9-8ADE-FB2806F423FD}"/>
              </a:ext>
            </a:extLst>
          </p:cNvPr>
          <p:cNvSpPr txBox="1"/>
          <p:nvPr/>
        </p:nvSpPr>
        <p:spPr>
          <a:xfrm>
            <a:off x="1027855" y="4879002"/>
            <a:ext cx="74091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03_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계산검증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040C4530-D48F-BCD9-4242-9777A0063E23}"/>
              </a:ext>
            </a:extLst>
          </p:cNvPr>
          <p:cNvSpPr/>
          <p:nvPr/>
        </p:nvSpPr>
        <p:spPr>
          <a:xfrm>
            <a:off x="1087973" y="4905235"/>
            <a:ext cx="620674" cy="160580"/>
          </a:xfrm>
          <a:prstGeom prst="roundRect">
            <a:avLst>
              <a:gd name="adj" fmla="val 13877"/>
            </a:avLst>
          </a:prstGeom>
          <a:solidFill>
            <a:srgbClr val="A07B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FB916712-01D8-E2C8-A24C-DBCE8DB6A3AB}"/>
              </a:ext>
            </a:extLst>
          </p:cNvPr>
          <p:cNvCxnSpPr>
            <a:cxnSpLocks/>
          </p:cNvCxnSpPr>
          <p:nvPr/>
        </p:nvCxnSpPr>
        <p:spPr>
          <a:xfrm>
            <a:off x="9648511" y="2735957"/>
            <a:ext cx="0" cy="413147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9D855AD5-63DA-E331-3F73-787C09093DCA}"/>
              </a:ext>
            </a:extLst>
          </p:cNvPr>
          <p:cNvCxnSpPr>
            <a:cxnSpLocks/>
          </p:cNvCxnSpPr>
          <p:nvPr/>
        </p:nvCxnSpPr>
        <p:spPr>
          <a:xfrm>
            <a:off x="9648510" y="4164412"/>
            <a:ext cx="0" cy="413147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63ABD26D-81D3-4789-D92B-99341EE544DA}"/>
              </a:ext>
            </a:extLst>
          </p:cNvPr>
          <p:cNvCxnSpPr>
            <a:cxnSpLocks/>
          </p:cNvCxnSpPr>
          <p:nvPr/>
        </p:nvCxnSpPr>
        <p:spPr>
          <a:xfrm>
            <a:off x="9648510" y="4883110"/>
            <a:ext cx="0" cy="413147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47AB9D7E-0D0A-BB58-B992-23D5FC285522}"/>
              </a:ext>
            </a:extLst>
          </p:cNvPr>
          <p:cNvCxnSpPr>
            <a:cxnSpLocks/>
          </p:cNvCxnSpPr>
          <p:nvPr/>
        </p:nvCxnSpPr>
        <p:spPr>
          <a:xfrm>
            <a:off x="9648510" y="5599002"/>
            <a:ext cx="0" cy="413147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4EF0CC2-20F0-1386-81D1-816DC76F3210}"/>
              </a:ext>
            </a:extLst>
          </p:cNvPr>
          <p:cNvSpPr txBox="1"/>
          <p:nvPr/>
        </p:nvSpPr>
        <p:spPr>
          <a:xfrm>
            <a:off x="369760" y="5228199"/>
            <a:ext cx="14364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구간</a:t>
            </a:r>
            <a:r>
              <a:rPr lang="en-US" altLang="ko-KR" sz="1500" b="1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b="1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통과 검증</a:t>
            </a:r>
            <a:endParaRPr lang="en-US" altLang="ko-KR" sz="1500" b="1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122C713-F339-7C0A-8656-1617B8BE54EE}"/>
              </a:ext>
            </a:extLst>
          </p:cNvPr>
          <p:cNvSpPr txBox="1"/>
          <p:nvPr/>
        </p:nvSpPr>
        <p:spPr>
          <a:xfrm>
            <a:off x="398354" y="5551364"/>
            <a:ext cx="1701107" cy="383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허용 시간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3.2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초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×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 속도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1m/s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가능 거리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AC68BC8-D569-C246-2587-BF2E051807D7}"/>
              </a:ext>
            </a:extLst>
          </p:cNvPr>
          <p:cNvSpPr txBox="1"/>
          <p:nvPr/>
        </p:nvSpPr>
        <p:spPr>
          <a:xfrm>
            <a:off x="398354" y="5917163"/>
            <a:ext cx="6319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3.2m</a:t>
            </a:r>
            <a:endParaRPr lang="ko-KR" altLang="en-US" sz="15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118311BB-506A-0AEB-AD94-AAF488584A91}"/>
              </a:ext>
            </a:extLst>
          </p:cNvPr>
          <p:cNvSpPr/>
          <p:nvPr/>
        </p:nvSpPr>
        <p:spPr>
          <a:xfrm>
            <a:off x="1046011" y="6038757"/>
            <a:ext cx="3600000" cy="108416"/>
          </a:xfrm>
          <a:prstGeom prst="roundRect">
            <a:avLst>
              <a:gd name="adj" fmla="val 50000"/>
            </a:avLst>
          </a:prstGeom>
          <a:solidFill>
            <a:srgbClr val="637A9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1B19C6A6-FDF6-6895-AC8C-A6963A96A4D2}"/>
              </a:ext>
            </a:extLst>
          </p:cNvPr>
          <p:cNvSpPr/>
          <p:nvPr/>
        </p:nvSpPr>
        <p:spPr>
          <a:xfrm>
            <a:off x="3348525" y="6038757"/>
            <a:ext cx="1296000" cy="108416"/>
          </a:xfrm>
          <a:prstGeom prst="roundRect">
            <a:avLst>
              <a:gd name="adj" fmla="val 50000"/>
            </a:avLst>
          </a:prstGeom>
          <a:solidFill>
            <a:srgbClr val="637A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0833509F-E868-B1CF-11EA-32C1A363434E}"/>
              </a:ext>
            </a:extLst>
          </p:cNvPr>
          <p:cNvCxnSpPr/>
          <p:nvPr/>
        </p:nvCxnSpPr>
        <p:spPr>
          <a:xfrm>
            <a:off x="4644525" y="5970869"/>
            <a:ext cx="0" cy="240430"/>
          </a:xfrm>
          <a:prstGeom prst="line">
            <a:avLst/>
          </a:prstGeom>
          <a:ln w="12700" cap="rnd">
            <a:solidFill>
              <a:srgbClr val="0312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0C09C326-AE11-8ECE-E956-8B807D78B90F}"/>
              </a:ext>
            </a:extLst>
          </p:cNvPr>
          <p:cNvCxnSpPr/>
          <p:nvPr/>
        </p:nvCxnSpPr>
        <p:spPr>
          <a:xfrm>
            <a:off x="3344867" y="5970869"/>
            <a:ext cx="0" cy="240430"/>
          </a:xfrm>
          <a:prstGeom prst="line">
            <a:avLst/>
          </a:prstGeom>
          <a:ln w="12700" cap="rnd">
            <a:solidFill>
              <a:srgbClr val="0312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6C7A7DBC-011C-F13B-D63A-8D9F5ACF1631}"/>
              </a:ext>
            </a:extLst>
          </p:cNvPr>
          <p:cNvSpPr txBox="1"/>
          <p:nvPr/>
        </p:nvSpPr>
        <p:spPr>
          <a:xfrm>
            <a:off x="3133912" y="6211299"/>
            <a:ext cx="421911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3.2m</a:t>
            </a:r>
            <a:endParaRPr lang="ko-KR" altLang="en-US" sz="8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C561DE5-6581-AD51-C2A0-CED4400503C3}"/>
              </a:ext>
            </a:extLst>
          </p:cNvPr>
          <p:cNvSpPr txBox="1"/>
          <p:nvPr/>
        </p:nvSpPr>
        <p:spPr>
          <a:xfrm>
            <a:off x="4363037" y="6211299"/>
            <a:ext cx="56297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5m </a:t>
            </a:r>
            <a:r>
              <a:rPr lang="ko-KR" altLang="en-US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목표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21F003C-C330-C138-AFD5-D24219156511}"/>
              </a:ext>
            </a:extLst>
          </p:cNvPr>
          <p:cNvSpPr txBox="1"/>
          <p:nvPr/>
        </p:nvSpPr>
        <p:spPr>
          <a:xfrm>
            <a:off x="3544069" y="5324180"/>
            <a:ext cx="1112805" cy="592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검증 결과</a:t>
            </a:r>
            <a:endParaRPr lang="en-US" altLang="ko-KR" sz="800" dirty="0">
              <a:solidFill>
                <a:srgbClr val="AF727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r">
              <a:lnSpc>
                <a:spcPct val="120000"/>
              </a:lnSpc>
            </a:pP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통과 불가능</a:t>
            </a:r>
            <a:endParaRPr lang="en-US" altLang="ko-KR" sz="10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구간 거리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5m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에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미달</a:t>
            </a:r>
            <a:endParaRPr lang="ko-KR" altLang="en-US" sz="800" dirty="0">
              <a:solidFill>
                <a:srgbClr val="A07B6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219FBD3-BF72-C25A-A957-2045C23ABC45}"/>
              </a:ext>
            </a:extLst>
          </p:cNvPr>
          <p:cNvSpPr txBox="1"/>
          <p:nvPr/>
        </p:nvSpPr>
        <p:spPr>
          <a:xfrm>
            <a:off x="9648514" y="1971011"/>
            <a:ext cx="2103226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행동 유지 가능 시간</a:t>
            </a:r>
            <a:endParaRPr lang="en-US" altLang="ko-KR" sz="800" b="1" dirty="0">
              <a:solidFill>
                <a:srgbClr val="8AABC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현재 호흡량 </a:t>
            </a:r>
            <a:r>
              <a:rPr lang="en-US" altLang="ko-KR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÷ </a:t>
            </a: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초당 소모량</a:t>
            </a:r>
            <a:endParaRPr lang="en-US" altLang="ko-KR" sz="10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C4A1A83-04F0-C765-18A4-25D429883937}"/>
              </a:ext>
            </a:extLst>
          </p:cNvPr>
          <p:cNvSpPr txBox="1"/>
          <p:nvPr/>
        </p:nvSpPr>
        <p:spPr>
          <a:xfrm>
            <a:off x="9648508" y="2689112"/>
            <a:ext cx="1782134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자극 이상까지 남은 시간</a:t>
            </a:r>
            <a:endParaRPr lang="en-US" altLang="ko-KR" sz="800" b="1" dirty="0">
              <a:solidFill>
                <a:srgbClr val="8AABC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</a:t>
            </a: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현재 자극도</a:t>
            </a:r>
            <a:r>
              <a:rPr lang="en-US" altLang="ko-KR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) ÷ </a:t>
            </a:r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실제 </a:t>
            </a:r>
            <a:r>
              <a:rPr lang="ko-KR" altLang="en-US" sz="1000" b="1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누적률</a:t>
            </a:r>
            <a:endParaRPr lang="en-US" altLang="ko-KR" sz="10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571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2193D-91A6-B487-76A3-FFE1DC73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BE7601-EABD-212C-0717-84DED763D0A3}"/>
              </a:ext>
            </a:extLst>
          </p:cNvPr>
          <p:cNvSpPr txBox="1"/>
          <p:nvPr/>
        </p:nvSpPr>
        <p:spPr>
          <a:xfrm>
            <a:off x="492454" y="1399656"/>
            <a:ext cx="5420074" cy="46692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AI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기반 시각 자료 제작</a:t>
            </a:r>
            <a:endParaRPr lang="en-US" altLang="ko-KR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endParaRPr lang="en-US" altLang="ko-KR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사용 도구</a:t>
            </a:r>
            <a:endParaRPr lang="en-US" altLang="ko-KR" sz="15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ChatGPT · Flow AI</a:t>
            </a:r>
          </a:p>
          <a:p>
            <a:endParaRPr lang="en-US" altLang="ko-KR" sz="10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제작 이미지</a:t>
            </a:r>
            <a:endParaRPr lang="en-US" altLang="ko-KR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marL="171450" indent="-171450">
              <a:lnSpc>
                <a:spcPct val="200000"/>
              </a:lnSpc>
              <a:buClr>
                <a:srgbClr val="AF7273"/>
              </a:buClr>
              <a:buFont typeface="Wingdings" panose="05000000000000000000" pitchFamily="2" charset="2"/>
              <a:buChar char="l"/>
            </a:pPr>
            <a:r>
              <a:rPr lang="ko-KR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주인공 캐릭터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Clr>
                <a:srgbClr val="AF7273"/>
              </a:buClr>
              <a:buFont typeface="Wingdings" panose="05000000000000000000" pitchFamily="2" charset="2"/>
              <a:buChar char="l"/>
            </a:pPr>
            <a:r>
              <a:rPr lang="ko-KR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몬스터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Clr>
                <a:srgbClr val="AF7273"/>
              </a:buClr>
              <a:buFont typeface="Wingdings" panose="05000000000000000000" pitchFamily="2" charset="2"/>
              <a:buChar char="l"/>
            </a:pPr>
            <a:r>
              <a:rPr lang="ko-KR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타이틀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Clr>
                <a:srgbClr val="AF7273"/>
              </a:buClr>
              <a:buFont typeface="Wingdings" panose="05000000000000000000" pitchFamily="2" charset="2"/>
              <a:buChar char="l"/>
            </a:pPr>
            <a:r>
              <a:rPr lang="ko-KR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튜토리얼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AI</a:t>
            </a:r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이미지 활용 안내</a:t>
            </a:r>
            <a:endParaRPr lang="en-US" altLang="ko-KR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본 기획서의 게임 설정과 시스템 기획을 바탕으로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AI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이미지 생성 도구를 활용하여 제작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편집함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6DB514-E762-AB7C-B4E6-C2AF1F68F5C9}"/>
              </a:ext>
            </a:extLst>
          </p:cNvPr>
          <p:cNvSpPr txBox="1"/>
          <p:nvPr/>
        </p:nvSpPr>
        <p:spPr>
          <a:xfrm>
            <a:off x="300437" y="576734"/>
            <a:ext cx="2563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３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출처 및 제작 도구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F6DDE877-4798-2E9A-9657-6721050D5A9E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863959" y="738317"/>
            <a:ext cx="8911318" cy="384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C9443BE-4A58-2852-85F1-6D4868143800}"/>
              </a:ext>
            </a:extLst>
          </p:cNvPr>
          <p:cNvSpPr txBox="1"/>
          <p:nvPr/>
        </p:nvSpPr>
        <p:spPr>
          <a:xfrm>
            <a:off x="11751741" y="6499017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19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23255-6CE0-96FF-13A0-AC38C6B194AB}"/>
              </a:ext>
            </a:extLst>
          </p:cNvPr>
          <p:cNvSpPr txBox="1"/>
          <p:nvPr/>
        </p:nvSpPr>
        <p:spPr>
          <a:xfrm>
            <a:off x="312341" y="260477"/>
            <a:ext cx="7280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제작 명세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34529-3795-3517-67F5-D0879ADCAB04}"/>
              </a:ext>
            </a:extLst>
          </p:cNvPr>
          <p:cNvSpPr txBox="1"/>
          <p:nvPr/>
        </p:nvSpPr>
        <p:spPr>
          <a:xfrm>
            <a:off x="6279473" y="1399656"/>
            <a:ext cx="2863850" cy="426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외부 게임 레퍼런스</a:t>
            </a:r>
            <a:endParaRPr lang="en-US" altLang="ko-KR" sz="20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DEATH STRANDING</a:t>
            </a:r>
          </a:p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 영상 화면 캡처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 호흡 시스템 비교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분석</a:t>
            </a:r>
            <a:endParaRPr lang="en-US" altLang="ko-KR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endParaRPr lang="en-US" altLang="ko-KR" sz="10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출처</a:t>
            </a:r>
            <a:endParaRPr lang="en-US" altLang="ko-KR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영상</a:t>
            </a:r>
            <a:endParaRPr lang="en-US" altLang="ko-KR" sz="15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용도</a:t>
            </a:r>
            <a:endParaRPr lang="en-US" altLang="ko-KR" sz="15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선정 이유</a:t>
            </a:r>
            <a:endParaRPr lang="en-US" altLang="ko-KR" sz="15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endParaRPr lang="en-US" altLang="ko-KR" sz="15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URL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21C062-164E-D2E8-3A8E-9CB07129BD7C}"/>
              </a:ext>
            </a:extLst>
          </p:cNvPr>
          <p:cNvSpPr txBox="1"/>
          <p:nvPr/>
        </p:nvSpPr>
        <p:spPr>
          <a:xfrm>
            <a:off x="2477664" y="3734269"/>
            <a:ext cx="2013857" cy="128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Clr>
                <a:srgbClr val="AF7273"/>
              </a:buClr>
              <a:buFont typeface="Wingdings" panose="05000000000000000000" pitchFamily="2" charset="2"/>
              <a:buChar char="l"/>
            </a:pPr>
            <a:r>
              <a:rPr lang="ko-KR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맵 구성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Clr>
                <a:srgbClr val="AF7273"/>
              </a:buClr>
              <a:buFont typeface="Wingdings" panose="05000000000000000000" pitchFamily="2" charset="2"/>
              <a:buChar char="l"/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공기별 환경 </a:t>
            </a:r>
            <a:r>
              <a:rPr lang="ko-KR" altLang="ko-KR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인포그래픽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Clr>
                <a:srgbClr val="AF7273"/>
              </a:buClr>
              <a:buFont typeface="Wingdings" panose="05000000000000000000" pitchFamily="2" charset="2"/>
              <a:buChar char="l"/>
            </a:pPr>
            <a:r>
              <a:rPr lang="ko-KR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행동 규칙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Clr>
                <a:srgbClr val="AF7273"/>
              </a:buClr>
              <a:buFont typeface="Wingdings" panose="05000000000000000000" pitchFamily="2" charset="2"/>
              <a:buChar char="l"/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아이콘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·PPT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표지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BD5162D-9C09-5EE6-D5DE-9B034DD117D9}"/>
              </a:ext>
            </a:extLst>
          </p:cNvPr>
          <p:cNvCxnSpPr>
            <a:cxnSpLocks/>
          </p:cNvCxnSpPr>
          <p:nvPr/>
        </p:nvCxnSpPr>
        <p:spPr>
          <a:xfrm>
            <a:off x="492454" y="5270698"/>
            <a:ext cx="0" cy="560515"/>
          </a:xfrm>
          <a:prstGeom prst="line">
            <a:avLst/>
          </a:prstGeom>
          <a:ln w="38100" cap="rnd">
            <a:solidFill>
              <a:srgbClr val="758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0E30D5-BC74-C976-C088-CD7C2721C599}"/>
              </a:ext>
            </a:extLst>
          </p:cNvPr>
          <p:cNvSpPr txBox="1"/>
          <p:nvPr/>
        </p:nvSpPr>
        <p:spPr>
          <a:xfrm>
            <a:off x="7246939" y="3075486"/>
            <a:ext cx="2112917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유튜브 채널 </a:t>
            </a: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‘</a:t>
            </a:r>
            <a:r>
              <a:rPr lang="ko-KR" altLang="en-US" sz="15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눈바라미</a:t>
            </a: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0837E8-1B2B-1E67-BE04-76B69759431B}"/>
              </a:ext>
            </a:extLst>
          </p:cNvPr>
          <p:cNvSpPr txBox="1"/>
          <p:nvPr/>
        </p:nvSpPr>
        <p:spPr>
          <a:xfrm>
            <a:off x="7246940" y="4177132"/>
            <a:ext cx="33946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시스템 레퍼런스 비교</a:t>
            </a: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분석</a:t>
            </a:r>
            <a:endParaRPr lang="ko-KR" altLang="en-US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D30B29-35EF-D806-DCC9-6566F9C61C55}"/>
              </a:ext>
            </a:extLst>
          </p:cNvPr>
          <p:cNvSpPr txBox="1"/>
          <p:nvPr/>
        </p:nvSpPr>
        <p:spPr>
          <a:xfrm>
            <a:off x="7249343" y="5292500"/>
            <a:ext cx="3825057" cy="53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[https://www.youtube.com/watch?v=JjK8MtRQfnU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&amp;list=PLerQXBsnk7cuDsULt6R66khB9GlZmfyfb&amp;index=2]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F3D5A3-6CDD-1E81-9F84-24D0F521003A}"/>
              </a:ext>
            </a:extLst>
          </p:cNvPr>
          <p:cNvSpPr txBox="1"/>
          <p:nvPr/>
        </p:nvSpPr>
        <p:spPr>
          <a:xfrm>
            <a:off x="7246939" y="4559044"/>
            <a:ext cx="4081461" cy="750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‘</a:t>
            </a: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 참기</a:t>
            </a: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’</a:t>
            </a: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의 한글 튜토리얼 설명과 실제 플레이를</a:t>
            </a:r>
            <a:endParaRPr lang="en-US" altLang="ko-KR" sz="15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함께 확인할 수 있음</a:t>
            </a: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5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042BAC-0C95-3DC4-7062-1E7FC81C5880}"/>
              </a:ext>
            </a:extLst>
          </p:cNvPr>
          <p:cNvSpPr txBox="1"/>
          <p:nvPr/>
        </p:nvSpPr>
        <p:spPr>
          <a:xfrm>
            <a:off x="7246939" y="3531970"/>
            <a:ext cx="4125911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[</a:t>
            </a: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노코멘트</a:t>
            </a: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] </a:t>
            </a:r>
            <a:r>
              <a:rPr lang="ko-KR" altLang="en-US" sz="15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데스</a:t>
            </a: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5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스트랜딩</a:t>
            </a: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에피소드 </a:t>
            </a:r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 : </a:t>
            </a:r>
            <a:r>
              <a:rPr lang="ko-KR" altLang="en-US" sz="15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브리짓</a:t>
            </a:r>
            <a:endParaRPr lang="en-US" altLang="ko-KR" sz="15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11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3185</TotalTime>
  <Words>2810</Words>
  <Application>Microsoft Office PowerPoint</Application>
  <PresentationFormat>와이드스크린</PresentationFormat>
  <Paragraphs>700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KoddiUD 온고딕 Bold</vt:lpstr>
      <vt:lpstr>KoddiUD 온고딕 Regular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2026-10-15T06:12:31Z</dcterms:created>
  <dcterms:modified xsi:type="dcterms:W3CDTF">2026-10-21T02:54:18Z</dcterms:modified>
</cp:coreProperties>
</file>