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F9FEA-9D13-4720-811E-852EE51C392E}" v="1" dt="2026-10-15T23:58:25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10-15T23:58:25.339" v="0"/>
      <pc:docMkLst>
        <pc:docMk/>
      </pc:docMkLst>
      <pc:sldChg chg="add">
        <pc:chgData name="musukie52@gmail.com" userId="017bd91f96aa8751" providerId="LiveId" clId="{5B2C3894-F97E-4CAB-8812-5BB4D83AAC6A}" dt="2026-10-15T23:58:25.339" v="0"/>
        <pc:sldMkLst>
          <pc:docMk/>
          <pc:sldMk cId="1635155223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2B13-7C29-47FD-8FB5-FCDF066C828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25189-0B26-4EA3-B19A-842E5F17C9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68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DBC68-673B-955A-769B-44ED96A4F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4FC678-5906-7851-DC8D-DC6DBD905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637598-9F07-2B98-9E3A-082A0373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8418E-C480-7FF6-02BF-5C1271BF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9BE35-CD16-2D97-14AB-3CCB4D15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78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141D4-DD74-01C6-4185-802396F0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0B3224-4D2F-27E2-9D1B-735F3B076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1312AA-2A13-324B-D6DD-76DD04EC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0710E-C2DD-EC69-0600-53C63521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9F58EE-C062-89F5-1BFB-13E89734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811E1-0ADE-8FB2-29A7-8B9AA12ED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1AB6E-08E4-4DE9-FC32-DA2E5016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923A5-5F8C-FD73-37F4-2E459A9E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DC8AB-E1B3-E502-A148-031D3389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86417-4E4D-50C8-F537-82B15B3E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5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BE73D-34B0-A230-9F1C-E69D5F49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E537F-791E-2B38-BFE8-C1DB7073B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5FABE9-694F-48EB-6688-3277BDCD4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75C3BA-44CA-601A-CFEC-533FECFD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C9393-0F3D-EA2E-73B9-BBE4F8DF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7F01A1-AF26-DF8A-1D66-BF26EB79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27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C83AA-D469-E62E-9538-92161917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68B0DA-E2AD-0369-ED10-4EDFBBC7E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F98921-B22F-9740-DC00-CD944C1FC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D7F794-7EE6-D8C8-314C-538B4F7D5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6ABF9D-C25D-8BBA-460B-9B9DCBB3B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24E81F-24E8-F09A-045E-772455E5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C80683-A6D8-8333-6DB4-C8A0EDE4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159913-9814-8A2D-F706-CDCC3184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84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92618-671C-1620-2BAF-ABEEFA1C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BD246B-FBE9-1A7B-09E3-87398394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D0C66C-A042-1C8E-7A0F-772FAB42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444850-912B-947B-0A59-CF825EF5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89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F20846-9C22-1FCB-657F-63945DC1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3AC09F-4C51-63C8-5AD5-67373C58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4CBCE-58EC-9472-932D-0E3D75FF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8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482F4-E366-AD0F-F809-5563B9D0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A6365-7D14-C124-EC70-AEB0E211E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E40A0A-E605-31CC-1718-B8FA3C468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0DCB-BAFC-6B5D-50D8-FDD13C7B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D725A0-CD4B-A30D-9DA7-CF7B4215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6A3A2E-BEDB-0AAF-9261-3A231060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22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398B8-8AE0-C549-6E81-B8128F6B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53DD9C-5D7E-18D9-1A39-4E9266A1C46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0FEDFC-A73B-8E15-407F-C7A3C9D26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04458-5DF0-B4F9-6380-FCBB3F5F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65AC5D-126F-DAF1-BB33-DD6C47E4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F0A1E-581A-3376-DCDE-1BF7783C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3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61136-19D5-FB68-D343-89618994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96EB75-2E10-CE98-5661-C128FA9B3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F53C6-EE0E-7DBA-0AD6-9A9BA69A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3D808-DD40-0B51-CD99-8539A802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01C0F4-A829-60A6-E4A7-F198FD1E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73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199EEC-EFE7-BE63-DD5F-F94E3BD587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CB45DF-F5B5-6655-1326-604AE8023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F223F-C2F7-3542-CD98-39F31871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91DC7-6D9E-1B23-D4CB-21AED20F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B48C9E-88F0-CBD8-6628-756B2657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583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9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76A1D1-6E2D-D8F7-7C9F-87A19B66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885387-1CE9-0AEB-3FF7-4AC08D78E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6FDD01-8121-97A3-D8E0-26846C3D2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395E3-D14F-4C92-B838-32ED7465CF8D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D705F4-958F-BFBE-8DE7-6DFDCC368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43F88-ECEC-9CD5-65A0-1D0C8E19D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55104-A10C-430B-B0F3-15A04D12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0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D6B200EF-C9D2-415D-3731-F6D2DE812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85122" cy="6858000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E32C21B-97CB-EEFD-D1C8-BD365F52ECF5}"/>
              </a:ext>
            </a:extLst>
          </p:cNvPr>
          <p:cNvSpPr>
            <a:spLocks noGrp="1"/>
          </p:cNvSpPr>
          <p:nvPr/>
        </p:nvSpPr>
        <p:spPr>
          <a:xfrm>
            <a:off x="7196891" y="1493813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문서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6A65F74-55EB-8813-E5A8-1D0D17AA4C3B}"/>
              </a:ext>
            </a:extLst>
          </p:cNvPr>
          <p:cNvSpPr/>
          <p:nvPr/>
        </p:nvSpPr>
        <p:spPr>
          <a:xfrm>
            <a:off x="7293770" y="206057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4C55222-47E9-DDC4-A237-C47A3F4D35AB}"/>
              </a:ext>
            </a:extLst>
          </p:cNvPr>
          <p:cNvSpPr/>
          <p:nvPr/>
        </p:nvSpPr>
        <p:spPr>
          <a:xfrm>
            <a:off x="7293770" y="2588236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C1ACC5D-070A-D398-31E0-B134FAA27E9D}"/>
              </a:ext>
            </a:extLst>
          </p:cNvPr>
          <p:cNvSpPr/>
          <p:nvPr/>
        </p:nvSpPr>
        <p:spPr>
          <a:xfrm>
            <a:off x="7293770" y="402008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CBE96DB-AC90-57B2-7BC5-AA0236EC6622}"/>
              </a:ext>
            </a:extLst>
          </p:cNvPr>
          <p:cNvSpPr/>
          <p:nvPr/>
        </p:nvSpPr>
        <p:spPr>
          <a:xfrm>
            <a:off x="7293770" y="4546892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3F92DDE-4FA6-7C9C-A5A8-EEC8921B7C7F}"/>
              </a:ext>
            </a:extLst>
          </p:cNvPr>
          <p:cNvSpPr/>
          <p:nvPr/>
        </p:nvSpPr>
        <p:spPr>
          <a:xfrm>
            <a:off x="7293770" y="5073700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293769" y="2060575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202147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게임 명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113397" y="2021476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죽인 꿈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(The Dream Holds Its Breath)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293769" y="2588237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549138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장르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113397" y="2549138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3D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싱글 플레이 액션 어드벤처</a:t>
            </a:r>
            <a:endParaRPr lang="en-US" altLang="ko-KR"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293769" y="402336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398055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26.10.05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100261" y="398055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상호작용 규칙 및 수치 체계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452889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293769" y="4551026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50822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100261" y="4508222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테이블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계산 검증 구조 및 설명 보강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293769" y="507869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503588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100261" y="503588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플로우차트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 및 시각화 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C08ABBB-BE23-2274-2AF7-595D6CCB7C09}"/>
              </a:ext>
            </a:extLst>
          </p:cNvPr>
          <p:cNvSpPr>
            <a:spLocks noGrp="1"/>
          </p:cNvSpPr>
          <p:nvPr/>
        </p:nvSpPr>
        <p:spPr>
          <a:xfrm>
            <a:off x="7196891" y="1493812"/>
            <a:ext cx="4000500" cy="1511326"/>
          </a:xfrm>
          <a:prstGeom prst="roundRect">
            <a:avLst>
              <a:gd name="adj" fmla="val 525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E6CC747-7CEA-39F1-68EC-BBC128F57EDC}"/>
              </a:ext>
            </a:extLst>
          </p:cNvPr>
          <p:cNvSpPr>
            <a:spLocks noGrp="1"/>
          </p:cNvSpPr>
          <p:nvPr/>
        </p:nvSpPr>
        <p:spPr>
          <a:xfrm>
            <a:off x="7196891" y="3457023"/>
            <a:ext cx="4000500" cy="2110241"/>
          </a:xfrm>
          <a:prstGeom prst="roundRect">
            <a:avLst>
              <a:gd name="adj" fmla="val 462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D9D41B-5145-5378-C53A-16C34E31D694}"/>
              </a:ext>
            </a:extLst>
          </p:cNvPr>
          <p:cNvSpPr txBox="1"/>
          <p:nvPr/>
        </p:nvSpPr>
        <p:spPr>
          <a:xfrm>
            <a:off x="1628959" y="2389740"/>
            <a:ext cx="2838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 기획서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B16023-CA14-926D-5708-2804443659A6}"/>
              </a:ext>
            </a:extLst>
          </p:cNvPr>
          <p:cNvSpPr txBox="1"/>
          <p:nvPr/>
        </p:nvSpPr>
        <p:spPr>
          <a:xfrm>
            <a:off x="4758654" y="6314147"/>
            <a:ext cx="1113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작성자｜윤수진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CC2C35A4-6050-5E89-00E7-DC2F04DF0188}"/>
              </a:ext>
            </a:extLst>
          </p:cNvPr>
          <p:cNvSpPr/>
          <p:nvPr/>
        </p:nvSpPr>
        <p:spPr>
          <a:xfrm>
            <a:off x="1329391" y="3005138"/>
            <a:ext cx="3437218" cy="58022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쉬는 순간조차 선택이 된다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7DA86-69DE-55DE-2B43-E3F402773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3500370"/>
            <a:ext cx="297632" cy="2976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7E8D20-D88C-59C9-0ED6-870F5249F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1543889"/>
            <a:ext cx="297632" cy="2976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8F5E4-283D-A631-E8B9-0632607178F3}"/>
              </a:ext>
            </a:extLst>
          </p:cNvPr>
          <p:cNvSpPr/>
          <p:nvPr/>
        </p:nvSpPr>
        <p:spPr>
          <a:xfrm>
            <a:off x="7361634" y="1612823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C43CE9-E08D-BE2E-29A4-10B34D91F562}"/>
              </a:ext>
            </a:extLst>
          </p:cNvPr>
          <p:cNvSpPr/>
          <p:nvPr/>
        </p:nvSpPr>
        <p:spPr>
          <a:xfrm>
            <a:off x="7347346" y="1674144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와이드스크린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2026-10-15T23:58:19Z</dcterms:created>
  <dcterms:modified xsi:type="dcterms:W3CDTF">2026-10-15T23:58:26Z</dcterms:modified>
</cp:coreProperties>
</file>