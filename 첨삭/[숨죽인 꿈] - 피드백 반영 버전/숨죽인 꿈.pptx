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3" r:id="rId3"/>
    <p:sldId id="258" r:id="rId4"/>
    <p:sldId id="263" r:id="rId5"/>
    <p:sldId id="281" r:id="rId6"/>
    <p:sldId id="282" r:id="rId7"/>
    <p:sldId id="28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223"/>
    <a:srgbClr val="010F1F"/>
    <a:srgbClr val="847190"/>
    <a:srgbClr val="A07B60"/>
    <a:srgbClr val="637A96"/>
    <a:srgbClr val="758171"/>
    <a:srgbClr val="AF7273"/>
    <a:srgbClr val="D2BBB3"/>
    <a:srgbClr val="C0BCBD"/>
    <a:srgbClr val="B4B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719C2-7CBE-4D65-BF0A-ACFBA2196066}" v="368" dt="2026-10-16T05:48:01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67" autoAdjust="0"/>
  </p:normalViewPr>
  <p:slideViewPr>
    <p:cSldViewPr snapToGrid="0">
      <p:cViewPr varScale="1">
        <p:scale>
          <a:sx n="80" d="100"/>
          <a:sy n="80" d="100"/>
        </p:scale>
        <p:origin x="4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 sldOrd">
      <pc:chgData name="musukie52@gmail.com" userId="017bd91f96aa8751" providerId="LiveId" clId="{5B2C3894-F97E-4CAB-8812-5BB4D83AAC6A}" dt="2026-10-16T05:51:53.354" v="10359" actId="478"/>
      <pc:docMkLst>
        <pc:docMk/>
      </pc:docMkLst>
      <pc:sldChg chg="addSp delSp modSp new add del mod setBg">
        <pc:chgData name="musukie52@gmail.com" userId="017bd91f96aa8751" providerId="LiveId" clId="{5B2C3894-F97E-4CAB-8812-5BB4D83AAC6A}" dt="2026-10-15T07:14:04.816" v="298" actId="47"/>
        <pc:sldMkLst>
          <pc:docMk/>
          <pc:sldMk cId="210942536" sldId="256"/>
        </pc:sldMkLst>
        <pc:spChg chg="del">
          <ac:chgData name="musukie52@gmail.com" userId="017bd91f96aa8751" providerId="LiveId" clId="{5B2C3894-F97E-4CAB-8812-5BB4D83AAC6A}" dt="2026-10-15T06:22:58.181" v="200" actId="478"/>
          <ac:spMkLst>
            <pc:docMk/>
            <pc:sldMk cId="210942536" sldId="256"/>
            <ac:spMk id="2" creationId="{ED51FCCF-20CC-9080-1E09-489DE45FD6F4}"/>
          </ac:spMkLst>
        </pc:spChg>
        <pc:spChg chg="del">
          <ac:chgData name="musukie52@gmail.com" userId="017bd91f96aa8751" providerId="LiveId" clId="{5B2C3894-F97E-4CAB-8812-5BB4D83AAC6A}" dt="2026-10-15T06:22:58.181" v="200" actId="478"/>
          <ac:spMkLst>
            <pc:docMk/>
            <pc:sldMk cId="210942536" sldId="256"/>
            <ac:spMk id="3" creationId="{754C9A08-7B12-0CB8-E3CD-B88A5C371F5C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4" creationId="{A236850B-014E-46A0-DE50-95D17595E27F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6" creationId="{2DB52802-4A01-9C0C-6454-AA7E19053F91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8" creationId="{ABDD1574-D741-D2E4-EE44-5FF326B9F66A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10" creationId="{2484E166-560F-2C73-5C4C-1826E2ED9E3D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12" creationId="{DD8C8C54-18F7-AB44-A36E-048268E26678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14" creationId="{4856DF75-D5EA-C632-ED39-C17FDE8BD4CA}"/>
          </ac:spMkLst>
        </pc:spChg>
        <pc:spChg chg="add mod">
          <ac:chgData name="musukie52@gmail.com" userId="017bd91f96aa8751" providerId="LiveId" clId="{5B2C3894-F97E-4CAB-8812-5BB4D83AAC6A}" dt="2026-10-15T06:15:18.461" v="25" actId="1076"/>
          <ac:spMkLst>
            <pc:docMk/>
            <pc:sldMk cId="210942536" sldId="256"/>
            <ac:spMk id="16" creationId="{D39C2BD3-FAE0-6764-2EF7-720A8E476829}"/>
          </ac:spMkLst>
        </pc:spChg>
        <pc:spChg chg="add mod">
          <ac:chgData name="musukie52@gmail.com" userId="017bd91f96aa8751" providerId="LiveId" clId="{5B2C3894-F97E-4CAB-8812-5BB4D83AAC6A}" dt="2026-10-15T06:17:00.128" v="80" actId="20577"/>
          <ac:spMkLst>
            <pc:docMk/>
            <pc:sldMk cId="210942536" sldId="256"/>
            <ac:spMk id="17" creationId="{3552A746-EE90-55BB-9828-D459740D4348}"/>
          </ac:spMkLst>
        </pc:spChg>
        <pc:spChg chg="add mod">
          <ac:chgData name="musukie52@gmail.com" userId="017bd91f96aa8751" providerId="LiveId" clId="{5B2C3894-F97E-4CAB-8812-5BB4D83AAC6A}" dt="2026-10-15T06:17:05.012" v="81" actId="1076"/>
          <ac:spMkLst>
            <pc:docMk/>
            <pc:sldMk cId="210942536" sldId="256"/>
            <ac:spMk id="19" creationId="{6114420C-EB45-0758-34FA-96F58D619E40}"/>
          </ac:spMkLst>
        </pc:spChg>
        <pc:spChg chg="add mod">
          <ac:chgData name="musukie52@gmail.com" userId="017bd91f96aa8751" providerId="LiveId" clId="{5B2C3894-F97E-4CAB-8812-5BB4D83AAC6A}" dt="2026-10-15T06:17:09.074" v="82" actId="1076"/>
          <ac:spMkLst>
            <pc:docMk/>
            <pc:sldMk cId="210942536" sldId="256"/>
            <ac:spMk id="21" creationId="{E7A6ACAD-340F-A37B-8044-BA4531897EA4}"/>
          </ac:spMkLst>
        </pc:spChg>
        <pc:spChg chg="add mod">
          <ac:chgData name="musukie52@gmail.com" userId="017bd91f96aa8751" providerId="LiveId" clId="{5B2C3894-F97E-4CAB-8812-5BB4D83AAC6A}" dt="2026-10-15T06:17:51.581" v="90" actId="20577"/>
          <ac:spMkLst>
            <pc:docMk/>
            <pc:sldMk cId="210942536" sldId="256"/>
            <ac:spMk id="23" creationId="{F2D4AE74-1AE1-B1FD-0388-3850D8522D2B}"/>
          </ac:spMkLst>
        </pc:spChg>
        <pc:spChg chg="add mod">
          <ac:chgData name="musukie52@gmail.com" userId="017bd91f96aa8751" providerId="LiveId" clId="{5B2C3894-F97E-4CAB-8812-5BB4D83AAC6A}" dt="2026-10-15T06:21:44.344" v="199" actId="207"/>
          <ac:spMkLst>
            <pc:docMk/>
            <pc:sldMk cId="210942536" sldId="256"/>
            <ac:spMk id="25" creationId="{5744D147-72BF-B50C-2C43-0D8033686D44}"/>
          </ac:spMkLst>
        </pc:spChg>
        <pc:spChg chg="add mod">
          <ac:chgData name="musukie52@gmail.com" userId="017bd91f96aa8751" providerId="LiveId" clId="{5B2C3894-F97E-4CAB-8812-5BB4D83AAC6A}" dt="2026-10-15T06:21:40.729" v="197" actId="20577"/>
          <ac:spMkLst>
            <pc:docMk/>
            <pc:sldMk cId="210942536" sldId="256"/>
            <ac:spMk id="27" creationId="{08CBDF53-C7DD-FEC3-3CD0-026FB3FD61EE}"/>
          </ac:spMkLst>
        </pc:spChg>
        <pc:spChg chg="add mod">
          <ac:chgData name="musukie52@gmail.com" userId="017bd91f96aa8751" providerId="LiveId" clId="{5B2C3894-F97E-4CAB-8812-5BB4D83AAC6A}" dt="2026-10-15T06:21:29.815" v="195" actId="207"/>
          <ac:spMkLst>
            <pc:docMk/>
            <pc:sldMk cId="210942536" sldId="256"/>
            <ac:spMk id="29" creationId="{1F94BE97-1E9D-549D-0A49-0FDEA0E1C8C4}"/>
          </ac:spMkLst>
        </pc:spChg>
        <pc:spChg chg="add mod">
          <ac:chgData name="musukie52@gmail.com" userId="017bd91f96aa8751" providerId="LiveId" clId="{5B2C3894-F97E-4CAB-8812-5BB4D83AAC6A}" dt="2026-10-15T06:19:47.924" v="175" actId="207"/>
          <ac:spMkLst>
            <pc:docMk/>
            <pc:sldMk cId="210942536" sldId="256"/>
            <ac:spMk id="31" creationId="{6CEA5B80-7CAE-9644-9349-DCF080A1727A}"/>
          </ac:spMkLst>
        </pc:spChg>
        <pc:picChg chg="add del mod">
          <ac:chgData name="musukie52@gmail.com" userId="017bd91f96aa8751" providerId="LiveId" clId="{5B2C3894-F97E-4CAB-8812-5BB4D83AAC6A}" dt="2026-10-15T06:41:11.269" v="218" actId="21"/>
          <ac:picMkLst>
            <pc:docMk/>
            <pc:sldMk cId="210942536" sldId="256"/>
            <ac:picMk id="33" creationId="{9B2E3574-EBB3-FC88-C63D-8F6E82C82BFC}"/>
          </ac:picMkLst>
        </pc:picChg>
        <pc:picChg chg="add mod modCrop">
          <ac:chgData name="musukie52@gmail.com" userId="017bd91f96aa8751" providerId="LiveId" clId="{5B2C3894-F97E-4CAB-8812-5BB4D83AAC6A}" dt="2026-10-15T06:42:25.211" v="231" actId="732"/>
          <ac:picMkLst>
            <pc:docMk/>
            <pc:sldMk cId="210942536" sldId="256"/>
            <ac:picMk id="35" creationId="{9B351D37-DB3D-54B3-FA4B-529A8E38325A}"/>
          </ac:picMkLst>
        </pc:picChg>
        <pc:picChg chg="add mod modCrop">
          <ac:chgData name="musukie52@gmail.com" userId="017bd91f96aa8751" providerId="LiveId" clId="{5B2C3894-F97E-4CAB-8812-5BB4D83AAC6A}" dt="2026-10-15T06:42:13.626" v="230" actId="1076"/>
          <ac:picMkLst>
            <pc:docMk/>
            <pc:sldMk cId="210942536" sldId="256"/>
            <ac:picMk id="37" creationId="{7FC7B707-4931-E229-42DC-5210A5557AF1}"/>
          </ac:picMkLst>
        </pc:picChg>
        <pc:picChg chg="add del mod">
          <ac:chgData name="musukie52@gmail.com" userId="017bd91f96aa8751" providerId="LiveId" clId="{5B2C3894-F97E-4CAB-8812-5BB4D83AAC6A}" dt="2026-10-15T06:43:31.264" v="237" actId="478"/>
          <ac:picMkLst>
            <pc:docMk/>
            <pc:sldMk cId="210942536" sldId="256"/>
            <ac:picMk id="39" creationId="{A073E737-BBE6-FCE6-5A7D-3A6430456C41}"/>
          </ac:picMkLst>
        </pc:picChg>
      </pc:sldChg>
      <pc:sldChg chg="addSp delSp modSp new add del mod setBg">
        <pc:chgData name="musukie52@gmail.com" userId="017bd91f96aa8751" providerId="LiveId" clId="{5B2C3894-F97E-4CAB-8812-5BB4D83AAC6A}" dt="2026-10-15T10:57:48.135" v="4629" actId="47"/>
        <pc:sldMkLst>
          <pc:docMk/>
          <pc:sldMk cId="2337934160" sldId="257"/>
        </pc:sldMkLst>
        <pc:spChg chg="del">
          <ac:chgData name="musukie52@gmail.com" userId="017bd91f96aa8751" providerId="LiveId" clId="{5B2C3894-F97E-4CAB-8812-5BB4D83AAC6A}" dt="2026-10-15T06:41:07.602" v="216" actId="478"/>
          <ac:spMkLst>
            <pc:docMk/>
            <pc:sldMk cId="2337934160" sldId="257"/>
            <ac:spMk id="2" creationId="{A69AB6BE-5AE1-65C8-4B48-69C4AF2E9C82}"/>
          </ac:spMkLst>
        </pc:spChg>
        <pc:spChg chg="del">
          <ac:chgData name="musukie52@gmail.com" userId="017bd91f96aa8751" providerId="LiveId" clId="{5B2C3894-F97E-4CAB-8812-5BB4D83AAC6A}" dt="2026-10-15T06:41:07.602" v="216" actId="478"/>
          <ac:spMkLst>
            <pc:docMk/>
            <pc:sldMk cId="2337934160" sldId="257"/>
            <ac:spMk id="3" creationId="{26C8AC25-9453-582C-C763-A724DEF73797}"/>
          </ac:spMkLst>
        </pc:spChg>
        <pc:spChg chg="add del mod">
          <ac:chgData name="musukie52@gmail.com" userId="017bd91f96aa8751" providerId="LiveId" clId="{5B2C3894-F97E-4CAB-8812-5BB4D83AAC6A}" dt="2026-10-15T07:14:05.765" v="313" actId="164"/>
          <ac:spMkLst>
            <pc:docMk/>
            <pc:sldMk cId="2337934160" sldId="257"/>
            <ac:spMk id="8" creationId="{E77D4657-20E6-33A2-3424-0A44B591526C}"/>
          </ac:spMkLst>
        </pc:spChg>
        <pc:spChg chg="add del mod">
          <ac:chgData name="musukie52@gmail.com" userId="017bd91f96aa8751" providerId="LiveId" clId="{5B2C3894-F97E-4CAB-8812-5BB4D83AAC6A}" dt="2026-10-15T07:14:05.765" v="313" actId="164"/>
          <ac:spMkLst>
            <pc:docMk/>
            <pc:sldMk cId="2337934160" sldId="257"/>
            <ac:spMk id="10" creationId="{80DF0802-2E95-F350-604E-2CC105806DE7}"/>
          </ac:spMkLst>
        </pc:spChg>
        <pc:spChg chg="del mod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13" creationId="{BF861759-5610-006B-B73E-B3313B8B6EAE}"/>
          </ac:spMkLst>
        </pc:spChg>
        <pc:spChg chg="add 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15" creationId="{6702102E-2DFE-14B7-5A77-1C0865EAC0B6}"/>
          </ac:spMkLst>
        </pc:spChg>
        <pc:spChg chg="add 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17" creationId="{40E5166E-3572-0064-3E2F-07CAB0E745FC}"/>
          </ac:spMkLst>
        </pc:spChg>
        <pc:spChg chg="add 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19" creationId="{568ACBBE-A623-8B88-D9B1-A8811B920827}"/>
          </ac:spMkLst>
        </pc:spChg>
        <pc:spChg chg="add 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21" creationId="{EA4BD0EC-9667-F009-6880-302FA150FED1}"/>
          </ac:spMkLst>
        </pc:spChg>
        <pc:spChg chg="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23" creationId="{870740C4-CF3A-34B6-1951-39DBD22228D5}"/>
          </ac:spMkLst>
        </pc:spChg>
        <pc:spChg chg="add del">
          <ac:chgData name="musukie52@gmail.com" userId="017bd91f96aa8751" providerId="LiveId" clId="{5B2C3894-F97E-4CAB-8812-5BB4D83AAC6A}" dt="2026-10-15T08:41:43.035" v="2396" actId="478"/>
          <ac:spMkLst>
            <pc:docMk/>
            <pc:sldMk cId="2337934160" sldId="257"/>
            <ac:spMk id="25" creationId="{085DEE3B-2A27-2583-DC2F-8C1004D4EEF5}"/>
          </ac:spMkLst>
        </pc:spChg>
        <pc:spChg chg="add">
          <ac:chgData name="musukie52@gmail.com" userId="017bd91f96aa8751" providerId="LiveId" clId="{5B2C3894-F97E-4CAB-8812-5BB4D83AAC6A}" dt="2026-10-15T07:14:08.183" v="314" actId="22"/>
          <ac:spMkLst>
            <pc:docMk/>
            <pc:sldMk cId="2337934160" sldId="257"/>
            <ac:spMk id="27" creationId="{328C15DD-CFDF-37FF-C5F0-E827DF82F0A2}"/>
          </ac:spMkLst>
        </pc:spChg>
        <pc:spChg chg="add">
          <ac:chgData name="musukie52@gmail.com" userId="017bd91f96aa8751" providerId="LiveId" clId="{5B2C3894-F97E-4CAB-8812-5BB4D83AAC6A}" dt="2026-10-15T07:14:08.183" v="314" actId="22"/>
          <ac:spMkLst>
            <pc:docMk/>
            <pc:sldMk cId="2337934160" sldId="257"/>
            <ac:spMk id="31" creationId="{4C6CE125-5DDD-9F6A-9FB1-BDC536D19C8A}"/>
          </ac:spMkLst>
        </pc:spChg>
        <pc:spChg chg="add">
          <ac:chgData name="musukie52@gmail.com" userId="017bd91f96aa8751" providerId="LiveId" clId="{5B2C3894-F97E-4CAB-8812-5BB4D83AAC6A}" dt="2026-10-15T07:14:08.183" v="314" actId="22"/>
          <ac:spMkLst>
            <pc:docMk/>
            <pc:sldMk cId="2337934160" sldId="257"/>
            <ac:spMk id="33" creationId="{227DFFCC-BB2A-4D3F-16B6-5E3566269A64}"/>
          </ac:spMkLst>
        </pc:spChg>
        <pc:spChg chg="mod">
          <ac:chgData name="musukie52@gmail.com" userId="017bd91f96aa8751" providerId="LiveId" clId="{5B2C3894-F97E-4CAB-8812-5BB4D83AAC6A}" dt="2026-10-15T08:42:21.561" v="2409" actId="207"/>
          <ac:spMkLst>
            <pc:docMk/>
            <pc:sldMk cId="2337934160" sldId="257"/>
            <ac:spMk id="35" creationId="{4584647E-3F9F-3683-C644-436E0AEC410F}"/>
          </ac:spMkLst>
        </pc:spChg>
        <pc:spChg chg="mod">
          <ac:chgData name="musukie52@gmail.com" userId="017bd91f96aa8751" providerId="LiveId" clId="{5B2C3894-F97E-4CAB-8812-5BB4D83AAC6A}" dt="2026-10-15T08:42:39.584" v="2417" actId="20577"/>
          <ac:spMkLst>
            <pc:docMk/>
            <pc:sldMk cId="2337934160" sldId="257"/>
            <ac:spMk id="37" creationId="{00627639-367E-912E-8CE0-3024255A6BE7}"/>
          </ac:spMkLst>
        </pc:spChg>
        <pc:spChg chg="add mod">
          <ac:chgData name="musukie52@gmail.com" userId="017bd91f96aa8751" providerId="LiveId" clId="{5B2C3894-F97E-4CAB-8812-5BB4D83AAC6A}" dt="2026-10-15T08:42:27.807" v="2411" actId="207"/>
          <ac:spMkLst>
            <pc:docMk/>
            <pc:sldMk cId="2337934160" sldId="257"/>
            <ac:spMk id="39" creationId="{236CB1BB-6D90-7964-887A-75D9A59E9413}"/>
          </ac:spMkLst>
        </pc:spChg>
        <pc:spChg chg="add mod">
          <ac:chgData name="musukie52@gmail.com" userId="017bd91f96aa8751" providerId="LiveId" clId="{5B2C3894-F97E-4CAB-8812-5BB4D83AAC6A}" dt="2026-10-15T08:42:54.871" v="2427" actId="1038"/>
          <ac:spMkLst>
            <pc:docMk/>
            <pc:sldMk cId="2337934160" sldId="257"/>
            <ac:spMk id="41" creationId="{265982D0-A4E7-BA1C-AFA4-47DB7BACBD98}"/>
          </ac:spMkLst>
        </pc:spChg>
        <pc:spChg chg="add mod">
          <ac:chgData name="musukie52@gmail.com" userId="017bd91f96aa8751" providerId="LiveId" clId="{5B2C3894-F97E-4CAB-8812-5BB4D83AAC6A}" dt="2026-10-15T07:19:04.238" v="574" actId="2711"/>
          <ac:spMkLst>
            <pc:docMk/>
            <pc:sldMk cId="2337934160" sldId="257"/>
            <ac:spMk id="43" creationId="{D6160C31-4F3C-5D67-AD6C-5A1D4D1DB8FF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45" creationId="{683A57CB-EE27-1C5A-2DF6-5FD9ABA8790C}"/>
          </ac:spMkLst>
        </pc:spChg>
        <pc:spChg chg="add mod">
          <ac:chgData name="musukie52@gmail.com" userId="017bd91f96aa8751" providerId="LiveId" clId="{5B2C3894-F97E-4CAB-8812-5BB4D83AAC6A}" dt="2026-10-15T07:20:53.663" v="609" actId="1076"/>
          <ac:spMkLst>
            <pc:docMk/>
            <pc:sldMk cId="2337934160" sldId="257"/>
            <ac:spMk id="51" creationId="{A598EA82-23B4-992F-BE34-D7DC95ECAED4}"/>
          </ac:spMkLst>
        </pc:spChg>
        <pc:spChg chg="add mod">
          <ac:chgData name="musukie52@gmail.com" userId="017bd91f96aa8751" providerId="LiveId" clId="{5B2C3894-F97E-4CAB-8812-5BB4D83AAC6A}" dt="2026-10-15T07:21:42.828" v="662" actId="1076"/>
          <ac:spMkLst>
            <pc:docMk/>
            <pc:sldMk cId="2337934160" sldId="257"/>
            <ac:spMk id="53" creationId="{7054F9CC-F845-06F1-C693-18B55BFBA53F}"/>
          </ac:spMkLst>
        </pc:spChg>
        <pc:spChg chg="add mod">
          <ac:chgData name="musukie52@gmail.com" userId="017bd91f96aa8751" providerId="LiveId" clId="{5B2C3894-F97E-4CAB-8812-5BB4D83AAC6A}" dt="2026-10-15T07:21:53.893" v="671" actId="255"/>
          <ac:spMkLst>
            <pc:docMk/>
            <pc:sldMk cId="2337934160" sldId="257"/>
            <ac:spMk id="55" creationId="{A5655460-0B1E-4BF9-07BA-067B3A313323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57" creationId="{4766624A-8718-A261-FE02-F0DA207C5934}"/>
          </ac:spMkLst>
        </pc:spChg>
        <pc:spChg chg="add mod">
          <ac:chgData name="musukie52@gmail.com" userId="017bd91f96aa8751" providerId="LiveId" clId="{5B2C3894-F97E-4CAB-8812-5BB4D83AAC6A}" dt="2026-10-15T07:26:42.696" v="841" actId="1076"/>
          <ac:spMkLst>
            <pc:docMk/>
            <pc:sldMk cId="2337934160" sldId="257"/>
            <ac:spMk id="59" creationId="{D5A88BC9-F3B6-F8DD-324E-9C9A277C5108}"/>
          </ac:spMkLst>
        </pc:spChg>
        <pc:spChg chg="add del mod">
          <ac:chgData name="musukie52@gmail.com" userId="017bd91f96aa8751" providerId="LiveId" clId="{5B2C3894-F97E-4CAB-8812-5BB4D83AAC6A}" dt="2026-10-15T07:25:36.023" v="826" actId="21"/>
          <ac:spMkLst>
            <pc:docMk/>
            <pc:sldMk cId="2337934160" sldId="257"/>
            <ac:spMk id="61" creationId="{380991C9-4D5E-2459-21D6-8A7C38090C02}"/>
          </ac:spMkLst>
        </pc:spChg>
        <pc:spChg chg="add del mod">
          <ac:chgData name="musukie52@gmail.com" userId="017bd91f96aa8751" providerId="LiveId" clId="{5B2C3894-F97E-4CAB-8812-5BB4D83AAC6A}" dt="2026-10-15T07:23:16.528" v="716" actId="478"/>
          <ac:spMkLst>
            <pc:docMk/>
            <pc:sldMk cId="2337934160" sldId="257"/>
            <ac:spMk id="63" creationId="{C8CCBAAA-84AC-4D07-CB0C-59CEC4211244}"/>
          </ac:spMkLst>
        </pc:spChg>
        <pc:spChg chg="add del mod">
          <ac:chgData name="musukie52@gmail.com" userId="017bd91f96aa8751" providerId="LiveId" clId="{5B2C3894-F97E-4CAB-8812-5BB4D83AAC6A}" dt="2026-10-15T07:25:36.023" v="826" actId="21"/>
          <ac:spMkLst>
            <pc:docMk/>
            <pc:sldMk cId="2337934160" sldId="257"/>
            <ac:spMk id="65" creationId="{26C8B713-C1C4-01C2-F1CC-77B6FE5400DF}"/>
          </ac:spMkLst>
        </pc:spChg>
        <pc:spChg chg="add del mod">
          <ac:chgData name="musukie52@gmail.com" userId="017bd91f96aa8751" providerId="LiveId" clId="{5B2C3894-F97E-4CAB-8812-5BB4D83AAC6A}" dt="2026-10-15T07:25:36.023" v="826" actId="21"/>
          <ac:spMkLst>
            <pc:docMk/>
            <pc:sldMk cId="2337934160" sldId="257"/>
            <ac:spMk id="67" creationId="{FD80D186-6369-8F64-94A2-F123E29EB914}"/>
          </ac:spMkLst>
        </pc:spChg>
        <pc:spChg chg="add mod">
          <ac:chgData name="musukie52@gmail.com" userId="017bd91f96aa8751" providerId="LiveId" clId="{5B2C3894-F97E-4CAB-8812-5BB4D83AAC6A}" dt="2026-10-15T07:23:22.124" v="718" actId="1076"/>
          <ac:spMkLst>
            <pc:docMk/>
            <pc:sldMk cId="2337934160" sldId="257"/>
            <ac:spMk id="69" creationId="{57C933FC-E78E-A175-02C0-092C78BED7F2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71" creationId="{52408571-015D-55A7-3857-D2E2799627D7}"/>
          </ac:spMkLst>
        </pc:spChg>
        <pc:spChg chg="add mod">
          <ac:chgData name="musukie52@gmail.com" userId="017bd91f96aa8751" providerId="LiveId" clId="{5B2C3894-F97E-4CAB-8812-5BB4D83AAC6A}" dt="2026-10-15T07:29:11.918" v="869" actId="1076"/>
          <ac:spMkLst>
            <pc:docMk/>
            <pc:sldMk cId="2337934160" sldId="257"/>
            <ac:spMk id="73" creationId="{7D1C5C94-BB59-EF28-1168-321AA8EEFA20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78" creationId="{F0906214-E822-93B8-F38C-F9D065BED29D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80" creationId="{5FADF734-2361-5435-91F7-FED65C905B3F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82" creationId="{ED00AEAD-F831-10FA-8562-2179ACC22AF8}"/>
          </ac:spMkLst>
        </pc:spChg>
        <pc:spChg chg="add mod">
          <ac:chgData name="musukie52@gmail.com" userId="017bd91f96aa8751" providerId="LiveId" clId="{5B2C3894-F97E-4CAB-8812-5BB4D83AAC6A}" dt="2026-10-15T07:27:49.649" v="848" actId="1076"/>
          <ac:spMkLst>
            <pc:docMk/>
            <pc:sldMk cId="2337934160" sldId="257"/>
            <ac:spMk id="84" creationId="{3B7F4FF0-4CBD-9D85-92ED-25A46A096D17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90" creationId="{54AB5714-71DA-D53E-A249-676AADC6EE2D}"/>
          </ac:spMkLst>
        </pc:spChg>
        <pc:spChg chg="add mod">
          <ac:chgData name="musukie52@gmail.com" userId="017bd91f96aa8751" providerId="LiveId" clId="{5B2C3894-F97E-4CAB-8812-5BB4D83AAC6A}" dt="2026-10-15T07:28:27.328" v="857" actId="1076"/>
          <ac:spMkLst>
            <pc:docMk/>
            <pc:sldMk cId="2337934160" sldId="257"/>
            <ac:spMk id="92" creationId="{0598A787-8C43-415C-9EB6-BA70F4CA3B48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94" creationId="{5D698F04-7831-9FB2-C581-5222E82BCB08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96" creationId="{8325A355-8C45-A0F0-4EC1-F2E5A222525B}"/>
          </ac:spMkLst>
        </pc:spChg>
        <pc:spChg chg="add del mod">
          <ac:chgData name="musukie52@gmail.com" userId="017bd91f96aa8751" providerId="LiveId" clId="{5B2C3894-F97E-4CAB-8812-5BB4D83AAC6A}" dt="2026-10-15T07:30:25.394" v="1088" actId="21"/>
          <ac:spMkLst>
            <pc:docMk/>
            <pc:sldMk cId="2337934160" sldId="257"/>
            <ac:spMk id="98" creationId="{265C3D7C-0ECC-DD2F-02C7-1C57424AA190}"/>
          </ac:spMkLst>
        </pc:spChg>
        <pc:spChg chg="add mod">
          <ac:chgData name="musukie52@gmail.com" userId="017bd91f96aa8751" providerId="LiveId" clId="{5B2C3894-F97E-4CAB-8812-5BB4D83AAC6A}" dt="2026-10-15T07:30:12.874" v="1086" actId="20577"/>
          <ac:spMkLst>
            <pc:docMk/>
            <pc:sldMk cId="2337934160" sldId="257"/>
            <ac:spMk id="100" creationId="{6664B8B0-3B2F-6BA4-F6DC-13BD051A61C2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02" creationId="{683A57CB-EE27-1C5A-2DF6-5FD9ABA8790C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06" creationId="{A5655460-0B1E-4BF9-07BA-067B3A313323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09" creationId="{57C933FC-E78E-A175-02C0-092C78BED7F2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14" creationId="{5FADF734-2361-5435-91F7-FED65C905B3F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15" creationId="{ED00AEAD-F831-10FA-8562-2179ACC22AF8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16" creationId="{3B7F4FF0-4CBD-9D85-92ED-25A46A096D17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17" creationId="{54AB5714-71DA-D53E-A249-676AADC6EE2D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18" creationId="{0598A787-8C43-415C-9EB6-BA70F4CA3B48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20" creationId="{8325A355-8C45-A0F0-4EC1-F2E5A222525B}"/>
          </ac:spMkLst>
        </pc:spChg>
        <pc:spChg chg="add mod">
          <ac:chgData name="musukie52@gmail.com" userId="017bd91f96aa8751" providerId="LiveId" clId="{5B2C3894-F97E-4CAB-8812-5BB4D83AAC6A}" dt="2026-10-15T08:40:32.815" v="2395" actId="207"/>
          <ac:spMkLst>
            <pc:docMk/>
            <pc:sldMk cId="2337934160" sldId="257"/>
            <ac:spMk id="122" creationId="{6664B8B0-3B2F-6BA4-F6DC-13BD051A61C2}"/>
          </ac:spMkLst>
        </pc:spChg>
        <pc:spChg chg="add del mod">
          <ac:chgData name="musukie52@gmail.com" userId="017bd91f96aa8751" providerId="LiveId" clId="{5B2C3894-F97E-4CAB-8812-5BB4D83AAC6A}" dt="2026-10-15T07:31:01.137" v="1100" actId="478"/>
          <ac:spMkLst>
            <pc:docMk/>
            <pc:sldMk cId="2337934160" sldId="257"/>
            <ac:spMk id="123" creationId="{DEBF2CCB-C2B5-6911-4FF8-E5C83F423CCA}"/>
          </ac:spMkLst>
        </pc:spChg>
        <pc:spChg chg="add del mod">
          <ac:chgData name="musukie52@gmail.com" userId="017bd91f96aa8751" providerId="LiveId" clId="{5B2C3894-F97E-4CAB-8812-5BB4D83AAC6A}" dt="2026-10-15T07:31:01.137" v="1100" actId="478"/>
          <ac:spMkLst>
            <pc:docMk/>
            <pc:sldMk cId="2337934160" sldId="257"/>
            <ac:spMk id="125" creationId="{0A653D8A-7AB1-F55F-12A7-430D07213965}"/>
          </ac:spMkLst>
        </pc:spChg>
        <pc:spChg chg="add del mod">
          <ac:chgData name="musukie52@gmail.com" userId="017bd91f96aa8751" providerId="LiveId" clId="{5B2C3894-F97E-4CAB-8812-5BB4D83AAC6A}" dt="2026-10-15T08:34:40.861" v="2371" actId="21"/>
          <ac:spMkLst>
            <pc:docMk/>
            <pc:sldMk cId="2337934160" sldId="257"/>
            <ac:spMk id="127" creationId="{66A62A76-DF0A-958E-6993-410758F7847C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29" creationId="{931A4414-C162-F7DB-A83A-9FA526D5B2EB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31" creationId="{D394FBD6-7558-F1DD-9C33-06CB8B44583B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33" creationId="{6E376FE5-4A8D-2C2C-29E9-0EB6079AD440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35" creationId="{7657BFBA-262F-7860-DC32-F96228B59EC8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37" creationId="{34701FE2-4F5E-88DA-3375-35173AF2104D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39" creationId="{7FFF02D4-4FFD-9D75-F14E-3B79F7551E3F}"/>
          </ac:spMkLst>
        </pc:spChg>
        <pc:spChg chg="add">
          <ac:chgData name="musukie52@gmail.com" userId="017bd91f96aa8751" providerId="LiveId" clId="{5B2C3894-F97E-4CAB-8812-5BB4D83AAC6A}" dt="2026-10-15T08:41:43.353" v="2397" actId="22"/>
          <ac:spMkLst>
            <pc:docMk/>
            <pc:sldMk cId="2337934160" sldId="257"/>
            <ac:spMk id="141" creationId="{AD61AAE6-885F-F5EE-7B3C-BB21929CD92C}"/>
          </ac:spMkLst>
        </pc:spChg>
        <pc:grpChg chg="add mod">
          <ac:chgData name="musukie52@gmail.com" userId="017bd91f96aa8751" providerId="LiveId" clId="{5B2C3894-F97E-4CAB-8812-5BB4D83AAC6A}" dt="2026-10-15T07:14:05.765" v="313" actId="164"/>
          <ac:grpSpMkLst>
            <pc:docMk/>
            <pc:sldMk cId="2337934160" sldId="257"/>
            <ac:grpSpMk id="11" creationId="{0F6A9B03-6C21-CDD3-F1EC-9B04308F5AB7}"/>
          </ac:grpSpMkLst>
        </pc:grpChg>
        <pc:picChg chg="add mod modCrop">
          <ac:chgData name="musukie52@gmail.com" userId="017bd91f96aa8751" providerId="LiveId" clId="{5B2C3894-F97E-4CAB-8812-5BB4D83AAC6A}" dt="2026-10-15T07:14:05.765" v="313" actId="164"/>
          <ac:picMkLst>
            <pc:docMk/>
            <pc:sldMk cId="2337934160" sldId="257"/>
            <ac:picMk id="5" creationId="{6A91C10D-D617-D9D6-0481-D0A0A717D7B1}"/>
          </ac:picMkLst>
        </pc:picChg>
        <pc:picChg chg="add mod modCrop">
          <ac:chgData name="musukie52@gmail.com" userId="017bd91f96aa8751" providerId="LiveId" clId="{5B2C3894-F97E-4CAB-8812-5BB4D83AAC6A}" dt="2026-10-15T07:14:05.765" v="313" actId="164"/>
          <ac:picMkLst>
            <pc:docMk/>
            <pc:sldMk cId="2337934160" sldId="257"/>
            <ac:picMk id="7" creationId="{0FC788E9-75FA-1690-601C-CFCF9ABEA4CB}"/>
          </ac:picMkLst>
        </pc:picChg>
        <pc:cxnChg chg="add mod">
          <ac:chgData name="musukie52@gmail.com" userId="017bd91f96aa8751" providerId="LiveId" clId="{5B2C3894-F97E-4CAB-8812-5BB4D83AAC6A}" dt="2026-10-15T07:27:23.694" v="844" actId="14100"/>
          <ac:cxnSpMkLst>
            <pc:docMk/>
            <pc:sldMk cId="2337934160" sldId="257"/>
            <ac:cxnSpMk id="47" creationId="{D55BC6BF-1A7C-2078-4E02-F03382F7102F}"/>
          </ac:cxnSpMkLst>
        </pc:cxnChg>
        <pc:cxnChg chg="add mod">
          <ac:chgData name="musukie52@gmail.com" userId="017bd91f96aa8751" providerId="LiveId" clId="{5B2C3894-F97E-4CAB-8812-5BB4D83AAC6A}" dt="2026-10-15T07:27:55.350" v="850" actId="1035"/>
          <ac:cxnSpMkLst>
            <pc:docMk/>
            <pc:sldMk cId="2337934160" sldId="257"/>
            <ac:cxnSpMk id="74" creationId="{540DCE1E-286F-568A-3162-3E49493A801C}"/>
          </ac:cxnSpMkLst>
        </pc:cxnChg>
      </pc:sldChg>
      <pc:sldChg chg="addSp delSp modSp add del mod">
        <pc:chgData name="musukie52@gmail.com" userId="017bd91f96aa8751" providerId="LiveId" clId="{5B2C3894-F97E-4CAB-8812-5BB4D83AAC6A}" dt="2026-10-15T10:57:48.589" v="4630" actId="47"/>
        <pc:sldMkLst>
          <pc:docMk/>
          <pc:sldMk cId="3400334681" sldId="258"/>
        </pc:sldMkLst>
        <pc:spChg chg="add mod">
          <ac:chgData name="musukie52@gmail.com" userId="017bd91f96aa8751" providerId="LiveId" clId="{5B2C3894-F97E-4CAB-8812-5BB4D83AAC6A}" dt="2026-10-15T07:53:11.833" v="1286" actId="1076"/>
          <ac:spMkLst>
            <pc:docMk/>
            <pc:sldMk cId="3400334681" sldId="258"/>
            <ac:spMk id="19" creationId="{52248639-C052-E0C6-AF02-8978B3CEEE05}"/>
          </ac:spMkLst>
        </pc:spChg>
        <pc:spChg chg="add mod">
          <ac:chgData name="musukie52@gmail.com" userId="017bd91f96aa8751" providerId="LiveId" clId="{5B2C3894-F97E-4CAB-8812-5BB4D83AAC6A}" dt="2026-10-15T07:54:01.102" v="1343" actId="1076"/>
          <ac:spMkLst>
            <pc:docMk/>
            <pc:sldMk cId="3400334681" sldId="258"/>
            <ac:spMk id="21" creationId="{7487C5C5-4809-FFE8-4D1C-45FF6396B87C}"/>
          </ac:spMkLst>
        </pc:spChg>
        <pc:spChg chg="add mod">
          <ac:chgData name="musukie52@gmail.com" userId="017bd91f96aa8751" providerId="LiveId" clId="{5B2C3894-F97E-4CAB-8812-5BB4D83AAC6A}" dt="2026-10-15T08:29:37.348" v="2119" actId="2711"/>
          <ac:spMkLst>
            <pc:docMk/>
            <pc:sldMk cId="3400334681" sldId="258"/>
            <ac:spMk id="25" creationId="{7BF0E094-6810-4467-17C5-E528F2F1F702}"/>
          </ac:spMkLst>
        </pc:spChg>
        <pc:spChg chg="add del mod">
          <ac:chgData name="musukie52@gmail.com" userId="017bd91f96aa8751" providerId="LiveId" clId="{5B2C3894-F97E-4CAB-8812-5BB4D83AAC6A}" dt="2026-10-15T08:32:31.860" v="2351" actId="1035"/>
          <ac:spMkLst>
            <pc:docMk/>
            <pc:sldMk cId="3400334681" sldId="258"/>
            <ac:spMk id="27" creationId="{6DAE6371-2192-9DD2-F393-B5BA445E9E23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29" creationId="{8181B043-EAD3-A7CD-2FE6-11904F83A45E}"/>
          </ac:spMkLst>
        </pc:spChg>
        <pc:spChg chg="add del">
          <ac:chgData name="musukie52@gmail.com" userId="017bd91f96aa8751" providerId="LiveId" clId="{5B2C3894-F97E-4CAB-8812-5BB4D83AAC6A}" dt="2026-10-15T08:35:12.296" v="2378" actId="478"/>
          <ac:spMkLst>
            <pc:docMk/>
            <pc:sldMk cId="3400334681" sldId="258"/>
            <ac:spMk id="33" creationId="{07E8BCE7-2234-9D74-948B-5F4A5EC1C557}"/>
          </ac:spMkLst>
        </pc:spChg>
        <pc:spChg chg="add del">
          <ac:chgData name="musukie52@gmail.com" userId="017bd91f96aa8751" providerId="LiveId" clId="{5B2C3894-F97E-4CAB-8812-5BB4D83AAC6A}" dt="2026-10-15T08:35:12.296" v="2378" actId="478"/>
          <ac:spMkLst>
            <pc:docMk/>
            <pc:sldMk cId="3400334681" sldId="258"/>
            <ac:spMk id="35" creationId="{39E8E398-C457-FC8D-5436-452F2C1318D2}"/>
          </ac:spMkLst>
        </pc:spChg>
        <pc:spChg chg="add del">
          <ac:chgData name="musukie52@gmail.com" userId="017bd91f96aa8751" providerId="LiveId" clId="{5B2C3894-F97E-4CAB-8812-5BB4D83AAC6A}" dt="2026-10-15T08:35:12.296" v="2378" actId="478"/>
          <ac:spMkLst>
            <pc:docMk/>
            <pc:sldMk cId="3400334681" sldId="258"/>
            <ac:spMk id="37" creationId="{E59B4A7D-9384-4FC1-6307-0F95F719E22C}"/>
          </ac:spMkLst>
        </pc:spChg>
        <pc:spChg chg="add del">
          <ac:chgData name="musukie52@gmail.com" userId="017bd91f96aa8751" providerId="LiveId" clId="{5B2C3894-F97E-4CAB-8812-5BB4D83AAC6A}" dt="2026-10-15T08:35:12.296" v="2378" actId="478"/>
          <ac:spMkLst>
            <pc:docMk/>
            <pc:sldMk cId="3400334681" sldId="258"/>
            <ac:spMk id="39" creationId="{F8200471-3FCB-6AFB-6676-E92FE63B103D}"/>
          </ac:spMkLst>
        </pc:spChg>
        <pc:spChg chg="add del">
          <ac:chgData name="musukie52@gmail.com" userId="017bd91f96aa8751" providerId="LiveId" clId="{5B2C3894-F97E-4CAB-8812-5BB4D83AAC6A}" dt="2026-10-15T08:35:12.296" v="2378" actId="478"/>
          <ac:spMkLst>
            <pc:docMk/>
            <pc:sldMk cId="3400334681" sldId="258"/>
            <ac:spMk id="41" creationId="{41C52BEC-AE8A-09DA-32C4-81C9E8B36180}"/>
          </ac:spMkLst>
        </pc:spChg>
        <pc:spChg chg="add del mod">
          <ac:chgData name="musukie52@gmail.com" userId="017bd91f96aa8751" providerId="LiveId" clId="{5B2C3894-F97E-4CAB-8812-5BB4D83AAC6A}" dt="2026-10-15T08:21:39.715" v="1561" actId="478"/>
          <ac:spMkLst>
            <pc:docMk/>
            <pc:sldMk cId="3400334681" sldId="258"/>
            <ac:spMk id="44" creationId="{54C49CB4-E8FB-035F-F5AA-09F10A71FB24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48" creationId="{80A21156-605B-DAD9-4D55-D52D380ABC38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50" creationId="{14508F8E-8A29-99BD-5DD7-7F15EF97857B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54" creationId="{BC94C36B-8B02-EBF5-BD57-E97C2DBCE964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55" creationId="{A5655460-0B1E-4BF9-07BA-067B3A313323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58" creationId="{9FF65AA6-AC8B-E02C-10F6-EEC9E309876C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61" creationId="{7AFDF560-A652-65A7-5D9E-28B0CF2C1074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63" creationId="{A8A68FBD-29F6-E941-459F-6B18038ED6F0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65" creationId="{DB1746CB-954D-E7B8-2ADD-A2B975343924}"/>
          </ac:spMkLst>
        </pc:spChg>
        <pc:spChg chg="add del">
          <ac:chgData name="musukie52@gmail.com" userId="017bd91f96aa8751" providerId="LiveId" clId="{5B2C3894-F97E-4CAB-8812-5BB4D83AAC6A}" dt="2026-10-15T08:21:51.381" v="1567" actId="22"/>
          <ac:spMkLst>
            <pc:docMk/>
            <pc:sldMk cId="3400334681" sldId="258"/>
            <ac:spMk id="67" creationId="{DB24C302-BB64-61E6-98EC-B352797E7F55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69" creationId="{57C933FC-E78E-A175-02C0-092C78BED7F2}"/>
          </ac:spMkLst>
        </pc:spChg>
        <pc:spChg chg="add del">
          <ac:chgData name="musukie52@gmail.com" userId="017bd91f96aa8751" providerId="LiveId" clId="{5B2C3894-F97E-4CAB-8812-5BB4D83AAC6A}" dt="2026-10-15T08:21:51.381" v="1567" actId="22"/>
          <ac:spMkLst>
            <pc:docMk/>
            <pc:sldMk cId="3400334681" sldId="258"/>
            <ac:spMk id="70" creationId="{2246EF81-423F-6C9B-0AA6-0FF2A302657B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71" creationId="{52408571-015D-55A7-3857-D2E2799627D7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73" creationId="{7D1C5C94-BB59-EF28-1168-321AA8EEFA20}"/>
          </ac:spMkLst>
        </pc:spChg>
        <pc:spChg chg="add del">
          <ac:chgData name="musukie52@gmail.com" userId="017bd91f96aa8751" providerId="LiveId" clId="{5B2C3894-F97E-4CAB-8812-5BB4D83AAC6A}" dt="2026-10-15T08:21:51.381" v="1567" actId="22"/>
          <ac:spMkLst>
            <pc:docMk/>
            <pc:sldMk cId="3400334681" sldId="258"/>
            <ac:spMk id="75" creationId="{7456D804-D14C-ADD4-621F-F0D4E2673BD0}"/>
          </ac:spMkLst>
        </pc:spChg>
        <pc:spChg chg="add del">
          <ac:chgData name="musukie52@gmail.com" userId="017bd91f96aa8751" providerId="LiveId" clId="{5B2C3894-F97E-4CAB-8812-5BB4D83AAC6A}" dt="2026-10-15T08:21:51.381" v="1567" actId="22"/>
          <ac:spMkLst>
            <pc:docMk/>
            <pc:sldMk cId="3400334681" sldId="258"/>
            <ac:spMk id="77" creationId="{FE305DBC-1765-409E-7CB4-E9CFEDD517FE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78" creationId="{F0906214-E822-93B8-F38C-F9D065BED29D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80" creationId="{5FADF734-2361-5435-91F7-FED65C905B3F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81" creationId="{5FE934A1-F843-2A01-0B26-E93E79041087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82" creationId="{ED00AEAD-F831-10FA-8562-2179ACC22AF8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84" creationId="{3B7F4FF0-4CBD-9D85-92ED-25A46A096D17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85" creationId="{E8A4805E-0167-4FFE-F92E-BFB6E93C8079}"/>
          </ac:spMkLst>
        </pc:spChg>
        <pc:spChg chg="add mod">
          <ac:chgData name="musukie52@gmail.com" userId="017bd91f96aa8751" providerId="LiveId" clId="{5B2C3894-F97E-4CAB-8812-5BB4D83AAC6A}" dt="2026-10-15T08:27:00.373" v="2081" actId="1076"/>
          <ac:spMkLst>
            <pc:docMk/>
            <pc:sldMk cId="3400334681" sldId="258"/>
            <ac:spMk id="87" creationId="{CD48AC96-3A2F-D0A1-AC46-2F43589BB6E9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89" creationId="{BDDA2EF6-2A19-D4B5-E4EE-80614833E35B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90" creationId="{54AB5714-71DA-D53E-A249-676AADC6EE2D}"/>
          </ac:spMkLst>
        </pc:spChg>
        <pc:spChg chg="add mod">
          <ac:chgData name="musukie52@gmail.com" userId="017bd91f96aa8751" providerId="LiveId" clId="{5B2C3894-F97E-4CAB-8812-5BB4D83AAC6A}" dt="2026-10-15T08:26:36.093" v="2080" actId="1076"/>
          <ac:spMkLst>
            <pc:docMk/>
            <pc:sldMk cId="3400334681" sldId="258"/>
            <ac:spMk id="93" creationId="{C824B934-A6CF-9B85-8B64-C69C0E31FE5A}"/>
          </ac:spMkLst>
        </pc:spChg>
        <pc:spChg chg="add del mod">
          <ac:chgData name="musukie52@gmail.com" userId="017bd91f96aa8751" providerId="LiveId" clId="{5B2C3894-F97E-4CAB-8812-5BB4D83AAC6A}" dt="2026-10-15T07:30:32.875" v="1091" actId="21"/>
          <ac:spMkLst>
            <pc:docMk/>
            <pc:sldMk cId="3400334681" sldId="258"/>
            <ac:spMk id="96" creationId="{8325A355-8C45-A0F0-4EC1-F2E5A222525B}"/>
          </ac:spMkLst>
        </pc:spChg>
        <pc:spChg chg="add mod">
          <ac:chgData name="musukie52@gmail.com" userId="017bd91f96aa8751" providerId="LiveId" clId="{5B2C3894-F97E-4CAB-8812-5BB4D83AAC6A}" dt="2026-10-15T08:26:36.093" v="2080" actId="1076"/>
          <ac:spMkLst>
            <pc:docMk/>
            <pc:sldMk cId="3400334681" sldId="258"/>
            <ac:spMk id="97" creationId="{7B57DDBE-40CC-25CB-688D-D139C04C4C47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01" creationId="{3217FA65-9231-1A77-EE9E-AF73DD28CF8E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03" creationId="{F46396DD-414B-524F-B5C9-31F9C3A56A7E}"/>
          </ac:spMkLst>
        </pc:spChg>
        <pc:spChg chg="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05" creationId="{BCDFC2A9-855D-B6A7-A065-EF36CB23D44B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07" creationId="{8BBF4569-1357-98DA-38E7-B68B7592554A}"/>
          </ac:spMkLst>
        </pc:spChg>
        <pc:spChg chg="add mod">
          <ac:chgData name="musukie52@gmail.com" userId="017bd91f96aa8751" providerId="LiveId" clId="{5B2C3894-F97E-4CAB-8812-5BB4D83AAC6A}" dt="2026-10-15T08:26:36.093" v="2080" actId="1076"/>
          <ac:spMkLst>
            <pc:docMk/>
            <pc:sldMk cId="3400334681" sldId="258"/>
            <ac:spMk id="109" creationId="{F34DCBC2-E2C3-101D-B2C2-109544C59348}"/>
          </ac:spMkLst>
        </pc:spChg>
        <pc:spChg chg="add mod">
          <ac:chgData name="musukie52@gmail.com" userId="017bd91f96aa8751" providerId="LiveId" clId="{5B2C3894-F97E-4CAB-8812-5BB4D83AAC6A}" dt="2026-10-15T08:26:36.093" v="2080" actId="1076"/>
          <ac:spMkLst>
            <pc:docMk/>
            <pc:sldMk cId="3400334681" sldId="258"/>
            <ac:spMk id="111" creationId="{962C0CA8-54C8-2CDB-DF21-21AB0E6E2249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13" creationId="{79F127B0-47AD-4859-0C89-4089FFF68779}"/>
          </ac:spMkLst>
        </pc:spChg>
        <pc:spChg chg="add del mod">
          <ac:chgData name="musukie52@gmail.com" userId="017bd91f96aa8751" providerId="LiveId" clId="{5B2C3894-F97E-4CAB-8812-5BB4D83AAC6A}" dt="2026-10-15T08:27:05.226" v="2082" actId="21"/>
          <ac:spMkLst>
            <pc:docMk/>
            <pc:sldMk cId="3400334681" sldId="258"/>
            <ac:spMk id="115" creationId="{7D7F2E13-CA14-78F8-709A-6B307E79E01B}"/>
          </ac:spMkLst>
        </pc:spChg>
        <pc:spChg chg="add mod">
          <ac:chgData name="musukie52@gmail.com" userId="017bd91f96aa8751" providerId="LiveId" clId="{5B2C3894-F97E-4CAB-8812-5BB4D83AAC6A}" dt="2026-10-15T08:26:36.093" v="2080" actId="1076"/>
          <ac:spMkLst>
            <pc:docMk/>
            <pc:sldMk cId="3400334681" sldId="258"/>
            <ac:spMk id="119" creationId="{103B7430-58C1-FFD7-BC5D-7FD38524D84C}"/>
          </ac:spMkLst>
        </pc:spChg>
        <pc:spChg chg="add 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21" creationId="{664F1855-DE9C-E09D-30CD-5F7C9BF2E59C}"/>
          </ac:spMkLst>
        </pc:spChg>
        <pc:spChg chg="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23" creationId="{7EA0107C-FBF1-CBCD-C672-40CF66B03B37}"/>
          </ac:spMkLst>
        </pc:spChg>
        <pc:spChg chg="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25" creationId="{767B6273-5B7A-2339-7C4D-71BEDD6C3C4B}"/>
          </ac:spMkLst>
        </pc:spChg>
        <pc:spChg chg="add 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27" creationId="{7A3045E2-6BA6-4D6C-1442-C594DA932B44}"/>
          </ac:spMkLst>
        </pc:spChg>
        <pc:spChg chg="mod">
          <ac:chgData name="musukie52@gmail.com" userId="017bd91f96aa8751" providerId="LiveId" clId="{5B2C3894-F97E-4CAB-8812-5BB4D83AAC6A}" dt="2026-10-15T08:33:15.091" v="2356" actId="207"/>
          <ac:spMkLst>
            <pc:docMk/>
            <pc:sldMk cId="3400334681" sldId="258"/>
            <ac:spMk id="137" creationId="{50513462-17C9-E507-9F60-D0C7F6FAC8CC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39" creationId="{3B536110-0AC4-B786-FD3D-13D8D6DE8BC3}"/>
          </ac:spMkLst>
        </pc:spChg>
        <pc:spChg chg="mod">
          <ac:chgData name="musukie52@gmail.com" userId="017bd91f96aa8751" providerId="LiveId" clId="{5B2C3894-F97E-4CAB-8812-5BB4D83AAC6A}" dt="2026-10-15T08:56:17.306" v="2532" actId="20577"/>
          <ac:spMkLst>
            <pc:docMk/>
            <pc:sldMk cId="3400334681" sldId="258"/>
            <ac:spMk id="141" creationId="{032EDB9C-5B5B-232D-23A2-937E72FBD2CC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43" creationId="{4D6946D1-4B31-8A1A-5374-1F564924923C}"/>
          </ac:spMkLst>
        </pc:spChg>
        <pc:spChg chg="add 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47" creationId="{D36DDEBE-83DD-6F43-7151-5ECCCD2A30C0}"/>
          </ac:spMkLst>
        </pc:spChg>
        <pc:spChg chg="add 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49" creationId="{EC468478-0F3F-FD93-C957-49F4A7DCF91A}"/>
          </ac:spMkLst>
        </pc:spChg>
        <pc:spChg chg="add del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51" creationId="{EBEA8356-D1EE-BD11-F621-F6EC4885774F}"/>
          </ac:spMkLst>
        </pc:spChg>
        <pc:spChg chg="mod">
          <ac:chgData name="musukie52@gmail.com" userId="017bd91f96aa8751" providerId="LiveId" clId="{5B2C3894-F97E-4CAB-8812-5BB4D83AAC6A}" dt="2026-10-15T08:27:38.805" v="2087" actId="1076"/>
          <ac:spMkLst>
            <pc:docMk/>
            <pc:sldMk cId="3400334681" sldId="258"/>
            <ac:spMk id="153" creationId="{BFC46EFA-1BC4-7FAF-0458-23A3543B1FBA}"/>
          </ac:spMkLst>
        </pc:spChg>
        <pc:spChg chg="add del mod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55" creationId="{4CAD9C90-FBB0-FA22-B430-56988FD8FBB9}"/>
          </ac:spMkLst>
        </pc:spChg>
        <pc:spChg chg="add del mod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57" creationId="{FE4B618E-2A1E-7E82-E606-51CB25FCE264}"/>
          </ac:spMkLst>
        </pc:spChg>
        <pc:spChg chg="add del mod">
          <ac:chgData name="musukie52@gmail.com" userId="017bd91f96aa8751" providerId="LiveId" clId="{5B2C3894-F97E-4CAB-8812-5BB4D83AAC6A}" dt="2026-10-15T08:27:44.774" v="2088" actId="21"/>
          <ac:spMkLst>
            <pc:docMk/>
            <pc:sldMk cId="3400334681" sldId="258"/>
            <ac:spMk id="159" creationId="{066953F2-43E5-CE7D-ADB9-A95D15B6A232}"/>
          </ac:spMkLst>
        </pc:spChg>
        <pc:spChg chg="mod">
          <ac:chgData name="musukie52@gmail.com" userId="017bd91f96aa8751" providerId="LiveId" clId="{5B2C3894-F97E-4CAB-8812-5BB4D83AAC6A}" dt="2026-10-15T08:33:50.464" v="2361" actId="207"/>
          <ac:spMkLst>
            <pc:docMk/>
            <pc:sldMk cId="3400334681" sldId="258"/>
            <ac:spMk id="161" creationId="{44C1C729-B224-658E-09B2-286D9C9984DA}"/>
          </ac:spMkLst>
        </pc:spChg>
        <pc:spChg chg="add del mod">
          <ac:chgData name="musukie52@gmail.com" userId="017bd91f96aa8751" providerId="LiveId" clId="{5B2C3894-F97E-4CAB-8812-5BB4D83AAC6A}" dt="2026-10-15T08:32:31.860" v="2351" actId="1035"/>
          <ac:spMkLst>
            <pc:docMk/>
            <pc:sldMk cId="3400334681" sldId="258"/>
            <ac:spMk id="163" creationId="{25CD24E2-51C1-87AD-A2EC-DFE6C86B3412}"/>
          </ac:spMkLst>
        </pc:spChg>
        <pc:spChg chg="mod">
          <ac:chgData name="musukie52@gmail.com" userId="017bd91f96aa8751" providerId="LiveId" clId="{5B2C3894-F97E-4CAB-8812-5BB4D83AAC6A}" dt="2026-10-15T08:56:34.623" v="2545" actId="20577"/>
          <ac:spMkLst>
            <pc:docMk/>
            <pc:sldMk cId="3400334681" sldId="258"/>
            <ac:spMk id="165" creationId="{D6044542-B68F-D30A-80F7-1B9C1233C1EC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67" creationId="{4C21FD1E-A3D4-1A06-7CBD-18577DA124F7}"/>
          </ac:spMkLst>
        </pc:spChg>
        <pc:spChg chg="add mod">
          <ac:chgData name="musukie52@gmail.com" userId="017bd91f96aa8751" providerId="LiveId" clId="{5B2C3894-F97E-4CAB-8812-5BB4D83AAC6A}" dt="2026-10-15T08:32:58.294" v="2354" actId="207"/>
          <ac:spMkLst>
            <pc:docMk/>
            <pc:sldMk cId="3400334681" sldId="258"/>
            <ac:spMk id="169" creationId="{52C764E8-EE99-1FD8-727C-6444D7E68688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71" creationId="{CEA05FE9-7E3A-045C-E83D-F1FC2973C86B}"/>
          </ac:spMkLst>
        </pc:spChg>
        <pc:spChg chg="add del mod">
          <ac:chgData name="musukie52@gmail.com" userId="017bd91f96aa8751" providerId="LiveId" clId="{5B2C3894-F97E-4CAB-8812-5BB4D83AAC6A}" dt="2026-10-15T08:56:06.873" v="2526" actId="20577"/>
          <ac:spMkLst>
            <pc:docMk/>
            <pc:sldMk cId="3400334681" sldId="258"/>
            <ac:spMk id="173" creationId="{35BE260E-4FA4-E511-0C64-BB3F71850DA4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75" creationId="{F2061BC4-A1B3-2E89-9637-45DE54AC3A2D}"/>
          </ac:spMkLst>
        </pc:spChg>
        <pc:spChg chg="add mod">
          <ac:chgData name="musukie52@gmail.com" userId="017bd91f96aa8751" providerId="LiveId" clId="{5B2C3894-F97E-4CAB-8812-5BB4D83AAC6A}" dt="2026-10-15T08:33:06.449" v="2355" actId="207"/>
          <ac:spMkLst>
            <pc:docMk/>
            <pc:sldMk cId="3400334681" sldId="258"/>
            <ac:spMk id="177" creationId="{35E38ADA-E332-A8B3-A107-A27A04994C1D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79" creationId="{AB97011A-D1E6-0AD4-B727-42C941A6C0D1}"/>
          </ac:spMkLst>
        </pc:spChg>
        <pc:spChg chg="add del mod">
          <ac:chgData name="musukie52@gmail.com" userId="017bd91f96aa8751" providerId="LiveId" clId="{5B2C3894-F97E-4CAB-8812-5BB4D83AAC6A}" dt="2026-10-15T08:56:09.525" v="2527" actId="20577"/>
          <ac:spMkLst>
            <pc:docMk/>
            <pc:sldMk cId="3400334681" sldId="258"/>
            <ac:spMk id="181" creationId="{59E776B3-5F20-EDE8-E656-6877F9087951}"/>
          </ac:spMkLst>
        </pc:spChg>
        <pc:spChg chg="add 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83" creationId="{642EAC70-4E9D-31A4-0E95-33483035ED95}"/>
          </ac:spMkLst>
        </pc:spChg>
        <pc:spChg chg="add del mod">
          <ac:chgData name="musukie52@gmail.com" userId="017bd91f96aa8751" providerId="LiveId" clId="{5B2C3894-F97E-4CAB-8812-5BB4D83AAC6A}" dt="2026-10-15T08:33:22.058" v="2357" actId="207"/>
          <ac:spMkLst>
            <pc:docMk/>
            <pc:sldMk cId="3400334681" sldId="258"/>
            <ac:spMk id="185" creationId="{6FE7FFC7-3042-F69C-AADA-1611F7FD5400}"/>
          </ac:spMkLst>
        </pc:spChg>
        <pc:spChg chg="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87" creationId="{74D42AA2-288F-3DCF-0614-EDFC51225F51}"/>
          </ac:spMkLst>
        </pc:spChg>
        <pc:spChg chg="add del mod">
          <ac:chgData name="musukie52@gmail.com" userId="017bd91f96aa8751" providerId="LiveId" clId="{5B2C3894-F97E-4CAB-8812-5BB4D83AAC6A}" dt="2026-10-15T08:56:19.966" v="2533" actId="20577"/>
          <ac:spMkLst>
            <pc:docMk/>
            <pc:sldMk cId="3400334681" sldId="258"/>
            <ac:spMk id="189" creationId="{A276E67E-4996-C818-1CAC-37FE6D3F7D6C}"/>
          </ac:spMkLst>
        </pc:spChg>
        <pc:spChg chg="add del 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91" creationId="{81B5C5CA-9562-364F-21E4-0FEC478FE41A}"/>
          </ac:spMkLst>
        </pc:spChg>
        <pc:spChg chg="add del mod">
          <ac:chgData name="musukie52@gmail.com" userId="017bd91f96aa8751" providerId="LiveId" clId="{5B2C3894-F97E-4CAB-8812-5BB4D83AAC6A}" dt="2026-10-15T08:33:27.791" v="2358" actId="207"/>
          <ac:spMkLst>
            <pc:docMk/>
            <pc:sldMk cId="3400334681" sldId="258"/>
            <ac:spMk id="193" creationId="{7E6DBEB1-190C-E947-3B25-FBB9A0AB65D3}"/>
          </ac:spMkLst>
        </pc:spChg>
        <pc:spChg chg="add mod">
          <ac:chgData name="musukie52@gmail.com" userId="017bd91f96aa8751" providerId="LiveId" clId="{5B2C3894-F97E-4CAB-8812-5BB4D83AAC6A}" dt="2026-10-15T08:29:30.650" v="2118" actId="2711"/>
          <ac:spMkLst>
            <pc:docMk/>
            <pc:sldMk cId="3400334681" sldId="258"/>
            <ac:spMk id="195" creationId="{561244C9-1009-2F11-0752-91E7573ECB73}"/>
          </ac:spMkLst>
        </pc:spChg>
        <pc:spChg chg="add del mod">
          <ac:chgData name="musukie52@gmail.com" userId="017bd91f96aa8751" providerId="LiveId" clId="{5B2C3894-F97E-4CAB-8812-5BB4D83AAC6A}" dt="2026-10-15T08:56:24.075" v="2535" actId="20577"/>
          <ac:spMkLst>
            <pc:docMk/>
            <pc:sldMk cId="3400334681" sldId="258"/>
            <ac:spMk id="197" creationId="{19A480C2-A5AB-9140-31AD-C86B05C42630}"/>
          </ac:spMkLst>
        </pc:spChg>
        <pc:spChg chg="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199" creationId="{83C98CCF-41A8-172C-5AE5-EA70EE076F2E}"/>
          </ac:spMkLst>
        </pc:spChg>
        <pc:spChg chg="add mod">
          <ac:chgData name="musukie52@gmail.com" userId="017bd91f96aa8751" providerId="LiveId" clId="{5B2C3894-F97E-4CAB-8812-5BB4D83AAC6A}" dt="2026-10-15T08:33:54.975" v="2362" actId="207"/>
          <ac:spMkLst>
            <pc:docMk/>
            <pc:sldMk cId="3400334681" sldId="258"/>
            <ac:spMk id="201" creationId="{121BA8B2-2512-519A-39EE-DEA984B919BE}"/>
          </ac:spMkLst>
        </pc:spChg>
        <pc:spChg chg="add mod">
          <ac:chgData name="musukie52@gmail.com" userId="017bd91f96aa8751" providerId="LiveId" clId="{5B2C3894-F97E-4CAB-8812-5BB4D83AAC6A}" dt="2026-10-15T08:30:43.882" v="2211" actId="20577"/>
          <ac:spMkLst>
            <pc:docMk/>
            <pc:sldMk cId="3400334681" sldId="258"/>
            <ac:spMk id="203" creationId="{580EFE92-6D4A-47B5-4C6E-68BBF2FC984D}"/>
          </ac:spMkLst>
        </pc:spChg>
        <pc:spChg chg="add mod">
          <ac:chgData name="musukie52@gmail.com" userId="017bd91f96aa8751" providerId="LiveId" clId="{5B2C3894-F97E-4CAB-8812-5BB4D83AAC6A}" dt="2026-10-15T08:56:43.224" v="2557" actId="20577"/>
          <ac:spMkLst>
            <pc:docMk/>
            <pc:sldMk cId="3400334681" sldId="258"/>
            <ac:spMk id="205" creationId="{3D650439-C0E8-0A6F-ECD5-79C14C95A1F2}"/>
          </ac:spMkLst>
        </pc:spChg>
        <pc:spChg chg="add del mod">
          <ac:chgData name="musukie52@gmail.com" userId="017bd91f96aa8751" providerId="LiveId" clId="{5B2C3894-F97E-4CAB-8812-5BB4D83AAC6A}" dt="2026-10-15T08:47:45.734" v="2439" actId="2711"/>
          <ac:spMkLst>
            <pc:docMk/>
            <pc:sldMk cId="3400334681" sldId="258"/>
            <ac:spMk id="207" creationId="{3C0ED3C8-9600-335C-FEFB-CD0D931F94EE}"/>
          </ac:spMkLst>
        </pc:spChg>
        <pc:spChg chg="add del mod">
          <ac:chgData name="musukie52@gmail.com" userId="017bd91f96aa8751" providerId="LiveId" clId="{5B2C3894-F97E-4CAB-8812-5BB4D83AAC6A}" dt="2026-10-15T08:32:34.976" v="2352" actId="478"/>
          <ac:spMkLst>
            <pc:docMk/>
            <pc:sldMk cId="3400334681" sldId="258"/>
            <ac:spMk id="208" creationId="{DFD7E210-954F-B66E-E861-BF286E9CC526}"/>
          </ac:spMkLst>
        </pc:spChg>
        <pc:spChg chg="add del mod">
          <ac:chgData name="musukie52@gmail.com" userId="017bd91f96aa8751" providerId="LiveId" clId="{5B2C3894-F97E-4CAB-8812-5BB4D83AAC6A}" dt="2026-10-15T08:32:21.536" v="2348" actId="478"/>
          <ac:spMkLst>
            <pc:docMk/>
            <pc:sldMk cId="3400334681" sldId="258"/>
            <ac:spMk id="210" creationId="{A4E4B18E-C1CD-8C95-1BCB-B0FC3F07EBC9}"/>
          </ac:spMkLst>
        </pc:spChg>
        <pc:spChg chg="add del mod">
          <ac:chgData name="musukie52@gmail.com" userId="017bd91f96aa8751" providerId="LiveId" clId="{5B2C3894-F97E-4CAB-8812-5BB4D83AAC6A}" dt="2026-10-15T08:32:35.728" v="2353" actId="478"/>
          <ac:spMkLst>
            <pc:docMk/>
            <pc:sldMk cId="3400334681" sldId="258"/>
            <ac:spMk id="212" creationId="{A81259BC-ABEF-0563-3AF7-1612400D2DA1}"/>
          </ac:spMkLst>
        </pc:spChg>
        <pc:spChg chg="add del mod">
          <ac:chgData name="musukie52@gmail.com" userId="017bd91f96aa8751" providerId="LiveId" clId="{5B2C3894-F97E-4CAB-8812-5BB4D83AAC6A}" dt="2026-10-15T08:34:34.606" v="2368" actId="21"/>
          <ac:spMkLst>
            <pc:docMk/>
            <pc:sldMk cId="3400334681" sldId="258"/>
            <ac:spMk id="214" creationId="{FDD69722-C48A-A6A8-EC4D-2EF7A39B49D6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16" creationId="{BAF89DFF-C274-DC90-25CA-0528CF3B2A3C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18" creationId="{73668FF4-C403-682B-DCB3-9E60A2B86777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20" creationId="{39883D73-7DDF-13B1-98F6-E29D9D1B3A57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22" creationId="{3D4599AE-A267-3B77-8B3B-60B6E9B6069A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24" creationId="{AC4385DA-BBA6-6A91-3A4B-E3E73BCEA9A7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26" creationId="{9AB0908D-CE08-92A6-A98C-3002B5819F06}"/>
          </ac:spMkLst>
        </pc:spChg>
        <pc:spChg chg="add del mod">
          <ac:chgData name="musukie52@gmail.com" userId="017bd91f96aa8751" providerId="LiveId" clId="{5B2C3894-F97E-4CAB-8812-5BB4D83AAC6A}" dt="2026-10-15T08:45:30.635" v="2429" actId="478"/>
          <ac:spMkLst>
            <pc:docMk/>
            <pc:sldMk cId="3400334681" sldId="258"/>
            <ac:spMk id="228" creationId="{70A3E458-2910-1399-5A7E-8A887403A253}"/>
          </ac:spMkLst>
        </pc:spChg>
        <pc:picChg chg="add del">
          <ac:chgData name="musukie52@gmail.com" userId="017bd91f96aa8751" providerId="LiveId" clId="{5B2C3894-F97E-4CAB-8812-5BB4D83AAC6A}" dt="2026-10-15T06:50:40.983" v="262" actId="478"/>
          <ac:picMkLst>
            <pc:docMk/>
            <pc:sldMk cId="3400334681" sldId="258"/>
            <ac:picMk id="3" creationId="{A4648984-9A36-18D8-DFF8-D7B81B7193B4}"/>
          </ac:picMkLst>
        </pc:picChg>
        <pc:picChg chg="add del mod modCrop">
          <ac:chgData name="musukie52@gmail.com" userId="017bd91f96aa8751" providerId="LiveId" clId="{5B2C3894-F97E-4CAB-8812-5BB4D83AAC6A}" dt="2026-10-15T07:54:53.570" v="1346" actId="478"/>
          <ac:picMkLst>
            <pc:docMk/>
            <pc:sldMk cId="3400334681" sldId="258"/>
            <ac:picMk id="5" creationId="{5FE03DC3-CFE2-8757-076A-5778AFEF4856}"/>
          </ac:picMkLst>
        </pc:picChg>
        <pc:picChg chg="add del mod">
          <ac:chgData name="musukie52@gmail.com" userId="017bd91f96aa8751" providerId="LiveId" clId="{5B2C3894-F97E-4CAB-8812-5BB4D83AAC6A}" dt="2026-10-15T07:48:38.007" v="1233" actId="478"/>
          <ac:picMkLst>
            <pc:docMk/>
            <pc:sldMk cId="3400334681" sldId="258"/>
            <ac:picMk id="7" creationId="{22ED4621-4BC6-2A29-FC16-4EB76FB40C75}"/>
          </ac:picMkLst>
        </pc:picChg>
        <pc:picChg chg="add del mod ord modCrop">
          <ac:chgData name="musukie52@gmail.com" userId="017bd91f96aa8751" providerId="LiveId" clId="{5B2C3894-F97E-4CAB-8812-5BB4D83AAC6A}" dt="2026-10-15T07:54:53.570" v="1346" actId="478"/>
          <ac:picMkLst>
            <pc:docMk/>
            <pc:sldMk cId="3400334681" sldId="258"/>
            <ac:picMk id="9" creationId="{87912C8B-86B2-A1D3-A329-F2777E854ACE}"/>
          </ac:picMkLst>
        </pc:picChg>
        <pc:picChg chg="add del">
          <ac:chgData name="musukie52@gmail.com" userId="017bd91f96aa8751" providerId="LiveId" clId="{5B2C3894-F97E-4CAB-8812-5BB4D83AAC6A}" dt="2026-10-15T07:49:02.687" v="1240" actId="22"/>
          <ac:picMkLst>
            <pc:docMk/>
            <pc:sldMk cId="3400334681" sldId="258"/>
            <ac:picMk id="11" creationId="{0A1F0D03-6B00-D4FE-15C4-CA133DB55700}"/>
          </ac:picMkLst>
        </pc:picChg>
        <pc:picChg chg="add del mod">
          <ac:chgData name="musukie52@gmail.com" userId="017bd91f96aa8751" providerId="LiveId" clId="{5B2C3894-F97E-4CAB-8812-5BB4D83AAC6A}" dt="2026-10-15T07:54:53.570" v="1346" actId="478"/>
          <ac:picMkLst>
            <pc:docMk/>
            <pc:sldMk cId="3400334681" sldId="258"/>
            <ac:picMk id="13" creationId="{7B59445C-6E1C-4072-AA77-BE1C5FB5D8C5}"/>
          </ac:picMkLst>
        </pc:picChg>
        <pc:picChg chg="add del mod modCrop">
          <ac:chgData name="musukie52@gmail.com" userId="017bd91f96aa8751" providerId="LiveId" clId="{5B2C3894-F97E-4CAB-8812-5BB4D83AAC6A}" dt="2026-10-15T07:54:53.570" v="1346" actId="478"/>
          <ac:picMkLst>
            <pc:docMk/>
            <pc:sldMk cId="3400334681" sldId="258"/>
            <ac:picMk id="15" creationId="{273739AC-7F7C-CA1D-DDEC-306CCC75A2BC}"/>
          </ac:picMkLst>
        </pc:picChg>
        <pc:picChg chg="add del mod">
          <ac:chgData name="musukie52@gmail.com" userId="017bd91f96aa8751" providerId="LiveId" clId="{5B2C3894-F97E-4CAB-8812-5BB4D83AAC6A}" dt="2026-10-15T07:51:26.821" v="1262" actId="21"/>
          <ac:picMkLst>
            <pc:docMk/>
            <pc:sldMk cId="3400334681" sldId="258"/>
            <ac:picMk id="17" creationId="{9DC99913-4A6E-0260-F39F-DA4CFA700340}"/>
          </ac:picMkLst>
        </pc:picChg>
        <pc:picChg chg="add mod modCrop">
          <ac:chgData name="musukie52@gmail.com" userId="017bd91f96aa8751" providerId="LiveId" clId="{5B2C3894-F97E-4CAB-8812-5BB4D83AAC6A}" dt="2026-10-15T08:46:37.458" v="2437" actId="732"/>
          <ac:picMkLst>
            <pc:docMk/>
            <pc:sldMk cId="3400334681" sldId="258"/>
            <ac:picMk id="23" creationId="{FDE4DECA-7C07-356E-3EB1-AE889977855A}"/>
          </ac:picMkLst>
        </pc:picChg>
        <pc:picChg chg="add del mod">
          <ac:chgData name="musukie52@gmail.com" userId="017bd91f96aa8751" providerId="LiveId" clId="{5B2C3894-F97E-4CAB-8812-5BB4D83AAC6A}" dt="2026-10-15T07:56:26.596" v="1389" actId="21"/>
          <ac:picMkLst>
            <pc:docMk/>
            <pc:sldMk cId="3400334681" sldId="258"/>
            <ac:picMk id="31" creationId="{4152527A-61B0-7214-8F21-CC340F717996}"/>
          </ac:picMkLst>
        </pc:picChg>
      </pc:sldChg>
      <pc:sldChg chg="addSp delSp modSp add del mod setBg">
        <pc:chgData name="musukie52@gmail.com" userId="017bd91f96aa8751" providerId="LiveId" clId="{5B2C3894-F97E-4CAB-8812-5BB4D83AAC6A}" dt="2026-10-15T06:50:59.335" v="265" actId="47"/>
        <pc:sldMkLst>
          <pc:docMk/>
          <pc:sldMk cId="2412092632" sldId="259"/>
        </pc:sldMkLst>
        <pc:picChg chg="add mod modCrop">
          <ac:chgData name="musukie52@gmail.com" userId="017bd91f96aa8751" providerId="LiveId" clId="{5B2C3894-F97E-4CAB-8812-5BB4D83AAC6A}" dt="2026-10-15T06:45:34.062" v="244" actId="732"/>
          <ac:picMkLst>
            <pc:docMk/>
            <pc:sldMk cId="2412092632" sldId="259"/>
            <ac:picMk id="3" creationId="{3259DE8D-5160-5E19-0CE8-DFC75C865258}"/>
          </ac:picMkLst>
        </pc:picChg>
        <pc:picChg chg="del">
          <ac:chgData name="musukie52@gmail.com" userId="017bd91f96aa8751" providerId="LiveId" clId="{5B2C3894-F97E-4CAB-8812-5BB4D83AAC6A}" dt="2026-10-15T06:45:12.632" v="240" actId="478"/>
          <ac:picMkLst>
            <pc:docMk/>
            <pc:sldMk cId="2412092632" sldId="259"/>
            <ac:picMk id="35" creationId="{E30D2322-D314-AA0F-94CC-56F723913A68}"/>
          </ac:picMkLst>
        </pc:picChg>
        <pc:picChg chg="del">
          <ac:chgData name="musukie52@gmail.com" userId="017bd91f96aa8751" providerId="LiveId" clId="{5B2C3894-F97E-4CAB-8812-5BB4D83AAC6A}" dt="2026-10-15T06:45:12.095" v="239" actId="478"/>
          <ac:picMkLst>
            <pc:docMk/>
            <pc:sldMk cId="2412092632" sldId="259"/>
            <ac:picMk id="37" creationId="{0AD55BCB-BCDD-2577-8957-2ABF1AD24530}"/>
          </ac:picMkLst>
        </pc:picChg>
      </pc:sldChg>
      <pc:sldChg chg="addSp delSp modSp add del mod">
        <pc:chgData name="musukie52@gmail.com" userId="017bd91f96aa8751" providerId="LiveId" clId="{5B2C3894-F97E-4CAB-8812-5BB4D83AAC6A}" dt="2026-10-15T10:46:54.471" v="4452" actId="47"/>
        <pc:sldMkLst>
          <pc:docMk/>
          <pc:sldMk cId="2861542398" sldId="260"/>
        </pc:sldMkLst>
        <pc:spChg chg="add del mod">
          <ac:chgData name="musukie52@gmail.com" userId="017bd91f96aa8751" providerId="LiveId" clId="{5B2C3894-F97E-4CAB-8812-5BB4D83AAC6A}" dt="2026-10-15T10:27:28.796" v="4241" actId="21"/>
          <ac:spMkLst>
            <pc:docMk/>
            <pc:sldMk cId="2861542398" sldId="260"/>
            <ac:spMk id="3" creationId="{8147294D-2CCD-6AF7-0C6B-C9C66AB1DD13}"/>
          </ac:spMkLst>
        </pc:spChg>
        <pc:spChg chg="add del mod">
          <ac:chgData name="musukie52@gmail.com" userId="017bd91f96aa8751" providerId="LiveId" clId="{5B2C3894-F97E-4CAB-8812-5BB4D83AAC6A}" dt="2026-10-15T10:42:14.694" v="4398" actId="1076"/>
          <ac:spMkLst>
            <pc:docMk/>
            <pc:sldMk cId="2861542398" sldId="260"/>
            <ac:spMk id="5" creationId="{E6663655-ECA8-5FF1-5D69-0F22CA0FAF68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7" creationId="{3A22E068-2753-6486-2F74-D8CB0C9ABB52}"/>
          </ac:spMkLst>
        </pc:spChg>
        <pc:spChg chg="add del mod">
          <ac:chgData name="musukie52@gmail.com" userId="017bd91f96aa8751" providerId="LiveId" clId="{5B2C3894-F97E-4CAB-8812-5BB4D83AAC6A}" dt="2026-10-15T10:11:52.380" v="4047" actId="478"/>
          <ac:spMkLst>
            <pc:docMk/>
            <pc:sldMk cId="2861542398" sldId="260"/>
            <ac:spMk id="8" creationId="{4E1DFD13-77F9-87A0-1C8E-DCDBC0C911FC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9" creationId="{DED5DA6B-D4E9-A6F5-FA90-F42DCCC14ABA}"/>
          </ac:spMkLst>
        </pc:spChg>
        <pc:spChg chg="add del mod">
          <ac:chgData name="musukie52@gmail.com" userId="017bd91f96aa8751" providerId="LiveId" clId="{5B2C3894-F97E-4CAB-8812-5BB4D83AAC6A}" dt="2026-10-15T10:11:52.380" v="4047" actId="478"/>
          <ac:spMkLst>
            <pc:docMk/>
            <pc:sldMk cId="2861542398" sldId="260"/>
            <ac:spMk id="10" creationId="{076834F7-F3EE-FF6C-A7EF-3BA785EA4932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11" creationId="{452FC3DC-F8BD-F2E2-6C79-525CA951F846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13" creationId="{94D387A6-7724-962A-B308-137A855187A6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15" creationId="{2BA908AB-248B-DA8C-D66C-22CFF97EEF05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17" creationId="{5BD05284-10E6-FDF6-3B46-A6D9BE102BB4}"/>
          </ac:spMkLst>
        </pc:spChg>
        <pc:spChg chg="add del mod">
          <ac:chgData name="musukie52@gmail.com" userId="017bd91f96aa8751" providerId="LiveId" clId="{5B2C3894-F97E-4CAB-8812-5BB4D83AAC6A}" dt="2026-10-15T08:45:23.607" v="2428" actId="478"/>
          <ac:spMkLst>
            <pc:docMk/>
            <pc:sldMk cId="2861542398" sldId="260"/>
            <ac:spMk id="19" creationId="{6B6FC511-5119-434B-8E52-80AA1B6D2145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21" creationId="{EC818B8B-9627-CCCB-752D-B0F3E8006636}"/>
          </ac:spMkLst>
        </pc:spChg>
        <pc:spChg chg="add del mod ord">
          <ac:chgData name="musukie52@gmail.com" userId="017bd91f96aa8751" providerId="LiveId" clId="{5B2C3894-F97E-4CAB-8812-5BB4D83AAC6A}" dt="2026-10-15T10:24:00.114" v="4205" actId="478"/>
          <ac:spMkLst>
            <pc:docMk/>
            <pc:sldMk cId="2861542398" sldId="260"/>
            <ac:spMk id="22" creationId="{DE8B1C65-A27B-D2F1-26C3-94E67B5C4E33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23" creationId="{678F849F-BC9D-3E8E-FA3C-44FD168D92B7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25" creationId="{03DC4F02-5B01-DE8A-6953-7777B7A18232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27" creationId="{7A2093E3-F566-B325-08C0-1FA1E712A75C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29" creationId="{C70D3985-D0AE-BABC-0013-E50B87ACB92F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31" creationId="{943A8CD7-871D-B652-0425-995D74EDB082}"/>
          </ac:spMkLst>
        </pc:spChg>
        <pc:spChg chg="add del">
          <ac:chgData name="musukie52@gmail.com" userId="017bd91f96aa8751" providerId="LiveId" clId="{5B2C3894-F97E-4CAB-8812-5BB4D83AAC6A}" dt="2026-10-15T10:35:23.770" v="4311" actId="478"/>
          <ac:spMkLst>
            <pc:docMk/>
            <pc:sldMk cId="2861542398" sldId="260"/>
            <ac:spMk id="33" creationId="{2FE6A5F5-4538-973F-53D6-5026E71A6A29}"/>
          </ac:spMkLst>
        </pc:spChg>
        <pc:spChg chg="add del">
          <ac:chgData name="musukie52@gmail.com" userId="017bd91f96aa8751" providerId="LiveId" clId="{5B2C3894-F97E-4CAB-8812-5BB4D83AAC6A}" dt="2026-10-15T10:21:41.705" v="4164" actId="22"/>
          <ac:spMkLst>
            <pc:docMk/>
            <pc:sldMk cId="2861542398" sldId="260"/>
            <ac:spMk id="40" creationId="{2D6053CB-0B84-F050-CA67-83D34545F136}"/>
          </ac:spMkLst>
        </pc:spChg>
        <pc:spChg chg="add del">
          <ac:chgData name="musukie52@gmail.com" userId="017bd91f96aa8751" providerId="LiveId" clId="{5B2C3894-F97E-4CAB-8812-5BB4D83AAC6A}" dt="2026-10-15T10:21:41.705" v="4164" actId="22"/>
          <ac:spMkLst>
            <pc:docMk/>
            <pc:sldMk cId="2861542398" sldId="260"/>
            <ac:spMk id="42" creationId="{354B3D10-6431-F84F-E062-20040FB7D4A4}"/>
          </ac:spMkLst>
        </pc:spChg>
        <pc:spChg chg="add mod">
          <ac:chgData name="musukie52@gmail.com" userId="017bd91f96aa8751" providerId="LiveId" clId="{5B2C3894-F97E-4CAB-8812-5BB4D83AAC6A}" dt="2026-10-15T10:11:23.662" v="4039" actId="1037"/>
          <ac:spMkLst>
            <pc:docMk/>
            <pc:sldMk cId="2861542398" sldId="260"/>
            <ac:spMk id="46" creationId="{BCA99E02-9B4A-0CD0-8400-298AFD9D9931}"/>
          </ac:spMkLst>
        </pc:spChg>
        <pc:spChg chg="add del mod">
          <ac:chgData name="musukie52@gmail.com" userId="017bd91f96aa8751" providerId="LiveId" clId="{5B2C3894-F97E-4CAB-8812-5BB4D83AAC6A}" dt="2026-10-15T10:27:28.796" v="4241" actId="21"/>
          <ac:spMkLst>
            <pc:docMk/>
            <pc:sldMk cId="2861542398" sldId="260"/>
            <ac:spMk id="48" creationId="{74884715-D2B4-BE4E-319E-5F9DD7C913B0}"/>
          </ac:spMkLst>
        </pc:spChg>
        <pc:spChg chg="add del mod">
          <ac:chgData name="musukie52@gmail.com" userId="017bd91f96aa8751" providerId="LiveId" clId="{5B2C3894-F97E-4CAB-8812-5BB4D83AAC6A}" dt="2026-10-15T10:27:28.796" v="4241" actId="21"/>
          <ac:spMkLst>
            <pc:docMk/>
            <pc:sldMk cId="2861542398" sldId="260"/>
            <ac:spMk id="50" creationId="{4657C052-D255-952A-4114-7F4B6A4592B2}"/>
          </ac:spMkLst>
        </pc:spChg>
        <pc:spChg chg="add del mod">
          <ac:chgData name="musukie52@gmail.com" userId="017bd91f96aa8751" providerId="LiveId" clId="{5B2C3894-F97E-4CAB-8812-5BB4D83AAC6A}" dt="2026-10-15T09:12:05.513" v="3701" actId="21"/>
          <ac:spMkLst>
            <pc:docMk/>
            <pc:sldMk cId="2861542398" sldId="260"/>
            <ac:spMk id="52" creationId="{08937D18-14AA-FAE1-5CDB-BA68591BD47D}"/>
          </ac:spMkLst>
        </pc:spChg>
        <pc:spChg chg="add del mod">
          <ac:chgData name="musukie52@gmail.com" userId="017bd91f96aa8751" providerId="LiveId" clId="{5B2C3894-F97E-4CAB-8812-5BB4D83AAC6A}" dt="2026-10-15T09:12:05.513" v="3701" actId="21"/>
          <ac:spMkLst>
            <pc:docMk/>
            <pc:sldMk cId="2861542398" sldId="260"/>
            <ac:spMk id="54" creationId="{F403EA69-FDCE-9CB7-B5EA-0195F5394DEE}"/>
          </ac:spMkLst>
        </pc:spChg>
        <pc:spChg chg="add ord">
          <ac:chgData name="musukie52@gmail.com" userId="017bd91f96aa8751" providerId="LiveId" clId="{5B2C3894-F97E-4CAB-8812-5BB4D83AAC6A}" dt="2026-10-15T10:28:25.654" v="4250" actId="167"/>
          <ac:spMkLst>
            <pc:docMk/>
            <pc:sldMk cId="2861542398" sldId="260"/>
            <ac:spMk id="56" creationId="{CD507A4E-2F57-5EBF-EE75-BAA96FFBDDAA}"/>
          </ac:spMkLst>
        </pc:spChg>
        <pc:spChg chg="add del mod">
          <ac:chgData name="musukie52@gmail.com" userId="017bd91f96aa8751" providerId="LiveId" clId="{5B2C3894-F97E-4CAB-8812-5BB4D83AAC6A}" dt="2026-10-15T09:03:56.421" v="2825" actId="22"/>
          <ac:spMkLst>
            <pc:docMk/>
            <pc:sldMk cId="2861542398" sldId="260"/>
            <ac:spMk id="56" creationId="{EEE392EC-7AF0-ED7B-7DA7-8CF2C4D9266E}"/>
          </ac:spMkLst>
        </pc:spChg>
        <pc:spChg chg="add mod ord">
          <ac:chgData name="musukie52@gmail.com" userId="017bd91f96aa8751" providerId="LiveId" clId="{5B2C3894-F97E-4CAB-8812-5BB4D83AAC6A}" dt="2026-10-15T10:42:14.694" v="4398" actId="1076"/>
          <ac:spMkLst>
            <pc:docMk/>
            <pc:sldMk cId="2861542398" sldId="260"/>
            <ac:spMk id="58" creationId="{08C9C0B8-4193-8225-138B-2A4362A1F8D0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58" creationId="{CAEAA553-6A4A-CF9B-0334-755985F19B3C}"/>
          </ac:spMkLst>
        </pc:spChg>
        <pc:spChg chg="add mod ord">
          <ac:chgData name="musukie52@gmail.com" userId="017bd91f96aa8751" providerId="LiveId" clId="{5B2C3894-F97E-4CAB-8812-5BB4D83AAC6A}" dt="2026-10-15T10:42:14.694" v="4398" actId="1076"/>
          <ac:spMkLst>
            <pc:docMk/>
            <pc:sldMk cId="2861542398" sldId="260"/>
            <ac:spMk id="60" creationId="{64629AB0-74D9-E856-6058-EE106772A84B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60" creationId="{AFDF86AC-F48D-8DC7-03BB-E91F9812994A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62" creationId="{069D00D6-863B-E8E9-3355-55F0E1BCCA7E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64" creationId="{7F1E16C2-D46C-B56A-1020-BD1D272D1CD3}"/>
          </ac:spMkLst>
        </pc:spChg>
        <pc:spChg chg="add del mod">
          <ac:chgData name="musukie52@gmail.com" userId="017bd91f96aa8751" providerId="LiveId" clId="{5B2C3894-F97E-4CAB-8812-5BB4D83AAC6A}" dt="2026-10-15T09:09:27.575" v="3473" actId="21"/>
          <ac:spMkLst>
            <pc:docMk/>
            <pc:sldMk cId="2861542398" sldId="260"/>
            <ac:spMk id="66" creationId="{6D21E421-1EAA-FACB-1909-20425288A33C}"/>
          </ac:spMkLst>
        </pc:spChg>
        <pc:spChg chg="add del mod">
          <ac:chgData name="musukie52@gmail.com" userId="017bd91f96aa8751" providerId="LiveId" clId="{5B2C3894-F97E-4CAB-8812-5BB4D83AAC6A}" dt="2026-10-15T09:09:27.575" v="3473" actId="21"/>
          <ac:spMkLst>
            <pc:docMk/>
            <pc:sldMk cId="2861542398" sldId="260"/>
            <ac:spMk id="68" creationId="{1A37F38E-AD87-BD11-208F-6CDF7BEF600C}"/>
          </ac:spMkLst>
        </pc:spChg>
        <pc:spChg chg="add del">
          <ac:chgData name="musukie52@gmail.com" userId="017bd91f96aa8751" providerId="LiveId" clId="{5B2C3894-F97E-4CAB-8812-5BB4D83AAC6A}" dt="2026-10-15T09:10:20.066" v="3495" actId="21"/>
          <ac:spMkLst>
            <pc:docMk/>
            <pc:sldMk cId="2861542398" sldId="260"/>
            <ac:spMk id="70" creationId="{64B2FB2F-0749-B46F-FD02-648AF37E2EB3}"/>
          </ac:spMkLst>
        </pc:spChg>
        <pc:spChg chg="add del mod">
          <ac:chgData name="musukie52@gmail.com" userId="017bd91f96aa8751" providerId="LiveId" clId="{5B2C3894-F97E-4CAB-8812-5BB4D83AAC6A}" dt="2026-10-15T09:10:20.066" v="3495" actId="21"/>
          <ac:spMkLst>
            <pc:docMk/>
            <pc:sldMk cId="2861542398" sldId="260"/>
            <ac:spMk id="72" creationId="{F499877C-CAD3-CFDA-BBF1-B98A8FFB573F}"/>
          </ac:spMkLst>
        </pc:spChg>
        <pc:spChg chg="add del">
          <ac:chgData name="musukie52@gmail.com" userId="017bd91f96aa8751" providerId="LiveId" clId="{5B2C3894-F97E-4CAB-8812-5BB4D83AAC6A}" dt="2026-10-15T10:37:00.663" v="4325" actId="22"/>
          <ac:spMkLst>
            <pc:docMk/>
            <pc:sldMk cId="2861542398" sldId="260"/>
            <ac:spMk id="73" creationId="{F8D0AE28-75FB-3C0D-D40D-34105EBD9142}"/>
          </ac:spMkLst>
        </pc:spChg>
        <pc:spChg chg="add del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74" creationId="{547B08DC-DD56-4821-A766-132DE8A32DC2}"/>
          </ac:spMkLst>
        </pc:spChg>
        <pc:spChg chg="add del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76" creationId="{6FB4F6F8-F5C5-0461-2E64-6E74541BB066}"/>
          </ac:spMkLst>
        </pc:spChg>
        <pc:spChg chg="add del">
          <ac:chgData name="musukie52@gmail.com" userId="017bd91f96aa8751" providerId="LiveId" clId="{5B2C3894-F97E-4CAB-8812-5BB4D83AAC6A}" dt="2026-10-15T10:37:00.663" v="4325" actId="22"/>
          <ac:spMkLst>
            <pc:docMk/>
            <pc:sldMk cId="2861542398" sldId="260"/>
            <ac:spMk id="77" creationId="{F6314B7F-41C6-FC48-4AAC-AD9A09D9E9AD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78" creationId="{1AD7AB7D-88AA-EEC7-BD1A-D3A292B666FE}"/>
          </ac:spMkLst>
        </pc:spChg>
        <pc:spChg chg="add del mod">
          <ac:chgData name="musukie52@gmail.com" userId="017bd91f96aa8751" providerId="LiveId" clId="{5B2C3894-F97E-4CAB-8812-5BB4D83AAC6A}" dt="2026-10-15T09:45:39.419" v="3714" actId="21"/>
          <ac:spMkLst>
            <pc:docMk/>
            <pc:sldMk cId="2861542398" sldId="260"/>
            <ac:spMk id="80" creationId="{41D941D4-2842-F970-5324-019274682DDF}"/>
          </ac:spMkLst>
        </pc:spChg>
        <pc:spChg chg="add del">
          <ac:chgData name="musukie52@gmail.com" userId="017bd91f96aa8751" providerId="LiveId" clId="{5B2C3894-F97E-4CAB-8812-5BB4D83AAC6A}" dt="2026-10-15T10:37:00.663" v="4325" actId="22"/>
          <ac:spMkLst>
            <pc:docMk/>
            <pc:sldMk cId="2861542398" sldId="260"/>
            <ac:spMk id="81" creationId="{D0F35B2D-16D8-7479-CCA3-E727F3059D4F}"/>
          </ac:spMkLst>
        </pc:spChg>
        <pc:spChg chg="add del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84" creationId="{B3494C51-8420-1D12-2F9B-20851C6CB996}"/>
          </ac:spMkLst>
        </pc:spChg>
        <pc:spChg chg="add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86" creationId="{D25EABEA-8F70-130D-8296-8ABB77CBF3A3}"/>
          </ac:spMkLst>
        </pc:spChg>
        <pc:spChg chg="add del">
          <ac:chgData name="musukie52@gmail.com" userId="017bd91f96aa8751" providerId="LiveId" clId="{5B2C3894-F97E-4CAB-8812-5BB4D83AAC6A}" dt="2026-10-15T10:37:00.663" v="4325" actId="22"/>
          <ac:spMkLst>
            <pc:docMk/>
            <pc:sldMk cId="2861542398" sldId="260"/>
            <ac:spMk id="88" creationId="{336E09A4-9F7B-12CE-4DCF-74009000CD9E}"/>
          </ac:spMkLst>
        </pc:spChg>
        <pc:spChg chg="add del">
          <ac:chgData name="musukie52@gmail.com" userId="017bd91f96aa8751" providerId="LiveId" clId="{5B2C3894-F97E-4CAB-8812-5BB4D83AAC6A}" dt="2026-10-15T10:37:00.663" v="4325" actId="22"/>
          <ac:spMkLst>
            <pc:docMk/>
            <pc:sldMk cId="2861542398" sldId="260"/>
            <ac:spMk id="93" creationId="{02962E02-8F2D-3CDE-225F-8EDC2E5180AF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96" creationId="{542705C7-1D12-75BB-7D50-1DEFA1F7881B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98" creationId="{140F94E7-A43A-976F-5E08-8F26060C5FFC}"/>
          </ac:spMkLst>
        </pc:spChg>
        <pc:spChg chg="add del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100" creationId="{206FE8D0-31B4-7F72-F95E-2B57E168FBA7}"/>
          </ac:spMkLst>
        </pc:spChg>
        <pc:spChg chg="add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102" creationId="{8E57A77E-A7C3-301D-A650-7F64BC70FB08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104" creationId="{CAE2B2C2-EEA3-E277-33AF-F02E2DA776FB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106" creationId="{39E99E9E-3509-90F7-AE84-DE1F348D06BC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108" creationId="{E3392238-B188-D2F3-913B-358F64B9F417}"/>
          </ac:spMkLst>
        </pc:spChg>
        <pc:spChg chg="add del mod">
          <ac:chgData name="musukie52@gmail.com" userId="017bd91f96aa8751" providerId="LiveId" clId="{5B2C3894-F97E-4CAB-8812-5BB4D83AAC6A}" dt="2026-10-15T09:46:00.025" v="3719" actId="21"/>
          <ac:spMkLst>
            <pc:docMk/>
            <pc:sldMk cId="2861542398" sldId="260"/>
            <ac:spMk id="110" creationId="{5BBCCC31-AA64-A023-D13D-3E354EA12E95}"/>
          </ac:spMkLst>
        </pc:spChg>
        <pc:spChg chg="add del mod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18" creationId="{B777F861-853E-CCB7-EFD8-A88498D4F1D6}"/>
          </ac:spMkLst>
        </pc:spChg>
        <pc:spChg chg="add del mod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20" creationId="{9A2A62B5-8C03-7327-D288-0EE8B260A1E1}"/>
          </ac:spMkLst>
        </pc:spChg>
        <pc:spChg chg="add del">
          <ac:chgData name="musukie52@gmail.com" userId="017bd91f96aa8751" providerId="LiveId" clId="{5B2C3894-F97E-4CAB-8812-5BB4D83AAC6A}" dt="2026-10-15T09:46:10.745" v="3723" actId="21"/>
          <ac:spMkLst>
            <pc:docMk/>
            <pc:sldMk cId="2861542398" sldId="260"/>
            <ac:spMk id="122" creationId="{8E50AD62-1395-A7E7-0C8F-3581138DD638}"/>
          </ac:spMkLst>
        </pc:spChg>
        <pc:spChg chg="add del">
          <ac:chgData name="musukie52@gmail.com" userId="017bd91f96aa8751" providerId="LiveId" clId="{5B2C3894-F97E-4CAB-8812-5BB4D83AAC6A}" dt="2026-10-15T09:46:10.745" v="3723" actId="21"/>
          <ac:spMkLst>
            <pc:docMk/>
            <pc:sldMk cId="2861542398" sldId="260"/>
            <ac:spMk id="124" creationId="{D814C853-3531-EF1E-B4BB-18EFFC065925}"/>
          </ac:spMkLst>
        </pc:spChg>
        <pc:spChg chg="add del">
          <ac:chgData name="musukie52@gmail.com" userId="017bd91f96aa8751" providerId="LiveId" clId="{5B2C3894-F97E-4CAB-8812-5BB4D83AAC6A}" dt="2026-10-15T09:46:10.745" v="3723" actId="21"/>
          <ac:spMkLst>
            <pc:docMk/>
            <pc:sldMk cId="2861542398" sldId="260"/>
            <ac:spMk id="126" creationId="{A118ADCB-0B93-A059-C9FE-6C4192C34309}"/>
          </ac:spMkLst>
        </pc:spChg>
        <pc:spChg chg="add del">
          <ac:chgData name="musukie52@gmail.com" userId="017bd91f96aa8751" providerId="LiveId" clId="{5B2C3894-F97E-4CAB-8812-5BB4D83AAC6A}" dt="2026-10-15T09:46:10.745" v="3723" actId="21"/>
          <ac:spMkLst>
            <pc:docMk/>
            <pc:sldMk cId="2861542398" sldId="260"/>
            <ac:spMk id="128" creationId="{7E974235-897E-13A5-69A8-7BDA5E038D57}"/>
          </ac:spMkLst>
        </pc:spChg>
        <pc:spChg chg="add del mod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34" creationId="{49E88689-35D9-3FDE-AB9C-BF2687C8AF64}"/>
          </ac:spMkLst>
        </pc:spChg>
        <pc:spChg chg="add del mod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36" creationId="{8D919A8F-1001-B788-DC09-20C6D5933AA6}"/>
          </ac:spMkLst>
        </pc:spChg>
        <pc:spChg chg="add del">
          <ac:chgData name="musukie52@gmail.com" userId="017bd91f96aa8751" providerId="LiveId" clId="{5B2C3894-F97E-4CAB-8812-5BB4D83AAC6A}" dt="2026-10-15T09:46:26.387" v="3727" actId="21"/>
          <ac:spMkLst>
            <pc:docMk/>
            <pc:sldMk cId="2861542398" sldId="260"/>
            <ac:spMk id="138" creationId="{ABCB452C-6660-4D83-6A2B-7880E3D01FD2}"/>
          </ac:spMkLst>
        </pc:spChg>
        <pc:spChg chg="add del">
          <ac:chgData name="musukie52@gmail.com" userId="017bd91f96aa8751" providerId="LiveId" clId="{5B2C3894-F97E-4CAB-8812-5BB4D83AAC6A}" dt="2026-10-15T09:46:26.387" v="3727" actId="21"/>
          <ac:spMkLst>
            <pc:docMk/>
            <pc:sldMk cId="2861542398" sldId="260"/>
            <ac:spMk id="140" creationId="{10F55657-2F00-A840-650E-3939DE5BAC31}"/>
          </ac:spMkLst>
        </pc:spChg>
        <pc:spChg chg="add del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44" creationId="{C40E47B7-BED5-F50D-B4D2-7C3BB9CCB644}"/>
          </ac:spMkLst>
        </pc:spChg>
        <pc:spChg chg="add del">
          <ac:chgData name="musukie52@gmail.com" userId="017bd91f96aa8751" providerId="LiveId" clId="{5B2C3894-F97E-4CAB-8812-5BB4D83AAC6A}" dt="2026-10-15T09:46:44.605" v="3731" actId="21"/>
          <ac:spMkLst>
            <pc:docMk/>
            <pc:sldMk cId="2861542398" sldId="260"/>
            <ac:spMk id="146" creationId="{693919A1-92EA-F20F-CBD7-065EAA5B9950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50" creationId="{9F2E6908-5B25-FCE2-047A-054B256441CC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52" creationId="{88FA5FE4-9B85-60B6-3916-0C0113F94CA5}"/>
          </ac:spMkLst>
        </pc:spChg>
        <pc:spChg chg="add del">
          <ac:chgData name="musukie52@gmail.com" userId="017bd91f96aa8751" providerId="LiveId" clId="{5B2C3894-F97E-4CAB-8812-5BB4D83AAC6A}" dt="2026-10-15T09:46:52.087" v="3733" actId="21"/>
          <ac:spMkLst>
            <pc:docMk/>
            <pc:sldMk cId="2861542398" sldId="260"/>
            <ac:spMk id="156" creationId="{2D46F92E-5E18-1478-A55A-CC29646D772C}"/>
          </ac:spMkLst>
        </pc:spChg>
        <pc:spChg chg="add del">
          <ac:chgData name="musukie52@gmail.com" userId="017bd91f96aa8751" providerId="LiveId" clId="{5B2C3894-F97E-4CAB-8812-5BB4D83AAC6A}" dt="2026-10-15T09:46:52.087" v="3733" actId="21"/>
          <ac:spMkLst>
            <pc:docMk/>
            <pc:sldMk cId="2861542398" sldId="260"/>
            <ac:spMk id="158" creationId="{620D2DCC-7CD0-5954-F8F0-CF61F77ACE96}"/>
          </ac:spMkLst>
        </pc:spChg>
        <pc:spChg chg="add del">
          <ac:chgData name="musukie52@gmail.com" userId="017bd91f96aa8751" providerId="LiveId" clId="{5B2C3894-F97E-4CAB-8812-5BB4D83AAC6A}" dt="2026-10-15T09:46:52.087" v="3733" actId="21"/>
          <ac:spMkLst>
            <pc:docMk/>
            <pc:sldMk cId="2861542398" sldId="260"/>
            <ac:spMk id="162" creationId="{CA28BA2E-DF8B-FF5B-9171-649331CFFB03}"/>
          </ac:spMkLst>
        </pc:spChg>
        <pc:spChg chg="add del">
          <ac:chgData name="musukie52@gmail.com" userId="017bd91f96aa8751" providerId="LiveId" clId="{5B2C3894-F97E-4CAB-8812-5BB4D83AAC6A}" dt="2026-10-15T09:46:52.087" v="3733" actId="21"/>
          <ac:spMkLst>
            <pc:docMk/>
            <pc:sldMk cId="2861542398" sldId="260"/>
            <ac:spMk id="164" creationId="{7441418E-4809-2C27-24D8-5D1D56C365CC}"/>
          </ac:spMkLst>
        </pc:spChg>
        <pc:spChg chg="add del mod">
          <ac:chgData name="musukie52@gmail.com" userId="017bd91f96aa8751" providerId="LiveId" clId="{5B2C3894-F97E-4CAB-8812-5BB4D83AAC6A}" dt="2026-10-15T09:46:54.485" v="3736"/>
          <ac:spMkLst>
            <pc:docMk/>
            <pc:sldMk cId="2861542398" sldId="260"/>
            <ac:spMk id="165" creationId="{960AADDC-9707-479B-19DF-C3EEE851C941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69" creationId="{A36B077A-9A12-EFC9-6F4F-BF457A1972CB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71" creationId="{E70B8FD2-F829-FA11-AFE6-8FA6B142767C}"/>
          </ac:spMkLst>
        </pc:spChg>
        <pc:spChg chg="add del">
          <ac:chgData name="musukie52@gmail.com" userId="017bd91f96aa8751" providerId="LiveId" clId="{5B2C3894-F97E-4CAB-8812-5BB4D83AAC6A}" dt="2026-10-15T09:47:11.501" v="3740" actId="21"/>
          <ac:spMkLst>
            <pc:docMk/>
            <pc:sldMk cId="2861542398" sldId="260"/>
            <ac:spMk id="175" creationId="{0125BBC4-17B6-4857-7EFE-1F7829A2A797}"/>
          </ac:spMkLst>
        </pc:spChg>
        <pc:spChg chg="add del">
          <ac:chgData name="musukie52@gmail.com" userId="017bd91f96aa8751" providerId="LiveId" clId="{5B2C3894-F97E-4CAB-8812-5BB4D83AAC6A}" dt="2026-10-15T09:47:11.501" v="3740" actId="21"/>
          <ac:spMkLst>
            <pc:docMk/>
            <pc:sldMk cId="2861542398" sldId="260"/>
            <ac:spMk id="177" creationId="{E519C9C7-01E0-C358-B6EC-BABB640E3C3B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81" creationId="{1C36EE09-4713-452C-E296-F27F54FC66C6}"/>
          </ac:spMkLst>
        </pc:spChg>
        <pc:spChg chg="add del mod">
          <ac:chgData name="musukie52@gmail.com" userId="017bd91f96aa8751" providerId="LiveId" clId="{5B2C3894-F97E-4CAB-8812-5BB4D83AAC6A}" dt="2026-10-15T09:47:49.064" v="3744" actId="21"/>
          <ac:spMkLst>
            <pc:docMk/>
            <pc:sldMk cId="2861542398" sldId="260"/>
            <ac:spMk id="183" creationId="{C26BF2D4-99E0-561B-1C5F-BFF4A74B0B2B}"/>
          </ac:spMkLst>
        </pc:spChg>
        <pc:spChg chg="add del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187" creationId="{D199DC77-F327-AE8D-E459-6F00106F97F9}"/>
          </ac:spMkLst>
        </pc:spChg>
        <pc:spChg chg="add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189" creationId="{6EBE1C22-8BF3-DD7D-9459-69FBB3791831}"/>
          </ac:spMkLst>
        </pc:spChg>
        <pc:spChg chg="add del">
          <ac:chgData name="musukie52@gmail.com" userId="017bd91f96aa8751" providerId="LiveId" clId="{5B2C3894-F97E-4CAB-8812-5BB4D83AAC6A}" dt="2026-10-15T09:47:56.305" v="3747" actId="21"/>
          <ac:spMkLst>
            <pc:docMk/>
            <pc:sldMk cId="2861542398" sldId="260"/>
            <ac:spMk id="193" creationId="{7AD80424-552F-8E02-7D82-D2AE89028730}"/>
          </ac:spMkLst>
        </pc:spChg>
        <pc:spChg chg="add del">
          <ac:chgData name="musukie52@gmail.com" userId="017bd91f96aa8751" providerId="LiveId" clId="{5B2C3894-F97E-4CAB-8812-5BB4D83AAC6A}" dt="2026-10-15T09:47:56.305" v="3747" actId="21"/>
          <ac:spMkLst>
            <pc:docMk/>
            <pc:sldMk cId="2861542398" sldId="260"/>
            <ac:spMk id="195" creationId="{0574B70E-6236-EE0A-8927-103A3227225F}"/>
          </ac:spMkLst>
        </pc:spChg>
        <pc:spChg chg="add del">
          <ac:chgData name="musukie52@gmail.com" userId="017bd91f96aa8751" providerId="LiveId" clId="{5B2C3894-F97E-4CAB-8812-5BB4D83AAC6A}" dt="2026-10-15T09:47:56.305" v="3747" actId="21"/>
          <ac:spMkLst>
            <pc:docMk/>
            <pc:sldMk cId="2861542398" sldId="260"/>
            <ac:spMk id="199" creationId="{D85B869C-4C51-01AE-790F-E55E80F1CCE8}"/>
          </ac:spMkLst>
        </pc:spChg>
        <pc:spChg chg="add del">
          <ac:chgData name="musukie52@gmail.com" userId="017bd91f96aa8751" providerId="LiveId" clId="{5B2C3894-F97E-4CAB-8812-5BB4D83AAC6A}" dt="2026-10-15T09:47:56.305" v="3747" actId="21"/>
          <ac:spMkLst>
            <pc:docMk/>
            <pc:sldMk cId="2861542398" sldId="260"/>
            <ac:spMk id="201" creationId="{B14CA5B4-9A60-DE5A-9706-A59EAD0B26AC}"/>
          </ac:spMkLst>
        </pc:spChg>
        <pc:spChg chg="add del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205" creationId="{B31B865B-60AF-198A-E22A-FDDC7478CFCA}"/>
          </ac:spMkLst>
        </pc:spChg>
        <pc:spChg chg="add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207" creationId="{CC61AFE1-9D4A-9D85-561C-E0D6777B8541}"/>
          </ac:spMkLst>
        </pc:spChg>
        <pc:spChg chg="add del">
          <ac:chgData name="musukie52@gmail.com" userId="017bd91f96aa8751" providerId="LiveId" clId="{5B2C3894-F97E-4CAB-8812-5BB4D83AAC6A}" dt="2026-10-15T09:48:03.521" v="3750" actId="21"/>
          <ac:spMkLst>
            <pc:docMk/>
            <pc:sldMk cId="2861542398" sldId="260"/>
            <ac:spMk id="211" creationId="{A281484B-E3CF-CC73-79B5-BA99696506DA}"/>
          </ac:spMkLst>
        </pc:spChg>
        <pc:spChg chg="add del">
          <ac:chgData name="musukie52@gmail.com" userId="017bd91f96aa8751" providerId="LiveId" clId="{5B2C3894-F97E-4CAB-8812-5BB4D83AAC6A}" dt="2026-10-15T09:48:03.521" v="3750" actId="21"/>
          <ac:spMkLst>
            <pc:docMk/>
            <pc:sldMk cId="2861542398" sldId="260"/>
            <ac:spMk id="213" creationId="{B74CC99D-5B86-DB63-5141-3B790262F125}"/>
          </ac:spMkLst>
        </pc:spChg>
        <pc:spChg chg="add del mod">
          <ac:chgData name="musukie52@gmail.com" userId="017bd91f96aa8751" providerId="LiveId" clId="{5B2C3894-F97E-4CAB-8812-5BB4D83AAC6A}" dt="2026-10-15T09:49:10.550" v="3763" actId="21"/>
          <ac:spMkLst>
            <pc:docMk/>
            <pc:sldMk cId="2861542398" sldId="260"/>
            <ac:spMk id="217" creationId="{5A6EFAC2-6599-60F8-5E8C-945D11C7BC7D}"/>
          </ac:spMkLst>
        </pc:spChg>
        <pc:spChg chg="add del mod">
          <ac:chgData name="musukie52@gmail.com" userId="017bd91f96aa8751" providerId="LiveId" clId="{5B2C3894-F97E-4CAB-8812-5BB4D83AAC6A}" dt="2026-10-15T09:49:10.550" v="3763" actId="21"/>
          <ac:spMkLst>
            <pc:docMk/>
            <pc:sldMk cId="2861542398" sldId="260"/>
            <ac:spMk id="219" creationId="{DC72E5F8-387C-59A0-C740-35B26516BB49}"/>
          </ac:spMkLst>
        </pc:spChg>
        <pc:spChg chg="add del mod">
          <ac:chgData name="musukie52@gmail.com" userId="017bd91f96aa8751" providerId="LiveId" clId="{5B2C3894-F97E-4CAB-8812-5BB4D83AAC6A}" dt="2026-10-15T09:49:07.458" v="3762" actId="478"/>
          <ac:spMkLst>
            <pc:docMk/>
            <pc:sldMk cId="2861542398" sldId="260"/>
            <ac:spMk id="220" creationId="{D1188330-112B-38D4-C522-46EA5F4D1E2D}"/>
          </ac:spMkLst>
        </pc:spChg>
        <pc:spChg chg="add del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224" creationId="{057B9276-BEF9-96BE-921B-AF2F9A34C8D7}"/>
          </ac:spMkLst>
        </pc:spChg>
        <pc:spChg chg="add mod">
          <ac:chgData name="musukie52@gmail.com" userId="017bd91f96aa8751" providerId="LiveId" clId="{5B2C3894-F97E-4CAB-8812-5BB4D83AAC6A}" dt="2026-10-15T10:42:18.372" v="4401" actId="1076"/>
          <ac:spMkLst>
            <pc:docMk/>
            <pc:sldMk cId="2861542398" sldId="260"/>
            <ac:spMk id="226" creationId="{8BA70562-A9FE-381F-C7AA-B8D8E435C022}"/>
          </ac:spMkLst>
        </pc:spChg>
        <pc:spChg chg="add del">
          <ac:chgData name="musukie52@gmail.com" userId="017bd91f96aa8751" providerId="LiveId" clId="{5B2C3894-F97E-4CAB-8812-5BB4D83AAC6A}" dt="2026-10-15T09:49:31.931" v="3768" actId="22"/>
          <ac:spMkLst>
            <pc:docMk/>
            <pc:sldMk cId="2861542398" sldId="260"/>
            <ac:spMk id="230" creationId="{28A7B5BD-28A1-0B60-B48D-8827E2097813}"/>
          </ac:spMkLst>
        </pc:spChg>
        <pc:spChg chg="add del">
          <ac:chgData name="musukie52@gmail.com" userId="017bd91f96aa8751" providerId="LiveId" clId="{5B2C3894-F97E-4CAB-8812-5BB4D83AAC6A}" dt="2026-10-15T09:49:31.931" v="3768" actId="22"/>
          <ac:spMkLst>
            <pc:docMk/>
            <pc:sldMk cId="2861542398" sldId="260"/>
            <ac:spMk id="232" creationId="{AC48A1C1-1197-BA7D-B4D2-B9A37576BCF4}"/>
          </ac:spMkLst>
        </pc:spChg>
        <pc:spChg chg="add del mod">
          <ac:chgData name="musukie52@gmail.com" userId="017bd91f96aa8751" providerId="LiveId" clId="{5B2C3894-F97E-4CAB-8812-5BB4D83AAC6A}" dt="2026-10-15T09:50:02.472" v="3778" actId="21"/>
          <ac:spMkLst>
            <pc:docMk/>
            <pc:sldMk cId="2861542398" sldId="260"/>
            <ac:spMk id="233" creationId="{FA7D6F30-17B3-0AE3-D9AE-D76ABCE7164B}"/>
          </ac:spMkLst>
        </pc:spChg>
        <pc:spChg chg="add del mod">
          <ac:chgData name="musukie52@gmail.com" userId="017bd91f96aa8751" providerId="LiveId" clId="{5B2C3894-F97E-4CAB-8812-5BB4D83AAC6A}" dt="2026-10-15T09:50:58.624" v="3786" actId="478"/>
          <ac:spMkLst>
            <pc:docMk/>
            <pc:sldMk cId="2861542398" sldId="260"/>
            <ac:spMk id="235" creationId="{F3F02049-617B-014B-6D0B-49C4DFCC4DE9}"/>
          </ac:spMkLst>
        </pc:spChg>
        <pc:spChg chg="add del mod">
          <ac:chgData name="musukie52@gmail.com" userId="017bd91f96aa8751" providerId="LiveId" clId="{5B2C3894-F97E-4CAB-8812-5BB4D83AAC6A}" dt="2026-10-15T10:05:53.381" v="4004" actId="21"/>
          <ac:spMkLst>
            <pc:docMk/>
            <pc:sldMk cId="2861542398" sldId="260"/>
            <ac:spMk id="236" creationId="{2DF17BE7-1449-D734-B968-B5675AD22660}"/>
          </ac:spMkLst>
        </pc:spChg>
        <pc:spChg chg="add del mod">
          <ac:chgData name="musukie52@gmail.com" userId="017bd91f96aa8751" providerId="LiveId" clId="{5B2C3894-F97E-4CAB-8812-5BB4D83AAC6A}" dt="2026-10-15T09:52:20.230" v="3799" actId="21"/>
          <ac:spMkLst>
            <pc:docMk/>
            <pc:sldMk cId="2861542398" sldId="260"/>
            <ac:spMk id="237" creationId="{064ED4F7-A471-5543-DDC3-E147A373EC45}"/>
          </ac:spMkLst>
        </pc:spChg>
        <pc:spChg chg="add del mod">
          <ac:chgData name="musukie52@gmail.com" userId="017bd91f96aa8751" providerId="LiveId" clId="{5B2C3894-F97E-4CAB-8812-5BB4D83AAC6A}" dt="2026-10-15T09:52:20.230" v="3799" actId="21"/>
          <ac:spMkLst>
            <pc:docMk/>
            <pc:sldMk cId="2861542398" sldId="260"/>
            <ac:spMk id="238" creationId="{CA29CF9D-9010-0824-2EBF-B7E889659E4B}"/>
          </ac:spMkLst>
        </pc:spChg>
        <pc:spChg chg="mod topLvl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0" creationId="{128FE7AC-0EA6-7528-4AC7-72B33B39001D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5" creationId="{84E1359A-1B3B-2B04-CD93-78C38FBCF54B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6" creationId="{24B994CC-0BDF-0822-0A05-CB81785F4DF3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7" creationId="{670C6239-A986-8B62-1A5D-AF9A5E888949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8" creationId="{AD6B784E-4A6E-14F3-B721-5266208CF8FC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49" creationId="{ECD3AF3F-276B-E0FF-BDED-70483ECF1804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50" creationId="{73D17C54-F89D-41E2-295C-5DB2B7A3FFF2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51" creationId="{731289BA-2244-9F45-714E-EDB3078DFCD3}"/>
          </ac:spMkLst>
        </pc:spChg>
        <pc:spChg chg="mod">
          <ac:chgData name="musukie52@gmail.com" userId="017bd91f96aa8751" providerId="LiveId" clId="{5B2C3894-F97E-4CAB-8812-5BB4D83AAC6A}" dt="2026-10-15T09:58:21.355" v="3882" actId="165"/>
          <ac:spMkLst>
            <pc:docMk/>
            <pc:sldMk cId="2861542398" sldId="260"/>
            <ac:spMk id="252" creationId="{249AA164-C43F-6604-E53C-1C8799676D87}"/>
          </ac:spMkLst>
        </pc:spChg>
        <pc:spChg chg="add del mod">
          <ac:chgData name="musukie52@gmail.com" userId="017bd91f96aa8751" providerId="LiveId" clId="{5B2C3894-F97E-4CAB-8812-5BB4D83AAC6A}" dt="2026-10-15T10:05:53.381" v="4004" actId="21"/>
          <ac:spMkLst>
            <pc:docMk/>
            <pc:sldMk cId="2861542398" sldId="260"/>
            <ac:spMk id="258" creationId="{23069ABB-00FF-D13E-02E9-27F4BE8DC073}"/>
          </ac:spMkLst>
        </pc:spChg>
        <pc:grpChg chg="add del mod">
          <ac:chgData name="musukie52@gmail.com" userId="017bd91f96aa8751" providerId="LiveId" clId="{5B2C3894-F97E-4CAB-8812-5BB4D83AAC6A}" dt="2026-10-15T10:04:28.184" v="3953" actId="478"/>
          <ac:grpSpMkLst>
            <pc:docMk/>
            <pc:sldMk cId="2861542398" sldId="260"/>
            <ac:grpSpMk id="239" creationId="{BE46F33E-4C77-31AE-6593-576CA2E93342}"/>
          </ac:grpSpMkLst>
        </pc:grpChg>
        <pc:grpChg chg="mod topLvl">
          <ac:chgData name="musukie52@gmail.com" userId="017bd91f96aa8751" providerId="LiveId" clId="{5B2C3894-F97E-4CAB-8812-5BB4D83AAC6A}" dt="2026-10-15T09:58:06.501" v="3881" actId="165"/>
          <ac:grpSpMkLst>
            <pc:docMk/>
            <pc:sldMk cId="2861542398" sldId="260"/>
            <ac:grpSpMk id="242" creationId="{8D792BA5-6710-B769-4CC3-1F50B04B880C}"/>
          </ac:grpSpMkLst>
        </pc:grpChg>
        <pc:picChg chg="add del">
          <ac:chgData name="musukie52@gmail.com" userId="017bd91f96aa8751" providerId="LiveId" clId="{5B2C3894-F97E-4CAB-8812-5BB4D83AAC6A}" dt="2026-10-15T07:52:50.248" v="1266" actId="478"/>
          <ac:picMkLst>
            <pc:docMk/>
            <pc:sldMk cId="2861542398" sldId="260"/>
            <ac:picMk id="3" creationId="{527D7481-2D0B-0454-23B7-8143AFB17577}"/>
          </ac:picMkLst>
        </pc:picChg>
        <pc:picChg chg="add del mod">
          <ac:chgData name="musukie52@gmail.com" userId="017bd91f96aa8751" providerId="LiveId" clId="{5B2C3894-F97E-4CAB-8812-5BB4D83AAC6A}" dt="2026-10-15T07:58:03.911" v="1400" actId="478"/>
          <ac:picMkLst>
            <pc:docMk/>
            <pc:sldMk cId="2861542398" sldId="260"/>
            <ac:picMk id="5" creationId="{5317EC15-3C30-9005-CBB6-B7C64C2AC974}"/>
          </ac:picMkLst>
        </pc:picChg>
        <pc:picChg chg="add del mod">
          <ac:chgData name="musukie52@gmail.com" userId="017bd91f96aa8751" providerId="LiveId" clId="{5B2C3894-F97E-4CAB-8812-5BB4D83AAC6A}" dt="2026-10-15T10:14:03.196" v="4071" actId="478"/>
          <ac:picMkLst>
            <pc:docMk/>
            <pc:sldMk cId="2861542398" sldId="260"/>
            <ac:picMk id="17" creationId="{CFA5655B-F36F-E733-7938-48C8059A0725}"/>
          </ac:picMkLst>
        </pc:picChg>
        <pc:picChg chg="add del mod modCrop">
          <ac:chgData name="musukie52@gmail.com" userId="017bd91f96aa8751" providerId="LiveId" clId="{5B2C3894-F97E-4CAB-8812-5BB4D83AAC6A}" dt="2026-10-15T09:12:05.513" v="3701" actId="21"/>
          <ac:picMkLst>
            <pc:docMk/>
            <pc:sldMk cId="2861542398" sldId="260"/>
            <ac:picMk id="35" creationId="{B64624C2-2CB6-1EFC-4308-1CE63E658365}"/>
          </ac:picMkLst>
        </pc:picChg>
        <pc:picChg chg="add del mod modCrop">
          <ac:chgData name="musukie52@gmail.com" userId="017bd91f96aa8751" providerId="LiveId" clId="{5B2C3894-F97E-4CAB-8812-5BB4D83AAC6A}" dt="2026-10-15T09:45:39.419" v="3714" actId="21"/>
          <ac:picMkLst>
            <pc:docMk/>
            <pc:sldMk cId="2861542398" sldId="260"/>
            <ac:picMk id="37" creationId="{11341EF9-6C0E-470C-F798-49FFB1E8FA60}"/>
          </ac:picMkLst>
        </pc:picChg>
        <pc:picChg chg="add del mod">
          <ac:chgData name="musukie52@gmail.com" userId="017bd91f96aa8751" providerId="LiveId" clId="{5B2C3894-F97E-4CAB-8812-5BB4D83AAC6A}" dt="2026-10-15T10:21:50.463" v="4182" actId="478"/>
          <ac:picMkLst>
            <pc:docMk/>
            <pc:sldMk cId="2861542398" sldId="260"/>
            <ac:picMk id="38" creationId="{5EA90DA2-68CE-0AAA-BC9B-2D76516600B2}"/>
          </ac:picMkLst>
        </pc:picChg>
        <pc:picChg chg="add mod modCrop">
          <ac:chgData name="musukie52@gmail.com" userId="017bd91f96aa8751" providerId="LiveId" clId="{5B2C3894-F97E-4CAB-8812-5BB4D83AAC6A}" dt="2026-10-15T09:12:22.116" v="3707" actId="1076"/>
          <ac:picMkLst>
            <pc:docMk/>
            <pc:sldMk cId="2861542398" sldId="260"/>
            <ac:picMk id="39" creationId="{454EE4DB-7A7F-B315-483D-82ED783A0002}"/>
          </ac:picMkLst>
        </pc:picChg>
        <pc:picChg chg="add del mod">
          <ac:chgData name="musukie52@gmail.com" userId="017bd91f96aa8751" providerId="LiveId" clId="{5B2C3894-F97E-4CAB-8812-5BB4D83AAC6A}" dt="2026-10-15T08:53:19.038" v="2462" actId="478"/>
          <ac:picMkLst>
            <pc:docMk/>
            <pc:sldMk cId="2861542398" sldId="260"/>
            <ac:picMk id="41" creationId="{446D8652-DED2-A96C-9253-62283988C0FF}"/>
          </ac:picMkLst>
        </pc:picChg>
        <pc:picChg chg="add mod modCrop">
          <ac:chgData name="musukie52@gmail.com" userId="017bd91f96aa8751" providerId="LiveId" clId="{5B2C3894-F97E-4CAB-8812-5BB4D83AAC6A}" dt="2026-10-15T09:12:38.549" v="3711" actId="1076"/>
          <ac:picMkLst>
            <pc:docMk/>
            <pc:sldMk cId="2861542398" sldId="260"/>
            <ac:picMk id="43" creationId="{B0EB3000-D8CD-7DEF-0159-EC5DA48BABED}"/>
          </ac:picMkLst>
        </pc:picChg>
        <pc:picChg chg="add del">
          <ac:chgData name="musukie52@gmail.com" userId="017bd91f96aa8751" providerId="LiveId" clId="{5B2C3894-F97E-4CAB-8812-5BB4D83AAC6A}" dt="2026-10-15T10:21:41.705" v="4164" actId="22"/>
          <ac:picMkLst>
            <pc:docMk/>
            <pc:sldMk cId="2861542398" sldId="260"/>
            <ac:picMk id="44" creationId="{BCD78D68-1260-B218-91CA-A98A4C57B759}"/>
          </ac:picMkLst>
        </pc:picChg>
        <pc:picChg chg="add del mod modCrop">
          <ac:chgData name="musukie52@gmail.com" userId="017bd91f96aa8751" providerId="LiveId" clId="{5B2C3894-F97E-4CAB-8812-5BB4D83AAC6A}" dt="2026-10-15T09:45:39.419" v="3714" actId="21"/>
          <ac:picMkLst>
            <pc:docMk/>
            <pc:sldMk cId="2861542398" sldId="260"/>
            <ac:picMk id="45" creationId="{05A94738-9BD1-4C5D-B743-63D11DE3FB12}"/>
          </ac:picMkLst>
        </pc:picChg>
        <pc:picChg chg="add del">
          <ac:chgData name="musukie52@gmail.com" userId="017bd91f96aa8751" providerId="LiveId" clId="{5B2C3894-F97E-4CAB-8812-5BB4D83AAC6A}" dt="2026-10-15T10:21:41.705" v="4164" actId="22"/>
          <ac:picMkLst>
            <pc:docMk/>
            <pc:sldMk cId="2861542398" sldId="260"/>
            <ac:picMk id="47" creationId="{9E782438-8A6C-174F-D557-45D6BFB8B60C}"/>
          </ac:picMkLst>
        </pc:picChg>
        <pc:picChg chg="add del">
          <ac:chgData name="musukie52@gmail.com" userId="017bd91f96aa8751" providerId="LiveId" clId="{5B2C3894-F97E-4CAB-8812-5BB4D83AAC6A}" dt="2026-10-15T10:21:41.705" v="4164" actId="22"/>
          <ac:picMkLst>
            <pc:docMk/>
            <pc:sldMk cId="2861542398" sldId="260"/>
            <ac:picMk id="51" creationId="{9934AA18-DE43-64B9-3B60-EA04736B65D7}"/>
          </ac:picMkLst>
        </pc:picChg>
        <pc:picChg chg="add del mod ord modCrop">
          <ac:chgData name="musukie52@gmail.com" userId="017bd91f96aa8751" providerId="LiveId" clId="{5B2C3894-F97E-4CAB-8812-5BB4D83AAC6A}" dt="2026-10-15T10:39:52.500" v="4353" actId="478"/>
          <ac:picMkLst>
            <pc:docMk/>
            <pc:sldMk cId="2861542398" sldId="260"/>
            <ac:picMk id="53" creationId="{6033A1B0-5B5F-DEEC-1008-CB2025DD2B34}"/>
          </ac:picMkLst>
        </pc:picChg>
        <pc:picChg chg="add del">
          <ac:chgData name="musukie52@gmail.com" userId="017bd91f96aa8751" providerId="LiveId" clId="{5B2C3894-F97E-4CAB-8812-5BB4D83AAC6A}" dt="2026-10-15T10:37:00.663" v="4325" actId="22"/>
          <ac:picMkLst>
            <pc:docMk/>
            <pc:sldMk cId="2861542398" sldId="260"/>
            <ac:picMk id="71" creationId="{5615E966-01F7-FCC1-420D-349D73A85406}"/>
          </ac:picMkLst>
        </pc:picChg>
        <pc:picChg chg="add del">
          <ac:chgData name="musukie52@gmail.com" userId="017bd91f96aa8751" providerId="LiveId" clId="{5B2C3894-F97E-4CAB-8812-5BB4D83AAC6A}" dt="2026-10-15T10:37:00.663" v="4325" actId="22"/>
          <ac:picMkLst>
            <pc:docMk/>
            <pc:sldMk cId="2861542398" sldId="260"/>
            <ac:picMk id="75" creationId="{60E8D61E-34C1-5987-AD0A-B7E410B76F55}"/>
          </ac:picMkLst>
        </pc:picChg>
        <pc:picChg chg="add del">
          <ac:chgData name="musukie52@gmail.com" userId="017bd91f96aa8751" providerId="LiveId" clId="{5B2C3894-F97E-4CAB-8812-5BB4D83AAC6A}" dt="2026-10-15T10:37:00.663" v="4325" actId="22"/>
          <ac:picMkLst>
            <pc:docMk/>
            <pc:sldMk cId="2861542398" sldId="260"/>
            <ac:picMk id="79" creationId="{8B9CE2A6-CB26-0153-C1C8-EBF581D186AD}"/>
          </ac:picMkLst>
        </pc:picChg>
        <pc:picChg chg="add del mod">
          <ac:chgData name="musukie52@gmail.com" userId="017bd91f96aa8751" providerId="LiveId" clId="{5B2C3894-F97E-4CAB-8812-5BB4D83AAC6A}" dt="2026-10-15T10:45:33.166" v="4444" actId="1076"/>
          <ac:picMkLst>
            <pc:docMk/>
            <pc:sldMk cId="2861542398" sldId="260"/>
            <ac:picMk id="82" creationId="{B23908CB-0698-CA9F-9CDD-7D8DCC67A7F8}"/>
          </ac:picMkLst>
        </pc:picChg>
        <pc:picChg chg="add del">
          <ac:chgData name="musukie52@gmail.com" userId="017bd91f96aa8751" providerId="LiveId" clId="{5B2C3894-F97E-4CAB-8812-5BB4D83AAC6A}" dt="2026-10-15T10:37:00.663" v="4325" actId="22"/>
          <ac:picMkLst>
            <pc:docMk/>
            <pc:sldMk cId="2861542398" sldId="260"/>
            <ac:picMk id="85" creationId="{EF6EE3D7-AEA7-A75A-5CFE-6E3D0754DB62}"/>
          </ac:picMkLst>
        </pc:picChg>
        <pc:picChg chg="del">
          <ac:chgData name="musukie52@gmail.com" userId="017bd91f96aa8751" providerId="LiveId" clId="{5B2C3894-F97E-4CAB-8812-5BB4D83AAC6A}" dt="2026-10-15T09:46:00.025" v="3719" actId="21"/>
          <ac:picMkLst>
            <pc:docMk/>
            <pc:sldMk cId="2861542398" sldId="260"/>
            <ac:picMk id="88" creationId="{1FE0530B-50AE-F10C-8791-72385194576A}"/>
          </ac:picMkLst>
        </pc:picChg>
        <pc:picChg chg="add del mod">
          <ac:chgData name="musukie52@gmail.com" userId="017bd91f96aa8751" providerId="LiveId" clId="{5B2C3894-F97E-4CAB-8812-5BB4D83AAC6A}" dt="2026-10-15T10:45:33.166" v="4444" actId="1076"/>
          <ac:picMkLst>
            <pc:docMk/>
            <pc:sldMk cId="2861542398" sldId="260"/>
            <ac:picMk id="90" creationId="{B78D3ACD-4D82-2054-74C9-0C5CE4734A11}"/>
          </ac:picMkLst>
        </pc:picChg>
        <pc:picChg chg="add del">
          <ac:chgData name="musukie52@gmail.com" userId="017bd91f96aa8751" providerId="LiveId" clId="{5B2C3894-F97E-4CAB-8812-5BB4D83AAC6A}" dt="2026-10-15T10:37:00.663" v="4325" actId="22"/>
          <ac:picMkLst>
            <pc:docMk/>
            <pc:sldMk cId="2861542398" sldId="260"/>
            <ac:picMk id="91" creationId="{A5011CB9-87F9-F67A-950B-B2835B371E64}"/>
          </ac:picMkLst>
        </pc:picChg>
        <pc:picChg chg="add del mod">
          <ac:chgData name="musukie52@gmail.com" userId="017bd91f96aa8751" providerId="LiveId" clId="{5B2C3894-F97E-4CAB-8812-5BB4D83AAC6A}" dt="2026-10-15T09:46:00.025" v="3719" actId="21"/>
          <ac:picMkLst>
            <pc:docMk/>
            <pc:sldMk cId="2861542398" sldId="260"/>
            <ac:picMk id="92" creationId="{7C0D3292-A224-525E-D366-54473444AEDF}"/>
          </ac:picMkLst>
        </pc:picChg>
        <pc:picChg chg="del">
          <ac:chgData name="musukie52@gmail.com" userId="017bd91f96aa8751" providerId="LiveId" clId="{5B2C3894-F97E-4CAB-8812-5BB4D83AAC6A}" dt="2026-10-15T09:46:00.025" v="3719" actId="21"/>
          <ac:picMkLst>
            <pc:docMk/>
            <pc:sldMk cId="2861542398" sldId="260"/>
            <ac:picMk id="94" creationId="{3F307942-E97B-4FDC-3AD8-6265F9CB67CB}"/>
          </ac:picMkLst>
        </pc:picChg>
        <pc:picChg chg="add del mod ord">
          <ac:chgData name="musukie52@gmail.com" userId="017bd91f96aa8751" providerId="LiveId" clId="{5B2C3894-F97E-4CAB-8812-5BB4D83AAC6A}" dt="2026-10-15T10:42:25.050" v="4403" actId="478"/>
          <ac:picMkLst>
            <pc:docMk/>
            <pc:sldMk cId="2861542398" sldId="260"/>
            <ac:picMk id="96" creationId="{1CBDFD0A-7406-530C-6E16-CA45FE5C153F}"/>
          </ac:picMkLst>
        </pc:picChg>
        <pc:picChg chg="add mod modCrop">
          <ac:chgData name="musukie52@gmail.com" userId="017bd91f96aa8751" providerId="LiveId" clId="{5B2C3894-F97E-4CAB-8812-5BB4D83AAC6A}" dt="2026-10-15T10:42:57.448" v="4413" actId="732"/>
          <ac:picMkLst>
            <pc:docMk/>
            <pc:sldMk cId="2861542398" sldId="260"/>
            <ac:picMk id="98" creationId="{7A46E052-AB2A-BC61-4F45-B15029E68879}"/>
          </ac:picMkLst>
        </pc:picChg>
        <pc:picChg chg="add del mod">
          <ac:chgData name="musukie52@gmail.com" userId="017bd91f96aa8751" providerId="LiveId" clId="{5B2C3894-F97E-4CAB-8812-5BB4D83AAC6A}" dt="2026-10-15T09:46:44.605" v="3731" actId="21"/>
          <ac:picMkLst>
            <pc:docMk/>
            <pc:sldMk cId="2861542398" sldId="260"/>
            <ac:picMk id="112" creationId="{36CAA550-A9D4-A9F6-0357-F221E6C63ABF}"/>
          </ac:picMkLst>
        </pc:picChg>
        <pc:picChg chg="add del">
          <ac:chgData name="musukie52@gmail.com" userId="017bd91f96aa8751" providerId="LiveId" clId="{5B2C3894-F97E-4CAB-8812-5BB4D83AAC6A}" dt="2026-10-15T09:46:10.745" v="3723" actId="21"/>
          <ac:picMkLst>
            <pc:docMk/>
            <pc:sldMk cId="2861542398" sldId="260"/>
            <ac:picMk id="114" creationId="{5EEC51A6-BE96-BD03-44FA-CBDD9CBF7105}"/>
          </ac:picMkLst>
        </pc:picChg>
        <pc:picChg chg="add del">
          <ac:chgData name="musukie52@gmail.com" userId="017bd91f96aa8751" providerId="LiveId" clId="{5B2C3894-F97E-4CAB-8812-5BB4D83AAC6A}" dt="2026-10-15T09:46:10.745" v="3723" actId="21"/>
          <ac:picMkLst>
            <pc:docMk/>
            <pc:sldMk cId="2861542398" sldId="260"/>
            <ac:picMk id="116" creationId="{D363D546-A031-57A5-1ABA-7316312B69AB}"/>
          </ac:picMkLst>
        </pc:picChg>
        <pc:picChg chg="add del mod">
          <ac:chgData name="musukie52@gmail.com" userId="017bd91f96aa8751" providerId="LiveId" clId="{5B2C3894-F97E-4CAB-8812-5BB4D83AAC6A}" dt="2026-10-15T09:46:44.605" v="3731" actId="21"/>
          <ac:picMkLst>
            <pc:docMk/>
            <pc:sldMk cId="2861542398" sldId="260"/>
            <ac:picMk id="130" creationId="{65632C21-F322-0CF2-7803-F9E91EAFDA20}"/>
          </ac:picMkLst>
        </pc:picChg>
        <pc:picChg chg="add del">
          <ac:chgData name="musukie52@gmail.com" userId="017bd91f96aa8751" providerId="LiveId" clId="{5B2C3894-F97E-4CAB-8812-5BB4D83AAC6A}" dt="2026-10-15T09:46:26.387" v="3727" actId="21"/>
          <ac:picMkLst>
            <pc:docMk/>
            <pc:sldMk cId="2861542398" sldId="260"/>
            <ac:picMk id="132" creationId="{1A196031-87A0-2381-5EF9-3255577A752A}"/>
          </ac:picMkLst>
        </pc:picChg>
        <pc:picChg chg="add del">
          <ac:chgData name="musukie52@gmail.com" userId="017bd91f96aa8751" providerId="LiveId" clId="{5B2C3894-F97E-4CAB-8812-5BB4D83AAC6A}" dt="2026-10-15T09:46:44.605" v="3731" actId="21"/>
          <ac:picMkLst>
            <pc:docMk/>
            <pc:sldMk cId="2861542398" sldId="260"/>
            <ac:picMk id="142" creationId="{DF185ED6-E7C8-5C59-A0EE-59B73A80F678}"/>
          </ac:picMkLst>
        </pc:picChg>
        <pc:picChg chg="add del mod">
          <ac:chgData name="musukie52@gmail.com" userId="017bd91f96aa8751" providerId="LiveId" clId="{5B2C3894-F97E-4CAB-8812-5BB4D83AAC6A}" dt="2026-10-15T09:47:49.064" v="3744" actId="21"/>
          <ac:picMkLst>
            <pc:docMk/>
            <pc:sldMk cId="2861542398" sldId="260"/>
            <ac:picMk id="148" creationId="{71C89913-A3EC-2E05-F215-E47D4A92C55D}"/>
          </ac:picMkLst>
        </pc:picChg>
        <pc:picChg chg="add del">
          <ac:chgData name="musukie52@gmail.com" userId="017bd91f96aa8751" providerId="LiveId" clId="{5B2C3894-F97E-4CAB-8812-5BB4D83AAC6A}" dt="2026-10-15T09:46:52.087" v="3733" actId="21"/>
          <ac:picMkLst>
            <pc:docMk/>
            <pc:sldMk cId="2861542398" sldId="260"/>
            <ac:picMk id="154" creationId="{96F31ED6-3865-10DB-A17E-6C524CEB1E4B}"/>
          </ac:picMkLst>
        </pc:picChg>
        <pc:picChg chg="add del">
          <ac:chgData name="musukie52@gmail.com" userId="017bd91f96aa8751" providerId="LiveId" clId="{5B2C3894-F97E-4CAB-8812-5BB4D83AAC6A}" dt="2026-10-15T09:46:52.087" v="3733" actId="21"/>
          <ac:picMkLst>
            <pc:docMk/>
            <pc:sldMk cId="2861542398" sldId="260"/>
            <ac:picMk id="160" creationId="{F8000D72-5C0C-B16C-8919-07B5F12FC5FD}"/>
          </ac:picMkLst>
        </pc:picChg>
        <pc:picChg chg="add del mod">
          <ac:chgData name="musukie52@gmail.com" userId="017bd91f96aa8751" providerId="LiveId" clId="{5B2C3894-F97E-4CAB-8812-5BB4D83AAC6A}" dt="2026-10-15T09:47:49.064" v="3744" actId="21"/>
          <ac:picMkLst>
            <pc:docMk/>
            <pc:sldMk cId="2861542398" sldId="260"/>
            <ac:picMk id="167" creationId="{6C124632-8128-BC35-5128-60F3985F73D7}"/>
          </ac:picMkLst>
        </pc:picChg>
        <pc:picChg chg="add del">
          <ac:chgData name="musukie52@gmail.com" userId="017bd91f96aa8751" providerId="LiveId" clId="{5B2C3894-F97E-4CAB-8812-5BB4D83AAC6A}" dt="2026-10-15T09:47:11.501" v="3740" actId="21"/>
          <ac:picMkLst>
            <pc:docMk/>
            <pc:sldMk cId="2861542398" sldId="260"/>
            <ac:picMk id="173" creationId="{5F365C6E-045E-0FD8-5CCE-FE8919972A6A}"/>
          </ac:picMkLst>
        </pc:picChg>
        <pc:picChg chg="add del mod">
          <ac:chgData name="musukie52@gmail.com" userId="017bd91f96aa8751" providerId="LiveId" clId="{5B2C3894-F97E-4CAB-8812-5BB4D83AAC6A}" dt="2026-10-15T09:47:49.064" v="3744" actId="21"/>
          <ac:picMkLst>
            <pc:docMk/>
            <pc:sldMk cId="2861542398" sldId="260"/>
            <ac:picMk id="179" creationId="{013CEFF9-BDB6-241B-6485-FF16DAA5FBA0}"/>
          </ac:picMkLst>
        </pc:picChg>
        <pc:picChg chg="add del mod">
          <ac:chgData name="musukie52@gmail.com" userId="017bd91f96aa8751" providerId="LiveId" clId="{5B2C3894-F97E-4CAB-8812-5BB4D83AAC6A}" dt="2026-10-15T10:45:33.166" v="4444" actId="1076"/>
          <ac:picMkLst>
            <pc:docMk/>
            <pc:sldMk cId="2861542398" sldId="260"/>
            <ac:picMk id="185" creationId="{A90BD2CD-E799-B23E-30FC-CDD81393AA5F}"/>
          </ac:picMkLst>
        </pc:picChg>
        <pc:picChg chg="add del">
          <ac:chgData name="musukie52@gmail.com" userId="017bd91f96aa8751" providerId="LiveId" clId="{5B2C3894-F97E-4CAB-8812-5BB4D83AAC6A}" dt="2026-10-15T09:47:56.305" v="3747" actId="21"/>
          <ac:picMkLst>
            <pc:docMk/>
            <pc:sldMk cId="2861542398" sldId="260"/>
            <ac:picMk id="191" creationId="{46DC8978-63F0-0AB2-71AE-8F7D79C3580F}"/>
          </ac:picMkLst>
        </pc:picChg>
        <pc:picChg chg="add del">
          <ac:chgData name="musukie52@gmail.com" userId="017bd91f96aa8751" providerId="LiveId" clId="{5B2C3894-F97E-4CAB-8812-5BB4D83AAC6A}" dt="2026-10-15T09:47:56.305" v="3747" actId="21"/>
          <ac:picMkLst>
            <pc:docMk/>
            <pc:sldMk cId="2861542398" sldId="260"/>
            <ac:picMk id="197" creationId="{BEFD9106-E849-B82D-49DD-BAD79746548D}"/>
          </ac:picMkLst>
        </pc:picChg>
        <pc:picChg chg="add del mod">
          <ac:chgData name="musukie52@gmail.com" userId="017bd91f96aa8751" providerId="LiveId" clId="{5B2C3894-F97E-4CAB-8812-5BB4D83AAC6A}" dt="2026-10-15T10:45:33.166" v="4444" actId="1076"/>
          <ac:picMkLst>
            <pc:docMk/>
            <pc:sldMk cId="2861542398" sldId="260"/>
            <ac:picMk id="203" creationId="{B43DDBFE-D1A5-A4AB-1F7B-178CC03A1BC9}"/>
          </ac:picMkLst>
        </pc:picChg>
        <pc:picChg chg="add del">
          <ac:chgData name="musukie52@gmail.com" userId="017bd91f96aa8751" providerId="LiveId" clId="{5B2C3894-F97E-4CAB-8812-5BB4D83AAC6A}" dt="2026-10-15T09:48:03.521" v="3750" actId="21"/>
          <ac:picMkLst>
            <pc:docMk/>
            <pc:sldMk cId="2861542398" sldId="260"/>
            <ac:picMk id="209" creationId="{4294EE4B-5B95-90B3-724E-637A38C2E549}"/>
          </ac:picMkLst>
        </pc:picChg>
        <pc:picChg chg="add del mod">
          <ac:chgData name="musukie52@gmail.com" userId="017bd91f96aa8751" providerId="LiveId" clId="{5B2C3894-F97E-4CAB-8812-5BB4D83AAC6A}" dt="2026-10-15T09:49:10.550" v="3763" actId="21"/>
          <ac:picMkLst>
            <pc:docMk/>
            <pc:sldMk cId="2861542398" sldId="260"/>
            <ac:picMk id="215" creationId="{320465F1-1B8B-E534-8617-5C30BAA5AE9D}"/>
          </ac:picMkLst>
        </pc:picChg>
        <pc:picChg chg="add del mod">
          <ac:chgData name="musukie52@gmail.com" userId="017bd91f96aa8751" providerId="LiveId" clId="{5B2C3894-F97E-4CAB-8812-5BB4D83AAC6A}" dt="2026-10-15T10:45:33.166" v="4444" actId="1076"/>
          <ac:picMkLst>
            <pc:docMk/>
            <pc:sldMk cId="2861542398" sldId="260"/>
            <ac:picMk id="222" creationId="{0B46EE1C-9C99-3964-B376-FAFD4807AF93}"/>
          </ac:picMkLst>
        </pc:picChg>
        <pc:picChg chg="add del">
          <ac:chgData name="musukie52@gmail.com" userId="017bd91f96aa8751" providerId="LiveId" clId="{5B2C3894-F97E-4CAB-8812-5BB4D83AAC6A}" dt="2026-10-15T09:49:31.931" v="3768" actId="22"/>
          <ac:picMkLst>
            <pc:docMk/>
            <pc:sldMk cId="2861542398" sldId="260"/>
            <ac:picMk id="228" creationId="{7B0B4AE0-5B98-006E-5593-600785183D8C}"/>
          </ac:picMkLst>
        </pc:picChg>
        <pc:picChg chg="add del mod">
          <ac:chgData name="musukie52@gmail.com" userId="017bd91f96aa8751" providerId="LiveId" clId="{5B2C3894-F97E-4CAB-8812-5BB4D83AAC6A}" dt="2026-10-15T10:42:14.694" v="4398" actId="1076"/>
          <ac:picMkLst>
            <pc:docMk/>
            <pc:sldMk cId="2861542398" sldId="260"/>
            <ac:picMk id="254" creationId="{66D33DDA-6D98-CA70-0C40-77CE0CC96E9D}"/>
          </ac:picMkLst>
        </pc:picChg>
        <pc:picChg chg="add del mod">
          <ac:chgData name="musukie52@gmail.com" userId="017bd91f96aa8751" providerId="LiveId" clId="{5B2C3894-F97E-4CAB-8812-5BB4D83AAC6A}" dt="2026-10-15T10:42:14.694" v="4398" actId="1076"/>
          <ac:picMkLst>
            <pc:docMk/>
            <pc:sldMk cId="2861542398" sldId="260"/>
            <ac:picMk id="256" creationId="{315AE16E-885D-A07A-19A9-E10E1A0C16FE}"/>
          </ac:picMkLst>
        </pc:picChg>
        <pc:cxnChg chg="add mod">
          <ac:chgData name="musukie52@gmail.com" userId="017bd91f96aa8751" providerId="LiveId" clId="{5B2C3894-F97E-4CAB-8812-5BB4D83AAC6A}" dt="2026-10-15T10:32:10.323" v="4282" actId="14100"/>
          <ac:cxnSpMkLst>
            <pc:docMk/>
            <pc:sldMk cId="2861542398" sldId="260"/>
            <ac:cxnSpMk id="6" creationId="{9FD31E71-F2D9-9B8C-FEBC-F6F26EE74AEA}"/>
          </ac:cxnSpMkLst>
        </pc:cxnChg>
        <pc:cxnChg chg="add del mod">
          <ac:chgData name="musukie52@gmail.com" userId="017bd91f96aa8751" providerId="LiveId" clId="{5B2C3894-F97E-4CAB-8812-5BB4D83AAC6A}" dt="2026-10-15T10:15:48.926" v="4087" actId="21"/>
          <ac:cxnSpMkLst>
            <pc:docMk/>
            <pc:sldMk cId="2861542398" sldId="260"/>
            <ac:cxnSpMk id="13" creationId="{6794FE2D-5C82-A9F2-2A17-BCBA846F74E4}"/>
          </ac:cxnSpMkLst>
        </pc:cxnChg>
        <pc:cxnChg chg="add del mod">
          <ac:chgData name="musukie52@gmail.com" userId="017bd91f96aa8751" providerId="LiveId" clId="{5B2C3894-F97E-4CAB-8812-5BB4D83AAC6A}" dt="2026-10-15T10:15:48.926" v="4087" actId="21"/>
          <ac:cxnSpMkLst>
            <pc:docMk/>
            <pc:sldMk cId="2861542398" sldId="260"/>
            <ac:cxnSpMk id="18" creationId="{9E0BE0DB-7B3E-6D29-6C96-92A9CF7CE258}"/>
          </ac:cxnSpMkLst>
        </pc:cxnChg>
        <pc:cxnChg chg="add del mod">
          <ac:chgData name="musukie52@gmail.com" userId="017bd91f96aa8751" providerId="LiveId" clId="{5B2C3894-F97E-4CAB-8812-5BB4D83AAC6A}" dt="2026-10-15T10:15:48.926" v="4087" actId="21"/>
          <ac:cxnSpMkLst>
            <pc:docMk/>
            <pc:sldMk cId="2861542398" sldId="260"/>
            <ac:cxnSpMk id="19" creationId="{5FA93EC6-6CBC-B00C-EF7C-126249C2D263}"/>
          </ac:cxnSpMkLst>
        </pc:cxnChg>
        <pc:cxnChg chg="add del mod">
          <ac:chgData name="musukie52@gmail.com" userId="017bd91f96aa8751" providerId="LiveId" clId="{5B2C3894-F97E-4CAB-8812-5BB4D83AAC6A}" dt="2026-10-15T10:15:48.926" v="4087" actId="21"/>
          <ac:cxnSpMkLst>
            <pc:docMk/>
            <pc:sldMk cId="2861542398" sldId="260"/>
            <ac:cxnSpMk id="20" creationId="{F11E2153-04BD-93D5-0844-F9628B7AD337}"/>
          </ac:cxnSpMkLst>
        </pc:cxnChg>
        <pc:cxnChg chg="add mod">
          <ac:chgData name="musukie52@gmail.com" userId="017bd91f96aa8751" providerId="LiveId" clId="{5B2C3894-F97E-4CAB-8812-5BB4D83AAC6A}" dt="2026-10-15T10:17:49.929" v="4110"/>
          <ac:cxnSpMkLst>
            <pc:docMk/>
            <pc:sldMk cId="2861542398" sldId="260"/>
            <ac:cxnSpMk id="24" creationId="{6794FE2D-5C82-A9F2-2A17-BCBA846F74E4}"/>
          </ac:cxnSpMkLst>
        </pc:cxnChg>
        <pc:cxnChg chg="add mod">
          <ac:chgData name="musukie52@gmail.com" userId="017bd91f96aa8751" providerId="LiveId" clId="{5B2C3894-F97E-4CAB-8812-5BB4D83AAC6A}" dt="2026-10-15T10:17:49.929" v="4110"/>
          <ac:cxnSpMkLst>
            <pc:docMk/>
            <pc:sldMk cId="2861542398" sldId="260"/>
            <ac:cxnSpMk id="26" creationId="{9E0BE0DB-7B3E-6D29-6C96-92A9CF7CE258}"/>
          </ac:cxnSpMkLst>
        </pc:cxnChg>
        <pc:cxnChg chg="add mod">
          <ac:chgData name="musukie52@gmail.com" userId="017bd91f96aa8751" providerId="LiveId" clId="{5B2C3894-F97E-4CAB-8812-5BB4D83AAC6A}" dt="2026-10-15T10:17:49.929" v="4110"/>
          <ac:cxnSpMkLst>
            <pc:docMk/>
            <pc:sldMk cId="2861542398" sldId="260"/>
            <ac:cxnSpMk id="28" creationId="{5FA93EC6-6CBC-B00C-EF7C-126249C2D263}"/>
          </ac:cxnSpMkLst>
        </pc:cxnChg>
        <pc:cxnChg chg="add mod">
          <ac:chgData name="musukie52@gmail.com" userId="017bd91f96aa8751" providerId="LiveId" clId="{5B2C3894-F97E-4CAB-8812-5BB4D83AAC6A}" dt="2026-10-15T10:17:49.929" v="4110"/>
          <ac:cxnSpMkLst>
            <pc:docMk/>
            <pc:sldMk cId="2861542398" sldId="260"/>
            <ac:cxnSpMk id="30" creationId="{F11E2153-04BD-93D5-0844-F9628B7AD337}"/>
          </ac:cxnSpMkLst>
        </pc:cxnChg>
        <pc:cxnChg chg="add del mod">
          <ac:chgData name="musukie52@gmail.com" userId="017bd91f96aa8751" providerId="LiveId" clId="{5B2C3894-F97E-4CAB-8812-5BB4D83AAC6A}" dt="2026-10-15T10:39:08.298" v="4349" actId="14100"/>
          <ac:cxnSpMkLst>
            <pc:docMk/>
            <pc:sldMk cId="2861542398" sldId="260"/>
            <ac:cxnSpMk id="32" creationId="{2B2CDC50-6521-20FD-57F3-E758AF1AEB27}"/>
          </ac:cxnSpMkLst>
        </pc:cxnChg>
        <pc:cxnChg chg="add del mod">
          <ac:chgData name="musukie52@gmail.com" userId="017bd91f96aa8751" providerId="LiveId" clId="{5B2C3894-F97E-4CAB-8812-5BB4D83AAC6A}" dt="2026-10-15T10:31:29.287" v="4275" actId="14100"/>
          <ac:cxnSpMkLst>
            <pc:docMk/>
            <pc:sldMk cId="2861542398" sldId="260"/>
            <ac:cxnSpMk id="34" creationId="{94F36562-CF66-47CD-3B96-EC8316A64B5B}"/>
          </ac:cxnSpMkLst>
        </pc:cxnChg>
        <pc:cxnChg chg="add del mod">
          <ac:chgData name="musukie52@gmail.com" userId="017bd91f96aa8751" providerId="LiveId" clId="{5B2C3894-F97E-4CAB-8812-5BB4D83AAC6A}" dt="2026-10-15T10:31:17.370" v="4274" actId="14100"/>
          <ac:cxnSpMkLst>
            <pc:docMk/>
            <pc:sldMk cId="2861542398" sldId="260"/>
            <ac:cxnSpMk id="35" creationId="{3772013B-5525-CFEB-E2B2-C36F069E90E9}"/>
          </ac:cxnSpMkLst>
        </pc:cxnChg>
        <pc:cxnChg chg="add del mod">
          <ac:chgData name="musukie52@gmail.com" userId="017bd91f96aa8751" providerId="LiveId" clId="{5B2C3894-F97E-4CAB-8812-5BB4D83AAC6A}" dt="2026-10-15T10:31:39.796" v="4277" actId="14100"/>
          <ac:cxnSpMkLst>
            <pc:docMk/>
            <pc:sldMk cId="2861542398" sldId="260"/>
            <ac:cxnSpMk id="36" creationId="{7BC52EDA-BF05-8969-9254-B397EFCB87E4}"/>
          </ac:cxnSpMkLst>
        </pc:cxnChg>
      </pc:sldChg>
      <pc:sldChg chg="addSp delSp modSp new del mod">
        <pc:chgData name="musukie52@gmail.com" userId="017bd91f96aa8751" providerId="LiveId" clId="{5B2C3894-F97E-4CAB-8812-5BB4D83AAC6A}" dt="2026-10-15T10:35:08.788" v="4308" actId="47"/>
        <pc:sldMkLst>
          <pc:docMk/>
          <pc:sldMk cId="3705035791" sldId="261"/>
        </pc:sldMkLst>
        <pc:spChg chg="del">
          <ac:chgData name="musukie52@gmail.com" userId="017bd91f96aa8751" providerId="LiveId" clId="{5B2C3894-F97E-4CAB-8812-5BB4D83AAC6A}" dt="2026-10-15T07:54:28.893" v="1345" actId="478"/>
          <ac:spMkLst>
            <pc:docMk/>
            <pc:sldMk cId="3705035791" sldId="261"/>
            <ac:spMk id="2" creationId="{6B443DA4-2E09-C839-DA7A-779012804763}"/>
          </ac:spMkLst>
        </pc:spChg>
        <pc:spChg chg="del">
          <ac:chgData name="musukie52@gmail.com" userId="017bd91f96aa8751" providerId="LiveId" clId="{5B2C3894-F97E-4CAB-8812-5BB4D83AAC6A}" dt="2026-10-15T07:54:28.893" v="1345" actId="478"/>
          <ac:spMkLst>
            <pc:docMk/>
            <pc:sldMk cId="3705035791" sldId="261"/>
            <ac:spMk id="3" creationId="{77A532E0-DE6B-1912-8B29-2BA9EA86A665}"/>
          </ac:spMkLst>
        </pc:spChg>
        <pc:spChg chg="add del">
          <ac:chgData name="musukie52@gmail.com" userId="017bd91f96aa8751" providerId="LiveId" clId="{5B2C3894-F97E-4CAB-8812-5BB4D83AAC6A}" dt="2026-10-15T10:05:59.825" v="4007" actId="21"/>
          <ac:spMkLst>
            <pc:docMk/>
            <pc:sldMk cId="3705035791" sldId="261"/>
            <ac:spMk id="3" creationId="{D65B8C5F-78D6-8113-E217-61E4C814A55C}"/>
          </ac:spMkLst>
        </pc:spChg>
        <pc:spChg chg="add del mod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5" creationId="{4981D119-8556-8D6B-2C64-F33F37645560}"/>
          </ac:spMkLst>
        </pc:spChg>
        <pc:spChg chg="add del mod">
          <ac:chgData name="musukie52@gmail.com" userId="017bd91f96aa8751" providerId="LiveId" clId="{5B2C3894-F97E-4CAB-8812-5BB4D83AAC6A}" dt="2026-10-15T10:05:59.825" v="4007" actId="21"/>
          <ac:spMkLst>
            <pc:docMk/>
            <pc:sldMk cId="3705035791" sldId="261"/>
            <ac:spMk id="5" creationId="{7DD29A04-AD9A-9096-B6FE-31217679B8B5}"/>
          </ac:spMkLst>
        </pc:spChg>
        <pc:spChg chg="add del mod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7" creationId="{E5ECE43A-5B44-06C3-7FDB-494466E15183}"/>
          </ac:spMkLst>
        </pc:spChg>
        <pc:spChg chg="add del mod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9" creationId="{B56639F9-7884-6A51-E83F-AFFB16A2DC7E}"/>
          </ac:spMkLst>
        </pc:spChg>
        <pc:spChg chg="mod">
          <ac:chgData name="musukie52@gmail.com" userId="017bd91f96aa8751" providerId="LiveId" clId="{5B2C3894-F97E-4CAB-8812-5BB4D83AAC6A}" dt="2026-10-15T08:27:19.151" v="2084" actId="1076"/>
          <ac:spMkLst>
            <pc:docMk/>
            <pc:sldMk cId="3705035791" sldId="261"/>
            <ac:spMk id="11" creationId="{F4D94A03-4696-07E9-EDB5-F3D9CC1A3AB4}"/>
          </ac:spMkLst>
        </pc:spChg>
        <pc:spChg chg="mod">
          <ac:chgData name="musukie52@gmail.com" userId="017bd91f96aa8751" providerId="LiveId" clId="{5B2C3894-F97E-4CAB-8812-5BB4D83AAC6A}" dt="2026-10-15T08:27:19.151" v="2084" actId="1076"/>
          <ac:spMkLst>
            <pc:docMk/>
            <pc:sldMk cId="3705035791" sldId="261"/>
            <ac:spMk id="15" creationId="{D487A204-EE8E-BAE7-AC75-09A7E3E0F1F6}"/>
          </ac:spMkLst>
        </pc:spChg>
        <pc:spChg chg="add del mod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17" creationId="{856D4B50-192C-E780-053F-9059F83820E8}"/>
          </ac:spMkLst>
        </pc:spChg>
        <pc:spChg chg="mod">
          <ac:chgData name="musukie52@gmail.com" userId="017bd91f96aa8751" providerId="LiveId" clId="{5B2C3894-F97E-4CAB-8812-5BB4D83AAC6A}" dt="2026-10-15T08:27:19.151" v="2084" actId="1076"/>
          <ac:spMkLst>
            <pc:docMk/>
            <pc:sldMk cId="3705035791" sldId="261"/>
            <ac:spMk id="21" creationId="{A6AE7653-98FD-7272-E3CD-AC966FCFC526}"/>
          </ac:spMkLst>
        </pc:spChg>
        <pc:spChg chg="add del mod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23" creationId="{894F6D6F-ED6E-0475-7C91-AA16EE190FC9}"/>
          </ac:spMkLst>
        </pc:spChg>
        <pc:spChg chg="mod">
          <ac:chgData name="musukie52@gmail.com" userId="017bd91f96aa8751" providerId="LiveId" clId="{5B2C3894-F97E-4CAB-8812-5BB4D83AAC6A}" dt="2026-10-15T08:27:19.151" v="2084" actId="1076"/>
          <ac:spMkLst>
            <pc:docMk/>
            <pc:sldMk cId="3705035791" sldId="261"/>
            <ac:spMk id="25" creationId="{0EDA4245-DC12-BA5C-6843-5FC9E06C2686}"/>
          </ac:spMkLst>
        </pc:spChg>
        <pc:spChg chg="mod">
          <ac:chgData name="musukie52@gmail.com" userId="017bd91f96aa8751" providerId="LiveId" clId="{5B2C3894-F97E-4CAB-8812-5BB4D83AAC6A}" dt="2026-10-15T08:27:19.151" v="2084" actId="1076"/>
          <ac:spMkLst>
            <pc:docMk/>
            <pc:sldMk cId="3705035791" sldId="261"/>
            <ac:spMk id="27" creationId="{DAE91C25-FCC4-1AF6-5A5A-9F20B2393600}"/>
          </ac:spMkLst>
        </pc:spChg>
        <pc:spChg chg="add del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29" creationId="{286F522C-19D1-5862-BB21-12EFCECBD0BF}"/>
          </ac:spMkLst>
        </pc:spChg>
        <pc:spChg chg="add del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37" creationId="{4CACCBC6-E1ED-4909-B5EF-68F37F39335B}"/>
          </ac:spMkLst>
        </pc:spChg>
        <pc:spChg chg="add del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39" creationId="{19768B9F-4C47-193E-9583-51D1663A71FD}"/>
          </ac:spMkLst>
        </pc:spChg>
        <pc:spChg chg="add del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43" creationId="{86F385F6-E8EC-818A-4D1F-A1EC4BD0C91A}"/>
          </ac:spMkLst>
        </pc:spChg>
        <pc:spChg chg="add del">
          <ac:chgData name="musukie52@gmail.com" userId="017bd91f96aa8751" providerId="LiveId" clId="{5B2C3894-F97E-4CAB-8812-5BB4D83AAC6A}" dt="2026-10-15T08:27:22.037" v="2085" actId="21"/>
          <ac:spMkLst>
            <pc:docMk/>
            <pc:sldMk cId="3705035791" sldId="261"/>
            <ac:spMk id="47" creationId="{0CF266F7-7A32-D46A-53FD-DAFDE4B1F423}"/>
          </ac:spMkLst>
        </pc:spChg>
        <pc:spChg chg="del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55" creationId="{7F3CA675-4F4C-C269-69E6-205F8AD5F6DF}"/>
          </ac:spMkLst>
        </pc:spChg>
        <pc:spChg chg="add del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57" creationId="{DC26677F-B56A-A02C-A7FE-A60110B1E1A7}"/>
          </ac:spMkLst>
        </pc:spChg>
        <pc:spChg chg="add del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59" creationId="{6F3A38E4-9120-E82D-52AA-2B85B5E9794C}"/>
          </ac:spMkLst>
        </pc:spChg>
        <pc:spChg chg="add del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63" creationId="{5DFB679A-998D-E29C-7F59-669C78DDFBBD}"/>
          </ac:spMkLst>
        </pc:spChg>
        <pc:spChg chg="add del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67" creationId="{4CD72AB5-D55E-5D2E-C5A0-0B4A9A5A62D8}"/>
          </ac:spMkLst>
        </pc:spChg>
        <pc:spChg chg="add del mod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69" creationId="{BCF199D6-6B55-A79B-6A33-C02B02C7D07D}"/>
          </ac:spMkLst>
        </pc:spChg>
        <pc:spChg chg="mod">
          <ac:chgData name="musukie52@gmail.com" userId="017bd91f96aa8751" providerId="LiveId" clId="{5B2C3894-F97E-4CAB-8812-5BB4D83AAC6A}" dt="2026-10-15T08:28:58.017" v="2098" actId="1076"/>
          <ac:spMkLst>
            <pc:docMk/>
            <pc:sldMk cId="3705035791" sldId="261"/>
            <ac:spMk id="71" creationId="{F5E23D9B-62B2-F750-B97D-EF58ED0EE487}"/>
          </ac:spMkLst>
        </pc:spChg>
        <pc:spChg chg="add del mod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73" creationId="{AC2BED47-76D0-4A82-31A7-3BF9F859E809}"/>
          </ac:spMkLst>
        </pc:spChg>
        <pc:spChg chg="add del mod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75" creationId="{1CDB9DCE-496D-CE2B-1DAC-D4D48D6AF1E3}"/>
          </ac:spMkLst>
        </pc:spChg>
        <pc:spChg chg="add del mod">
          <ac:chgData name="musukie52@gmail.com" userId="017bd91f96aa8751" providerId="LiveId" clId="{5B2C3894-F97E-4CAB-8812-5BB4D83AAC6A}" dt="2026-10-15T08:28:03.336" v="2092" actId="21"/>
          <ac:spMkLst>
            <pc:docMk/>
            <pc:sldMk cId="3705035791" sldId="261"/>
            <ac:spMk id="77" creationId="{3C6A817A-7B67-8F5F-C66E-466C7A5E2AEA}"/>
          </ac:spMkLst>
        </pc:spChg>
        <pc:spChg chg="del mod">
          <ac:chgData name="musukie52@gmail.com" userId="017bd91f96aa8751" providerId="LiveId" clId="{5B2C3894-F97E-4CAB-8812-5BB4D83AAC6A}" dt="2026-10-15T08:28:03.336" v="2092" actId="21"/>
          <ac:spMkLst>
            <pc:docMk/>
            <pc:sldMk cId="3705035791" sldId="261"/>
            <ac:spMk id="79" creationId="{E21CC9A4-B203-08EF-C865-11961DF26918}"/>
          </ac:spMkLst>
        </pc:spChg>
        <pc:spChg chg="add del mod">
          <ac:chgData name="musukie52@gmail.com" userId="017bd91f96aa8751" providerId="LiveId" clId="{5B2C3894-F97E-4CAB-8812-5BB4D83AAC6A}" dt="2026-10-15T08:28:03.336" v="2092" actId="21"/>
          <ac:spMkLst>
            <pc:docMk/>
            <pc:sldMk cId="3705035791" sldId="261"/>
            <ac:spMk id="81" creationId="{816FFC8E-AF87-FECB-B246-0BAB9B44B42D}"/>
          </ac:spMkLst>
        </pc:spChg>
        <pc:spChg chg="add del mod">
          <ac:chgData name="musukie52@gmail.com" userId="017bd91f96aa8751" providerId="LiveId" clId="{5B2C3894-F97E-4CAB-8812-5BB4D83AAC6A}" dt="2026-10-15T08:28:03.336" v="2092" actId="21"/>
          <ac:spMkLst>
            <pc:docMk/>
            <pc:sldMk cId="3705035791" sldId="261"/>
            <ac:spMk id="83" creationId="{0A265458-2369-2487-B6D0-6A91189F9C5B}"/>
          </ac:spMkLst>
        </pc:spChg>
        <pc:spChg chg="add mod">
          <ac:chgData name="musukie52@gmail.com" userId="017bd91f96aa8751" providerId="LiveId" clId="{5B2C3894-F97E-4CAB-8812-5BB4D83AAC6A}" dt="2026-10-15T08:28:58.017" v="2098" actId="1076"/>
          <ac:spMkLst>
            <pc:docMk/>
            <pc:sldMk cId="3705035791" sldId="261"/>
            <ac:spMk id="85" creationId="{0E72E71A-85DD-4A08-85A6-0C278BBB1108}"/>
          </ac:spMkLst>
        </pc:spChg>
        <pc:spChg chg="add del mod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87" creationId="{6486041F-1741-1D1F-C520-3C5D8F80CAC0}"/>
          </ac:spMkLst>
        </pc:spChg>
        <pc:spChg chg="add mod">
          <ac:chgData name="musukie52@gmail.com" userId="017bd91f96aa8751" providerId="LiveId" clId="{5B2C3894-F97E-4CAB-8812-5BB4D83AAC6A}" dt="2026-10-15T08:28:58.017" v="2098" actId="1076"/>
          <ac:spMkLst>
            <pc:docMk/>
            <pc:sldMk cId="3705035791" sldId="261"/>
            <ac:spMk id="89" creationId="{03E41993-3E37-6ABB-57AC-7B56CCA3755C}"/>
          </ac:spMkLst>
        </pc:spChg>
        <pc:spChg chg="add del mod">
          <ac:chgData name="musukie52@gmail.com" userId="017bd91f96aa8751" providerId="LiveId" clId="{5B2C3894-F97E-4CAB-8812-5BB4D83AAC6A}" dt="2026-10-15T08:29:00.501" v="2099" actId="21"/>
          <ac:spMkLst>
            <pc:docMk/>
            <pc:sldMk cId="3705035791" sldId="261"/>
            <ac:spMk id="91" creationId="{E56E1071-27D6-B314-64C8-54546CD49029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95" creationId="{94BAAA59-1DCF-A212-1C42-9FDD5C43DA6F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99" creationId="{A37C6051-080D-0CD1-638B-CEEAF33EE8D2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01" creationId="{4563C3EB-669A-2B39-0065-8143C66CD519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03" creationId="{E6A6CF35-F419-7D5B-060E-3B600D58F5EB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23" creationId="{30489ECD-AA4A-D6E2-D103-F055E4F064C4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25" creationId="{FF3BD687-D308-F4CC-69BC-56F64D75EDA5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31" creationId="{097257FF-EF14-373F-94EA-7976F318896C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41" creationId="{34A7DF34-62F2-101A-2F08-9F69CC6AB41A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43" creationId="{9606A007-5790-730A-B9C7-D894F0C3573A}"/>
          </ac:spMkLst>
        </pc:spChg>
        <pc:spChg chg="add del mod">
          <ac:chgData name="musukie52@gmail.com" userId="017bd91f96aa8751" providerId="LiveId" clId="{5B2C3894-F97E-4CAB-8812-5BB4D83AAC6A}" dt="2026-10-15T08:31:21.176" v="2320" actId="22"/>
          <ac:spMkLst>
            <pc:docMk/>
            <pc:sldMk cId="3705035791" sldId="261"/>
            <ac:spMk id="149" creationId="{5931F30A-5840-704D-AA2F-13319C4D0810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59" creationId="{9DA0111E-EA92-A9C4-C04E-D0BF7B5C07CE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61" creationId="{BA1F6167-882D-D015-221E-B356F2B60480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67" creationId="{D6A0B34B-8781-1C66-AEEF-84E35151868A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69" creationId="{8DE495D1-5C53-9107-1944-F0C01BEF8B4E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73" creationId="{840AF5B8-9690-9A21-4B12-D3D7E204EE08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75" creationId="{92C3431D-7C71-FC96-43A2-3F24DA71543F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77" creationId="{2F8024A8-2F7C-88CC-7814-8BE4DECD4B05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79" creationId="{197111E7-0F25-4940-D5A2-557A6D37CA76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85" creationId="{158BABEC-9C08-1040-33E0-8E9E63FC45DB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91" creationId="{22CAED33-A8C9-6760-28D4-2F4A1AE5842C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95" creationId="{E88019E9-45D8-ED04-07C5-767A36273BBD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197" creationId="{59536A6E-3895-FA12-4C9C-999AED255F94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199" creationId="{EE651430-32CF-EB56-6756-1FA39487465F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205" creationId="{4AE48A78-2DA2-BC62-27FE-1F9FC3029EE6}"/>
          </ac:spMkLst>
        </pc:spChg>
        <pc:spChg chg="add">
          <ac:chgData name="musukie52@gmail.com" userId="017bd91f96aa8751" providerId="LiveId" clId="{5B2C3894-F97E-4CAB-8812-5BB4D83AAC6A}" dt="2026-10-15T08:31:31.878" v="2324" actId="21"/>
          <ac:spMkLst>
            <pc:docMk/>
            <pc:sldMk cId="3705035791" sldId="261"/>
            <ac:spMk id="207" creationId="{F5EED480-8984-C915-DE44-343C4DA2F209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209" creationId="{42440643-8BB7-3A99-5EBD-F1BAABF60BD0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215" creationId="{C90C4BDD-A9EE-9950-17B3-690E540DF032}"/>
          </ac:spMkLst>
        </pc:spChg>
        <pc:spChg chg="add del">
          <ac:chgData name="musukie52@gmail.com" userId="017bd91f96aa8751" providerId="LiveId" clId="{5B2C3894-F97E-4CAB-8812-5BB4D83AAC6A}" dt="2026-10-15T08:31:32.316" v="2325" actId="22"/>
          <ac:spMkLst>
            <pc:docMk/>
            <pc:sldMk cId="3705035791" sldId="261"/>
            <ac:spMk id="219" creationId="{0002276C-5955-A124-B8EB-BFCF098D159A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21" creationId="{83DF3363-5D81-1882-EC7A-63FC1FDA008E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23" creationId="{46F97788-0280-04F8-FA56-4A07CDF32DF9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39" creationId="{D770D609-EECD-500C-9517-9DB85FD2118C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41" creationId="{9FBE8979-9B1D-6AB6-6C67-4AE2F4B78B1D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55" creationId="{A342E677-B969-44C7-3D01-A26D91824204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57" creationId="{96AA3E89-70B2-5502-C420-6CD796D998EE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59" creationId="{035230B2-0FCC-24F7-3FAC-65326DECD5B3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67" creationId="{DDF21181-5E1A-C775-07DC-FD0C3643FA94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71" creationId="{8F0C2DD3-4C2B-6CED-4866-70EFF972EA7C}"/>
          </ac:spMkLst>
        </pc:spChg>
        <pc:spChg chg="add del mod">
          <ac:chgData name="musukie52@gmail.com" userId="017bd91f96aa8751" providerId="LiveId" clId="{5B2C3894-F97E-4CAB-8812-5BB4D83AAC6A}" dt="2026-10-15T08:31:46.291" v="2328" actId="478"/>
          <ac:spMkLst>
            <pc:docMk/>
            <pc:sldMk cId="3705035791" sldId="261"/>
            <ac:spMk id="283" creationId="{E59787A7-C2D7-9F6F-FBE4-FF3865DF2EA4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85" creationId="{3EFE9392-C5F9-CFD7-A8CB-E5EA5A25129F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87" creationId="{EA8FFC82-5227-EAFD-3D07-DEC033B98C76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89" creationId="{28A620F7-93D8-FF22-4DC0-C138E6E929EF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91" creationId="{B1C33E71-AF66-56A6-50BC-30D535A3F277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93" creationId="{29246000-09FD-68D9-DD2E-733F1AF7C8B0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95" creationId="{EC6448FE-B6A1-D592-70CB-B150CB7CAAC7}"/>
          </ac:spMkLst>
        </pc:spChg>
        <pc:spChg chg="add">
          <ac:chgData name="musukie52@gmail.com" userId="017bd91f96aa8751" providerId="LiveId" clId="{5B2C3894-F97E-4CAB-8812-5BB4D83AAC6A}" dt="2026-10-15T08:45:39.216" v="2431" actId="22"/>
          <ac:spMkLst>
            <pc:docMk/>
            <pc:sldMk cId="3705035791" sldId="261"/>
            <ac:spMk id="297" creationId="{C2087A96-E21F-4F86-0D0C-1AA8B79AC776}"/>
          </ac:spMkLst>
        </pc:spChg>
        <pc:spChg chg="add del">
          <ac:chgData name="musukie52@gmail.com" userId="017bd91f96aa8751" providerId="LiveId" clId="{5B2C3894-F97E-4CAB-8812-5BB4D83AAC6A}" dt="2026-10-15T09:09:35.743" v="3477" actId="22"/>
          <ac:spMkLst>
            <pc:docMk/>
            <pc:sldMk cId="3705035791" sldId="261"/>
            <ac:spMk id="299" creationId="{6A0F6C0C-A0F0-8602-96D3-34C043419075}"/>
          </ac:spMkLst>
        </pc:spChg>
        <pc:spChg chg="add del mod">
          <ac:chgData name="musukie52@gmail.com" userId="017bd91f96aa8751" providerId="LiveId" clId="{5B2C3894-F97E-4CAB-8812-5BB4D83AAC6A}" dt="2026-10-15T09:09:35.743" v="3477" actId="22"/>
          <ac:spMkLst>
            <pc:docMk/>
            <pc:sldMk cId="3705035791" sldId="261"/>
            <ac:spMk id="301" creationId="{F4890EC2-B974-DE8D-6DB6-56FBB769C76D}"/>
          </ac:spMkLst>
        </pc:spChg>
        <pc:picChg chg="add mod">
          <ac:chgData name="musukie52@gmail.com" userId="017bd91f96aa8751" providerId="LiveId" clId="{5B2C3894-F97E-4CAB-8812-5BB4D83AAC6A}" dt="2026-10-15T10:25:27.632" v="4221"/>
          <ac:picMkLst>
            <pc:docMk/>
            <pc:sldMk cId="3705035791" sldId="261"/>
            <ac:picMk id="7" creationId="{EC00A169-8622-2616-664A-271AAB388F8E}"/>
          </ac:picMkLst>
        </pc:picChg>
      </pc:sldChg>
      <pc:sldChg chg="addSp delSp modSp new add del mod">
        <pc:chgData name="musukie52@gmail.com" userId="017bd91f96aa8751" providerId="LiveId" clId="{5B2C3894-F97E-4CAB-8812-5BB4D83AAC6A}" dt="2026-10-16T03:10:09.983" v="8023" actId="47"/>
        <pc:sldMkLst>
          <pc:docMk/>
          <pc:sldMk cId="1289355019" sldId="262"/>
        </pc:sldMkLst>
        <pc:spChg chg="del">
          <ac:chgData name="musukie52@gmail.com" userId="017bd91f96aa8751" providerId="LiveId" clId="{5B2C3894-F97E-4CAB-8812-5BB4D83AAC6A}" dt="2026-10-15T09:09:39.844" v="3479" actId="478"/>
          <ac:spMkLst>
            <pc:docMk/>
            <pc:sldMk cId="1289355019" sldId="262"/>
            <ac:spMk id="2" creationId="{26E3B147-2688-CF76-1FA4-33E6840D8D70}"/>
          </ac:spMkLst>
        </pc:spChg>
        <pc:spChg chg="add del mod">
          <ac:chgData name="musukie52@gmail.com" userId="017bd91f96aa8751" providerId="LiveId" clId="{5B2C3894-F97E-4CAB-8812-5BB4D83AAC6A}" dt="2026-10-16T01:25:37.821" v="5513" actId="21"/>
          <ac:spMkLst>
            <pc:docMk/>
            <pc:sldMk cId="1289355019" sldId="262"/>
            <ac:spMk id="2" creationId="{66E25135-487D-ECDD-DBCC-2684DAABB892}"/>
          </ac:spMkLst>
        </pc:spChg>
        <pc:spChg chg="del">
          <ac:chgData name="musukie52@gmail.com" userId="017bd91f96aa8751" providerId="LiveId" clId="{5B2C3894-F97E-4CAB-8812-5BB4D83AAC6A}" dt="2026-10-15T09:09:39.844" v="3479" actId="478"/>
          <ac:spMkLst>
            <pc:docMk/>
            <pc:sldMk cId="1289355019" sldId="262"/>
            <ac:spMk id="3" creationId="{E780B1A8-49DC-3306-426D-FDE4A8186203}"/>
          </ac:spMkLst>
        </pc:spChg>
        <pc:spChg chg="add del mod">
          <ac:chgData name="musukie52@gmail.com" userId="017bd91f96aa8751" providerId="LiveId" clId="{5B2C3894-F97E-4CAB-8812-5BB4D83AAC6A}" dt="2026-10-16T01:25:59.132" v="5519" actId="21"/>
          <ac:spMkLst>
            <pc:docMk/>
            <pc:sldMk cId="1289355019" sldId="262"/>
            <ac:spMk id="4" creationId="{433E27DB-3D85-91ED-BA3C-083BCAA734D4}"/>
          </ac:spMkLst>
        </pc:spChg>
        <pc:spChg chg="add del">
          <ac:chgData name="musukie52@gmail.com" userId="017bd91f96aa8751" providerId="LiveId" clId="{5B2C3894-F97E-4CAB-8812-5BB4D83AAC6A}" dt="2026-10-15T09:09:47.852" v="3482" actId="21"/>
          <ac:spMkLst>
            <pc:docMk/>
            <pc:sldMk cId="1289355019" sldId="262"/>
            <ac:spMk id="5" creationId="{A8862EF3-AA9F-E4E5-6DDA-BCEF002B7689}"/>
          </ac:spMkLst>
        </pc:spChg>
        <pc:spChg chg="add mod">
          <ac:chgData name="musukie52@gmail.com" userId="017bd91f96aa8751" providerId="LiveId" clId="{5B2C3894-F97E-4CAB-8812-5BB4D83AAC6A}" dt="2026-10-16T01:28:51.527" v="5623" actId="164"/>
          <ac:spMkLst>
            <pc:docMk/>
            <pc:sldMk cId="1289355019" sldId="262"/>
            <ac:spMk id="6" creationId="{D224677A-C803-162B-C423-2D2EA3A604D7}"/>
          </ac:spMkLst>
        </pc:spChg>
        <pc:spChg chg="add del mod">
          <ac:chgData name="musukie52@gmail.com" userId="017bd91f96aa8751" providerId="LiveId" clId="{5B2C3894-F97E-4CAB-8812-5BB4D83AAC6A}" dt="2026-10-15T09:09:47.852" v="3482" actId="21"/>
          <ac:spMkLst>
            <pc:docMk/>
            <pc:sldMk cId="1289355019" sldId="262"/>
            <ac:spMk id="7" creationId="{4678D5B7-47DD-B35C-7E16-2D567D6E49EF}"/>
          </ac:spMkLst>
        </pc:spChg>
        <pc:spChg chg="add del mod">
          <ac:chgData name="musukie52@gmail.com" userId="017bd91f96aa8751" providerId="LiveId" clId="{5B2C3894-F97E-4CAB-8812-5BB4D83AAC6A}" dt="2026-10-15T10:21:45.108" v="4178" actId="22"/>
          <ac:spMkLst>
            <pc:docMk/>
            <pc:sldMk cId="1289355019" sldId="262"/>
            <ac:spMk id="7" creationId="{7239096C-9827-0E1D-038C-55441CAE53DF}"/>
          </ac:spMkLst>
        </pc:spChg>
        <pc:spChg chg="add mod">
          <ac:chgData name="musukie52@gmail.com" userId="017bd91f96aa8751" providerId="LiveId" clId="{5B2C3894-F97E-4CAB-8812-5BB4D83AAC6A}" dt="2026-10-16T01:28:51.527" v="5623" actId="164"/>
          <ac:spMkLst>
            <pc:docMk/>
            <pc:sldMk cId="1289355019" sldId="262"/>
            <ac:spMk id="8" creationId="{B35B44FF-AB92-D7E9-2C2A-65C97689B0BF}"/>
          </ac:spMkLst>
        </pc:spChg>
        <pc:spChg chg="add del">
          <ac:chgData name="musukie52@gmail.com" userId="017bd91f96aa8751" providerId="LiveId" clId="{5B2C3894-F97E-4CAB-8812-5BB4D83AAC6A}" dt="2026-10-15T09:10:11.785" v="3491" actId="22"/>
          <ac:spMkLst>
            <pc:docMk/>
            <pc:sldMk cId="1289355019" sldId="262"/>
            <ac:spMk id="9" creationId="{1F0D3407-682B-FCA2-A0B9-15BC444A3817}"/>
          </ac:spMkLst>
        </pc:spChg>
        <pc:spChg chg="add del mod">
          <ac:chgData name="musukie52@gmail.com" userId="017bd91f96aa8751" providerId="LiveId" clId="{5B2C3894-F97E-4CAB-8812-5BB4D83AAC6A}" dt="2026-10-15T10:21:45.108" v="4178" actId="22"/>
          <ac:spMkLst>
            <pc:docMk/>
            <pc:sldMk cId="1289355019" sldId="262"/>
            <ac:spMk id="9" creationId="{B4238F0B-4083-11E3-3EFA-909B2EF76791}"/>
          </ac:spMkLst>
        </pc:spChg>
        <pc:spChg chg="add del">
          <ac:chgData name="musukie52@gmail.com" userId="017bd91f96aa8751" providerId="LiveId" clId="{5B2C3894-F97E-4CAB-8812-5BB4D83AAC6A}" dt="2026-10-16T01:33:14.135" v="5683" actId="21"/>
          <ac:spMkLst>
            <pc:docMk/>
            <pc:sldMk cId="1289355019" sldId="262"/>
            <ac:spMk id="10" creationId="{92D39900-860F-82D0-21FB-32CA8CBF9E80}"/>
          </ac:spMkLst>
        </pc:spChg>
        <pc:spChg chg="add del mod">
          <ac:chgData name="musukie52@gmail.com" userId="017bd91f96aa8751" providerId="LiveId" clId="{5B2C3894-F97E-4CAB-8812-5BB4D83AAC6A}" dt="2026-10-15T09:10:11.785" v="3491" actId="22"/>
          <ac:spMkLst>
            <pc:docMk/>
            <pc:sldMk cId="1289355019" sldId="262"/>
            <ac:spMk id="11" creationId="{93AE0D63-2B29-69DD-8F32-A555AFFC7848}"/>
          </ac:spMkLst>
        </pc:spChg>
        <pc:spChg chg="add del">
          <ac:chgData name="musukie52@gmail.com" userId="017bd91f96aa8751" providerId="LiveId" clId="{5B2C3894-F97E-4CAB-8812-5BB4D83AAC6A}" dt="2026-10-16T01:33:14.135" v="5683" actId="21"/>
          <ac:spMkLst>
            <pc:docMk/>
            <pc:sldMk cId="1289355019" sldId="262"/>
            <ac:spMk id="12" creationId="{87016068-77BD-F7FA-DE05-1FD0891B529D}"/>
          </ac:spMkLst>
        </pc:spChg>
        <pc:spChg chg="add del">
          <ac:chgData name="musukie52@gmail.com" userId="017bd91f96aa8751" providerId="LiveId" clId="{5B2C3894-F97E-4CAB-8812-5BB4D83AAC6A}" dt="2026-10-15T09:10:26.646" v="3498" actId="21"/>
          <ac:spMkLst>
            <pc:docMk/>
            <pc:sldMk cId="1289355019" sldId="262"/>
            <ac:spMk id="13" creationId="{0EDB1CE8-298D-2497-5756-C6DFE6D61E4C}"/>
          </ac:spMkLst>
        </pc:spChg>
        <pc:spChg chg="add del">
          <ac:chgData name="musukie52@gmail.com" userId="017bd91f96aa8751" providerId="LiveId" clId="{5B2C3894-F97E-4CAB-8812-5BB4D83AAC6A}" dt="2026-10-16T01:27:07.570" v="5554" actId="21"/>
          <ac:spMkLst>
            <pc:docMk/>
            <pc:sldMk cId="1289355019" sldId="262"/>
            <ac:spMk id="14" creationId="{1B7C978C-7DA1-348F-2AD8-2715B9B8BAEC}"/>
          </ac:spMkLst>
        </pc:spChg>
        <pc:spChg chg="add del mod">
          <ac:chgData name="musukie52@gmail.com" userId="017bd91f96aa8751" providerId="LiveId" clId="{5B2C3894-F97E-4CAB-8812-5BB4D83AAC6A}" dt="2026-10-15T09:10:26.646" v="3498" actId="21"/>
          <ac:spMkLst>
            <pc:docMk/>
            <pc:sldMk cId="1289355019" sldId="262"/>
            <ac:spMk id="15" creationId="{13404770-C667-AC84-2881-7B276F421AD7}"/>
          </ac:spMkLst>
        </pc:spChg>
        <pc:spChg chg="add del">
          <ac:chgData name="musukie52@gmail.com" userId="017bd91f96aa8751" providerId="LiveId" clId="{5B2C3894-F97E-4CAB-8812-5BB4D83AAC6A}" dt="2026-10-16T01:27:07.570" v="5554" actId="21"/>
          <ac:spMkLst>
            <pc:docMk/>
            <pc:sldMk cId="1289355019" sldId="262"/>
            <ac:spMk id="16" creationId="{8CAE175F-07AF-7337-382E-9BF2F196070E}"/>
          </ac:spMkLst>
        </pc:spChg>
        <pc:spChg chg="add del mod ord">
          <ac:chgData name="musukie52@gmail.com" userId="017bd91f96aa8751" providerId="LiveId" clId="{5B2C3894-F97E-4CAB-8812-5BB4D83AAC6A}" dt="2026-10-15T10:21:43.944" v="4174" actId="22"/>
          <ac:spMkLst>
            <pc:docMk/>
            <pc:sldMk cId="1289355019" sldId="262"/>
            <ac:spMk id="17" creationId="{9EF50569-56B3-85E0-FD71-6CC6F6C17A85}"/>
          </ac:spMkLst>
        </pc:spChg>
        <pc:spChg chg="add del">
          <ac:chgData name="musukie52@gmail.com" userId="017bd91f96aa8751" providerId="LiveId" clId="{5B2C3894-F97E-4CAB-8812-5BB4D83AAC6A}" dt="2026-10-16T01:26:48.721" v="5541" actId="22"/>
          <ac:spMkLst>
            <pc:docMk/>
            <pc:sldMk cId="1289355019" sldId="262"/>
            <ac:spMk id="18" creationId="{C4E3EF44-579B-C660-9E8F-DC5C9C46027F}"/>
          </ac:spMkLst>
        </pc:spChg>
        <pc:spChg chg="add del">
          <ac:chgData name="musukie52@gmail.com" userId="017bd91f96aa8751" providerId="LiveId" clId="{5B2C3894-F97E-4CAB-8812-5BB4D83AAC6A}" dt="2026-10-15T09:12:13.642" v="3704" actId="21"/>
          <ac:spMkLst>
            <pc:docMk/>
            <pc:sldMk cId="1289355019" sldId="262"/>
            <ac:spMk id="19" creationId="{D14EC567-B829-5F1C-9101-2B5C2AD8EFA6}"/>
          </ac:spMkLst>
        </pc:spChg>
        <pc:spChg chg="add del">
          <ac:chgData name="musukie52@gmail.com" userId="017bd91f96aa8751" providerId="LiveId" clId="{5B2C3894-F97E-4CAB-8812-5BB4D83AAC6A}" dt="2026-10-16T01:26:48.721" v="5541" actId="22"/>
          <ac:spMkLst>
            <pc:docMk/>
            <pc:sldMk cId="1289355019" sldId="262"/>
            <ac:spMk id="20" creationId="{6D337F2E-AF95-0E0B-EC6A-50A6ADF09496}"/>
          </ac:spMkLst>
        </pc:spChg>
        <pc:spChg chg="add del">
          <ac:chgData name="musukie52@gmail.com" userId="017bd91f96aa8751" providerId="LiveId" clId="{5B2C3894-F97E-4CAB-8812-5BB4D83AAC6A}" dt="2026-10-15T09:12:13.642" v="3704" actId="21"/>
          <ac:spMkLst>
            <pc:docMk/>
            <pc:sldMk cId="1289355019" sldId="262"/>
            <ac:spMk id="21" creationId="{7D14381E-754C-6466-DEB3-F777AE592410}"/>
          </ac:spMkLst>
        </pc:spChg>
        <pc:spChg chg="add mod">
          <ac:chgData name="musukie52@gmail.com" userId="017bd91f96aa8751" providerId="LiveId" clId="{5B2C3894-F97E-4CAB-8812-5BB4D83AAC6A}" dt="2026-10-16T01:28:55.452" v="5625" actId="164"/>
          <ac:spMkLst>
            <pc:docMk/>
            <pc:sldMk cId="1289355019" sldId="262"/>
            <ac:spMk id="22" creationId="{BA1F8212-EB86-9CD8-A063-257C1192C818}"/>
          </ac:spMkLst>
        </pc:spChg>
        <pc:spChg chg="add del">
          <ac:chgData name="musukie52@gmail.com" userId="017bd91f96aa8751" providerId="LiveId" clId="{5B2C3894-F97E-4CAB-8812-5BB4D83AAC6A}" dt="2026-10-15T10:27:24.287" v="4240" actId="22"/>
          <ac:spMkLst>
            <pc:docMk/>
            <pc:sldMk cId="1289355019" sldId="262"/>
            <ac:spMk id="23" creationId="{03F3F8D1-434D-1B93-1E78-D237AAE01804}"/>
          </ac:spMkLst>
        </pc:spChg>
        <pc:spChg chg="add mod">
          <ac:chgData name="musukie52@gmail.com" userId="017bd91f96aa8751" providerId="LiveId" clId="{5B2C3894-F97E-4CAB-8812-5BB4D83AAC6A}" dt="2026-10-15T09:57:39.185" v="3873" actId="164"/>
          <ac:spMkLst>
            <pc:docMk/>
            <pc:sldMk cId="1289355019" sldId="262"/>
            <ac:spMk id="23" creationId="{128FE7AC-0EA6-7528-4AC7-72B33B39001D}"/>
          </ac:spMkLst>
        </pc:spChg>
        <pc:spChg chg="add mod">
          <ac:chgData name="musukie52@gmail.com" userId="017bd91f96aa8751" providerId="LiveId" clId="{5B2C3894-F97E-4CAB-8812-5BB4D83AAC6A}" dt="2026-10-16T01:28:55.452" v="5625" actId="164"/>
          <ac:spMkLst>
            <pc:docMk/>
            <pc:sldMk cId="1289355019" sldId="262"/>
            <ac:spMk id="24" creationId="{47181E5B-4D17-C829-85E8-1745A8F4744F}"/>
          </ac:spMkLst>
        </pc:spChg>
        <pc:spChg chg="add del">
          <ac:chgData name="musukie52@gmail.com" userId="017bd91f96aa8751" providerId="LiveId" clId="{5B2C3894-F97E-4CAB-8812-5BB4D83AAC6A}" dt="2026-10-15T10:27:24.287" v="4240" actId="22"/>
          <ac:spMkLst>
            <pc:docMk/>
            <pc:sldMk cId="1289355019" sldId="262"/>
            <ac:spMk id="25" creationId="{1EA1AAA6-832A-DD49-213F-80D1A1AEF71C}"/>
          </ac:spMkLst>
        </pc:spChg>
        <pc:spChg chg="add del mod">
          <ac:chgData name="musukie52@gmail.com" userId="017bd91f96aa8751" providerId="LiveId" clId="{5B2C3894-F97E-4CAB-8812-5BB4D83AAC6A}" dt="2026-10-15T09:55:06.922" v="3829" actId="478"/>
          <ac:spMkLst>
            <pc:docMk/>
            <pc:sldMk cId="1289355019" sldId="262"/>
            <ac:spMk id="25" creationId="{F78BDA7A-E2EE-8A74-4A9A-EA171C85FFE2}"/>
          </ac:spMkLst>
        </pc:spChg>
        <pc:spChg chg="add mod">
          <ac:chgData name="musukie52@gmail.com" userId="017bd91f96aa8751" providerId="LiveId" clId="{5B2C3894-F97E-4CAB-8812-5BB4D83AAC6A}" dt="2026-10-16T01:28:53.476" v="5624" actId="164"/>
          <ac:spMkLst>
            <pc:docMk/>
            <pc:sldMk cId="1289355019" sldId="262"/>
            <ac:spMk id="26" creationId="{1A961851-A1FB-A938-9591-D52517155835}"/>
          </ac:spMkLst>
        </pc:spChg>
        <pc:spChg chg="add del mod">
          <ac:chgData name="musukie52@gmail.com" userId="017bd91f96aa8751" providerId="LiveId" clId="{5B2C3894-F97E-4CAB-8812-5BB4D83AAC6A}" dt="2026-10-15T09:56:01.308" v="3846" actId="164"/>
          <ac:spMkLst>
            <pc:docMk/>
            <pc:sldMk cId="1289355019" sldId="262"/>
            <ac:spMk id="26" creationId="{731289BA-2244-9F45-714E-EDB3078DFCD3}"/>
          </ac:spMkLst>
        </pc:spChg>
        <pc:spChg chg="add del mod">
          <ac:chgData name="musukie52@gmail.com" userId="017bd91f96aa8751" providerId="LiveId" clId="{5B2C3894-F97E-4CAB-8812-5BB4D83AAC6A}" dt="2026-10-15T09:54:56.572" v="3827" actId="478"/>
          <ac:spMkLst>
            <pc:docMk/>
            <pc:sldMk cId="1289355019" sldId="262"/>
            <ac:spMk id="27" creationId="{90F2C727-8F19-86C2-5085-C3ABCE34718E}"/>
          </ac:spMkLst>
        </pc:spChg>
        <pc:spChg chg="add del">
          <ac:chgData name="musukie52@gmail.com" userId="017bd91f96aa8751" providerId="LiveId" clId="{5B2C3894-F97E-4CAB-8812-5BB4D83AAC6A}" dt="2026-10-15T10:27:24.287" v="4240" actId="22"/>
          <ac:spMkLst>
            <pc:docMk/>
            <pc:sldMk cId="1289355019" sldId="262"/>
            <ac:spMk id="27" creationId="{EB6D080B-239B-EA1D-1863-93FA220C597B}"/>
          </ac:spMkLst>
        </pc:spChg>
        <pc:spChg chg="add mod">
          <ac:chgData name="musukie52@gmail.com" userId="017bd91f96aa8751" providerId="LiveId" clId="{5B2C3894-F97E-4CAB-8812-5BB4D83AAC6A}" dt="2026-10-16T01:28:53.476" v="5624" actId="164"/>
          <ac:spMkLst>
            <pc:docMk/>
            <pc:sldMk cId="1289355019" sldId="262"/>
            <ac:spMk id="28" creationId="{D071C5FB-1452-10A2-602D-57BEBC1253B7}"/>
          </ac:spMkLst>
        </pc:spChg>
        <pc:spChg chg="add del mod">
          <ac:chgData name="musukie52@gmail.com" userId="017bd91f96aa8751" providerId="LiveId" clId="{5B2C3894-F97E-4CAB-8812-5BB4D83AAC6A}" dt="2026-10-15T09:56:01.308" v="3846" actId="164"/>
          <ac:spMkLst>
            <pc:docMk/>
            <pc:sldMk cId="1289355019" sldId="262"/>
            <ac:spMk id="29" creationId="{249AA164-C43F-6604-E53C-1C8799676D87}"/>
          </ac:spMkLst>
        </pc:spChg>
        <pc:spChg chg="add del">
          <ac:chgData name="musukie52@gmail.com" userId="017bd91f96aa8751" providerId="LiveId" clId="{5B2C3894-F97E-4CAB-8812-5BB4D83AAC6A}" dt="2026-10-15T10:27:35.847" v="4244" actId="21"/>
          <ac:spMkLst>
            <pc:docMk/>
            <pc:sldMk cId="1289355019" sldId="262"/>
            <ac:spMk id="29" creationId="{582B9F23-7624-E054-495F-B4865B8ADFC0}"/>
          </ac:spMkLst>
        </pc:spChg>
        <pc:spChg chg="add mod">
          <ac:chgData name="musukie52@gmail.com" userId="017bd91f96aa8751" providerId="LiveId" clId="{5B2C3894-F97E-4CAB-8812-5BB4D83AAC6A}" dt="2026-10-16T01:28:57.865" v="5626" actId="164"/>
          <ac:spMkLst>
            <pc:docMk/>
            <pc:sldMk cId="1289355019" sldId="262"/>
            <ac:spMk id="30" creationId="{9D0722F1-4D61-1128-7616-77E48D13A848}"/>
          </ac:spMkLst>
        </pc:spChg>
        <pc:spChg chg="mod">
          <ac:chgData name="musukie52@gmail.com" userId="017bd91f96aa8751" providerId="LiveId" clId="{5B2C3894-F97E-4CAB-8812-5BB4D83AAC6A}" dt="2026-10-15T09:54:35.183" v="3822"/>
          <ac:spMkLst>
            <pc:docMk/>
            <pc:sldMk cId="1289355019" sldId="262"/>
            <ac:spMk id="30" creationId="{F46223C4-EA80-C9B6-D58C-82E0AD11DB32}"/>
          </ac:spMkLst>
        </pc:spChg>
        <pc:spChg chg="add del mod">
          <ac:chgData name="musukie52@gmail.com" userId="017bd91f96aa8751" providerId="LiveId" clId="{5B2C3894-F97E-4CAB-8812-5BB4D83AAC6A}" dt="2026-10-15T10:27:35.847" v="4244" actId="21"/>
          <ac:spMkLst>
            <pc:docMk/>
            <pc:sldMk cId="1289355019" sldId="262"/>
            <ac:spMk id="31" creationId="{C10BB583-9908-D0AC-EF53-8F7B275FBF0B}"/>
          </ac:spMkLst>
        </pc:spChg>
        <pc:spChg chg="add mod">
          <ac:chgData name="musukie52@gmail.com" userId="017bd91f96aa8751" providerId="LiveId" clId="{5B2C3894-F97E-4CAB-8812-5BB4D83AAC6A}" dt="2026-10-16T01:28:57.865" v="5626" actId="164"/>
          <ac:spMkLst>
            <pc:docMk/>
            <pc:sldMk cId="1289355019" sldId="262"/>
            <ac:spMk id="32" creationId="{46D97FFC-AD91-C8F0-7499-2A6086BDD6E3}"/>
          </ac:spMkLst>
        </pc:spChg>
        <pc:spChg chg="add mod">
          <ac:chgData name="musukie52@gmail.com" userId="017bd91f96aa8751" providerId="LiveId" clId="{5B2C3894-F97E-4CAB-8812-5BB4D83AAC6A}" dt="2026-10-15T09:55:55.643" v="3845" actId="164"/>
          <ac:spMkLst>
            <pc:docMk/>
            <pc:sldMk cId="1289355019" sldId="262"/>
            <ac:spMk id="32" creationId="{ECD3AF3F-276B-E0FF-BDED-70483ECF1804}"/>
          </ac:spMkLst>
        </pc:spChg>
        <pc:spChg chg="add del">
          <ac:chgData name="musukie52@gmail.com" userId="017bd91f96aa8751" providerId="LiveId" clId="{5B2C3894-F97E-4CAB-8812-5BB4D83AAC6A}" dt="2026-10-15T10:27:35.847" v="4244" actId="21"/>
          <ac:spMkLst>
            <pc:docMk/>
            <pc:sldMk cId="1289355019" sldId="262"/>
            <ac:spMk id="33" creationId="{B31512E9-C83F-9126-6D51-9A4818A6EAC0}"/>
          </ac:spMkLst>
        </pc:spChg>
        <pc:spChg chg="add mod">
          <ac:chgData name="musukie52@gmail.com" userId="017bd91f96aa8751" providerId="LiveId" clId="{5B2C3894-F97E-4CAB-8812-5BB4D83AAC6A}" dt="2026-10-16T01:28:44.756" v="5621" actId="164"/>
          <ac:spMkLst>
            <pc:docMk/>
            <pc:sldMk cId="1289355019" sldId="262"/>
            <ac:spMk id="34" creationId="{48E75057-B5B8-D06F-E22B-DA1872C92DA6}"/>
          </ac:spMkLst>
        </pc:spChg>
        <pc:spChg chg="add mod">
          <ac:chgData name="musukie52@gmail.com" userId="017bd91f96aa8751" providerId="LiveId" clId="{5B2C3894-F97E-4CAB-8812-5BB4D83AAC6A}" dt="2026-10-15T09:55:55.643" v="3845" actId="164"/>
          <ac:spMkLst>
            <pc:docMk/>
            <pc:sldMk cId="1289355019" sldId="262"/>
            <ac:spMk id="34" creationId="{73D17C54-F89D-41E2-295C-5DB2B7A3FFF2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35" creationId="{E65C1D6E-95AB-7E9E-1E4C-2008559FACC6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37" creationId="{6C019EF3-60D3-96FD-84F3-F9F81C411D36}"/>
          </ac:spMkLst>
        </pc:spChg>
        <pc:spChg chg="mod">
          <ac:chgData name="musukie52@gmail.com" userId="017bd91f96aa8751" providerId="LiveId" clId="{5B2C3894-F97E-4CAB-8812-5BB4D83AAC6A}" dt="2026-10-15T09:56:47.220" v="3857"/>
          <ac:spMkLst>
            <pc:docMk/>
            <pc:sldMk cId="1289355019" sldId="262"/>
            <ac:spMk id="38" creationId="{670C6239-A986-8B62-1A5D-AF9A5E888949}"/>
          </ac:spMkLst>
        </pc:spChg>
        <pc:spChg chg="add mod">
          <ac:chgData name="musukie52@gmail.com" userId="017bd91f96aa8751" providerId="LiveId" clId="{5B2C3894-F97E-4CAB-8812-5BB4D83AAC6A}" dt="2026-10-16T01:28:44.756" v="5621" actId="164"/>
          <ac:spMkLst>
            <pc:docMk/>
            <pc:sldMk cId="1289355019" sldId="262"/>
            <ac:spMk id="38" creationId="{E34A1C3B-317B-2F81-FEFB-9D6D21FFB8E5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39" creationId="{51C2AB03-EBD6-539B-6807-A04922ED8D02}"/>
          </ac:spMkLst>
        </pc:spChg>
        <pc:spChg chg="mod">
          <ac:chgData name="musukie52@gmail.com" userId="017bd91f96aa8751" providerId="LiveId" clId="{5B2C3894-F97E-4CAB-8812-5BB4D83AAC6A}" dt="2026-10-15T09:56:47.220" v="3857"/>
          <ac:spMkLst>
            <pc:docMk/>
            <pc:sldMk cId="1289355019" sldId="262"/>
            <ac:spMk id="39" creationId="{AD6B784E-4A6E-14F3-B721-5266208CF8FC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41" creationId="{5AF95D60-67C0-D608-8864-19E0E4A996DC}"/>
          </ac:spMkLst>
        </pc:spChg>
        <pc:spChg chg="mod">
          <ac:chgData name="musukie52@gmail.com" userId="017bd91f96aa8751" providerId="LiveId" clId="{5B2C3894-F97E-4CAB-8812-5BB4D83AAC6A}" dt="2026-10-15T09:57:11.353" v="3868"/>
          <ac:spMkLst>
            <pc:docMk/>
            <pc:sldMk cId="1289355019" sldId="262"/>
            <ac:spMk id="41" creationId="{84E1359A-1B3B-2B04-CD93-78C38FBCF54B}"/>
          </ac:spMkLst>
        </pc:spChg>
        <pc:spChg chg="mod">
          <ac:chgData name="musukie52@gmail.com" userId="017bd91f96aa8751" providerId="LiveId" clId="{5B2C3894-F97E-4CAB-8812-5BB4D83AAC6A}" dt="2026-10-15T09:57:11.353" v="3868"/>
          <ac:spMkLst>
            <pc:docMk/>
            <pc:sldMk cId="1289355019" sldId="262"/>
            <ac:spMk id="42" creationId="{24B994CC-0BDF-0822-0A05-CB81785F4DF3}"/>
          </ac:spMkLst>
        </pc:spChg>
        <pc:spChg chg="add del">
          <ac:chgData name="musukie52@gmail.com" userId="017bd91f96aa8751" providerId="LiveId" clId="{5B2C3894-F97E-4CAB-8812-5BB4D83AAC6A}" dt="2026-10-16T01:28:29.954" v="5617" actId="22"/>
          <ac:spMkLst>
            <pc:docMk/>
            <pc:sldMk cId="1289355019" sldId="262"/>
            <ac:spMk id="42" creationId="{6E05DCE3-B903-6679-92D0-5765DC2D82E1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43" creationId="{0980EEC8-68A7-2713-BFF1-36F8B4B0D229}"/>
          </ac:spMkLst>
        </pc:spChg>
        <pc:spChg chg="del mod topLvl">
          <ac:chgData name="musukie52@gmail.com" userId="017bd91f96aa8751" providerId="LiveId" clId="{5B2C3894-F97E-4CAB-8812-5BB4D83AAC6A}" dt="2026-10-15T09:59:06.948" v="3896" actId="478"/>
          <ac:spMkLst>
            <pc:docMk/>
            <pc:sldMk cId="1289355019" sldId="262"/>
            <ac:spMk id="45" creationId="{1F105A5A-F96E-B0B5-603B-825556DDDDF5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45" creationId="{42509498-39CC-CCE4-3A15-23488E4DA6E3}"/>
          </ac:spMkLst>
        </pc:spChg>
        <pc:spChg chg="add del">
          <ac:chgData name="musukie52@gmail.com" userId="017bd91f96aa8751" providerId="LiveId" clId="{5B2C3894-F97E-4CAB-8812-5BB4D83AAC6A}" dt="2026-10-16T01:28:29.954" v="5617" actId="22"/>
          <ac:spMkLst>
            <pc:docMk/>
            <pc:sldMk cId="1289355019" sldId="262"/>
            <ac:spMk id="46" creationId="{31310922-85BF-2712-8811-2C81ECAF8734}"/>
          </ac:spMkLst>
        </pc:spChg>
        <pc:spChg chg="add">
          <ac:chgData name="musukie52@gmail.com" userId="017bd91f96aa8751" providerId="LiveId" clId="{5B2C3894-F97E-4CAB-8812-5BB4D83AAC6A}" dt="2026-10-15T10:35:15.235" v="4309" actId="22"/>
          <ac:spMkLst>
            <pc:docMk/>
            <pc:sldMk cId="1289355019" sldId="262"/>
            <ac:spMk id="47" creationId="{8B424219-2BE4-0D77-5CC7-4508A198B908}"/>
          </ac:spMkLst>
        </pc:spChg>
        <pc:spChg chg="add">
          <ac:chgData name="musukie52@gmail.com" userId="017bd91f96aa8751" providerId="LiveId" clId="{5B2C3894-F97E-4CAB-8812-5BB4D83AAC6A}" dt="2026-10-15T10:35:20.853" v="4310" actId="22"/>
          <ac:spMkLst>
            <pc:docMk/>
            <pc:sldMk cId="1289355019" sldId="262"/>
            <ac:spMk id="49" creationId="{28DDB08F-B97D-0E8A-CEDA-9AF784FDC15E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0" creationId="{07245BFD-0A80-078D-A0BF-50D6461F7C33}"/>
          </ac:spMkLst>
        </pc:spChg>
        <pc:spChg chg="add mod">
          <ac:chgData name="musukie52@gmail.com" userId="017bd91f96aa8751" providerId="LiveId" clId="{5B2C3894-F97E-4CAB-8812-5BB4D83AAC6A}" dt="2026-10-16T01:28:48.850" v="5622" actId="164"/>
          <ac:spMkLst>
            <pc:docMk/>
            <pc:sldMk cId="1289355019" sldId="262"/>
            <ac:spMk id="50" creationId="{1FF5D2D1-B55B-D290-1ECB-41689D7037D4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1" creationId="{4A8DC3E4-8839-4543-4A53-6649471BD2E6}"/>
          </ac:spMkLst>
        </pc:spChg>
        <pc:spChg chg="add">
          <ac:chgData name="musukie52@gmail.com" userId="017bd91f96aa8751" providerId="LiveId" clId="{5B2C3894-F97E-4CAB-8812-5BB4D83AAC6A}" dt="2026-10-15T10:35:20.853" v="4310" actId="22"/>
          <ac:spMkLst>
            <pc:docMk/>
            <pc:sldMk cId="1289355019" sldId="262"/>
            <ac:spMk id="51" creationId="{8013B19E-85BB-922D-EC19-14826E4DE970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2" creationId="{28791AC3-EDE7-82D5-BDD9-5EC2B287939C}"/>
          </ac:spMkLst>
        </pc:spChg>
        <pc:spChg chg="add">
          <ac:chgData name="musukie52@gmail.com" userId="017bd91f96aa8751" providerId="LiveId" clId="{5B2C3894-F97E-4CAB-8812-5BB4D83AAC6A}" dt="2026-10-15T10:35:20.853" v="4310" actId="22"/>
          <ac:spMkLst>
            <pc:docMk/>
            <pc:sldMk cId="1289355019" sldId="262"/>
            <ac:spMk id="53" creationId="{E1FD3EEE-E619-4624-B99A-16D0F4C9C0D8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3" creationId="{E482A018-0E53-FB2E-1969-57A53202DFBB}"/>
          </ac:spMkLst>
        </pc:spChg>
        <pc:spChg chg="add mod">
          <ac:chgData name="musukie52@gmail.com" userId="017bd91f96aa8751" providerId="LiveId" clId="{5B2C3894-F97E-4CAB-8812-5BB4D83AAC6A}" dt="2026-10-16T01:28:48.850" v="5622" actId="164"/>
          <ac:spMkLst>
            <pc:docMk/>
            <pc:sldMk cId="1289355019" sldId="262"/>
            <ac:spMk id="54" creationId="{416AF091-365D-F328-965A-C87A76619845}"/>
          </ac:spMkLst>
        </pc:spChg>
        <pc:spChg chg="del mod topLvl">
          <ac:chgData name="musukie52@gmail.com" userId="017bd91f96aa8751" providerId="LiveId" clId="{5B2C3894-F97E-4CAB-8812-5BB4D83AAC6A}" dt="2026-10-15T09:59:06.948" v="3896" actId="478"/>
          <ac:spMkLst>
            <pc:docMk/>
            <pc:sldMk cId="1289355019" sldId="262"/>
            <ac:spMk id="54" creationId="{DDB00E2D-2242-3B47-3479-202FB7E2D5E2}"/>
          </ac:spMkLst>
        </pc:spChg>
        <pc:spChg chg="del mod topLvl">
          <ac:chgData name="musukie52@gmail.com" userId="017bd91f96aa8751" providerId="LiveId" clId="{5B2C3894-F97E-4CAB-8812-5BB4D83AAC6A}" dt="2026-10-15T09:59:06.948" v="3896" actId="478"/>
          <ac:spMkLst>
            <pc:docMk/>
            <pc:sldMk cId="1289355019" sldId="262"/>
            <ac:spMk id="55" creationId="{3E84DCFF-00E3-970F-C79F-CD54D6F63D9F}"/>
          </ac:spMkLst>
        </pc:spChg>
        <pc:spChg chg="add">
          <ac:chgData name="musukie52@gmail.com" userId="017bd91f96aa8751" providerId="LiveId" clId="{5B2C3894-F97E-4CAB-8812-5BB4D83AAC6A}" dt="2026-10-15T10:35:20.853" v="4310" actId="22"/>
          <ac:spMkLst>
            <pc:docMk/>
            <pc:sldMk cId="1289355019" sldId="262"/>
            <ac:spMk id="55" creationId="{E51E6E69-4376-7E5E-68B6-DEE3B614602F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6" creationId="{D8916B3E-E146-2BCF-191A-FE7DED842F98}"/>
          </ac:spMkLst>
        </pc:spChg>
        <pc:spChg chg="add mod">
          <ac:chgData name="musukie52@gmail.com" userId="017bd91f96aa8751" providerId="LiveId" clId="{5B2C3894-F97E-4CAB-8812-5BB4D83AAC6A}" dt="2026-10-15T11:20:51.395" v="5169" actId="207"/>
          <ac:spMkLst>
            <pc:docMk/>
            <pc:sldMk cId="1289355019" sldId="262"/>
            <ac:spMk id="57" creationId="{7564BA4F-36C1-5149-0C9D-0538B84AB3FB}"/>
          </ac:spMkLst>
        </pc:spChg>
        <pc:spChg chg="mod">
          <ac:chgData name="musukie52@gmail.com" userId="017bd91f96aa8751" providerId="LiveId" clId="{5B2C3894-F97E-4CAB-8812-5BB4D83AAC6A}" dt="2026-10-15T09:58:41.192" v="3889" actId="165"/>
          <ac:spMkLst>
            <pc:docMk/>
            <pc:sldMk cId="1289355019" sldId="262"/>
            <ac:spMk id="57" creationId="{7BE3583B-D2EA-8C54-E990-C950D045714D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59" creationId="{273B16F9-0D8B-3A2C-0EA4-32D0D8927E2A}"/>
          </ac:spMkLst>
        </pc:spChg>
        <pc:spChg chg="add mod">
          <ac:chgData name="musukie52@gmail.com" userId="017bd91f96aa8751" providerId="LiveId" clId="{5B2C3894-F97E-4CAB-8812-5BB4D83AAC6A}" dt="2026-10-15T11:20:54.764" v="5171" actId="20577"/>
          <ac:spMkLst>
            <pc:docMk/>
            <pc:sldMk cId="1289355019" sldId="262"/>
            <ac:spMk id="59" creationId="{ED4DF7D3-8FA1-1965-84BC-5140A372A5DA}"/>
          </ac:spMkLst>
        </pc:spChg>
        <pc:spChg chg="add mod">
          <ac:chgData name="musukie52@gmail.com" userId="017bd91f96aa8751" providerId="LiveId" clId="{5B2C3894-F97E-4CAB-8812-5BB4D83AAC6A}" dt="2026-10-15T11:19:57.397" v="5150" actId="207"/>
          <ac:spMkLst>
            <pc:docMk/>
            <pc:sldMk cId="1289355019" sldId="262"/>
            <ac:spMk id="61" creationId="{3631CC49-B63C-C018-AB47-BEA35B303CAF}"/>
          </ac:spMkLst>
        </pc:spChg>
        <pc:spChg chg="add">
          <ac:chgData name="musukie52@gmail.com" userId="017bd91f96aa8751" providerId="LiveId" clId="{5B2C3894-F97E-4CAB-8812-5BB4D83AAC6A}" dt="2026-10-15T10:35:20.853" v="4310" actId="22"/>
          <ac:spMkLst>
            <pc:docMk/>
            <pc:sldMk cId="1289355019" sldId="262"/>
            <ac:spMk id="63" creationId="{AA97F21A-134D-A5D8-8B2D-A5C3A9C16630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4" creationId="{91D72E0E-804A-21C4-51C5-6D6C4FFCD045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5" creationId="{DB67050D-F538-D107-62EE-FDFFF04EABEF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6" creationId="{608FB829-D61C-CCD2-2222-A5323D5FD05A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7" creationId="{47541DBC-A4B1-0FD8-34FF-28C38406A838}"/>
          </ac:spMkLst>
        </pc:spChg>
        <pc:spChg chg="add del">
          <ac:chgData name="musukie52@gmail.com" userId="017bd91f96aa8751" providerId="LiveId" clId="{5B2C3894-F97E-4CAB-8812-5BB4D83AAC6A}" dt="2026-10-15T10:41:52.016" v="4375" actId="22"/>
          <ac:spMkLst>
            <pc:docMk/>
            <pc:sldMk cId="1289355019" sldId="262"/>
            <ac:spMk id="67" creationId="{589DAAC8-B411-D1F2-932A-595949AE24AF}"/>
          </ac:spMkLst>
        </pc:spChg>
        <pc:spChg chg="mod">
          <ac:chgData name="musukie52@gmail.com" userId="017bd91f96aa8751" providerId="LiveId" clId="{5B2C3894-F97E-4CAB-8812-5BB4D83AAC6A}" dt="2026-10-16T01:29:32.040" v="5635"/>
          <ac:spMkLst>
            <pc:docMk/>
            <pc:sldMk cId="1289355019" sldId="262"/>
            <ac:spMk id="67" creationId="{D224677A-C803-162B-C423-2D2EA3A604D7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8" creationId="{608D5DF5-5D52-7E4A-4796-3FEA99B91620}"/>
          </ac:spMkLst>
        </pc:spChg>
        <pc:spChg chg="mod">
          <ac:chgData name="musukie52@gmail.com" userId="017bd91f96aa8751" providerId="LiveId" clId="{5B2C3894-F97E-4CAB-8812-5BB4D83AAC6A}" dt="2026-10-16T01:29:32.040" v="5635"/>
          <ac:spMkLst>
            <pc:docMk/>
            <pc:sldMk cId="1289355019" sldId="262"/>
            <ac:spMk id="68" creationId="{B35B44FF-AB92-D7E9-2C2A-65C97689B0BF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69" creationId="{853DB0FA-B555-11C1-7078-8596CA0DD5E2}"/>
          </ac:spMkLst>
        </pc:spChg>
        <pc:spChg chg="mod">
          <ac:chgData name="musukie52@gmail.com" userId="017bd91f96aa8751" providerId="LiveId" clId="{5B2C3894-F97E-4CAB-8812-5BB4D83AAC6A}" dt="2026-10-16T01:29:32.040" v="5635"/>
          <ac:spMkLst>
            <pc:docMk/>
            <pc:sldMk cId="1289355019" sldId="262"/>
            <ac:spMk id="70" creationId="{1FF5D2D1-B55B-D290-1ECB-41689D7037D4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70" creationId="{4D0C77CE-5BCB-E30C-3FC1-0E10179F0D95}"/>
          </ac:spMkLst>
        </pc:spChg>
        <pc:spChg chg="mod">
          <ac:chgData name="musukie52@gmail.com" userId="017bd91f96aa8751" providerId="LiveId" clId="{5B2C3894-F97E-4CAB-8812-5BB4D83AAC6A}" dt="2026-10-15T09:59:29.849" v="3905" actId="207"/>
          <ac:spMkLst>
            <pc:docMk/>
            <pc:sldMk cId="1289355019" sldId="262"/>
            <ac:spMk id="71" creationId="{39FD45D5-6210-1420-0B2B-A964B1120CC3}"/>
          </ac:spMkLst>
        </pc:spChg>
        <pc:spChg chg="mod">
          <ac:chgData name="musukie52@gmail.com" userId="017bd91f96aa8751" providerId="LiveId" clId="{5B2C3894-F97E-4CAB-8812-5BB4D83AAC6A}" dt="2026-10-16T01:29:32.040" v="5635"/>
          <ac:spMkLst>
            <pc:docMk/>
            <pc:sldMk cId="1289355019" sldId="262"/>
            <ac:spMk id="71" creationId="{416AF091-365D-F328-965A-C87A76619845}"/>
          </ac:spMkLst>
        </pc:spChg>
        <pc:spChg chg="add del">
          <ac:chgData name="musukie52@gmail.com" userId="017bd91f96aa8751" providerId="LiveId" clId="{5B2C3894-F97E-4CAB-8812-5BB4D83AAC6A}" dt="2026-10-15T10:41:52.016" v="4375" actId="22"/>
          <ac:spMkLst>
            <pc:docMk/>
            <pc:sldMk cId="1289355019" sldId="262"/>
            <ac:spMk id="71" creationId="{BDC2E187-E2C3-945E-6FBA-47677AB20DFD}"/>
          </ac:spMkLst>
        </pc:spChg>
        <pc:spChg chg="add del mod ord">
          <ac:chgData name="musukie52@gmail.com" userId="017bd91f96aa8751" providerId="LiveId" clId="{5B2C3894-F97E-4CAB-8812-5BB4D83AAC6A}" dt="2026-10-15T10:02:07.741" v="3932"/>
          <ac:spMkLst>
            <pc:docMk/>
            <pc:sldMk cId="1289355019" sldId="262"/>
            <ac:spMk id="72" creationId="{0CCA1CBB-B313-1CA3-D1B3-15A859F7B5E1}"/>
          </ac:spMkLst>
        </pc:spChg>
        <pc:spChg chg="add del mod">
          <ac:chgData name="musukie52@gmail.com" userId="017bd91f96aa8751" providerId="LiveId" clId="{5B2C3894-F97E-4CAB-8812-5BB4D83AAC6A}" dt="2026-10-16T01:34:00.149" v="5710" actId="21"/>
          <ac:spMkLst>
            <pc:docMk/>
            <pc:sldMk cId="1289355019" sldId="262"/>
            <ac:spMk id="72" creationId="{6D3028E4-6D57-4DE4-6A2C-D264210012BC}"/>
          </ac:spMkLst>
        </pc:spChg>
        <pc:spChg chg="add del mod">
          <ac:chgData name="musukie52@gmail.com" userId="017bd91f96aa8751" providerId="LiveId" clId="{5B2C3894-F97E-4CAB-8812-5BB4D83AAC6A}" dt="2026-10-15T10:02:07.741" v="3932"/>
          <ac:spMkLst>
            <pc:docMk/>
            <pc:sldMk cId="1289355019" sldId="262"/>
            <ac:spMk id="73" creationId="{E421F114-0286-2965-C9BB-89C364C1037C}"/>
          </ac:spMkLst>
        </pc:spChg>
        <pc:spChg chg="add del mod">
          <ac:chgData name="musukie52@gmail.com" userId="017bd91f96aa8751" providerId="LiveId" clId="{5B2C3894-F97E-4CAB-8812-5BB4D83AAC6A}" dt="2026-10-15T10:02:07.741" v="3932"/>
          <ac:spMkLst>
            <pc:docMk/>
            <pc:sldMk cId="1289355019" sldId="262"/>
            <ac:spMk id="75" creationId="{295BF9CB-77E6-C0AC-5717-A4BD7BAE17FF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75" creationId="{B35B44FF-AB92-D7E9-2C2A-65C97689B0BF}"/>
          </ac:spMkLst>
        </pc:spChg>
        <pc:spChg chg="add del">
          <ac:chgData name="musukie52@gmail.com" userId="017bd91f96aa8751" providerId="LiveId" clId="{5B2C3894-F97E-4CAB-8812-5BB4D83AAC6A}" dt="2026-10-15T10:41:52.016" v="4375" actId="22"/>
          <ac:spMkLst>
            <pc:docMk/>
            <pc:sldMk cId="1289355019" sldId="262"/>
            <ac:spMk id="75" creationId="{C9F27E9E-9F27-1338-2B20-FB0BEC82792D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77" creationId="{1FF5D2D1-B55B-D290-1ECB-41689D7037D4}"/>
          </ac:spMkLst>
        </pc:spChg>
        <pc:spChg chg="add del mod">
          <ac:chgData name="musukie52@gmail.com" userId="017bd91f96aa8751" providerId="LiveId" clId="{5B2C3894-F97E-4CAB-8812-5BB4D83AAC6A}" dt="2026-10-15T10:02:07.741" v="3932"/>
          <ac:spMkLst>
            <pc:docMk/>
            <pc:sldMk cId="1289355019" sldId="262"/>
            <ac:spMk id="77" creationId="{C5BEF634-D477-AC38-B7DB-2EFA2163A208}"/>
          </ac:spMkLst>
        </pc:spChg>
        <pc:spChg chg="add del">
          <ac:chgData name="musukie52@gmail.com" userId="017bd91f96aa8751" providerId="LiveId" clId="{5B2C3894-F97E-4CAB-8812-5BB4D83AAC6A}" dt="2026-10-15T10:41:52.016" v="4375" actId="22"/>
          <ac:spMkLst>
            <pc:docMk/>
            <pc:sldMk cId="1289355019" sldId="262"/>
            <ac:spMk id="79" creationId="{B0E8D67D-1E8C-E33F-6861-F7F808FDC563}"/>
          </ac:spMkLst>
        </pc:spChg>
        <pc:spChg chg="add del mod">
          <ac:chgData name="musukie52@gmail.com" userId="017bd91f96aa8751" providerId="LiveId" clId="{5B2C3894-F97E-4CAB-8812-5BB4D83AAC6A}" dt="2026-10-15T10:02:07.741" v="3932"/>
          <ac:spMkLst>
            <pc:docMk/>
            <pc:sldMk cId="1289355019" sldId="262"/>
            <ac:spMk id="79" creationId="{B2912940-EA10-6458-7448-7381B5149561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80" creationId="{1A961851-A1FB-A938-9591-D52517155835}"/>
          </ac:spMkLst>
        </pc:spChg>
        <pc:spChg chg="mod">
          <ac:chgData name="musukie52@gmail.com" userId="017bd91f96aa8751" providerId="LiveId" clId="{5B2C3894-F97E-4CAB-8812-5BB4D83AAC6A}" dt="2026-10-15T10:01:37.400" v="3928"/>
          <ac:spMkLst>
            <pc:docMk/>
            <pc:sldMk cId="1289355019" sldId="262"/>
            <ac:spMk id="80" creationId="{ABDBC8BB-FD89-9E5D-D523-DBD5B3833506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81" creationId="{D071C5FB-1452-10A2-602D-57BEBC1253B7}"/>
          </ac:spMkLst>
        </pc:spChg>
        <pc:spChg chg="del mod">
          <ac:chgData name="musukie52@gmail.com" userId="017bd91f96aa8751" providerId="LiveId" clId="{5B2C3894-F97E-4CAB-8812-5BB4D83AAC6A}" dt="2026-10-15T10:03:24.272" v="3939" actId="478"/>
          <ac:spMkLst>
            <pc:docMk/>
            <pc:sldMk cId="1289355019" sldId="262"/>
            <ac:spMk id="81" creationId="{DECE70F8-FF04-5B01-1FA3-9F02878C4DA1}"/>
          </ac:spMkLst>
        </pc:spChg>
        <pc:spChg chg="mod">
          <ac:chgData name="musukie52@gmail.com" userId="017bd91f96aa8751" providerId="LiveId" clId="{5B2C3894-F97E-4CAB-8812-5BB4D83AAC6A}" dt="2026-10-16T02:23:17.884" v="6630" actId="208"/>
          <ac:spMkLst>
            <pc:docMk/>
            <pc:sldMk cId="1289355019" sldId="262"/>
            <ac:spMk id="83" creationId="{48E75057-B5B8-D06F-E22B-DA1872C92DA6}"/>
          </ac:spMkLst>
        </pc:spChg>
        <pc:spChg chg="add del">
          <ac:chgData name="musukie52@gmail.com" userId="017bd91f96aa8751" providerId="LiveId" clId="{5B2C3894-F97E-4CAB-8812-5BB4D83AAC6A}" dt="2026-10-15T10:41:52.016" v="4375" actId="22"/>
          <ac:spMkLst>
            <pc:docMk/>
            <pc:sldMk cId="1289355019" sldId="262"/>
            <ac:spMk id="83" creationId="{8EEAD193-1141-2F92-A33A-88E1796C0686}"/>
          </ac:spMkLst>
        </pc:spChg>
        <pc:spChg chg="add del mod">
          <ac:chgData name="musukie52@gmail.com" userId="017bd91f96aa8751" providerId="LiveId" clId="{5B2C3894-F97E-4CAB-8812-5BB4D83AAC6A}" dt="2026-10-15T10:03:24.272" v="3941"/>
          <ac:spMkLst>
            <pc:docMk/>
            <pc:sldMk cId="1289355019" sldId="262"/>
            <ac:spMk id="84" creationId="{0F768AA2-C397-B392-7CF1-82F6F14B80EA}"/>
          </ac:spMkLst>
        </pc:spChg>
        <pc:spChg chg="add mod">
          <ac:chgData name="musukie52@gmail.com" userId="017bd91f96aa8751" providerId="LiveId" clId="{5B2C3894-F97E-4CAB-8812-5BB4D83AAC6A}" dt="2026-10-15T10:58:10.248" v="4668" actId="20577"/>
          <ac:spMkLst>
            <pc:docMk/>
            <pc:sldMk cId="1289355019" sldId="262"/>
            <ac:spMk id="84" creationId="{62DDF7AE-C8DC-F385-690C-3388FA3C8D8A}"/>
          </ac:spMkLst>
        </pc:spChg>
        <pc:spChg chg="add mod">
          <ac:chgData name="musukie52@gmail.com" userId="017bd91f96aa8751" providerId="LiveId" clId="{5B2C3894-F97E-4CAB-8812-5BB4D83AAC6A}" dt="2026-10-15T10:57:44.131" v="4609"/>
          <ac:spMkLst>
            <pc:docMk/>
            <pc:sldMk cId="1289355019" sldId="262"/>
            <ac:spMk id="85" creationId="{AF623BA0-C295-DC6A-DE54-57C9683D076C}"/>
          </ac:spMkLst>
        </pc:spChg>
        <pc:spChg chg="mod">
          <ac:chgData name="musukie52@gmail.com" userId="017bd91f96aa8751" providerId="LiveId" clId="{5B2C3894-F97E-4CAB-8812-5BB4D83AAC6A}" dt="2026-10-16T02:23:17.884" v="6630" actId="208"/>
          <ac:spMkLst>
            <pc:docMk/>
            <pc:sldMk cId="1289355019" sldId="262"/>
            <ac:spMk id="86" creationId="{E34A1C3B-317B-2F81-FEFB-9D6D21FFB8E5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89" creationId="{BA1F8212-EB86-9CD8-A063-257C1192C818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90" creationId="{47181E5B-4D17-C829-85E8-1745A8F4744F}"/>
          </ac:spMkLst>
        </pc:spChg>
        <pc:spChg chg="mod">
          <ac:chgData name="musukie52@gmail.com" userId="017bd91f96aa8751" providerId="LiveId" clId="{5B2C3894-F97E-4CAB-8812-5BB4D83AAC6A}" dt="2026-10-16T01:33:02.370" v="5681"/>
          <ac:spMkLst>
            <pc:docMk/>
            <pc:sldMk cId="1289355019" sldId="262"/>
            <ac:spMk id="92" creationId="{9D0722F1-4D61-1128-7616-77E48D13A848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93" creationId="{46D97FFC-AD91-C8F0-7499-2A6086BDD6E3}"/>
          </ac:spMkLst>
        </pc:spChg>
        <pc:spChg chg="add del mod">
          <ac:chgData name="musukie52@gmail.com" userId="017bd91f96aa8751" providerId="LiveId" clId="{5B2C3894-F97E-4CAB-8812-5BB4D83AAC6A}" dt="2026-10-15T11:15:51.770" v="5114" actId="21"/>
          <ac:spMkLst>
            <pc:docMk/>
            <pc:sldMk cId="1289355019" sldId="262"/>
            <ac:spMk id="93" creationId="{BBF0019B-A447-B5E5-B936-0F75EE4B3E29}"/>
          </ac:spMkLst>
        </pc:spChg>
        <pc:spChg chg="add del mod">
          <ac:chgData name="musukie52@gmail.com" userId="017bd91f96aa8751" providerId="LiveId" clId="{5B2C3894-F97E-4CAB-8812-5BB4D83AAC6A}" dt="2026-10-16T01:34:00.149" v="5710" actId="21"/>
          <ac:spMkLst>
            <pc:docMk/>
            <pc:sldMk cId="1289355019" sldId="262"/>
            <ac:spMk id="95" creationId="{00825C5A-E6DD-F409-4C4D-F64D8DE05610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97" creationId="{478FA7BC-2ABC-B38E-68AD-58506FE928BB}"/>
          </ac:spMkLst>
        </pc:spChg>
        <pc:spChg chg="add del mod">
          <ac:chgData name="musukie52@gmail.com" userId="017bd91f96aa8751" providerId="LiveId" clId="{5B2C3894-F97E-4CAB-8812-5BB4D83AAC6A}" dt="2026-10-16T01:37:49.088" v="5782" actId="21"/>
          <ac:spMkLst>
            <pc:docMk/>
            <pc:sldMk cId="1289355019" sldId="262"/>
            <ac:spMk id="97" creationId="{9B420B42-15AE-04A4-0FD8-28AA037E8626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99" creationId="{2F31728C-D0B8-5DF4-60AD-9BE7410DD74B}"/>
          </ac:spMkLst>
        </pc:spChg>
        <pc:spChg chg="add del mod">
          <ac:chgData name="musukie52@gmail.com" userId="017bd91f96aa8751" providerId="LiveId" clId="{5B2C3894-F97E-4CAB-8812-5BB4D83AAC6A}" dt="2026-10-16T01:37:49.088" v="5782" actId="21"/>
          <ac:spMkLst>
            <pc:docMk/>
            <pc:sldMk cId="1289355019" sldId="262"/>
            <ac:spMk id="99" creationId="{C6079738-4A7C-D2BC-A360-4FF3B4FDF124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03" creationId="{6FF999A4-3E40-7465-023D-B5C5B1771052}"/>
          </ac:spMkLst>
        </pc:spChg>
        <pc:spChg chg="mod">
          <ac:chgData name="musukie52@gmail.com" userId="017bd91f96aa8751" providerId="LiveId" clId="{5B2C3894-F97E-4CAB-8812-5BB4D83AAC6A}" dt="2026-10-16T01:38:13.665" v="5786"/>
          <ac:spMkLst>
            <pc:docMk/>
            <pc:sldMk cId="1289355019" sldId="262"/>
            <ac:spMk id="103" creationId="{D224677A-C803-162B-C423-2D2EA3A604D7}"/>
          </ac:spMkLst>
        </pc:spChg>
        <pc:spChg chg="mod">
          <ac:chgData name="musukie52@gmail.com" userId="017bd91f96aa8751" providerId="LiveId" clId="{5B2C3894-F97E-4CAB-8812-5BB4D83AAC6A}" dt="2026-10-16T01:38:13.665" v="5786"/>
          <ac:spMkLst>
            <pc:docMk/>
            <pc:sldMk cId="1289355019" sldId="262"/>
            <ac:spMk id="104" creationId="{B35B44FF-AB92-D7E9-2C2A-65C97689B0BF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05" creationId="{0F311F2D-DDC2-267D-FF07-49F54921CF05}"/>
          </ac:spMkLst>
        </pc:spChg>
        <pc:spChg chg="mod topLvl">
          <ac:chgData name="musukie52@gmail.com" userId="017bd91f96aa8751" providerId="LiveId" clId="{5B2C3894-F97E-4CAB-8812-5BB4D83AAC6A}" dt="2026-10-16T02:23:44.270" v="6638" actId="164"/>
          <ac:spMkLst>
            <pc:docMk/>
            <pc:sldMk cId="1289355019" sldId="262"/>
            <ac:spMk id="106" creationId="{1FF5D2D1-B55B-D290-1ECB-41689D7037D4}"/>
          </ac:spMkLst>
        </pc:spChg>
        <pc:spChg chg="mod topLvl">
          <ac:chgData name="musukie52@gmail.com" userId="017bd91f96aa8751" providerId="LiveId" clId="{5B2C3894-F97E-4CAB-8812-5BB4D83AAC6A}" dt="2026-10-16T02:23:44.270" v="6638" actId="164"/>
          <ac:spMkLst>
            <pc:docMk/>
            <pc:sldMk cId="1289355019" sldId="262"/>
            <ac:spMk id="107" creationId="{416AF091-365D-F328-965A-C87A76619845}"/>
          </ac:spMkLst>
        </pc:spChg>
        <pc:spChg chg="add mod">
          <ac:chgData name="musukie52@gmail.com" userId="017bd91f96aa8751" providerId="LiveId" clId="{5B2C3894-F97E-4CAB-8812-5BB4D83AAC6A}" dt="2026-10-16T02:22:20.903" v="6617" actId="164"/>
          <ac:spMkLst>
            <pc:docMk/>
            <pc:sldMk cId="1289355019" sldId="262"/>
            <ac:spMk id="108" creationId="{9B420B42-15AE-04A4-0FD8-28AA037E8626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09" creationId="{6310C62C-88D9-AFF0-8ACD-7F24572A7A32}"/>
          </ac:spMkLst>
        </pc:spChg>
        <pc:spChg chg="add mod">
          <ac:chgData name="musukie52@gmail.com" userId="017bd91f96aa8751" providerId="LiveId" clId="{5B2C3894-F97E-4CAB-8812-5BB4D83AAC6A}" dt="2026-10-16T02:22:20.903" v="6617" actId="164"/>
          <ac:spMkLst>
            <pc:docMk/>
            <pc:sldMk cId="1289355019" sldId="262"/>
            <ac:spMk id="109" creationId="{C6079738-4A7C-D2BC-A360-4FF3B4FDF124}"/>
          </ac:spMkLst>
        </pc:spChg>
        <pc:spChg chg="add del mod">
          <ac:chgData name="musukie52@gmail.com" userId="017bd91f96aa8751" providerId="LiveId" clId="{5B2C3894-F97E-4CAB-8812-5BB4D83AAC6A}" dt="2026-10-16T01:43:35.336" v="5883" actId="21"/>
          <ac:spMkLst>
            <pc:docMk/>
            <pc:sldMk cId="1289355019" sldId="262"/>
            <ac:spMk id="111" creationId="{0CDCA774-A268-A966-185F-400343BC5848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11" creationId="{DA7433F3-8549-2EE4-3E78-7B071C1D6FFA}"/>
          </ac:spMkLst>
        </pc:spChg>
        <pc:spChg chg="add del mod">
          <ac:chgData name="musukie52@gmail.com" userId="017bd91f96aa8751" providerId="LiveId" clId="{5B2C3894-F97E-4CAB-8812-5BB4D83AAC6A}" dt="2026-10-16T01:43:35.336" v="5883" actId="21"/>
          <ac:spMkLst>
            <pc:docMk/>
            <pc:sldMk cId="1289355019" sldId="262"/>
            <ac:spMk id="112" creationId="{27203CCC-7281-CE85-2671-B4A797AFB9CC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13" creationId="{16536228-4A7F-F0CB-04EB-AFC62DDF3B6C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15" creationId="{9C44325D-9AC6-1802-F05E-4DF961B6F818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115" creationId="{CB595F1A-03E0-F943-606A-F28F784525D4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117" creationId="{8B80EA7F-7EDD-13FB-D0BA-EC08B0198DC9}"/>
          </ac:spMkLst>
        </pc:spChg>
        <pc:spChg chg="add del">
          <ac:chgData name="musukie52@gmail.com" userId="017bd91f96aa8751" providerId="LiveId" clId="{5B2C3894-F97E-4CAB-8812-5BB4D83AAC6A}" dt="2026-10-15T11:10:23.777" v="4788" actId="22"/>
          <ac:spMkLst>
            <pc:docMk/>
            <pc:sldMk cId="1289355019" sldId="262"/>
            <ac:spMk id="117" creationId="{C2F43205-D01A-9634-3FBB-344B1FB0D6EC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118" creationId="{17F26C07-A7CC-67F9-8BF3-ED31A3AD0996}"/>
          </ac:spMkLst>
        </pc:spChg>
        <pc:spChg chg="add del mod">
          <ac:chgData name="musukie52@gmail.com" userId="017bd91f96aa8751" providerId="LiveId" clId="{5B2C3894-F97E-4CAB-8812-5BB4D83AAC6A}" dt="2026-10-15T11:15:51.770" v="5114" actId="21"/>
          <ac:spMkLst>
            <pc:docMk/>
            <pc:sldMk cId="1289355019" sldId="262"/>
            <ac:spMk id="119" creationId="{855839A7-BB5B-528A-B0DF-A18364AF99A4}"/>
          </ac:spMkLst>
        </pc:spChg>
        <pc:spChg chg="mod">
          <ac:chgData name="musukie52@gmail.com" userId="017bd91f96aa8751" providerId="LiveId" clId="{5B2C3894-F97E-4CAB-8812-5BB4D83AAC6A}" dt="2026-10-16T01:46:21.779" v="5947"/>
          <ac:spMkLst>
            <pc:docMk/>
            <pc:sldMk cId="1289355019" sldId="262"/>
            <ac:spMk id="120" creationId="{17F26C07-A7CC-67F9-8BF3-ED31A3AD0996}"/>
          </ac:spMkLst>
        </pc:spChg>
        <pc:spChg chg="add del">
          <ac:chgData name="musukie52@gmail.com" userId="017bd91f96aa8751" providerId="LiveId" clId="{5B2C3894-F97E-4CAB-8812-5BB4D83AAC6A}" dt="2026-10-15T11:16:10.215" v="5120" actId="21"/>
          <ac:spMkLst>
            <pc:docMk/>
            <pc:sldMk cId="1289355019" sldId="262"/>
            <ac:spMk id="121" creationId="{0E6942AC-6EC2-5708-D60E-A414871757F7}"/>
          </ac:spMkLst>
        </pc:spChg>
        <pc:spChg chg="mod">
          <ac:chgData name="musukie52@gmail.com" userId="017bd91f96aa8751" providerId="LiveId" clId="{5B2C3894-F97E-4CAB-8812-5BB4D83AAC6A}" dt="2026-10-16T01:56:14.330" v="6185" actId="1076"/>
          <ac:spMkLst>
            <pc:docMk/>
            <pc:sldMk cId="1289355019" sldId="262"/>
            <ac:spMk id="121" creationId="{1BD43F62-B5B7-6AEB-F82A-C963511F0252}"/>
          </ac:spMkLst>
        </pc:spChg>
        <pc:spChg chg="add del">
          <ac:chgData name="musukie52@gmail.com" userId="017bd91f96aa8751" providerId="LiveId" clId="{5B2C3894-F97E-4CAB-8812-5BB4D83AAC6A}" dt="2026-10-15T11:16:10.215" v="5120" actId="21"/>
          <ac:spMkLst>
            <pc:docMk/>
            <pc:sldMk cId="1289355019" sldId="262"/>
            <ac:spMk id="123" creationId="{22D8DB3E-FD7A-0EC4-DE66-AEF8CA4E58CC}"/>
          </ac:spMkLst>
        </pc:spChg>
        <pc:spChg chg="mod">
          <ac:chgData name="musukie52@gmail.com" userId="017bd91f96aa8751" providerId="LiveId" clId="{5B2C3894-F97E-4CAB-8812-5BB4D83AAC6A}" dt="2026-10-16T01:46:21.779" v="5947"/>
          <ac:spMkLst>
            <pc:docMk/>
            <pc:sldMk cId="1289355019" sldId="262"/>
            <ac:spMk id="123" creationId="{D6903824-2B3B-3379-CE2E-A0BDB3023390}"/>
          </ac:spMkLst>
        </pc:spChg>
        <pc:spChg chg="add del mod">
          <ac:chgData name="musukie52@gmail.com" userId="017bd91f96aa8751" providerId="LiveId" clId="{5B2C3894-F97E-4CAB-8812-5BB4D83AAC6A}" dt="2026-10-16T01:48:32.559" v="5989" actId="21"/>
          <ac:spMkLst>
            <pc:docMk/>
            <pc:sldMk cId="1289355019" sldId="262"/>
            <ac:spMk id="125" creationId="{9D6CB965-37A4-35C1-47B8-1E051922D27F}"/>
          </ac:spMkLst>
        </pc:spChg>
        <pc:spChg chg="add del mod">
          <ac:chgData name="musukie52@gmail.com" userId="017bd91f96aa8751" providerId="LiveId" clId="{5B2C3894-F97E-4CAB-8812-5BB4D83AAC6A}" dt="2026-10-16T01:48:32.559" v="5989" actId="21"/>
          <ac:spMkLst>
            <pc:docMk/>
            <pc:sldMk cId="1289355019" sldId="262"/>
            <ac:spMk id="127" creationId="{7DA88CAB-DD2C-4955-4922-50B525C9992F}"/>
          </ac:spMkLst>
        </pc:spChg>
        <pc:spChg chg="add del mod">
          <ac:chgData name="musukie52@gmail.com" userId="017bd91f96aa8751" providerId="LiveId" clId="{5B2C3894-F97E-4CAB-8812-5BB4D83AAC6A}" dt="2026-10-15T11:23:40.320" v="5247" actId="21"/>
          <ac:spMkLst>
            <pc:docMk/>
            <pc:sldMk cId="1289355019" sldId="262"/>
            <ac:spMk id="127" creationId="{B864D69D-1984-7C60-F52A-5FD7DE967F6F}"/>
          </ac:spMkLst>
        </pc:spChg>
        <pc:spChg chg="add del mod">
          <ac:chgData name="musukie52@gmail.com" userId="017bd91f96aa8751" providerId="LiveId" clId="{5B2C3894-F97E-4CAB-8812-5BB4D83AAC6A}" dt="2026-10-15T11:23:40.320" v="5247" actId="21"/>
          <ac:spMkLst>
            <pc:docMk/>
            <pc:sldMk cId="1289355019" sldId="262"/>
            <ac:spMk id="193" creationId="{D3B23420-CA7E-194B-39CC-B22EE708FF73}"/>
          </ac:spMkLst>
        </pc:spChg>
        <pc:spChg chg="add del mod">
          <ac:chgData name="musukie52@gmail.com" userId="017bd91f96aa8751" providerId="LiveId" clId="{5B2C3894-F97E-4CAB-8812-5BB4D83AAC6A}" dt="2026-10-15T11:23:40.320" v="5247" actId="21"/>
          <ac:spMkLst>
            <pc:docMk/>
            <pc:sldMk cId="1289355019" sldId="262"/>
            <ac:spMk id="195" creationId="{F00FCBBC-5616-D044-3E47-898945B8805E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196" creationId="{F63F44C5-8153-AFC1-A3C8-AFBAAD0DC3F4}"/>
          </ac:spMkLst>
        </pc:spChg>
        <pc:spChg chg="add del mod">
          <ac:chgData name="musukie52@gmail.com" userId="017bd91f96aa8751" providerId="LiveId" clId="{5B2C3894-F97E-4CAB-8812-5BB4D83AAC6A}" dt="2026-10-15T11:23:40.320" v="5247" actId="21"/>
          <ac:spMkLst>
            <pc:docMk/>
            <pc:sldMk cId="1289355019" sldId="262"/>
            <ac:spMk id="197" creationId="{59BA14C2-1D32-50BD-1CA2-26A03B3699EA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197" creationId="{5A29D5B0-3AAD-4761-EB56-8834C88C588B}"/>
          </ac:spMkLst>
        </pc:spChg>
        <pc:spChg chg="add del mod">
          <ac:chgData name="musukie52@gmail.com" userId="017bd91f96aa8751" providerId="LiveId" clId="{5B2C3894-F97E-4CAB-8812-5BB4D83AAC6A}" dt="2026-10-16T01:25:37.821" v="5513" actId="21"/>
          <ac:spMkLst>
            <pc:docMk/>
            <pc:sldMk cId="1289355019" sldId="262"/>
            <ac:spMk id="199" creationId="{F72F609E-28E5-F4C5-0672-B51DF2815B3B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200" creationId="{D6903824-2B3B-3379-CE2E-A0BDB3023390}"/>
          </ac:spMkLst>
        </pc:spChg>
        <pc:spChg chg="add del mod">
          <ac:chgData name="musukie52@gmail.com" userId="017bd91f96aa8751" providerId="LiveId" clId="{5B2C3894-F97E-4CAB-8812-5BB4D83AAC6A}" dt="2026-10-16T01:25:59.132" v="5519" actId="21"/>
          <ac:spMkLst>
            <pc:docMk/>
            <pc:sldMk cId="1289355019" sldId="262"/>
            <ac:spMk id="201" creationId="{20DFC837-5E2D-397A-CA85-D5307A3D01A3}"/>
          </ac:spMkLst>
        </pc:spChg>
        <pc:spChg chg="add del mod">
          <ac:chgData name="musukie52@gmail.com" userId="017bd91f96aa8751" providerId="LiveId" clId="{5B2C3894-F97E-4CAB-8812-5BB4D83AAC6A}" dt="2026-10-16T01:56:46.121" v="6186" actId="478"/>
          <ac:spMkLst>
            <pc:docMk/>
            <pc:sldMk cId="1289355019" sldId="262"/>
            <ac:spMk id="203" creationId="{D946EEDC-5689-9CF0-45C2-9AC6A08B260C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204" creationId="{C04C75DF-97F0-2635-0BDC-E84680474351}"/>
          </ac:spMkLst>
        </pc:spChg>
        <pc:spChg chg="add del mod">
          <ac:chgData name="musukie52@gmail.com" userId="017bd91f96aa8751" providerId="LiveId" clId="{5B2C3894-F97E-4CAB-8812-5BB4D83AAC6A}" dt="2026-10-16T01:56:46.121" v="6186" actId="478"/>
          <ac:spMkLst>
            <pc:docMk/>
            <pc:sldMk cId="1289355019" sldId="262"/>
            <ac:spMk id="205" creationId="{5C6A7300-425D-8BD7-E01B-4967A540FF21}"/>
          </ac:spMkLst>
        </pc:spChg>
        <pc:spChg chg="add del mod">
          <ac:chgData name="musukie52@gmail.com" userId="017bd91f96aa8751" providerId="LiveId" clId="{5B2C3894-F97E-4CAB-8812-5BB4D83AAC6A}" dt="2026-10-16T01:26:26.867" v="5526" actId="478"/>
          <ac:spMkLst>
            <pc:docMk/>
            <pc:sldMk cId="1289355019" sldId="262"/>
            <ac:spMk id="207" creationId="{855C77C3-40EB-2F75-15AD-05469B3004E5}"/>
          </ac:spMkLst>
        </pc:spChg>
        <pc:spChg chg="mod">
          <ac:chgData name="musukie52@gmail.com" userId="017bd91f96aa8751" providerId="LiveId" clId="{5B2C3894-F97E-4CAB-8812-5BB4D83AAC6A}" dt="2026-10-16T01:43:25.322" v="5880"/>
          <ac:spMkLst>
            <pc:docMk/>
            <pc:sldMk cId="1289355019" sldId="262"/>
            <ac:spMk id="208" creationId="{1BD43F62-B5B7-6AEB-F82A-C963511F0252}"/>
          </ac:spMkLst>
        </pc:spChg>
        <pc:spChg chg="add mod">
          <ac:chgData name="musukie52@gmail.com" userId="017bd91f96aa8751" providerId="LiveId" clId="{5B2C3894-F97E-4CAB-8812-5BB4D83AAC6A}" dt="2026-10-16T02:22:17.907" v="6616" actId="164"/>
          <ac:spMkLst>
            <pc:docMk/>
            <pc:sldMk cId="1289355019" sldId="262"/>
            <ac:spMk id="209" creationId="{0CDCA774-A268-A966-185F-400343BC5848}"/>
          </ac:spMkLst>
        </pc:spChg>
        <pc:spChg chg="add del">
          <ac:chgData name="musukie52@gmail.com" userId="017bd91f96aa8751" providerId="LiveId" clId="{5B2C3894-F97E-4CAB-8812-5BB4D83AAC6A}" dt="2026-10-15T11:24:47.263" v="5303" actId="478"/>
          <ac:spMkLst>
            <pc:docMk/>
            <pc:sldMk cId="1289355019" sldId="262"/>
            <ac:spMk id="209" creationId="{48FC6510-79C0-10DB-1DFB-CB2BE6281694}"/>
          </ac:spMkLst>
        </pc:spChg>
        <pc:spChg chg="add mod">
          <ac:chgData name="musukie52@gmail.com" userId="017bd91f96aa8751" providerId="LiveId" clId="{5B2C3894-F97E-4CAB-8812-5BB4D83AAC6A}" dt="2026-10-16T02:25:42.757" v="6694" actId="20577"/>
          <ac:spMkLst>
            <pc:docMk/>
            <pc:sldMk cId="1289355019" sldId="262"/>
            <ac:spMk id="210" creationId="{27203CCC-7281-CE85-2671-B4A797AFB9CC}"/>
          </ac:spMkLst>
        </pc:spChg>
        <pc:spChg chg="add del mod">
          <ac:chgData name="musukie52@gmail.com" userId="017bd91f96aa8751" providerId="LiveId" clId="{5B2C3894-F97E-4CAB-8812-5BB4D83AAC6A}" dt="2026-10-16T01:33:14.135" v="5683" actId="21"/>
          <ac:spMkLst>
            <pc:docMk/>
            <pc:sldMk cId="1289355019" sldId="262"/>
            <ac:spMk id="211" creationId="{29363F0E-8516-8387-0AF2-04D21E0F129E}"/>
          </ac:spMkLst>
        </pc:spChg>
        <pc:spChg chg="add del">
          <ac:chgData name="musukie52@gmail.com" userId="017bd91f96aa8751" providerId="LiveId" clId="{5B2C3894-F97E-4CAB-8812-5BB4D83AAC6A}" dt="2026-10-15T11:25:06.320" v="5333" actId="478"/>
          <ac:spMkLst>
            <pc:docMk/>
            <pc:sldMk cId="1289355019" sldId="262"/>
            <ac:spMk id="213" creationId="{2ED79D76-58C8-B415-2B8D-F72CF912BACB}"/>
          </ac:spMkLst>
        </pc:spChg>
        <pc:spChg chg="mod">
          <ac:chgData name="musukie52@gmail.com" userId="017bd91f96aa8751" providerId="LiveId" clId="{5B2C3894-F97E-4CAB-8812-5BB4D83AAC6A}" dt="2026-10-16T01:46:21.779" v="5947"/>
          <ac:spMkLst>
            <pc:docMk/>
            <pc:sldMk cId="1289355019" sldId="262"/>
            <ac:spMk id="213" creationId="{F63F44C5-8153-AFC1-A3C8-AFBAAD0DC3F4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14" creationId="{5A29D5B0-3AAD-4761-EB56-8834C88C588B}"/>
          </ac:spMkLst>
        </pc:spChg>
        <pc:spChg chg="add del mod">
          <ac:chgData name="musukie52@gmail.com" userId="017bd91f96aa8751" providerId="LiveId" clId="{5B2C3894-F97E-4CAB-8812-5BB4D83AAC6A}" dt="2026-10-16T01:27:40.119" v="5574" actId="478"/>
          <ac:spMkLst>
            <pc:docMk/>
            <pc:sldMk cId="1289355019" sldId="262"/>
            <ac:spMk id="215" creationId="{1B395F1B-50DD-A26D-BF08-01F29B199AB1}"/>
          </ac:spMkLst>
        </pc:spChg>
        <pc:spChg chg="add mod">
          <ac:chgData name="musukie52@gmail.com" userId="017bd91f96aa8751" providerId="LiveId" clId="{5B2C3894-F97E-4CAB-8812-5BB4D83AAC6A}" dt="2026-10-16T01:50:01.923" v="6059" actId="164"/>
          <ac:spMkLst>
            <pc:docMk/>
            <pc:sldMk cId="1289355019" sldId="262"/>
            <ac:spMk id="216" creationId="{C5A16B4A-8EAB-7267-7523-8E31155B8619}"/>
          </ac:spMkLst>
        </pc:spChg>
        <pc:spChg chg="add del mod">
          <ac:chgData name="musukie52@gmail.com" userId="017bd91f96aa8751" providerId="LiveId" clId="{5B2C3894-F97E-4CAB-8812-5BB4D83AAC6A}" dt="2026-10-16T01:27:04.526" v="5553" actId="478"/>
          <ac:spMkLst>
            <pc:docMk/>
            <pc:sldMk cId="1289355019" sldId="262"/>
            <ac:spMk id="217" creationId="{2077BF30-0F83-7362-0CE9-C72F2E6EB4C3}"/>
          </ac:spMkLst>
        </pc:spChg>
        <pc:spChg chg="add del mod">
          <ac:chgData name="musukie52@gmail.com" userId="017bd91f96aa8751" providerId="LiveId" clId="{5B2C3894-F97E-4CAB-8812-5BB4D83AAC6A}" dt="2026-10-16T01:29:43.995" v="5639" actId="21"/>
          <ac:spMkLst>
            <pc:docMk/>
            <pc:sldMk cId="1289355019" sldId="262"/>
            <ac:spMk id="219" creationId="{6D3028E4-6D57-4DE4-6A2C-D264210012BC}"/>
          </ac:spMkLst>
        </pc:spChg>
        <pc:spChg chg="add mod">
          <ac:chgData name="musukie52@gmail.com" userId="017bd91f96aa8751" providerId="LiveId" clId="{5B2C3894-F97E-4CAB-8812-5BB4D83AAC6A}" dt="2026-10-16T02:06:40.979" v="6355" actId="20577"/>
          <ac:spMkLst>
            <pc:docMk/>
            <pc:sldMk cId="1289355019" sldId="262"/>
            <ac:spMk id="220" creationId="{6825A7B1-EB32-5D9F-E009-8A42EA35DC0D}"/>
          </ac:spMkLst>
        </pc:spChg>
        <pc:spChg chg="add del mod">
          <ac:chgData name="musukie52@gmail.com" userId="017bd91f96aa8751" providerId="LiveId" clId="{5B2C3894-F97E-4CAB-8812-5BB4D83AAC6A}" dt="2026-10-16T01:28:05.289" v="5597" actId="478"/>
          <ac:spMkLst>
            <pc:docMk/>
            <pc:sldMk cId="1289355019" sldId="262"/>
            <ac:spMk id="221" creationId="{A34762AA-FCAA-C1B7-A104-9669D44EADA2}"/>
          </ac:spMkLst>
        </pc:spChg>
        <pc:spChg chg="add del mod">
          <ac:chgData name="musukie52@gmail.com" userId="017bd91f96aa8751" providerId="LiveId" clId="{5B2C3894-F97E-4CAB-8812-5BB4D83AAC6A}" dt="2026-10-16T01:28:33.469" v="5619" actId="478"/>
          <ac:spMkLst>
            <pc:docMk/>
            <pc:sldMk cId="1289355019" sldId="262"/>
            <ac:spMk id="223" creationId="{0872E53C-545C-3C1E-43F7-45C2437E6C20}"/>
          </ac:spMkLst>
        </pc:spChg>
        <pc:spChg chg="add mod">
          <ac:chgData name="musukie52@gmail.com" userId="017bd91f96aa8751" providerId="LiveId" clId="{5B2C3894-F97E-4CAB-8812-5BB4D83AAC6A}" dt="2026-10-16T02:31:33.880" v="6835" actId="1076"/>
          <ac:spMkLst>
            <pc:docMk/>
            <pc:sldMk cId="1289355019" sldId="262"/>
            <ac:spMk id="225" creationId="{0E6942AC-6EC2-5708-D60E-A414871757F7}"/>
          </ac:spMkLst>
        </pc:spChg>
        <pc:spChg chg="add mod">
          <ac:chgData name="musukie52@gmail.com" userId="017bd91f96aa8751" providerId="LiveId" clId="{5B2C3894-F97E-4CAB-8812-5BB4D83AAC6A}" dt="2026-10-16T02:31:33.880" v="6835" actId="1076"/>
          <ac:spMkLst>
            <pc:docMk/>
            <pc:sldMk cId="1289355019" sldId="262"/>
            <ac:spMk id="226" creationId="{22D8DB3E-FD7A-0EC4-DE66-AEF8CA4E58CC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27" creationId="{CB595F1A-03E0-F943-606A-F28F784525D4}"/>
          </ac:spMkLst>
        </pc:spChg>
        <pc:spChg chg="mod">
          <ac:chgData name="musukie52@gmail.com" userId="017bd91f96aa8751" providerId="LiveId" clId="{5B2C3894-F97E-4CAB-8812-5BB4D83AAC6A}" dt="2026-10-16T01:46:21.779" v="5947"/>
          <ac:spMkLst>
            <pc:docMk/>
            <pc:sldMk cId="1289355019" sldId="262"/>
            <ac:spMk id="229" creationId="{C04C75DF-97F0-2635-0BDC-E84680474351}"/>
          </ac:spMkLst>
        </pc:spChg>
        <pc:spChg chg="mod">
          <ac:chgData name="musukie52@gmail.com" userId="017bd91f96aa8751" providerId="LiveId" clId="{5B2C3894-F97E-4CAB-8812-5BB4D83AAC6A}" dt="2026-10-16T01:46:21.779" v="5947"/>
          <ac:spMkLst>
            <pc:docMk/>
            <pc:sldMk cId="1289355019" sldId="262"/>
            <ac:spMk id="230" creationId="{8B80EA7F-7EDD-13FB-D0BA-EC08B0198DC9}"/>
          </ac:spMkLst>
        </pc:spChg>
        <pc:spChg chg="mod topLvl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39" creationId="{7EC0E213-BA47-0586-D4A7-C598885BD759}"/>
          </ac:spMkLst>
        </pc:spChg>
        <pc:spChg chg="mod topLvl">
          <ac:chgData name="musukie52@gmail.com" userId="017bd91f96aa8751" providerId="LiveId" clId="{5B2C3894-F97E-4CAB-8812-5BB4D83AAC6A}" dt="2026-10-16T02:28:12.666" v="6718" actId="164"/>
          <ac:spMkLst>
            <pc:docMk/>
            <pc:sldMk cId="1289355019" sldId="262"/>
            <ac:spMk id="240" creationId="{DCD84654-8C17-487A-2567-C2E5D430D9F7}"/>
          </ac:spMkLst>
        </pc:spChg>
        <pc:spChg chg="add mod">
          <ac:chgData name="musukie52@gmail.com" userId="017bd91f96aa8751" providerId="LiveId" clId="{5B2C3894-F97E-4CAB-8812-5BB4D83AAC6A}" dt="2026-10-16T02:22:14.197" v="6615" actId="164"/>
          <ac:spMkLst>
            <pc:docMk/>
            <pc:sldMk cId="1289355019" sldId="262"/>
            <ac:spMk id="245" creationId="{C097D4FF-FC3F-8323-0D0D-F121E5B219EC}"/>
          </ac:spMkLst>
        </pc:spChg>
        <pc:spChg chg="add mod">
          <ac:chgData name="musukie52@gmail.com" userId="017bd91f96aa8751" providerId="LiveId" clId="{5B2C3894-F97E-4CAB-8812-5BB4D83AAC6A}" dt="2026-10-16T02:22:14.197" v="6615" actId="164"/>
          <ac:spMkLst>
            <pc:docMk/>
            <pc:sldMk cId="1289355019" sldId="262"/>
            <ac:spMk id="247" creationId="{CEB6A045-2FB1-E185-038C-2DBD1168B760}"/>
          </ac:spMkLst>
        </pc:spChg>
        <pc:spChg chg="mod topLvl">
          <ac:chgData name="musukie52@gmail.com" userId="017bd91f96aa8751" providerId="LiveId" clId="{5B2C3894-F97E-4CAB-8812-5BB4D83AAC6A}" dt="2026-10-16T02:23:55.890" v="6642" actId="164"/>
          <ac:spMkLst>
            <pc:docMk/>
            <pc:sldMk cId="1289355019" sldId="262"/>
            <ac:spMk id="255" creationId="{E8E1535E-8276-379A-E1F7-7F36A236CD82}"/>
          </ac:spMkLst>
        </pc:spChg>
        <pc:spChg chg="mod topLvl">
          <ac:chgData name="musukie52@gmail.com" userId="017bd91f96aa8751" providerId="LiveId" clId="{5B2C3894-F97E-4CAB-8812-5BB4D83AAC6A}" dt="2026-10-16T02:24:08.846" v="6652" actId="20577"/>
          <ac:spMkLst>
            <pc:docMk/>
            <pc:sldMk cId="1289355019" sldId="262"/>
            <ac:spMk id="256" creationId="{D0CBDE47-1E96-FAD1-B6C0-70E4291BF9FE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57" creationId="{F6D492E3-2931-6512-25DF-BEDB6E5BAAAD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58" creationId="{791EA88E-4C41-681B-D70D-8AE1D0021411}"/>
          </ac:spMkLst>
        </pc:spChg>
        <pc:spChg chg="add mod">
          <ac:chgData name="musukie52@gmail.com" userId="017bd91f96aa8751" providerId="LiveId" clId="{5B2C3894-F97E-4CAB-8812-5BB4D83AAC6A}" dt="2026-10-16T02:22:23.469" v="6618" actId="164"/>
          <ac:spMkLst>
            <pc:docMk/>
            <pc:sldMk cId="1289355019" sldId="262"/>
            <ac:spMk id="259" creationId="{92368E4E-4F8A-3742-245B-B5AE1461A6D3}"/>
          </ac:spMkLst>
        </pc:spChg>
        <pc:spChg chg="add mod">
          <ac:chgData name="musukie52@gmail.com" userId="017bd91f96aa8751" providerId="LiveId" clId="{5B2C3894-F97E-4CAB-8812-5BB4D83AAC6A}" dt="2026-10-16T02:22:23.469" v="6618" actId="164"/>
          <ac:spMkLst>
            <pc:docMk/>
            <pc:sldMk cId="1289355019" sldId="262"/>
            <ac:spMk id="260" creationId="{4390A881-0B58-C91E-A4C2-D8EADA050181}"/>
          </ac:spMkLst>
        </pc:spChg>
        <pc:spChg chg="mod">
          <ac:chgData name="musukie52@gmail.com" userId="017bd91f96aa8751" providerId="LiveId" clId="{5B2C3894-F97E-4CAB-8812-5BB4D83AAC6A}" dt="2026-10-16T02:01:08.931" v="6262"/>
          <ac:spMkLst>
            <pc:docMk/>
            <pc:sldMk cId="1289355019" sldId="262"/>
            <ac:spMk id="266" creationId="{C185B771-F6AE-38D5-72E3-1DA312EB13AE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67" creationId="{7170EB71-90C0-5C8E-71B9-011AA58D9E30}"/>
          </ac:spMkLst>
        </pc:spChg>
        <pc:spChg chg="mod">
          <ac:chgData name="musukie52@gmail.com" userId="017bd91f96aa8751" providerId="LiveId" clId="{5B2C3894-F97E-4CAB-8812-5BB4D83AAC6A}" dt="2026-10-16T02:01:08.931" v="6262"/>
          <ac:spMkLst>
            <pc:docMk/>
            <pc:sldMk cId="1289355019" sldId="262"/>
            <ac:spMk id="269" creationId="{D43DFF75-2BC6-E450-376C-2757406FC7E3}"/>
          </ac:spMkLst>
        </pc:spChg>
        <pc:spChg chg="mod">
          <ac:chgData name="musukie52@gmail.com" userId="017bd91f96aa8751" providerId="LiveId" clId="{5B2C3894-F97E-4CAB-8812-5BB4D83AAC6A}" dt="2026-10-16T02:01:08.931" v="6262"/>
          <ac:spMkLst>
            <pc:docMk/>
            <pc:sldMk cId="1289355019" sldId="262"/>
            <ac:spMk id="270" creationId="{C75E6806-91A5-B7DC-0426-0CF5E1379658}"/>
          </ac:spMkLst>
        </pc:spChg>
        <pc:spChg chg="mod">
          <ac:chgData name="musukie52@gmail.com" userId="017bd91f96aa8751" providerId="LiveId" clId="{5B2C3894-F97E-4CAB-8812-5BB4D83AAC6A}" dt="2026-10-16T02:01:08.931" v="6262"/>
          <ac:spMkLst>
            <pc:docMk/>
            <pc:sldMk cId="1289355019" sldId="262"/>
            <ac:spMk id="272" creationId="{95DC637C-9776-C871-DF1D-FD76476178CA}"/>
          </ac:spMkLst>
        </pc:spChg>
        <pc:spChg chg="mod">
          <ac:chgData name="musukie52@gmail.com" userId="017bd91f96aa8751" providerId="LiveId" clId="{5B2C3894-F97E-4CAB-8812-5BB4D83AAC6A}" dt="2026-10-16T02:01:08.931" v="6262"/>
          <ac:spMkLst>
            <pc:docMk/>
            <pc:sldMk cId="1289355019" sldId="262"/>
            <ac:spMk id="273" creationId="{E45684AC-912E-90FB-0099-2DF577EFA3AE}"/>
          </ac:spMkLst>
        </pc:spChg>
        <pc:spChg chg="mod">
          <ac:chgData name="musukie52@gmail.com" userId="017bd91f96aa8751" providerId="LiveId" clId="{5B2C3894-F97E-4CAB-8812-5BB4D83AAC6A}" dt="2026-10-16T02:24:28.638" v="6655"/>
          <ac:spMkLst>
            <pc:docMk/>
            <pc:sldMk cId="1289355019" sldId="262"/>
            <ac:spMk id="277" creationId="{F67B7CDC-58C7-D871-BA06-CD771C98A304}"/>
          </ac:spMkLst>
        </pc:spChg>
        <pc:spChg chg="mod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78" creationId="{F04D7B7A-4B25-0E1B-F656-65571EE0B98B}"/>
          </ac:spMkLst>
        </pc:spChg>
        <pc:spChg chg="mod">
          <ac:chgData name="musukie52@gmail.com" userId="017bd91f96aa8751" providerId="LiveId" clId="{5B2C3894-F97E-4CAB-8812-5BB4D83AAC6A}" dt="2026-10-16T02:24:41.329" v="6664"/>
          <ac:spMkLst>
            <pc:docMk/>
            <pc:sldMk cId="1289355019" sldId="262"/>
            <ac:spMk id="280" creationId="{FB046135-5867-8337-295D-C6DAF8245C19}"/>
          </ac:spMkLst>
        </pc:spChg>
        <pc:spChg chg="mod">
          <ac:chgData name="musukie52@gmail.com" userId="017bd91f96aa8751" providerId="LiveId" clId="{5B2C3894-F97E-4CAB-8812-5BB4D83AAC6A}" dt="2026-10-16T02:24:48.461" v="6682" actId="20577"/>
          <ac:spMkLst>
            <pc:docMk/>
            <pc:sldMk cId="1289355019" sldId="262"/>
            <ac:spMk id="281" creationId="{159AAABC-1FC7-98F4-2E7F-1B879FF0FD84}"/>
          </ac:spMkLst>
        </pc:spChg>
        <pc:spChg chg="mod topLvl">
          <ac:chgData name="musukie52@gmail.com" userId="017bd91f96aa8751" providerId="LiveId" clId="{5B2C3894-F97E-4CAB-8812-5BB4D83AAC6A}" dt="2026-10-16T02:43:26.666" v="7130" actId="165"/>
          <ac:spMkLst>
            <pc:docMk/>
            <pc:sldMk cId="1289355019" sldId="262"/>
            <ac:spMk id="283" creationId="{B9081585-FC8C-799D-A457-615ADCEFA2C6}"/>
          </ac:spMkLst>
        </pc:spChg>
        <pc:spChg chg="mod topLvl">
          <ac:chgData name="musukie52@gmail.com" userId="017bd91f96aa8751" providerId="LiveId" clId="{5B2C3894-F97E-4CAB-8812-5BB4D83AAC6A}" dt="2026-10-16T03:10:02.679" v="8022" actId="2085"/>
          <ac:spMkLst>
            <pc:docMk/>
            <pc:sldMk cId="1289355019" sldId="262"/>
            <ac:spMk id="284" creationId="{A539098E-0E77-F873-9A46-A61B45375722}"/>
          </ac:spMkLst>
        </pc:spChg>
        <pc:spChg chg="add del mod">
          <ac:chgData name="musukie52@gmail.com" userId="017bd91f96aa8751" providerId="LiveId" clId="{5B2C3894-F97E-4CAB-8812-5BB4D83AAC6A}" dt="2026-10-16T02:29:59.736" v="6733" actId="21"/>
          <ac:spMkLst>
            <pc:docMk/>
            <pc:sldMk cId="1289355019" sldId="262"/>
            <ac:spMk id="287" creationId="{4ACC369F-59BB-7F53-6F47-9FFB377F5EBE}"/>
          </ac:spMkLst>
        </pc:spChg>
        <pc:spChg chg="mod">
          <ac:chgData name="musukie52@gmail.com" userId="017bd91f96aa8751" providerId="LiveId" clId="{5B2C3894-F97E-4CAB-8812-5BB4D83AAC6A}" dt="2026-10-16T02:30:56.070" v="6831"/>
          <ac:spMkLst>
            <pc:docMk/>
            <pc:sldMk cId="1289355019" sldId="262"/>
            <ac:spMk id="289" creationId="{C5A16B4A-8EAB-7267-7523-8E31155B8619}"/>
          </ac:spMkLst>
        </pc:spChg>
        <pc:spChg chg="mod">
          <ac:chgData name="musukie52@gmail.com" userId="017bd91f96aa8751" providerId="LiveId" clId="{5B2C3894-F97E-4CAB-8812-5BB4D83AAC6A}" dt="2026-10-16T02:30:56.070" v="6831"/>
          <ac:spMkLst>
            <pc:docMk/>
            <pc:sldMk cId="1289355019" sldId="262"/>
            <ac:spMk id="290" creationId="{6825A7B1-EB32-5D9F-E009-8A42EA35DC0D}"/>
          </ac:spMkLst>
        </pc:spChg>
        <pc:spChg chg="add mod">
          <ac:chgData name="musukie52@gmail.com" userId="017bd91f96aa8751" providerId="LiveId" clId="{5B2C3894-F97E-4CAB-8812-5BB4D83AAC6A}" dt="2026-10-16T02:31:51.557" v="6840" actId="1076"/>
          <ac:spMkLst>
            <pc:docMk/>
            <pc:sldMk cId="1289355019" sldId="262"/>
            <ac:spMk id="292" creationId="{4ACC369F-59BB-7F53-6F47-9FFB377F5EBE}"/>
          </ac:spMkLst>
        </pc:spChg>
        <pc:spChg chg="add mod">
          <ac:chgData name="musukie52@gmail.com" userId="017bd91f96aa8751" providerId="LiveId" clId="{5B2C3894-F97E-4CAB-8812-5BB4D83AAC6A}" dt="2026-10-16T02:52:16.273" v="7416" actId="120"/>
          <ac:spMkLst>
            <pc:docMk/>
            <pc:sldMk cId="1289355019" sldId="262"/>
            <ac:spMk id="294" creationId="{FD7105B9-92AC-F656-8590-C6FCB0328C47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295" creationId="{1D23DC82-CDB4-EC46-7A0A-62E443C854B5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296" creationId="{2C30211C-7512-CBF1-B723-C745E2ED4B5F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297" creationId="{68E03745-C21B-762C-76D6-0186AAD349F9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298" creationId="{903091CB-0D8A-2CED-C00F-356EFE74EB12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299" creationId="{DCF52DBE-3C61-FC1B-29F7-E480427647B5}"/>
          </ac:spMkLst>
        </pc:spChg>
        <pc:spChg chg="add del mod">
          <ac:chgData name="musukie52@gmail.com" userId="017bd91f96aa8751" providerId="LiveId" clId="{5B2C3894-F97E-4CAB-8812-5BB4D83AAC6A}" dt="2026-10-16T02:47:41.782" v="7188" actId="478"/>
          <ac:spMkLst>
            <pc:docMk/>
            <pc:sldMk cId="1289355019" sldId="262"/>
            <ac:spMk id="304" creationId="{6B536D16-00BA-7215-C79C-0E659642F36F}"/>
          </ac:spMkLst>
        </pc:spChg>
        <pc:spChg chg="del mod topLvl">
          <ac:chgData name="musukie52@gmail.com" userId="017bd91f96aa8751" providerId="LiveId" clId="{5B2C3894-F97E-4CAB-8812-5BB4D83AAC6A}" dt="2026-10-16T02:44:59.552" v="7155" actId="478"/>
          <ac:spMkLst>
            <pc:docMk/>
            <pc:sldMk cId="1289355019" sldId="262"/>
            <ac:spMk id="306" creationId="{32F58484-152E-D3C3-BD72-9155F8EEDB15}"/>
          </ac:spMkLst>
        </pc:spChg>
        <pc:spChg chg="del mod topLvl">
          <ac:chgData name="musukie52@gmail.com" userId="017bd91f96aa8751" providerId="LiveId" clId="{5B2C3894-F97E-4CAB-8812-5BB4D83AAC6A}" dt="2026-10-16T02:43:17.231" v="7128" actId="478"/>
          <ac:spMkLst>
            <pc:docMk/>
            <pc:sldMk cId="1289355019" sldId="262"/>
            <ac:spMk id="307" creationId="{CF5970F3-1C8C-5573-76D6-2B96921C7D33}"/>
          </ac:spMkLst>
        </pc:spChg>
        <pc:spChg chg="add del mod">
          <ac:chgData name="musukie52@gmail.com" userId="017bd91f96aa8751" providerId="LiveId" clId="{5B2C3894-F97E-4CAB-8812-5BB4D83AAC6A}" dt="2026-10-16T02:44:59.552" v="7155" actId="478"/>
          <ac:spMkLst>
            <pc:docMk/>
            <pc:sldMk cId="1289355019" sldId="262"/>
            <ac:spMk id="312" creationId="{BF0C2C37-E927-58B4-3256-888E8EE201C2}"/>
          </ac:spMkLst>
        </pc:spChg>
        <pc:spChg chg="add del mod">
          <ac:chgData name="musukie52@gmail.com" userId="017bd91f96aa8751" providerId="LiveId" clId="{5B2C3894-F97E-4CAB-8812-5BB4D83AAC6A}" dt="2026-10-16T02:44:59.552" v="7155" actId="478"/>
          <ac:spMkLst>
            <pc:docMk/>
            <pc:sldMk cId="1289355019" sldId="262"/>
            <ac:spMk id="314" creationId="{47B52987-479C-4863-A961-AB1F2DC267C2}"/>
          </ac:spMkLst>
        </pc:spChg>
        <pc:spChg chg="add del mod">
          <ac:chgData name="musukie52@gmail.com" userId="017bd91f96aa8751" providerId="LiveId" clId="{5B2C3894-F97E-4CAB-8812-5BB4D83AAC6A}" dt="2026-10-16T02:47:31.579" v="7184"/>
          <ac:spMkLst>
            <pc:docMk/>
            <pc:sldMk cId="1289355019" sldId="262"/>
            <ac:spMk id="315" creationId="{5016158B-4E95-E9B8-692F-C92F4961FB66}"/>
          </ac:spMkLst>
        </pc:spChg>
        <pc:spChg chg="add del">
          <ac:chgData name="musukie52@gmail.com" userId="017bd91f96aa8751" providerId="LiveId" clId="{5B2C3894-F97E-4CAB-8812-5BB4D83AAC6A}" dt="2026-10-16T02:47:31.577" v="7182" actId="478"/>
          <ac:spMkLst>
            <pc:docMk/>
            <pc:sldMk cId="1289355019" sldId="262"/>
            <ac:spMk id="317" creationId="{57B70950-EDF2-C5CE-941F-146FCCBA2538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318" creationId="{5254766D-7EB5-3EFF-871F-D47211B8D03D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320" creationId="{B7597833-9A5F-FA81-AD4F-F47234D700F3}"/>
          </ac:spMkLst>
        </pc:spChg>
        <pc:spChg chg="add mod">
          <ac:chgData name="musukie52@gmail.com" userId="017bd91f96aa8751" providerId="LiveId" clId="{5B2C3894-F97E-4CAB-8812-5BB4D83AAC6A}" dt="2026-10-16T03:02:11.504" v="7719" actId="1076"/>
          <ac:spMkLst>
            <pc:docMk/>
            <pc:sldMk cId="1289355019" sldId="262"/>
            <ac:spMk id="322" creationId="{ABAC5FC6-4ED4-664B-3678-D9271FF979E1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24" creationId="{26894470-0611-B08B-2AC3-82C757362CEB}"/>
          </ac:spMkLst>
        </pc:spChg>
        <pc:spChg chg="add del mod">
          <ac:chgData name="musukie52@gmail.com" userId="017bd91f96aa8751" providerId="LiveId" clId="{5B2C3894-F97E-4CAB-8812-5BB4D83AAC6A}" dt="2026-10-16T02:55:45.418" v="7623" actId="21"/>
          <ac:spMkLst>
            <pc:docMk/>
            <pc:sldMk cId="1289355019" sldId="262"/>
            <ac:spMk id="329" creationId="{AC201C99-B183-27A3-154A-94340E1DC030}"/>
          </ac:spMkLst>
        </pc:spChg>
        <pc:spChg chg="add del mod">
          <ac:chgData name="musukie52@gmail.com" userId="017bd91f96aa8751" providerId="LiveId" clId="{5B2C3894-F97E-4CAB-8812-5BB4D83AAC6A}" dt="2026-10-16T02:56:24.216" v="7636" actId="478"/>
          <ac:spMkLst>
            <pc:docMk/>
            <pc:sldMk cId="1289355019" sldId="262"/>
            <ac:spMk id="331" creationId="{321B338E-2E3E-2392-7EF6-20BCBD36B647}"/>
          </ac:spMkLst>
        </pc:spChg>
        <pc:spChg chg="add del mod">
          <ac:chgData name="musukie52@gmail.com" userId="017bd91f96aa8751" providerId="LiveId" clId="{5B2C3894-F97E-4CAB-8812-5BB4D83AAC6A}" dt="2026-10-16T02:58:00.019" v="7669" actId="21"/>
          <ac:spMkLst>
            <pc:docMk/>
            <pc:sldMk cId="1289355019" sldId="262"/>
            <ac:spMk id="333" creationId="{D6438E1D-79A6-3421-F41B-463630CC6E7D}"/>
          </ac:spMkLst>
        </pc:spChg>
        <pc:spChg chg="del mod topLvl">
          <ac:chgData name="musukie52@gmail.com" userId="017bd91f96aa8751" providerId="LiveId" clId="{5B2C3894-F97E-4CAB-8812-5BB4D83AAC6A}" dt="2026-10-16T02:55:17.241" v="7611" actId="21"/>
          <ac:spMkLst>
            <pc:docMk/>
            <pc:sldMk cId="1289355019" sldId="262"/>
            <ac:spMk id="335" creationId="{B3BDB508-622E-E7EA-3E26-8DFF2A58A7D1}"/>
          </ac:spMkLst>
        </pc:spChg>
        <pc:spChg chg="del mod topLvl">
          <ac:chgData name="musukie52@gmail.com" userId="017bd91f96aa8751" providerId="LiveId" clId="{5B2C3894-F97E-4CAB-8812-5BB4D83AAC6A}" dt="2026-10-16T02:54:39.816" v="7600" actId="478"/>
          <ac:spMkLst>
            <pc:docMk/>
            <pc:sldMk cId="1289355019" sldId="262"/>
            <ac:spMk id="336" creationId="{691B94A3-968E-5033-CAC5-8C232173E65E}"/>
          </ac:spMkLst>
        </pc:spChg>
        <pc:spChg chg="add del mod">
          <ac:chgData name="musukie52@gmail.com" userId="017bd91f96aa8751" providerId="LiveId" clId="{5B2C3894-F97E-4CAB-8812-5BB4D83AAC6A}" dt="2026-10-16T02:55:45.418" v="7623" actId="21"/>
          <ac:spMkLst>
            <pc:docMk/>
            <pc:sldMk cId="1289355019" sldId="262"/>
            <ac:spMk id="341" creationId="{8788FD6E-B5AF-D399-FF61-A83F4F42D7D3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45" creationId="{344ADA98-BE7B-9992-9AE3-50F40D5367BC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47" creationId="{6906C4B7-1C33-33F4-E2E9-53CB313E56CB}"/>
          </ac:spMkLst>
        </pc:spChg>
        <pc:spChg chg="add del">
          <ac:chgData name="musukie52@gmail.com" userId="017bd91f96aa8751" providerId="LiveId" clId="{5B2C3894-F97E-4CAB-8812-5BB4D83AAC6A}" dt="2026-10-16T02:56:21.723" v="7635" actId="22"/>
          <ac:spMkLst>
            <pc:docMk/>
            <pc:sldMk cId="1289355019" sldId="262"/>
            <ac:spMk id="351" creationId="{B2604889-969D-C771-3644-24430ECACEE3}"/>
          </ac:spMkLst>
        </pc:spChg>
        <pc:spChg chg="add del">
          <ac:chgData name="musukie52@gmail.com" userId="017bd91f96aa8751" providerId="LiveId" clId="{5B2C3894-F97E-4CAB-8812-5BB4D83AAC6A}" dt="2026-10-16T02:56:21.723" v="7635" actId="22"/>
          <ac:spMkLst>
            <pc:docMk/>
            <pc:sldMk cId="1289355019" sldId="262"/>
            <ac:spMk id="353" creationId="{13BD3EBD-3020-8422-3ECE-FB3898621398}"/>
          </ac:spMkLst>
        </pc:spChg>
        <pc:spChg chg="add del">
          <ac:chgData name="musukie52@gmail.com" userId="017bd91f96aa8751" providerId="LiveId" clId="{5B2C3894-F97E-4CAB-8812-5BB4D83AAC6A}" dt="2026-10-16T02:56:28.070" v="7638" actId="478"/>
          <ac:spMkLst>
            <pc:docMk/>
            <pc:sldMk cId="1289355019" sldId="262"/>
            <ac:spMk id="355" creationId="{4C03910E-D75E-A1FB-3CB8-43BE7AB71568}"/>
          </ac:spMkLst>
        </pc:spChg>
        <pc:spChg chg="add del">
          <ac:chgData name="musukie52@gmail.com" userId="017bd91f96aa8751" providerId="LiveId" clId="{5B2C3894-F97E-4CAB-8812-5BB4D83AAC6A}" dt="2026-10-16T02:57:02.273" v="7649" actId="21"/>
          <ac:spMkLst>
            <pc:docMk/>
            <pc:sldMk cId="1289355019" sldId="262"/>
            <ac:spMk id="357" creationId="{89C9E547-C982-5357-E9F6-88B1E50E46E9}"/>
          </ac:spMkLst>
        </pc:spChg>
        <pc:spChg chg="add del mod">
          <ac:chgData name="musukie52@gmail.com" userId="017bd91f96aa8751" providerId="LiveId" clId="{5B2C3894-F97E-4CAB-8812-5BB4D83AAC6A}" dt="2026-10-16T02:57:02.273" v="7649" actId="21"/>
          <ac:spMkLst>
            <pc:docMk/>
            <pc:sldMk cId="1289355019" sldId="262"/>
            <ac:spMk id="359" creationId="{8CB52F17-5CA0-11FA-8182-16C1C41DF15F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63" creationId="{2AEA229F-BE12-A77A-A32F-38995FB50CD0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65" creationId="{4E41EE7D-A5D2-9AA4-C9AE-7F36D7A16E47}"/>
          </ac:spMkLst>
        </pc:spChg>
        <pc:spChg chg="add del mod">
          <ac:chgData name="musukie52@gmail.com" userId="017bd91f96aa8751" providerId="LiveId" clId="{5B2C3894-F97E-4CAB-8812-5BB4D83AAC6A}" dt="2026-10-16T02:58:00.019" v="7669" actId="21"/>
          <ac:spMkLst>
            <pc:docMk/>
            <pc:sldMk cId="1289355019" sldId="262"/>
            <ac:spMk id="369" creationId="{F1F4AC83-F242-204D-E4BF-0132F6761342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73" creationId="{3F051600-86A7-ED77-C418-9DCADB7A5A44}"/>
          </ac:spMkLst>
        </pc:spChg>
        <pc:spChg chg="add mod">
          <ac:chgData name="musukie52@gmail.com" userId="017bd91f96aa8751" providerId="LiveId" clId="{5B2C3894-F97E-4CAB-8812-5BB4D83AAC6A}" dt="2026-10-16T03:07:02.320" v="8002" actId="1076"/>
          <ac:spMkLst>
            <pc:docMk/>
            <pc:sldMk cId="1289355019" sldId="262"/>
            <ac:spMk id="375" creationId="{A24C976D-377B-43A9-2DD7-5F3C3901DA82}"/>
          </ac:spMkLst>
        </pc:spChg>
        <pc:spChg chg="add mod">
          <ac:chgData name="musukie52@gmail.com" userId="017bd91f96aa8751" providerId="LiveId" clId="{5B2C3894-F97E-4CAB-8812-5BB4D83AAC6A}" dt="2026-10-16T03:07:37.095" v="8010" actId="1076"/>
          <ac:spMkLst>
            <pc:docMk/>
            <pc:sldMk cId="1289355019" sldId="262"/>
            <ac:spMk id="383" creationId="{F658D044-5603-2A95-E01E-C22F327A6E10}"/>
          </ac:spMkLst>
        </pc:spChg>
        <pc:spChg chg="add mod">
          <ac:chgData name="musukie52@gmail.com" userId="017bd91f96aa8751" providerId="LiveId" clId="{5B2C3894-F97E-4CAB-8812-5BB4D83AAC6A}" dt="2026-10-16T03:07:37.095" v="8010" actId="1076"/>
          <ac:spMkLst>
            <pc:docMk/>
            <pc:sldMk cId="1289355019" sldId="262"/>
            <ac:spMk id="385" creationId="{0E73D982-918A-49C8-8B11-D7CAB9F7C523}"/>
          </ac:spMkLst>
        </pc:spChg>
        <pc:spChg chg="add mod">
          <ac:chgData name="musukie52@gmail.com" userId="017bd91f96aa8751" providerId="LiveId" clId="{5B2C3894-F97E-4CAB-8812-5BB4D83AAC6A}" dt="2026-10-16T03:07:37.095" v="8010" actId="1076"/>
          <ac:spMkLst>
            <pc:docMk/>
            <pc:sldMk cId="1289355019" sldId="262"/>
            <ac:spMk id="387" creationId="{94C46493-7456-72F8-54A7-549FC1824924}"/>
          </ac:spMkLst>
        </pc:spChg>
        <pc:grpChg chg="add mod">
          <ac:chgData name="musukie52@gmail.com" userId="017bd91f96aa8751" providerId="LiveId" clId="{5B2C3894-F97E-4CAB-8812-5BB4D83AAC6A}" dt="2026-10-15T09:57:39.185" v="3873" actId="164"/>
          <ac:grpSpMkLst>
            <pc:docMk/>
            <pc:sldMk cId="1289355019" sldId="262"/>
            <ac:grpSpMk id="35" creationId="{8D792BA5-6710-B769-4CC3-1F50B04B880C}"/>
          </ac:grpSpMkLst>
        </pc:grpChg>
        <pc:grpChg chg="add mod">
          <ac:chgData name="musukie52@gmail.com" userId="017bd91f96aa8751" providerId="LiveId" clId="{5B2C3894-F97E-4CAB-8812-5BB4D83AAC6A}" dt="2026-10-15T09:57:39.185" v="3873" actId="164"/>
          <ac:grpSpMkLst>
            <pc:docMk/>
            <pc:sldMk cId="1289355019" sldId="262"/>
            <ac:grpSpMk id="36" creationId="{E255F000-1349-CCDF-97D1-18236EE851E6}"/>
          </ac:grpSpMkLst>
        </pc:grpChg>
        <pc:grpChg chg="add mod">
          <ac:chgData name="musukie52@gmail.com" userId="017bd91f96aa8751" providerId="LiveId" clId="{5B2C3894-F97E-4CAB-8812-5BB4D83AAC6A}" dt="2026-10-15T09:57:39.185" v="3873" actId="164"/>
          <ac:grpSpMkLst>
            <pc:docMk/>
            <pc:sldMk cId="1289355019" sldId="262"/>
            <ac:grpSpMk id="37" creationId="{600D6DD1-CD78-E389-84F6-92EF1FF50698}"/>
          </ac:grpSpMkLst>
        </pc:grpChg>
        <pc:grpChg chg="add mod">
          <ac:chgData name="musukie52@gmail.com" userId="017bd91f96aa8751" providerId="LiveId" clId="{5B2C3894-F97E-4CAB-8812-5BB4D83AAC6A}" dt="2026-10-15T09:57:39.185" v="3873" actId="164"/>
          <ac:grpSpMkLst>
            <pc:docMk/>
            <pc:sldMk cId="1289355019" sldId="262"/>
            <ac:grpSpMk id="40" creationId="{DF55E113-AA15-4080-C5A5-FEA179096557}"/>
          </ac:grpSpMkLst>
        </pc:grpChg>
        <pc:grpChg chg="add del mod">
          <ac:chgData name="musukie52@gmail.com" userId="017bd91f96aa8751" providerId="LiveId" clId="{5B2C3894-F97E-4CAB-8812-5BB4D83AAC6A}" dt="2026-10-15T09:57:42.406" v="3875" actId="21"/>
          <ac:grpSpMkLst>
            <pc:docMk/>
            <pc:sldMk cId="1289355019" sldId="262"/>
            <ac:grpSpMk id="43" creationId="{BE46F33E-4C77-31AE-6593-576CA2E93342}"/>
          </ac:grpSpMkLst>
        </pc:grpChg>
        <pc:grpChg chg="mod">
          <ac:chgData name="musukie52@gmail.com" userId="017bd91f96aa8751" providerId="LiveId" clId="{5B2C3894-F97E-4CAB-8812-5BB4D83AAC6A}" dt="2026-10-15T09:58:38.128" v="3888" actId="1076"/>
          <ac:grpSpMkLst>
            <pc:docMk/>
            <pc:sldMk cId="1289355019" sldId="262"/>
            <ac:grpSpMk id="44" creationId="{AADEED58-34F7-F275-0400-8D2724A6809B}"/>
          </ac:grpSpMkLst>
        </pc:grpChg>
        <pc:grpChg chg="del">
          <ac:chgData name="musukie52@gmail.com" userId="017bd91f96aa8751" providerId="LiveId" clId="{5B2C3894-F97E-4CAB-8812-5BB4D83AAC6A}" dt="2026-10-15T09:59:06.948" v="3896" actId="478"/>
          <ac:grpSpMkLst>
            <pc:docMk/>
            <pc:sldMk cId="1289355019" sldId="262"/>
            <ac:grpSpMk id="46" creationId="{1E7B8E15-2876-83D9-EB87-FF44B1047D8E}"/>
          </ac:grpSpMkLst>
        </pc:grpChg>
        <pc:grpChg chg="del mod topLvl">
          <ac:chgData name="musukie52@gmail.com" userId="017bd91f96aa8751" providerId="LiveId" clId="{5B2C3894-F97E-4CAB-8812-5BB4D83AAC6A}" dt="2026-10-15T09:58:50.136" v="3892" actId="165"/>
          <ac:grpSpMkLst>
            <pc:docMk/>
            <pc:sldMk cId="1289355019" sldId="262"/>
            <ac:grpSpMk id="47" creationId="{EAF0FBBE-ECAD-8496-545F-75DFBE404CCD}"/>
          </ac:grpSpMkLst>
        </pc:grpChg>
        <pc:grpChg chg="del">
          <ac:chgData name="musukie52@gmail.com" userId="017bd91f96aa8751" providerId="LiveId" clId="{5B2C3894-F97E-4CAB-8812-5BB4D83AAC6A}" dt="2026-10-15T09:59:06.948" v="3896" actId="478"/>
          <ac:grpSpMkLst>
            <pc:docMk/>
            <pc:sldMk cId="1289355019" sldId="262"/>
            <ac:grpSpMk id="48" creationId="{EF9F7E70-B64D-D5B2-22A6-86EF61C01A3E}"/>
          </ac:grpSpMkLst>
        </pc:grpChg>
        <pc:grpChg chg="del">
          <ac:chgData name="musukie52@gmail.com" userId="017bd91f96aa8751" providerId="LiveId" clId="{5B2C3894-F97E-4CAB-8812-5BB4D83AAC6A}" dt="2026-10-15T09:59:06.948" v="3896" actId="478"/>
          <ac:grpSpMkLst>
            <pc:docMk/>
            <pc:sldMk cId="1289355019" sldId="262"/>
            <ac:grpSpMk id="49" creationId="{3FCD2200-1C0C-1121-8446-20B95BB6B5C5}"/>
          </ac:grpSpMkLst>
        </pc:grpChg>
        <pc:grpChg chg="add del mod">
          <ac:chgData name="musukie52@gmail.com" userId="017bd91f96aa8751" providerId="LiveId" clId="{5B2C3894-F97E-4CAB-8812-5BB4D83AAC6A}" dt="2026-10-16T01:30:09.708" v="5645" actId="21"/>
          <ac:grpSpMkLst>
            <pc:docMk/>
            <pc:sldMk cId="1289355019" sldId="262"/>
            <ac:grpSpMk id="56" creationId="{17BE3D5B-9F92-520E-4DB4-6D7C706D0628}"/>
          </ac:grpSpMkLst>
        </pc:grpChg>
        <pc:grpChg chg="add del mod">
          <ac:chgData name="musukie52@gmail.com" userId="017bd91f96aa8751" providerId="LiveId" clId="{5B2C3894-F97E-4CAB-8812-5BB4D83AAC6A}" dt="2026-10-16T01:29:22.410" v="5631" actId="21"/>
          <ac:grpSpMkLst>
            <pc:docMk/>
            <pc:sldMk cId="1289355019" sldId="262"/>
            <ac:grpSpMk id="58" creationId="{838534D7-41BA-723B-FD8B-5B1208A43C0F}"/>
          </ac:grpSpMkLst>
        </pc:grpChg>
        <pc:grpChg chg="add del mod">
          <ac:chgData name="musukie52@gmail.com" userId="017bd91f96aa8751" providerId="LiveId" clId="{5B2C3894-F97E-4CAB-8812-5BB4D83AAC6A}" dt="2026-10-15T10:00:13.982" v="3913" actId="478"/>
          <ac:grpSpMkLst>
            <pc:docMk/>
            <pc:sldMk cId="1289355019" sldId="262"/>
            <ac:grpSpMk id="58" creationId="{F8CD5D03-9DEF-F0FA-24A3-8D24FED5A28A}"/>
          </ac:grpSpMkLst>
        </pc:grpChg>
        <pc:grpChg chg="add del mod">
          <ac:chgData name="musukie52@gmail.com" userId="017bd91f96aa8751" providerId="LiveId" clId="{5B2C3894-F97E-4CAB-8812-5BB4D83AAC6A}" dt="2026-10-16T01:29:22.410" v="5631" actId="21"/>
          <ac:grpSpMkLst>
            <pc:docMk/>
            <pc:sldMk cId="1289355019" sldId="262"/>
            <ac:grpSpMk id="60" creationId="{8A6EF815-6D16-E169-A1FD-47DF49B0B947}"/>
          </ac:grpSpMkLst>
        </pc:grpChg>
        <pc:grpChg chg="mod">
          <ac:chgData name="musukie52@gmail.com" userId="017bd91f96aa8751" providerId="LiveId" clId="{5B2C3894-F97E-4CAB-8812-5BB4D83AAC6A}" dt="2026-10-15T09:59:29.849" v="3905" actId="207"/>
          <ac:grpSpMkLst>
            <pc:docMk/>
            <pc:sldMk cId="1289355019" sldId="262"/>
            <ac:grpSpMk id="61" creationId="{64C3D5F4-F485-28A3-F558-F05BA3ED11B7}"/>
          </ac:grpSpMkLst>
        </pc:grpChg>
        <pc:grpChg chg="add del mod">
          <ac:chgData name="musukie52@gmail.com" userId="017bd91f96aa8751" providerId="LiveId" clId="{5B2C3894-F97E-4CAB-8812-5BB4D83AAC6A}" dt="2026-10-16T01:30:09.708" v="5645" actId="21"/>
          <ac:grpSpMkLst>
            <pc:docMk/>
            <pc:sldMk cId="1289355019" sldId="262"/>
            <ac:grpSpMk id="62" creationId="{7D158BA5-E046-ADE2-A269-73398117C8CF}"/>
          </ac:grpSpMkLst>
        </pc:grpChg>
        <pc:grpChg chg="add del mod">
          <ac:chgData name="musukie52@gmail.com" userId="017bd91f96aa8751" providerId="LiveId" clId="{5B2C3894-F97E-4CAB-8812-5BB4D83AAC6A}" dt="2026-10-16T01:30:09.708" v="5645" actId="21"/>
          <ac:grpSpMkLst>
            <pc:docMk/>
            <pc:sldMk cId="1289355019" sldId="262"/>
            <ac:grpSpMk id="64" creationId="{5BDFD628-D273-6261-9920-141C687FB0E7}"/>
          </ac:grpSpMkLst>
        </pc:grpChg>
        <pc:grpChg chg="add del mod">
          <ac:chgData name="musukie52@gmail.com" userId="017bd91f96aa8751" providerId="LiveId" clId="{5B2C3894-F97E-4CAB-8812-5BB4D83AAC6A}" dt="2026-10-16T01:30:09.708" v="5645" actId="21"/>
          <ac:grpSpMkLst>
            <pc:docMk/>
            <pc:sldMk cId="1289355019" sldId="262"/>
            <ac:grpSpMk id="65" creationId="{CCB12D75-E056-08A9-E381-5DC1515F1F4E}"/>
          </ac:grpSpMkLst>
        </pc:grpChg>
        <pc:grpChg chg="add del mod">
          <ac:chgData name="musukie52@gmail.com" userId="017bd91f96aa8751" providerId="LiveId" clId="{5B2C3894-F97E-4CAB-8812-5BB4D83AAC6A}" dt="2026-10-16T01:29:43.995" v="5639" actId="21"/>
          <ac:grpSpMkLst>
            <pc:docMk/>
            <pc:sldMk cId="1289355019" sldId="262"/>
            <ac:grpSpMk id="66" creationId="{8A6EF815-6D16-E169-A1FD-47DF49B0B947}"/>
          </ac:grpSpMkLst>
        </pc:grpChg>
        <pc:grpChg chg="add del mod">
          <ac:chgData name="musukie52@gmail.com" userId="017bd91f96aa8751" providerId="LiveId" clId="{5B2C3894-F97E-4CAB-8812-5BB4D83AAC6A}" dt="2026-10-16T01:29:43.995" v="5639" actId="21"/>
          <ac:grpSpMkLst>
            <pc:docMk/>
            <pc:sldMk cId="1289355019" sldId="262"/>
            <ac:grpSpMk id="69" creationId="{838534D7-41BA-723B-FD8B-5B1208A43C0F}"/>
          </ac:grpSpMkLst>
        </pc:grpChg>
        <pc:grpChg chg="del">
          <ac:chgData name="musukie52@gmail.com" userId="017bd91f96aa8751" providerId="LiveId" clId="{5B2C3894-F97E-4CAB-8812-5BB4D83AAC6A}" dt="2026-10-16T01:37:49.088" v="5782" actId="21"/>
          <ac:grpSpMkLst>
            <pc:docMk/>
            <pc:sldMk cId="1289355019" sldId="262"/>
            <ac:grpSpMk id="73" creationId="{8A6EF815-6D16-E169-A1FD-47DF49B0B947}"/>
          </ac:grpSpMkLst>
        </pc:grpChg>
        <pc:grpChg chg="del">
          <ac:chgData name="musukie52@gmail.com" userId="017bd91f96aa8751" providerId="LiveId" clId="{5B2C3894-F97E-4CAB-8812-5BB4D83AAC6A}" dt="2026-10-16T01:37:49.088" v="5782" actId="21"/>
          <ac:grpSpMkLst>
            <pc:docMk/>
            <pc:sldMk cId="1289355019" sldId="262"/>
            <ac:grpSpMk id="76" creationId="{838534D7-41BA-723B-FD8B-5B1208A43C0F}"/>
          </ac:grpSpMkLst>
        </pc:grpChg>
        <pc:grpChg chg="mod">
          <ac:chgData name="musukie52@gmail.com" userId="017bd91f96aa8751" providerId="LiveId" clId="{5B2C3894-F97E-4CAB-8812-5BB4D83AAC6A}" dt="2026-10-16T02:20:21.110" v="6583" actId="1035"/>
          <ac:grpSpMkLst>
            <pc:docMk/>
            <pc:sldMk cId="1289355019" sldId="262"/>
            <ac:grpSpMk id="79" creationId="{7D158BA5-E046-ADE2-A269-73398117C8CF}"/>
          </ac:grpSpMkLst>
        </pc:grpChg>
        <pc:grpChg chg="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82" creationId="{17BE3D5B-9F92-520E-4DB4-6D7C706D0628}"/>
          </ac:grpSpMkLst>
        </pc:grpChg>
        <pc:grpChg chg="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87" creationId="{5BDFD628-D273-6261-9920-141C687FB0E7}"/>
          </ac:grpSpMkLst>
        </pc:grpChg>
        <pc:grpChg chg="mod">
          <ac:chgData name="musukie52@gmail.com" userId="017bd91f96aa8751" providerId="LiveId" clId="{5B2C3894-F97E-4CAB-8812-5BB4D83AAC6A}" dt="2026-10-16T02:23:03.295" v="6626" actId="1076"/>
          <ac:grpSpMkLst>
            <pc:docMk/>
            <pc:sldMk cId="1289355019" sldId="262"/>
            <ac:grpSpMk id="91" creationId="{CCB12D75-E056-08A9-E381-5DC1515F1F4E}"/>
          </ac:grpSpMkLst>
        </pc:grpChg>
        <pc:grpChg chg="add mod">
          <ac:chgData name="musukie52@gmail.com" userId="017bd91f96aa8751" providerId="LiveId" clId="{5B2C3894-F97E-4CAB-8812-5BB4D83AAC6A}" dt="2026-10-16T02:32:08.682" v="6845" actId="1036"/>
          <ac:grpSpMkLst>
            <pc:docMk/>
            <pc:sldMk cId="1289355019" sldId="262"/>
            <ac:grpSpMk id="102" creationId="{8A6EF815-6D16-E169-A1FD-47DF49B0B947}"/>
          </ac:grpSpMkLst>
        </pc:grpChg>
        <pc:grpChg chg="add del mod">
          <ac:chgData name="musukie52@gmail.com" userId="017bd91f96aa8751" providerId="LiveId" clId="{5B2C3894-F97E-4CAB-8812-5BB4D83AAC6A}" dt="2026-10-16T02:17:48.824" v="6566" actId="165"/>
          <ac:grpSpMkLst>
            <pc:docMk/>
            <pc:sldMk cId="1289355019" sldId="262"/>
            <ac:grpSpMk id="105" creationId="{838534D7-41BA-723B-FD8B-5B1208A43C0F}"/>
          </ac:grpSpMkLst>
        </pc:grpChg>
        <pc:grpChg chg="del mod">
          <ac:chgData name="musukie52@gmail.com" userId="017bd91f96aa8751" providerId="LiveId" clId="{5B2C3894-F97E-4CAB-8812-5BB4D83AAC6A}" dt="2026-10-16T01:43:35.336" v="5883" actId="21"/>
          <ac:grpSpMkLst>
            <pc:docMk/>
            <pc:sldMk cId="1289355019" sldId="262"/>
            <ac:grpSpMk id="114" creationId="{7A740EFA-83DF-3342-CBEB-C2B3E33F2B24}"/>
          </ac:grpSpMkLst>
        </pc:grpChg>
        <pc:grpChg chg="del mod">
          <ac:chgData name="musukie52@gmail.com" userId="017bd91f96aa8751" providerId="LiveId" clId="{5B2C3894-F97E-4CAB-8812-5BB4D83AAC6A}" dt="2026-10-16T01:43:35.336" v="5883" actId="21"/>
          <ac:grpSpMkLst>
            <pc:docMk/>
            <pc:sldMk cId="1289355019" sldId="262"/>
            <ac:grpSpMk id="116" creationId="{FCDA6C42-4797-1BE2-2A0F-D35F1E4D4898}"/>
          </ac:grpSpMkLst>
        </pc:grpChg>
        <pc:grpChg chg="mod">
          <ac:chgData name="musukie52@gmail.com" userId="017bd91f96aa8751" providerId="LiveId" clId="{5B2C3894-F97E-4CAB-8812-5BB4D83AAC6A}" dt="2026-10-16T02:29:11.727" v="6727" actId="1076"/>
          <ac:grpSpMkLst>
            <pc:docMk/>
            <pc:sldMk cId="1289355019" sldId="262"/>
            <ac:grpSpMk id="122" creationId="{7A740EFA-83DF-3342-CBEB-C2B3E33F2B24}"/>
          </ac:grpSpMkLst>
        </pc:grpChg>
        <pc:grpChg chg="del mod">
          <ac:chgData name="musukie52@gmail.com" userId="017bd91f96aa8751" providerId="LiveId" clId="{5B2C3894-F97E-4CAB-8812-5BB4D83AAC6A}" dt="2026-10-16T01:43:35.336" v="5883" actId="21"/>
          <ac:grpSpMkLst>
            <pc:docMk/>
            <pc:sldMk cId="1289355019" sldId="262"/>
            <ac:grpSpMk id="202" creationId="{32FFD565-EC14-D521-C3E9-C7623E04A753}"/>
          </ac:grpSpMkLst>
        </pc:grpChg>
        <pc:grpChg chg="del mod">
          <ac:chgData name="musukie52@gmail.com" userId="017bd91f96aa8751" providerId="LiveId" clId="{5B2C3894-F97E-4CAB-8812-5BB4D83AAC6A}" dt="2026-10-16T01:43:35.336" v="5883" actId="21"/>
          <ac:grpSpMkLst>
            <pc:docMk/>
            <pc:sldMk cId="1289355019" sldId="262"/>
            <ac:grpSpMk id="206" creationId="{895F5E5B-AFC2-BB81-8B45-9DC2FAC15104}"/>
          </ac:grpSpMkLst>
        </pc:grpChg>
        <pc:grpChg chg="mod">
          <ac:chgData name="musukie52@gmail.com" userId="017bd91f96aa8751" providerId="LiveId" clId="{5B2C3894-F97E-4CAB-8812-5BB4D83AAC6A}" dt="2026-10-16T02:28:29.151" v="6722" actId="1076"/>
          <ac:grpSpMkLst>
            <pc:docMk/>
            <pc:sldMk cId="1289355019" sldId="262"/>
            <ac:grpSpMk id="212" creationId="{32FFD565-EC14-D521-C3E9-C7623E04A753}"/>
          </ac:grpSpMkLst>
        </pc:grpChg>
        <pc:grpChg chg="del mod">
          <ac:chgData name="musukie52@gmail.com" userId="017bd91f96aa8751" providerId="LiveId" clId="{5B2C3894-F97E-4CAB-8812-5BB4D83AAC6A}" dt="2026-10-16T02:01:44.968" v="6278" actId="478"/>
          <ac:grpSpMkLst>
            <pc:docMk/>
            <pc:sldMk cId="1289355019" sldId="262"/>
            <ac:grpSpMk id="222" creationId="{895F5E5B-AFC2-BB81-8B45-9DC2FAC15104}"/>
          </ac:grpSpMkLst>
        </pc:grpChg>
        <pc:grpChg chg="del mod">
          <ac:chgData name="musukie52@gmail.com" userId="017bd91f96aa8751" providerId="LiveId" clId="{5B2C3894-F97E-4CAB-8812-5BB4D83AAC6A}" dt="2026-10-16T02:01:41.318" v="6277" actId="478"/>
          <ac:grpSpMkLst>
            <pc:docMk/>
            <pc:sldMk cId="1289355019" sldId="262"/>
            <ac:grpSpMk id="228" creationId="{FCDA6C42-4797-1BE2-2A0F-D35F1E4D4898}"/>
          </ac:grpSpMkLst>
        </pc:grpChg>
        <pc:grpChg chg="add del mod">
          <ac:chgData name="musukie52@gmail.com" userId="017bd91f96aa8751" providerId="LiveId" clId="{5B2C3894-F97E-4CAB-8812-5BB4D83AAC6A}" dt="2026-10-16T02:29:59.736" v="6733" actId="21"/>
          <ac:grpSpMkLst>
            <pc:docMk/>
            <pc:sldMk cId="1289355019" sldId="262"/>
            <ac:grpSpMk id="233" creationId="{2FDAB13E-7496-8460-62BF-4C27028FEF87}"/>
          </ac:grpSpMkLst>
        </pc:grpChg>
        <pc:grpChg chg="add del mod">
          <ac:chgData name="musukie52@gmail.com" userId="017bd91f96aa8751" providerId="LiveId" clId="{5B2C3894-F97E-4CAB-8812-5BB4D83AAC6A}" dt="2026-10-16T02:10:18.016" v="6413" actId="165"/>
          <ac:grpSpMkLst>
            <pc:docMk/>
            <pc:sldMk cId="1289355019" sldId="262"/>
            <ac:grpSpMk id="238" creationId="{D156601D-BB4A-FADA-D0E9-E02EC71BB6D9}"/>
          </ac:grpSpMkLst>
        </pc:grpChg>
        <pc:grpChg chg="add del mod">
          <ac:chgData name="musukie52@gmail.com" userId="017bd91f96aa8751" providerId="LiveId" clId="{5B2C3894-F97E-4CAB-8812-5BB4D83AAC6A}" dt="2026-10-16T02:25:14.844" v="6683" actId="165"/>
          <ac:grpSpMkLst>
            <pc:docMk/>
            <pc:sldMk cId="1289355019" sldId="262"/>
            <ac:grpSpMk id="241" creationId="{7E54D403-E6D8-441D-0ED6-01692A5FBEDB}"/>
          </ac:grpSpMkLst>
        </pc:grpChg>
        <pc:grpChg chg="add del mod">
          <ac:chgData name="musukie52@gmail.com" userId="017bd91f96aa8751" providerId="LiveId" clId="{5B2C3894-F97E-4CAB-8812-5BB4D83AAC6A}" dt="2026-10-16T02:19:05.714" v="6571" actId="165"/>
          <ac:grpSpMkLst>
            <pc:docMk/>
            <pc:sldMk cId="1289355019" sldId="262"/>
            <ac:grpSpMk id="242" creationId="{0D4D3F8F-3746-52FA-D1DC-0F2B2B650DE0}"/>
          </ac:grpSpMkLst>
        </pc:grpChg>
        <pc:grpChg chg="add del mod">
          <ac:chgData name="musukie52@gmail.com" userId="017bd91f96aa8751" providerId="LiveId" clId="{5B2C3894-F97E-4CAB-8812-5BB4D83AAC6A}" dt="2026-10-16T02:23:34.696" v="6635" actId="165"/>
          <ac:grpSpMkLst>
            <pc:docMk/>
            <pc:sldMk cId="1289355019" sldId="262"/>
            <ac:grpSpMk id="243" creationId="{DDD892D1-139B-D7DA-A336-39F48862D620}"/>
          </ac:grpSpMkLst>
        </pc:grpChg>
        <pc:grpChg chg="add mod">
          <ac:chgData name="musukie52@gmail.com" userId="017bd91f96aa8751" providerId="LiveId" clId="{5B2C3894-F97E-4CAB-8812-5BB4D83AAC6A}" dt="2026-10-16T02:23:04.155" v="6627" actId="1076"/>
          <ac:grpSpMkLst>
            <pc:docMk/>
            <pc:sldMk cId="1289355019" sldId="262"/>
            <ac:grpSpMk id="250" creationId="{A832C009-D273-F1D9-074B-6D1A8C49392B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51" creationId="{56DFF57E-1523-AF48-EDFF-ACE8F10C9B03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52" creationId="{5D6A38CC-75F3-DA38-6B56-5872D5239746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53" creationId="{4A4530C4-0CD1-AB45-ED66-05880CDDD5DE}"/>
          </ac:grpSpMkLst>
        </pc:grpChg>
        <pc:grpChg chg="add del mod">
          <ac:chgData name="musukie52@gmail.com" userId="017bd91f96aa8751" providerId="LiveId" clId="{5B2C3894-F97E-4CAB-8812-5BB4D83AAC6A}" dt="2026-10-16T02:23:48.050" v="6639" actId="165"/>
          <ac:grpSpMkLst>
            <pc:docMk/>
            <pc:sldMk cId="1289355019" sldId="262"/>
            <ac:grpSpMk id="254" creationId="{77A7405B-EC9F-3645-1087-0212A1FCF4FD}"/>
          </ac:grpSpMkLst>
        </pc:grpChg>
        <pc:grpChg chg="mod">
          <ac:chgData name="musukie52@gmail.com" userId="017bd91f96aa8751" providerId="LiveId" clId="{5B2C3894-F97E-4CAB-8812-5BB4D83AAC6A}" dt="2026-10-16T02:16:09.295" v="6522" actId="1037"/>
          <ac:grpSpMkLst>
            <pc:docMk/>
            <pc:sldMk cId="1289355019" sldId="262"/>
            <ac:grpSpMk id="264" creationId="{4336074E-88EC-50E4-C4A0-996C33B5B481}"/>
          </ac:grpSpMkLst>
        </pc:grpChg>
        <pc:grpChg chg="mod">
          <ac:chgData name="musukie52@gmail.com" userId="017bd91f96aa8751" providerId="LiveId" clId="{5B2C3894-F97E-4CAB-8812-5BB4D83AAC6A}" dt="2026-10-16T02:15:51.471" v="6507" actId="1037"/>
          <ac:grpSpMkLst>
            <pc:docMk/>
            <pc:sldMk cId="1289355019" sldId="262"/>
            <ac:grpSpMk id="265" creationId="{C40710F7-4D0B-5191-C14C-6ACD8229B2A8}"/>
          </ac:grpSpMkLst>
        </pc:grpChg>
        <pc:grpChg chg="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68" creationId="{96D5C138-10CF-A27D-B9EA-7CAAA313BABE}"/>
          </ac:grpSpMkLst>
        </pc:grpChg>
        <pc:grpChg chg="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71" creationId="{47E3F2E1-9D53-2932-9771-6334277259D3}"/>
          </ac:grpSpMkLst>
        </pc:grpChg>
        <pc:grpChg chg="add mod">
          <ac:chgData name="musukie52@gmail.com" userId="017bd91f96aa8751" providerId="LiveId" clId="{5B2C3894-F97E-4CAB-8812-5BB4D83AAC6A}" dt="2026-10-16T02:23:44.270" v="6638" actId="164"/>
          <ac:grpSpMkLst>
            <pc:docMk/>
            <pc:sldMk cId="1289355019" sldId="262"/>
            <ac:grpSpMk id="274" creationId="{D4EC6B8E-EFB0-F5B0-F927-A276A71B8D76}"/>
          </ac:grpSpMkLst>
        </pc:grpChg>
        <pc:grpChg chg="add mod">
          <ac:chgData name="musukie52@gmail.com" userId="017bd91f96aa8751" providerId="LiveId" clId="{5B2C3894-F97E-4CAB-8812-5BB4D83AAC6A}" dt="2026-10-16T02:24:24.400" v="6654" actId="1076"/>
          <ac:grpSpMkLst>
            <pc:docMk/>
            <pc:sldMk cId="1289355019" sldId="262"/>
            <ac:grpSpMk id="275" creationId="{6386A977-C7C7-95A7-DB0C-412153A53C62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76" creationId="{62B24E9E-011E-2947-6259-5459304899F9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79" creationId="{4FEE4423-BFDF-A423-8526-690ED94A1E7B}"/>
          </ac:grpSpMkLst>
        </pc:grpChg>
        <pc:grpChg chg="add del mod">
          <ac:chgData name="musukie52@gmail.com" userId="017bd91f96aa8751" providerId="LiveId" clId="{5B2C3894-F97E-4CAB-8812-5BB4D83AAC6A}" dt="2026-10-16T02:43:26.666" v="7130" actId="165"/>
          <ac:grpSpMkLst>
            <pc:docMk/>
            <pc:sldMk cId="1289355019" sldId="262"/>
            <ac:grpSpMk id="282" creationId="{70A5B169-8505-1AA1-62A3-F6A6EE7A7543}"/>
          </ac:grpSpMkLst>
        </pc:grpChg>
        <pc:grpChg chg="add mod">
          <ac:chgData name="musukie52@gmail.com" userId="017bd91f96aa8751" providerId="LiveId" clId="{5B2C3894-F97E-4CAB-8812-5BB4D83AAC6A}" dt="2026-10-16T02:31:47.623" v="6839" actId="1036"/>
          <ac:grpSpMkLst>
            <pc:docMk/>
            <pc:sldMk cId="1289355019" sldId="262"/>
            <ac:grpSpMk id="285" creationId="{DD826FB1-11AF-4E60-E370-794A5937F248}"/>
          </ac:grpSpMkLst>
        </pc:grpChg>
        <pc:grpChg chg="add mod">
          <ac:chgData name="musukie52@gmail.com" userId="017bd91f96aa8751" providerId="LiveId" clId="{5B2C3894-F97E-4CAB-8812-5BB4D83AAC6A}" dt="2026-10-16T02:30:56.070" v="6831"/>
          <ac:grpSpMkLst>
            <pc:docMk/>
            <pc:sldMk cId="1289355019" sldId="262"/>
            <ac:grpSpMk id="288" creationId="{2FDAB13E-7496-8460-62BF-4C27028FEF87}"/>
          </ac:grpSpMkLst>
        </pc:grpChg>
        <pc:grpChg chg="add del mod">
          <ac:chgData name="musukie52@gmail.com" userId="017bd91f96aa8751" providerId="LiveId" clId="{5B2C3894-F97E-4CAB-8812-5BB4D83AAC6A}" dt="2026-10-16T02:43:13.983" v="7126" actId="165"/>
          <ac:grpSpMkLst>
            <pc:docMk/>
            <pc:sldMk cId="1289355019" sldId="262"/>
            <ac:grpSpMk id="305" creationId="{08084848-A851-C6F4-E1FD-BD962A6526C7}"/>
          </ac:grpSpMkLst>
        </pc:grpChg>
        <pc:grpChg chg="add del mod">
          <ac:chgData name="musukie52@gmail.com" userId="017bd91f96aa8751" providerId="LiveId" clId="{5B2C3894-F97E-4CAB-8812-5BB4D83AAC6A}" dt="2026-10-16T02:54:37.527" v="7599" actId="165"/>
          <ac:grpSpMkLst>
            <pc:docMk/>
            <pc:sldMk cId="1289355019" sldId="262"/>
            <ac:grpSpMk id="334" creationId="{7EF782C8-8EFE-F091-8409-A48683B03C90}"/>
          </ac:grpSpMkLst>
        </pc:grpChg>
        <pc:picChg chg="add del mod">
          <ac:chgData name="musukie52@gmail.com" userId="017bd91f96aa8751" providerId="LiveId" clId="{5B2C3894-F97E-4CAB-8812-5BB4D83AAC6A}" dt="2026-10-15T10:21:45.108" v="4178" actId="22"/>
          <ac:picMkLst>
            <pc:docMk/>
            <pc:sldMk cId="1289355019" sldId="262"/>
            <ac:picMk id="3" creationId="{9D08CFE2-74BA-2825-C2FE-71400D9C257E}"/>
          </ac:picMkLst>
        </pc:picChg>
        <pc:picChg chg="add del mod">
          <ac:chgData name="musukie52@gmail.com" userId="017bd91f96aa8751" providerId="LiveId" clId="{5B2C3894-F97E-4CAB-8812-5BB4D83AAC6A}" dt="2026-10-15T10:21:45.108" v="4178" actId="22"/>
          <ac:picMkLst>
            <pc:docMk/>
            <pc:sldMk cId="1289355019" sldId="262"/>
            <ac:picMk id="5" creationId="{1819B6E4-2A7E-3E95-2C5F-5BE366F57106}"/>
          </ac:picMkLst>
        </pc:picChg>
        <pc:picChg chg="add del mod">
          <ac:chgData name="musukie52@gmail.com" userId="017bd91f96aa8751" providerId="LiveId" clId="{5B2C3894-F97E-4CAB-8812-5BB4D83AAC6A}" dt="2026-10-15T10:21:45.108" v="4178" actId="22"/>
          <ac:picMkLst>
            <pc:docMk/>
            <pc:sldMk cId="1289355019" sldId="262"/>
            <ac:picMk id="11" creationId="{A62B1EA7-FBE7-FAA3-BC6C-FDAF5A0EBD3C}"/>
          </ac:picMkLst>
        </pc:picChg>
        <pc:picChg chg="add del mod">
          <ac:chgData name="musukie52@gmail.com" userId="017bd91f96aa8751" providerId="LiveId" clId="{5B2C3894-F97E-4CAB-8812-5BB4D83AAC6A}" dt="2026-10-15T10:21:43.944" v="4174" actId="22"/>
          <ac:picMkLst>
            <pc:docMk/>
            <pc:sldMk cId="1289355019" sldId="262"/>
            <ac:picMk id="13" creationId="{676C4C04-D8E7-0372-AD60-58266B1262F1}"/>
          </ac:picMkLst>
        </pc:picChg>
        <pc:picChg chg="add del mod">
          <ac:chgData name="musukie52@gmail.com" userId="017bd91f96aa8751" providerId="LiveId" clId="{5B2C3894-F97E-4CAB-8812-5BB4D83AAC6A}" dt="2026-10-15T10:21:43.944" v="4174" actId="22"/>
          <ac:picMkLst>
            <pc:docMk/>
            <pc:sldMk cId="1289355019" sldId="262"/>
            <ac:picMk id="15" creationId="{A6B30BBA-868B-8DFA-262D-8848F1AD9CB5}"/>
          </ac:picMkLst>
        </pc:picChg>
        <pc:picChg chg="add del mod">
          <ac:chgData name="musukie52@gmail.com" userId="017bd91f96aa8751" providerId="LiveId" clId="{5B2C3894-F97E-4CAB-8812-5BB4D83AAC6A}" dt="2026-10-15T09:12:13.642" v="3704" actId="21"/>
          <ac:picMkLst>
            <pc:docMk/>
            <pc:sldMk cId="1289355019" sldId="262"/>
            <ac:picMk id="17" creationId="{BC02405D-67F3-5C77-C36B-6EFB9D8A7548}"/>
          </ac:picMkLst>
        </pc:picChg>
        <pc:picChg chg="add del mod">
          <ac:chgData name="musukie52@gmail.com" userId="017bd91f96aa8751" providerId="LiveId" clId="{5B2C3894-F97E-4CAB-8812-5BB4D83AAC6A}" dt="2026-10-15T10:21:42.794" v="4168" actId="22"/>
          <ac:picMkLst>
            <pc:docMk/>
            <pc:sldMk cId="1289355019" sldId="262"/>
            <ac:picMk id="19" creationId="{EB8A4D4A-83A6-B358-98FB-8118BF191BB9}"/>
          </ac:picMkLst>
        </pc:picChg>
        <pc:picChg chg="add del mod">
          <ac:chgData name="musukie52@gmail.com" userId="017bd91f96aa8751" providerId="LiveId" clId="{5B2C3894-F97E-4CAB-8812-5BB4D83AAC6A}" dt="2026-10-15T10:21:42.794" v="4168" actId="22"/>
          <ac:picMkLst>
            <pc:docMk/>
            <pc:sldMk cId="1289355019" sldId="262"/>
            <ac:picMk id="21" creationId="{CAC74F52-3045-C941-1EF6-DF0EC053929E}"/>
          </ac:picMkLst>
        </pc:picChg>
        <pc:picChg chg="add del">
          <ac:chgData name="musukie52@gmail.com" userId="017bd91f96aa8751" providerId="LiveId" clId="{5B2C3894-F97E-4CAB-8812-5BB4D83AAC6A}" dt="2026-10-15T10:41:52.016" v="4375" actId="22"/>
          <ac:picMkLst>
            <pc:docMk/>
            <pc:sldMk cId="1289355019" sldId="262"/>
            <ac:picMk id="65" creationId="{B36D5E89-B0CE-2382-2699-13E4C528149E}"/>
          </ac:picMkLst>
        </pc:picChg>
        <pc:picChg chg="add del">
          <ac:chgData name="musukie52@gmail.com" userId="017bd91f96aa8751" providerId="LiveId" clId="{5B2C3894-F97E-4CAB-8812-5BB4D83AAC6A}" dt="2026-10-15T10:41:52.016" v="4375" actId="22"/>
          <ac:picMkLst>
            <pc:docMk/>
            <pc:sldMk cId="1289355019" sldId="262"/>
            <ac:picMk id="69" creationId="{4D3ECAF0-74B3-EC79-BDAD-990ACEC0F263}"/>
          </ac:picMkLst>
        </pc:picChg>
        <pc:picChg chg="add del">
          <ac:chgData name="musukie52@gmail.com" userId="017bd91f96aa8751" providerId="LiveId" clId="{5B2C3894-F97E-4CAB-8812-5BB4D83AAC6A}" dt="2026-10-15T10:41:52.016" v="4375" actId="22"/>
          <ac:picMkLst>
            <pc:docMk/>
            <pc:sldMk cId="1289355019" sldId="262"/>
            <ac:picMk id="73" creationId="{DEC3DD41-53B6-A47C-4FB1-0510A3A0849E}"/>
          </ac:picMkLst>
        </pc:picChg>
        <pc:picChg chg="add del">
          <ac:chgData name="musukie52@gmail.com" userId="017bd91f96aa8751" providerId="LiveId" clId="{5B2C3894-F97E-4CAB-8812-5BB4D83AAC6A}" dt="2026-10-15T10:41:52.016" v="4375" actId="22"/>
          <ac:picMkLst>
            <pc:docMk/>
            <pc:sldMk cId="1289355019" sldId="262"/>
            <ac:picMk id="77" creationId="{357FFAD2-B080-71E5-E9AE-9A9DD71248A8}"/>
          </ac:picMkLst>
        </pc:picChg>
        <pc:picChg chg="add del">
          <ac:chgData name="musukie52@gmail.com" userId="017bd91f96aa8751" providerId="LiveId" clId="{5B2C3894-F97E-4CAB-8812-5BB4D83AAC6A}" dt="2026-10-15T10:41:52.016" v="4375" actId="22"/>
          <ac:picMkLst>
            <pc:docMk/>
            <pc:sldMk cId="1289355019" sldId="262"/>
            <ac:picMk id="81" creationId="{2688DE3B-052A-31DD-366F-86AD87319972}"/>
          </ac:picMkLst>
        </pc:picChg>
        <pc:picChg chg="add del mod modCrop">
          <ac:chgData name="musukie52@gmail.com" userId="017bd91f96aa8751" providerId="LiveId" clId="{5B2C3894-F97E-4CAB-8812-5BB4D83AAC6A}" dt="2026-10-15T10:04:15.227" v="3949" actId="21"/>
          <ac:picMkLst>
            <pc:docMk/>
            <pc:sldMk cId="1289355019" sldId="262"/>
            <ac:picMk id="83" creationId="{21528899-D7F0-7E1B-2247-E5096768BDF6}"/>
          </ac:picMkLst>
        </pc:picChg>
        <pc:picChg chg="add del">
          <ac:chgData name="musukie52@gmail.com" userId="017bd91f96aa8751" providerId="LiveId" clId="{5B2C3894-F97E-4CAB-8812-5BB4D83AAC6A}" dt="2026-10-15T11:10:23.777" v="4788" actId="22"/>
          <ac:picMkLst>
            <pc:docMk/>
            <pc:sldMk cId="1289355019" sldId="262"/>
            <ac:picMk id="95" creationId="{86FE53FF-49B9-17C8-CFBC-354A254184D3}"/>
          </ac:picMkLst>
        </pc:picChg>
        <pc:picChg chg="add del mod">
          <ac:chgData name="musukie52@gmail.com" userId="017bd91f96aa8751" providerId="LiveId" clId="{5B2C3894-F97E-4CAB-8812-5BB4D83AAC6A}" dt="2026-10-16T01:37:49.088" v="5782" actId="21"/>
          <ac:picMkLst>
            <pc:docMk/>
            <pc:sldMk cId="1289355019" sldId="262"/>
            <ac:picMk id="101" creationId="{35286903-C7F6-062E-E88B-1901C3D6337E}"/>
          </ac:picMkLst>
        </pc:picChg>
        <pc:picChg chg="add mod">
          <ac:chgData name="musukie52@gmail.com" userId="017bd91f96aa8751" providerId="LiveId" clId="{5B2C3894-F97E-4CAB-8812-5BB4D83AAC6A}" dt="2026-10-16T02:22:20.903" v="6617" actId="164"/>
          <ac:picMkLst>
            <pc:docMk/>
            <pc:sldMk cId="1289355019" sldId="262"/>
            <ac:picMk id="110" creationId="{35286903-C7F6-062E-E88B-1901C3D6337E}"/>
          </ac:picMkLst>
        </pc:picChg>
        <pc:picChg chg="del mod">
          <ac:chgData name="musukie52@gmail.com" userId="017bd91f96aa8751" providerId="LiveId" clId="{5B2C3894-F97E-4CAB-8812-5BB4D83AAC6A}" dt="2026-10-16T01:43:35.336" v="5883" actId="21"/>
          <ac:picMkLst>
            <pc:docMk/>
            <pc:sldMk cId="1289355019" sldId="262"/>
            <ac:picMk id="113" creationId="{0CD66A72-97D4-73F4-A23A-1487D410C289}"/>
          </ac:picMkLst>
        </pc:picChg>
        <pc:picChg chg="del mod">
          <ac:chgData name="musukie52@gmail.com" userId="017bd91f96aa8751" providerId="LiveId" clId="{5B2C3894-F97E-4CAB-8812-5BB4D83AAC6A}" dt="2026-10-16T01:48:22.464" v="5984" actId="21"/>
          <ac:picMkLst>
            <pc:docMk/>
            <pc:sldMk cId="1289355019" sldId="262"/>
            <ac:picMk id="119" creationId="{0CD66A72-97D4-73F4-A23A-1487D410C289}"/>
          </ac:picMkLst>
        </pc:picChg>
        <pc:picChg chg="add del mod">
          <ac:chgData name="musukie52@gmail.com" userId="017bd91f96aa8751" providerId="LiveId" clId="{5B2C3894-F97E-4CAB-8812-5BB4D83AAC6A}" dt="2026-10-15T11:18:00.287" v="5141" actId="21"/>
          <ac:picMkLst>
            <pc:docMk/>
            <pc:sldMk cId="1289355019" sldId="262"/>
            <ac:picMk id="126" creationId="{811FA2DC-4AE3-289C-0E0A-D8BFE3C351F3}"/>
          </ac:picMkLst>
        </pc:picChg>
        <pc:picChg chg="add del mod">
          <ac:chgData name="musukie52@gmail.com" userId="017bd91f96aa8751" providerId="LiveId" clId="{5B2C3894-F97E-4CAB-8812-5BB4D83AAC6A}" dt="2026-10-16T01:48:18.284" v="5982" actId="478"/>
          <ac:picMkLst>
            <pc:docMk/>
            <pc:sldMk cId="1289355019" sldId="262"/>
            <ac:picMk id="193" creationId="{2C2DED0A-250E-4867-F322-0A07CA54E0AE}"/>
          </ac:picMkLst>
        </pc:picChg>
        <pc:picChg chg="add del mod">
          <ac:chgData name="musukie52@gmail.com" userId="017bd91f96aa8751" providerId="LiveId" clId="{5B2C3894-F97E-4CAB-8812-5BB4D83AAC6A}" dt="2026-10-16T01:48:32.559" v="5989" actId="21"/>
          <ac:picMkLst>
            <pc:docMk/>
            <pc:sldMk cId="1289355019" sldId="262"/>
            <ac:picMk id="195" creationId="{A60FCE0A-FE13-FADC-CD95-543E56A87528}"/>
          </ac:picMkLst>
        </pc:picChg>
        <pc:picChg chg="add mod">
          <ac:chgData name="musukie52@gmail.com" userId="017bd91f96aa8751" providerId="LiveId" clId="{5B2C3894-F97E-4CAB-8812-5BB4D83AAC6A}" dt="2026-10-16T01:55:40.114" v="6166" actId="1035"/>
          <ac:picMkLst>
            <pc:docMk/>
            <pc:sldMk cId="1289355019" sldId="262"/>
            <ac:picMk id="232" creationId="{B5144D92-46A3-6A09-3D8B-27F06A8C5EFA}"/>
          </ac:picMkLst>
        </pc:picChg>
        <pc:picChg chg="add del mod">
          <ac:chgData name="musukie52@gmail.com" userId="017bd91f96aa8751" providerId="LiveId" clId="{5B2C3894-F97E-4CAB-8812-5BB4D83AAC6A}" dt="2026-10-16T01:52:39.076" v="6135" actId="478"/>
          <ac:picMkLst>
            <pc:docMk/>
            <pc:sldMk cId="1289355019" sldId="262"/>
            <ac:picMk id="235" creationId="{B37097F6-6D61-AF24-97B8-C66918BE0CA4}"/>
          </ac:picMkLst>
        </pc:picChg>
        <pc:picChg chg="add mod">
          <ac:chgData name="musukie52@gmail.com" userId="017bd91f96aa8751" providerId="LiveId" clId="{5B2C3894-F97E-4CAB-8812-5BB4D83AAC6A}" dt="2026-10-16T02:22:17.907" v="6616" actId="164"/>
          <ac:picMkLst>
            <pc:docMk/>
            <pc:sldMk cId="1289355019" sldId="262"/>
            <ac:picMk id="237" creationId="{7B935507-1C30-3A79-1C97-C7E94F6FF3E6}"/>
          </ac:picMkLst>
        </pc:picChg>
        <pc:picChg chg="add mod modCrop">
          <ac:chgData name="musukie52@gmail.com" userId="017bd91f96aa8751" providerId="LiveId" clId="{5B2C3894-F97E-4CAB-8812-5BB4D83AAC6A}" dt="2026-10-16T02:22:14.197" v="6615" actId="164"/>
          <ac:picMkLst>
            <pc:docMk/>
            <pc:sldMk cId="1289355019" sldId="262"/>
            <ac:picMk id="249" creationId="{874C5BCF-C674-C10A-EFC9-55DDAB4C3A3B}"/>
          </ac:picMkLst>
        </pc:picChg>
        <pc:picChg chg="mod">
          <ac:chgData name="musukie52@gmail.com" userId="017bd91f96aa8751" providerId="LiveId" clId="{5B2C3894-F97E-4CAB-8812-5BB4D83AAC6A}" dt="2026-10-16T02:22:23.469" v="6618" actId="164"/>
          <ac:picMkLst>
            <pc:docMk/>
            <pc:sldMk cId="1289355019" sldId="262"/>
            <ac:picMk id="261" creationId="{DECFD16D-9772-498D-256F-9BCA33A3874D}"/>
          </ac:picMkLst>
        </pc:picChg>
        <pc:picChg chg="add del">
          <ac:chgData name="musukie52@gmail.com" userId="017bd91f96aa8751" providerId="LiveId" clId="{5B2C3894-F97E-4CAB-8812-5BB4D83AAC6A}" dt="2026-10-16T02:23:31.711" v="6634" actId="22"/>
          <ac:picMkLst>
            <pc:docMk/>
            <pc:sldMk cId="1289355019" sldId="262"/>
            <ac:picMk id="263" creationId="{5DD41BC0-0569-BD0E-2DF0-50AFB4F134BF}"/>
          </ac:picMkLst>
        </pc:picChg>
        <pc:picChg chg="mod">
          <ac:chgData name="musukie52@gmail.com" userId="017bd91f96aa8751" providerId="LiveId" clId="{5B2C3894-F97E-4CAB-8812-5BB4D83AAC6A}" dt="2026-10-16T02:30:56.070" v="6831"/>
          <ac:picMkLst>
            <pc:docMk/>
            <pc:sldMk cId="1289355019" sldId="262"/>
            <ac:picMk id="291" creationId="{B5144D92-46A3-6A09-3D8B-27F06A8C5EFA}"/>
          </ac:picMkLst>
        </pc:picChg>
        <pc:picChg chg="del mod topLvl">
          <ac:chgData name="musukie52@gmail.com" userId="017bd91f96aa8751" providerId="LiveId" clId="{5B2C3894-F97E-4CAB-8812-5BB4D83AAC6A}" dt="2026-10-16T02:43:17.231" v="7128" actId="478"/>
          <ac:picMkLst>
            <pc:docMk/>
            <pc:sldMk cId="1289355019" sldId="262"/>
            <ac:picMk id="308" creationId="{52A23F06-E9AC-F507-C4F2-EB4F523A675B}"/>
          </ac:picMkLst>
        </pc:picChg>
        <pc:picChg chg="add del">
          <ac:chgData name="musukie52@gmail.com" userId="017bd91f96aa8751" providerId="LiveId" clId="{5B2C3894-F97E-4CAB-8812-5BB4D83AAC6A}" dt="2026-10-16T02:43:15.542" v="7127" actId="478"/>
          <ac:picMkLst>
            <pc:docMk/>
            <pc:sldMk cId="1289355019" sldId="262"/>
            <ac:picMk id="310" creationId="{233F8CD4-3F3E-3A69-5297-7D397C594934}"/>
          </ac:picMkLst>
        </pc:picChg>
        <pc:picChg chg="del mod topLvl">
          <ac:chgData name="musukie52@gmail.com" userId="017bd91f96aa8751" providerId="LiveId" clId="{5B2C3894-F97E-4CAB-8812-5BB4D83AAC6A}" dt="2026-10-16T02:54:39.816" v="7600" actId="478"/>
          <ac:picMkLst>
            <pc:docMk/>
            <pc:sldMk cId="1289355019" sldId="262"/>
            <ac:picMk id="337" creationId="{1588BA9F-8A25-9E5D-60F6-32AAFA54BC21}"/>
          </ac:picMkLst>
        </pc:picChg>
        <pc:picChg chg="add del mod">
          <ac:chgData name="musukie52@gmail.com" userId="017bd91f96aa8751" providerId="LiveId" clId="{5B2C3894-F97E-4CAB-8812-5BB4D83AAC6A}" dt="2026-10-16T02:55:17.241" v="7611" actId="21"/>
          <ac:picMkLst>
            <pc:docMk/>
            <pc:sldMk cId="1289355019" sldId="262"/>
            <ac:picMk id="339" creationId="{44D4916A-0C99-FDB5-8E8F-81FA83AD4A35}"/>
          </ac:picMkLst>
        </pc:picChg>
        <pc:picChg chg="add del mod">
          <ac:chgData name="musukie52@gmail.com" userId="017bd91f96aa8751" providerId="LiveId" clId="{5B2C3894-F97E-4CAB-8812-5BB4D83AAC6A}" dt="2026-10-16T02:55:45.418" v="7623" actId="21"/>
          <ac:picMkLst>
            <pc:docMk/>
            <pc:sldMk cId="1289355019" sldId="262"/>
            <ac:picMk id="343" creationId="{94B514A8-0F6A-259F-1C8D-21727CC0D0AE}"/>
          </ac:picMkLst>
        </pc:picChg>
        <pc:picChg chg="add mod">
          <ac:chgData name="musukie52@gmail.com" userId="017bd91f96aa8751" providerId="LiveId" clId="{5B2C3894-F97E-4CAB-8812-5BB4D83AAC6A}" dt="2026-10-16T03:07:02.320" v="8002" actId="1076"/>
          <ac:picMkLst>
            <pc:docMk/>
            <pc:sldMk cId="1289355019" sldId="262"/>
            <ac:picMk id="349" creationId="{FD361AC0-E692-7234-CED9-3C2E0E6A2FCC}"/>
          </ac:picMkLst>
        </pc:picChg>
        <pc:picChg chg="add del mod">
          <ac:chgData name="musukie52@gmail.com" userId="017bd91f96aa8751" providerId="LiveId" clId="{5B2C3894-F97E-4CAB-8812-5BB4D83AAC6A}" dt="2026-10-16T02:57:02.273" v="7649" actId="21"/>
          <ac:picMkLst>
            <pc:docMk/>
            <pc:sldMk cId="1289355019" sldId="262"/>
            <ac:picMk id="361" creationId="{42417A5C-4C55-D9BA-E11A-BC736A6648CB}"/>
          </ac:picMkLst>
        </pc:picChg>
        <pc:picChg chg="add mod">
          <ac:chgData name="musukie52@gmail.com" userId="017bd91f96aa8751" providerId="LiveId" clId="{5B2C3894-F97E-4CAB-8812-5BB4D83AAC6A}" dt="2026-10-16T03:07:02.320" v="8002" actId="1076"/>
          <ac:picMkLst>
            <pc:docMk/>
            <pc:sldMk cId="1289355019" sldId="262"/>
            <ac:picMk id="367" creationId="{7DE01448-69D7-8723-126E-37F40ACCBC96}"/>
          </ac:picMkLst>
        </pc:picChg>
        <pc:picChg chg="add del mod">
          <ac:chgData name="musukie52@gmail.com" userId="017bd91f96aa8751" providerId="LiveId" clId="{5B2C3894-F97E-4CAB-8812-5BB4D83AAC6A}" dt="2026-10-16T02:58:00.019" v="7669" actId="21"/>
          <ac:picMkLst>
            <pc:docMk/>
            <pc:sldMk cId="1289355019" sldId="262"/>
            <ac:picMk id="371" creationId="{04E439AE-E63C-35DD-A64E-907B86789204}"/>
          </ac:picMkLst>
        </pc:picChg>
        <pc:picChg chg="add mod">
          <ac:chgData name="musukie52@gmail.com" userId="017bd91f96aa8751" providerId="LiveId" clId="{5B2C3894-F97E-4CAB-8812-5BB4D83AAC6A}" dt="2026-10-16T03:07:02.320" v="8002" actId="1076"/>
          <ac:picMkLst>
            <pc:docMk/>
            <pc:sldMk cId="1289355019" sldId="262"/>
            <ac:picMk id="377" creationId="{03440182-222A-741F-0844-D36CF9961154}"/>
          </ac:picMkLst>
        </pc:picChg>
        <pc:picChg chg="add mod">
          <ac:chgData name="musukie52@gmail.com" userId="017bd91f96aa8751" providerId="LiveId" clId="{5B2C3894-F97E-4CAB-8812-5BB4D83AAC6A}" dt="2026-10-16T03:07:43.043" v="8011" actId="1076"/>
          <ac:picMkLst>
            <pc:docMk/>
            <pc:sldMk cId="1289355019" sldId="262"/>
            <ac:picMk id="389" creationId="{8EA8AB43-52FB-A2ED-5C6B-7DF62A648C5D}"/>
          </ac:picMkLst>
        </pc:picChg>
        <pc:cxnChg chg="add del mod">
          <ac:chgData name="musukie52@gmail.com" userId="017bd91f96aa8751" providerId="LiveId" clId="{5B2C3894-F97E-4CAB-8812-5BB4D83AAC6A}" dt="2026-10-15T10:59:20.521" v="4687" actId="478"/>
          <ac:cxnSpMkLst>
            <pc:docMk/>
            <pc:sldMk cId="1289355019" sldId="262"/>
            <ac:cxnSpMk id="86" creationId="{E8025F4B-11E3-D64A-579A-51AEB87D31A6}"/>
          </ac:cxnSpMkLst>
        </pc:cxnChg>
        <pc:cxnChg chg="add del mod">
          <ac:chgData name="musukie52@gmail.com" userId="017bd91f96aa8751" providerId="LiveId" clId="{5B2C3894-F97E-4CAB-8812-5BB4D83AAC6A}" dt="2026-10-15T10:59:28.611" v="4704" actId="478"/>
          <ac:cxnSpMkLst>
            <pc:docMk/>
            <pc:sldMk cId="1289355019" sldId="262"/>
            <ac:cxnSpMk id="87" creationId="{AD06E8FD-8767-4628-753B-3B6B8628A796}"/>
          </ac:cxnSpMkLst>
        </pc:cxnChg>
        <pc:cxnChg chg="add mod">
          <ac:chgData name="musukie52@gmail.com" userId="017bd91f96aa8751" providerId="LiveId" clId="{5B2C3894-F97E-4CAB-8812-5BB4D83AAC6A}" dt="2026-10-15T10:59:32.922" v="4706" actId="14100"/>
          <ac:cxnSpMkLst>
            <pc:docMk/>
            <pc:sldMk cId="1289355019" sldId="262"/>
            <ac:cxnSpMk id="88" creationId="{171FECF7-53C7-F14D-B94D-6D18F24568C1}"/>
          </ac:cxnSpMkLst>
        </pc:cxnChg>
        <pc:cxnChg chg="add del mod">
          <ac:chgData name="musukie52@gmail.com" userId="017bd91f96aa8751" providerId="LiveId" clId="{5B2C3894-F97E-4CAB-8812-5BB4D83AAC6A}" dt="2026-10-15T11:16:10.215" v="5120" actId="21"/>
          <ac:cxnSpMkLst>
            <pc:docMk/>
            <pc:sldMk cId="1289355019" sldId="262"/>
            <ac:cxnSpMk id="91" creationId="{F900679D-E9C4-CBA3-0CB2-3B189AE4F232}"/>
          </ac:cxnSpMkLst>
        </pc:cxnChg>
        <pc:cxnChg chg="add mod">
          <ac:chgData name="musukie52@gmail.com" userId="017bd91f96aa8751" providerId="LiveId" clId="{5B2C3894-F97E-4CAB-8812-5BB4D83AAC6A}" dt="2026-10-16T02:31:33.880" v="6835" actId="1076"/>
          <ac:cxnSpMkLst>
            <pc:docMk/>
            <pc:sldMk cId="1289355019" sldId="262"/>
            <ac:cxnSpMk id="224" creationId="{F900679D-E9C4-CBA3-0CB2-3B189AE4F232}"/>
          </ac:cxnSpMkLst>
        </pc:cxnChg>
        <pc:cxnChg chg="add mod">
          <ac:chgData name="musukie52@gmail.com" userId="017bd91f96aa8751" providerId="LiveId" clId="{5B2C3894-F97E-4CAB-8812-5BB4D83AAC6A}" dt="2026-10-16T02:37:31.041" v="7059" actId="208"/>
          <ac:cxnSpMkLst>
            <pc:docMk/>
            <pc:sldMk cId="1289355019" sldId="262"/>
            <ac:cxnSpMk id="300" creationId="{8E9D9DFB-8FB0-B267-7F01-17C0FA841CED}"/>
          </ac:cxnSpMkLst>
        </pc:cxnChg>
        <pc:cxnChg chg="add mod">
          <ac:chgData name="musukie52@gmail.com" userId="017bd91f96aa8751" providerId="LiveId" clId="{5B2C3894-F97E-4CAB-8812-5BB4D83AAC6A}" dt="2026-10-16T02:49:39.057" v="7243" actId="208"/>
          <ac:cxnSpMkLst>
            <pc:docMk/>
            <pc:sldMk cId="1289355019" sldId="262"/>
            <ac:cxnSpMk id="301" creationId="{FEE06DAD-C197-97F3-4687-C915A0615F3C}"/>
          </ac:cxnSpMkLst>
        </pc:cxnChg>
        <pc:cxnChg chg="add mod">
          <ac:chgData name="musukie52@gmail.com" userId="017bd91f96aa8751" providerId="LiveId" clId="{5B2C3894-F97E-4CAB-8812-5BB4D83AAC6A}" dt="2026-10-16T02:49:33.435" v="7242" actId="208"/>
          <ac:cxnSpMkLst>
            <pc:docMk/>
            <pc:sldMk cId="1289355019" sldId="262"/>
            <ac:cxnSpMk id="302" creationId="{038FD72D-E0B6-917A-A9DC-49490BFE7B3D}"/>
          </ac:cxnSpMkLst>
        </pc:cxnChg>
        <pc:cxnChg chg="add mod">
          <ac:chgData name="musukie52@gmail.com" userId="017bd91f96aa8751" providerId="LiveId" clId="{5B2C3894-F97E-4CAB-8812-5BB4D83AAC6A}" dt="2026-10-16T03:06:56.221" v="8001" actId="1076"/>
          <ac:cxnSpMkLst>
            <pc:docMk/>
            <pc:sldMk cId="1289355019" sldId="262"/>
            <ac:cxnSpMk id="325" creationId="{D7437BC4-9DA6-7409-FB52-68D67278F6A1}"/>
          </ac:cxnSpMkLst>
        </pc:cxnChg>
        <pc:cxnChg chg="add mod">
          <ac:chgData name="musukie52@gmail.com" userId="017bd91f96aa8751" providerId="LiveId" clId="{5B2C3894-F97E-4CAB-8812-5BB4D83AAC6A}" dt="2026-10-16T03:01:15.640" v="7705" actId="692"/>
          <ac:cxnSpMkLst>
            <pc:docMk/>
            <pc:sldMk cId="1289355019" sldId="262"/>
            <ac:cxnSpMk id="379" creationId="{F7093F32-C612-5317-FF4B-F2177DF30E53}"/>
          </ac:cxnSpMkLst>
        </pc:cxnChg>
        <pc:cxnChg chg="add mod">
          <ac:chgData name="musukie52@gmail.com" userId="017bd91f96aa8751" providerId="LiveId" clId="{5B2C3894-F97E-4CAB-8812-5BB4D83AAC6A}" dt="2026-10-16T03:01:39.247" v="7714" actId="692"/>
          <ac:cxnSpMkLst>
            <pc:docMk/>
            <pc:sldMk cId="1289355019" sldId="262"/>
            <ac:cxnSpMk id="380" creationId="{F4DB0768-4C1E-2BB2-6250-25B5A25D0D08}"/>
          </ac:cxnSpMkLst>
        </pc:cxnChg>
        <pc:cxnChg chg="add mod">
          <ac:chgData name="musukie52@gmail.com" userId="017bd91f96aa8751" providerId="LiveId" clId="{5B2C3894-F97E-4CAB-8812-5BB4D83AAC6A}" dt="2026-10-16T03:07:28.184" v="8009" actId="1076"/>
          <ac:cxnSpMkLst>
            <pc:docMk/>
            <pc:sldMk cId="1289355019" sldId="262"/>
            <ac:cxnSpMk id="381" creationId="{DD0A0E6F-8C16-5D9A-44B1-C3E05F998A58}"/>
          </ac:cxnSpMkLst>
        </pc:cxnChg>
      </pc:sldChg>
      <pc:sldChg chg="addSp delSp modSp new del mod">
        <pc:chgData name="musukie52@gmail.com" userId="017bd91f96aa8751" providerId="LiveId" clId="{5B2C3894-F97E-4CAB-8812-5BB4D83AAC6A}" dt="2026-10-15T10:37:03.267" v="4334" actId="680"/>
        <pc:sldMkLst>
          <pc:docMk/>
          <pc:sldMk cId="2279301044" sldId="263"/>
        </pc:sldMkLst>
        <pc:spChg chg="add del">
          <ac:chgData name="musukie52@gmail.com" userId="017bd91f96aa8751" providerId="LiveId" clId="{5B2C3894-F97E-4CAB-8812-5BB4D83AAC6A}" dt="2026-10-15T10:37:02.635" v="4333" actId="478"/>
          <ac:spMkLst>
            <pc:docMk/>
            <pc:sldMk cId="2279301044" sldId="263"/>
            <ac:spMk id="2" creationId="{3A093084-05E7-BFE5-1C6C-6C3F4BC6DE8D}"/>
          </ac:spMkLst>
        </pc:spChg>
        <pc:spChg chg="add del">
          <ac:chgData name="musukie52@gmail.com" userId="017bd91f96aa8751" providerId="LiveId" clId="{5B2C3894-F97E-4CAB-8812-5BB4D83AAC6A}" dt="2026-10-15T10:37:02.635" v="4333" actId="478"/>
          <ac:spMkLst>
            <pc:docMk/>
            <pc:sldMk cId="2279301044" sldId="263"/>
            <ac:spMk id="3" creationId="{252FFD64-2943-056F-B85A-43731835DFAF}"/>
          </ac:spMkLst>
        </pc:spChg>
        <pc:spChg chg="add del mod">
          <ac:chgData name="musukie52@gmail.com" userId="017bd91f96aa8751" providerId="LiveId" clId="{5B2C3894-F97E-4CAB-8812-5BB4D83AAC6A}" dt="2026-10-15T10:37:02.202" v="4332" actId="22"/>
          <ac:spMkLst>
            <pc:docMk/>
            <pc:sldMk cId="2279301044" sldId="263"/>
            <ac:spMk id="7" creationId="{D35C9117-ABF5-0181-3E77-4871B9651F55}"/>
          </ac:spMkLst>
        </pc:spChg>
        <pc:spChg chg="add del mod">
          <ac:chgData name="musukie52@gmail.com" userId="017bd91f96aa8751" providerId="LiveId" clId="{5B2C3894-F97E-4CAB-8812-5BB4D83AAC6A}" dt="2026-10-15T10:37:02.202" v="4332" actId="22"/>
          <ac:spMkLst>
            <pc:docMk/>
            <pc:sldMk cId="2279301044" sldId="263"/>
            <ac:spMk id="11" creationId="{61C520C5-2DB7-0C77-1F93-CA2D54ECAC01}"/>
          </ac:spMkLst>
        </pc:spChg>
        <pc:spChg chg="add del mod">
          <ac:chgData name="musukie52@gmail.com" userId="017bd91f96aa8751" providerId="LiveId" clId="{5B2C3894-F97E-4CAB-8812-5BB4D83AAC6A}" dt="2026-10-15T10:37:02.202" v="4332" actId="22"/>
          <ac:spMkLst>
            <pc:docMk/>
            <pc:sldMk cId="2279301044" sldId="263"/>
            <ac:spMk id="15" creationId="{F07A71F3-91AE-985D-8448-A1DF4B301EAE}"/>
          </ac:spMkLst>
        </pc:spChg>
        <pc:spChg chg="add del mod">
          <ac:chgData name="musukie52@gmail.com" userId="017bd91f96aa8751" providerId="LiveId" clId="{5B2C3894-F97E-4CAB-8812-5BB4D83AAC6A}" dt="2026-10-15T10:37:02.202" v="4332" actId="22"/>
          <ac:spMkLst>
            <pc:docMk/>
            <pc:sldMk cId="2279301044" sldId="263"/>
            <ac:spMk id="19" creationId="{021E3E12-87E7-59B6-CB05-5F32AAA50E4B}"/>
          </ac:spMkLst>
        </pc:spChg>
        <pc:spChg chg="add del mod">
          <ac:chgData name="musukie52@gmail.com" userId="017bd91f96aa8751" providerId="LiveId" clId="{5B2C3894-F97E-4CAB-8812-5BB4D83AAC6A}" dt="2026-10-15T10:37:02.202" v="4332" actId="22"/>
          <ac:spMkLst>
            <pc:docMk/>
            <pc:sldMk cId="2279301044" sldId="263"/>
            <ac:spMk id="23" creationId="{96A3DFAE-47AB-BA2A-114C-7D0E3231479A}"/>
          </ac:spMkLst>
        </pc:spChg>
        <pc:picChg chg="add del">
          <ac:chgData name="musukie52@gmail.com" userId="017bd91f96aa8751" providerId="LiveId" clId="{5B2C3894-F97E-4CAB-8812-5BB4D83AAC6A}" dt="2026-10-15T10:37:02.202" v="4332" actId="22"/>
          <ac:picMkLst>
            <pc:docMk/>
            <pc:sldMk cId="2279301044" sldId="263"/>
            <ac:picMk id="5" creationId="{C422AB1D-9738-8FC4-575F-01168040900D}"/>
          </ac:picMkLst>
        </pc:picChg>
        <pc:picChg chg="add del">
          <ac:chgData name="musukie52@gmail.com" userId="017bd91f96aa8751" providerId="LiveId" clId="{5B2C3894-F97E-4CAB-8812-5BB4D83AAC6A}" dt="2026-10-15T10:37:02.202" v="4332" actId="22"/>
          <ac:picMkLst>
            <pc:docMk/>
            <pc:sldMk cId="2279301044" sldId="263"/>
            <ac:picMk id="9" creationId="{B5B63672-20EF-3E65-73E5-9D0D25126FD6}"/>
          </ac:picMkLst>
        </pc:picChg>
        <pc:picChg chg="add del">
          <ac:chgData name="musukie52@gmail.com" userId="017bd91f96aa8751" providerId="LiveId" clId="{5B2C3894-F97E-4CAB-8812-5BB4D83AAC6A}" dt="2026-10-15T10:37:02.202" v="4332" actId="22"/>
          <ac:picMkLst>
            <pc:docMk/>
            <pc:sldMk cId="2279301044" sldId="263"/>
            <ac:picMk id="13" creationId="{5B4138C2-5B76-C93D-C0DC-7F65712F7DF8}"/>
          </ac:picMkLst>
        </pc:picChg>
        <pc:picChg chg="add del">
          <ac:chgData name="musukie52@gmail.com" userId="017bd91f96aa8751" providerId="LiveId" clId="{5B2C3894-F97E-4CAB-8812-5BB4D83AAC6A}" dt="2026-10-15T10:37:02.202" v="4332" actId="22"/>
          <ac:picMkLst>
            <pc:docMk/>
            <pc:sldMk cId="2279301044" sldId="263"/>
            <ac:picMk id="17" creationId="{560CC342-C47D-94EF-9078-741BFD72F9A8}"/>
          </ac:picMkLst>
        </pc:picChg>
        <pc:picChg chg="add del">
          <ac:chgData name="musukie52@gmail.com" userId="017bd91f96aa8751" providerId="LiveId" clId="{5B2C3894-F97E-4CAB-8812-5BB4D83AAC6A}" dt="2026-10-15T10:37:02.202" v="4332" actId="22"/>
          <ac:picMkLst>
            <pc:docMk/>
            <pc:sldMk cId="2279301044" sldId="263"/>
            <ac:picMk id="21" creationId="{53FA507C-A109-1C3D-5E3D-C32A6A9F89B6}"/>
          </ac:picMkLst>
        </pc:picChg>
      </pc:sldChg>
      <pc:sldChg chg="addSp delSp modSp add del mod">
        <pc:chgData name="musukie52@gmail.com" userId="017bd91f96aa8751" providerId="LiveId" clId="{5B2C3894-F97E-4CAB-8812-5BB4D83AAC6A}" dt="2026-10-16T01:23:47.259" v="5473" actId="22"/>
        <pc:sldMkLst>
          <pc:docMk/>
          <pc:sldMk cId="2921320208" sldId="263"/>
        </pc:sldMkLst>
        <pc:spChg chg="add">
          <ac:chgData name="musukie52@gmail.com" userId="017bd91f96aa8751" providerId="LiveId" clId="{5B2C3894-F97E-4CAB-8812-5BB4D83AAC6A}" dt="2026-10-16T01:22:55.396" v="5459" actId="22"/>
          <ac:spMkLst>
            <pc:docMk/>
            <pc:sldMk cId="2921320208" sldId="263"/>
            <ac:spMk id="3" creationId="{13B0D947-E7FE-C0F7-04D4-46DF0098D255}"/>
          </ac:spMkLst>
        </pc:spChg>
        <pc:spChg chg="mod">
          <ac:chgData name="musukie52@gmail.com" userId="017bd91f96aa8751" providerId="LiveId" clId="{5B2C3894-F97E-4CAB-8812-5BB4D83AAC6A}" dt="2026-10-15T11:09:44.128" v="4783" actId="1037"/>
          <ac:spMkLst>
            <pc:docMk/>
            <pc:sldMk cId="2921320208" sldId="263"/>
            <ac:spMk id="5" creationId="{C05DBE14-F2CC-193A-A305-A3D16867B572}"/>
          </ac:spMkLst>
        </pc:spChg>
        <pc:spChg chg="add">
          <ac:chgData name="musukie52@gmail.com" userId="017bd91f96aa8751" providerId="LiveId" clId="{5B2C3894-F97E-4CAB-8812-5BB4D83AAC6A}" dt="2026-10-16T01:23:31.076" v="5465" actId="22"/>
          <ac:spMkLst>
            <pc:docMk/>
            <pc:sldMk cId="2921320208" sldId="263"/>
            <ac:spMk id="7" creationId="{EC39569A-2FB9-EA84-9B36-5D165E725BB6}"/>
          </ac:spMkLst>
        </pc:spChg>
        <pc:spChg chg="add">
          <ac:chgData name="musukie52@gmail.com" userId="017bd91f96aa8751" providerId="LiveId" clId="{5B2C3894-F97E-4CAB-8812-5BB4D83AAC6A}" dt="2026-10-16T01:23:47.259" v="5473" actId="22"/>
          <ac:spMkLst>
            <pc:docMk/>
            <pc:sldMk cId="2921320208" sldId="263"/>
            <ac:spMk id="9" creationId="{8E06B2B5-CF49-0B9C-2AF0-D95CC1A0FFE3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11" creationId="{5797C081-7B8E-83A7-04E7-3BA365B5EBEC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13" creationId="{5269B57B-B846-83CA-643F-AD7B39218C1B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17" creationId="{CEA7B862-408C-C2D0-CF5E-82E852AE650E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19" creationId="{AB104764-061C-8699-22B7-2703FCD947C0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23" creationId="{9CB80438-D0D3-6597-1B63-C9CF22685E5F}"/>
          </ac:spMkLst>
        </pc:spChg>
        <pc:spChg chg="add del mo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25" creationId="{2AA41C0A-83F7-2E0D-A139-4FD7720256FF}"/>
          </ac:spMkLst>
        </pc:spChg>
        <pc:spChg chg="add del mod">
          <ac:chgData name="musukie52@gmail.com" userId="017bd91f96aa8751" providerId="LiveId" clId="{5B2C3894-F97E-4CAB-8812-5BB4D83AAC6A}" dt="2026-10-15T11:10:37.226" v="4793" actId="21"/>
          <ac:spMkLst>
            <pc:docMk/>
            <pc:sldMk cId="2921320208" sldId="263"/>
            <ac:spMk id="29" creationId="{9E5A52CC-5B69-B2AE-155F-4783B7FDD45F}"/>
          </ac:spMkLst>
        </pc:spChg>
        <pc:spChg chg="add del mod">
          <ac:chgData name="musukie52@gmail.com" userId="017bd91f96aa8751" providerId="LiveId" clId="{5B2C3894-F97E-4CAB-8812-5BB4D83AAC6A}" dt="2026-10-15T11:10:37.226" v="4793" actId="21"/>
          <ac:spMkLst>
            <pc:docMk/>
            <pc:sldMk cId="2921320208" sldId="263"/>
            <ac:spMk id="31" creationId="{3FC7FB4E-B031-CCAE-0287-D18F7FE3E1C1}"/>
          </ac:spMkLst>
        </pc:spChg>
        <pc:spChg chg="add del mod">
          <ac:chgData name="musukie52@gmail.com" userId="017bd91f96aa8751" providerId="LiveId" clId="{5B2C3894-F97E-4CAB-8812-5BB4D83AAC6A}" dt="2026-10-15T11:10:46.882" v="4796" actId="21"/>
          <ac:spMkLst>
            <pc:docMk/>
            <pc:sldMk cId="2921320208" sldId="263"/>
            <ac:spMk id="39" creationId="{E237C55A-44B4-5936-D9D7-AE968A93DD6C}"/>
          </ac:spMkLst>
        </pc:spChg>
        <pc:spChg chg="add del mod">
          <ac:chgData name="musukie52@gmail.com" userId="017bd91f96aa8751" providerId="LiveId" clId="{5B2C3894-F97E-4CAB-8812-5BB4D83AAC6A}" dt="2026-10-15T11:10:46.882" v="4796" actId="21"/>
          <ac:spMkLst>
            <pc:docMk/>
            <pc:sldMk cId="2921320208" sldId="263"/>
            <ac:spMk id="41" creationId="{A125288F-68E3-BB20-0B22-6235112605AC}"/>
          </ac:spMkLst>
        </pc:spChg>
        <pc:spChg chg="add del mod">
          <ac:chgData name="musukie52@gmail.com" userId="017bd91f96aa8751" providerId="LiveId" clId="{5B2C3894-F97E-4CAB-8812-5BB4D83AAC6A}" dt="2026-10-15T10:50:48.423" v="4527" actId="478"/>
          <ac:spMkLst>
            <pc:docMk/>
            <pc:sldMk cId="2921320208" sldId="263"/>
            <ac:spMk id="42" creationId="{DCE8A1F6-BBDB-96C1-46FA-4F8B5DA6ECFB}"/>
          </ac:spMkLst>
        </pc:spChg>
        <pc:spChg chg="add del mod ord">
          <ac:chgData name="musukie52@gmail.com" userId="017bd91f96aa8751" providerId="LiveId" clId="{5B2C3894-F97E-4CAB-8812-5BB4D83AAC6A}" dt="2026-10-15T10:54:26.456" v="4562" actId="21"/>
          <ac:spMkLst>
            <pc:docMk/>
            <pc:sldMk cId="2921320208" sldId="263"/>
            <ac:spMk id="43" creationId="{48B60A60-F855-6377-C1E5-A76C730ECFCA}"/>
          </ac:spMkLst>
        </pc:spChg>
        <pc:spChg chg="add del mod">
          <ac:chgData name="musukie52@gmail.com" userId="017bd91f96aa8751" providerId="LiveId" clId="{5B2C3894-F97E-4CAB-8812-5BB4D83AAC6A}" dt="2026-10-15T10:54:26.456" v="4562" actId="21"/>
          <ac:spMkLst>
            <pc:docMk/>
            <pc:sldMk cId="2921320208" sldId="263"/>
            <ac:spMk id="45" creationId="{067F2497-1F9E-AFCE-78A2-E0F402E3E9D8}"/>
          </ac:spMkLst>
        </pc:spChg>
        <pc:spChg chg="add del mod">
          <ac:chgData name="musukie52@gmail.com" userId="017bd91f96aa8751" providerId="LiveId" clId="{5B2C3894-F97E-4CAB-8812-5BB4D83AAC6A}" dt="2026-10-15T10:54:26.456" v="4562" actId="21"/>
          <ac:spMkLst>
            <pc:docMk/>
            <pc:sldMk cId="2921320208" sldId="263"/>
            <ac:spMk id="48" creationId="{46F303C4-A074-615F-871E-F8FEC936EFB6}"/>
          </ac:spMkLst>
        </pc:spChg>
        <pc:spChg chg="add del mod">
          <ac:chgData name="musukie52@gmail.com" userId="017bd91f96aa8751" providerId="LiveId" clId="{5B2C3894-F97E-4CAB-8812-5BB4D83AAC6A}" dt="2026-10-15T10:54:26.456" v="4562" actId="21"/>
          <ac:spMkLst>
            <pc:docMk/>
            <pc:sldMk cId="2921320208" sldId="263"/>
            <ac:spMk id="50" creationId="{EA59BB5F-BD1D-CC85-5D62-1D07124D9E7D}"/>
          </ac:spMkLst>
        </pc:spChg>
        <pc:spChg chg="add del mod">
          <ac:chgData name="musukie52@gmail.com" userId="017bd91f96aa8751" providerId="LiveId" clId="{5B2C3894-F97E-4CAB-8812-5BB4D83AAC6A}" dt="2026-10-15T10:54:26.456" v="4562" actId="21"/>
          <ac:spMkLst>
            <pc:docMk/>
            <pc:sldMk cId="2921320208" sldId="263"/>
            <ac:spMk id="52" creationId="{78757195-5D40-242B-0A92-FB1D4C215354}"/>
          </ac:spMkLst>
        </pc:spChg>
        <pc:spChg chg="add del mod or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54" creationId="{35C53018-4A1F-1A07-7B35-84CFEA26FBEF}"/>
          </ac:spMkLst>
        </pc:spChg>
        <pc:spChg chg="mod">
          <ac:chgData name="musukie52@gmail.com" userId="017bd91f96aa8751" providerId="LiveId" clId="{5B2C3894-F97E-4CAB-8812-5BB4D83AAC6A}" dt="2026-10-15T11:05:05.800" v="4732" actId="255"/>
          <ac:spMkLst>
            <pc:docMk/>
            <pc:sldMk cId="2921320208" sldId="263"/>
            <ac:spMk id="56" creationId="{2CD63A92-578F-EFCA-1C8D-D920C374A5EE}"/>
          </ac:spMkLst>
        </pc:spChg>
        <pc:spChg chg="add del mod or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57" creationId="{34816FE2-5471-FA2B-BCD2-8DD3F1A51E53}"/>
          </ac:spMkLst>
        </pc:spChg>
        <pc:spChg chg="mod">
          <ac:chgData name="musukie52@gmail.com" userId="017bd91f96aa8751" providerId="LiveId" clId="{5B2C3894-F97E-4CAB-8812-5BB4D83AAC6A}" dt="2026-10-15T11:05:33.992" v="4734" actId="1076"/>
          <ac:spMkLst>
            <pc:docMk/>
            <pc:sldMk cId="2921320208" sldId="263"/>
            <ac:spMk id="58" creationId="{210E186F-B818-9959-A560-F8223489E351}"/>
          </ac:spMkLst>
        </pc:spChg>
        <pc:spChg chg="mod">
          <ac:chgData name="musukie52@gmail.com" userId="017bd91f96aa8751" providerId="LiveId" clId="{5B2C3894-F97E-4CAB-8812-5BB4D83AAC6A}" dt="2026-10-15T11:09:44.128" v="4783" actId="1037"/>
          <ac:spMkLst>
            <pc:docMk/>
            <pc:sldMk cId="2921320208" sldId="263"/>
            <ac:spMk id="60" creationId="{F4C27923-6A1F-77B6-3FB6-1D1949C91517}"/>
          </ac:spMkLst>
        </pc:spChg>
        <pc:spChg chg="add del mod ord">
          <ac:chgData name="musukie52@gmail.com" userId="017bd91f96aa8751" providerId="LiveId" clId="{5B2C3894-F97E-4CAB-8812-5BB4D83AAC6A}" dt="2026-10-15T11:10:20.387" v="4786" actId="21"/>
          <ac:spMkLst>
            <pc:docMk/>
            <pc:sldMk cId="2921320208" sldId="263"/>
            <ac:spMk id="61" creationId="{51CE74F9-0C0C-D92F-0155-328F607D6DFB}"/>
          </ac:spMkLst>
        </pc:spChg>
        <pc:spChg chg="add del mod ord">
          <ac:chgData name="musukie52@gmail.com" userId="017bd91f96aa8751" providerId="LiveId" clId="{5B2C3894-F97E-4CAB-8812-5BB4D83AAC6A}" dt="2026-10-15T11:10:37.226" v="4793" actId="21"/>
          <ac:spMkLst>
            <pc:docMk/>
            <pc:sldMk cId="2921320208" sldId="263"/>
            <ac:spMk id="63" creationId="{B44AFFD4-CC50-0795-9959-CE009CC3611A}"/>
          </ac:spMkLst>
        </pc:spChg>
        <pc:spChg chg="add del mod ord">
          <ac:chgData name="musukie52@gmail.com" userId="017bd91f96aa8751" providerId="LiveId" clId="{5B2C3894-F97E-4CAB-8812-5BB4D83AAC6A}" dt="2026-10-15T11:10:46.882" v="4796" actId="21"/>
          <ac:spMkLst>
            <pc:docMk/>
            <pc:sldMk cId="2921320208" sldId="263"/>
            <ac:spMk id="65" creationId="{3D27BA58-B8F7-610E-C21E-E80F69F0B6C5}"/>
          </ac:spMkLst>
        </pc:spChg>
        <pc:spChg chg="add del mod">
          <ac:chgData name="musukie52@gmail.com" userId="017bd91f96aa8751" providerId="LiveId" clId="{5B2C3894-F97E-4CAB-8812-5BB4D83AAC6A}" dt="2026-10-15T10:59:15.712" v="4686" actId="478"/>
          <ac:spMkLst>
            <pc:docMk/>
            <pc:sldMk cId="2921320208" sldId="263"/>
            <ac:spMk id="69" creationId="{5C00C367-0057-7C66-6CD7-F4A034E6E13E}"/>
          </ac:spMkLst>
        </pc:spChg>
        <pc:spChg chg="add mod ord">
          <ac:chgData name="musukie52@gmail.com" userId="017bd91f96aa8751" providerId="LiveId" clId="{5B2C3894-F97E-4CAB-8812-5BB4D83AAC6A}" dt="2026-10-15T11:07:46.014" v="4761" actId="14100"/>
          <ac:spMkLst>
            <pc:docMk/>
            <pc:sldMk cId="2921320208" sldId="263"/>
            <ac:spMk id="72" creationId="{15014C0C-FF87-A083-2160-989A7FED9CB9}"/>
          </ac:spMkLst>
        </pc:spChg>
        <pc:spChg chg="add 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84" creationId="{1327C926-8168-6635-5E2F-C155463D1F39}"/>
          </ac:spMkLst>
        </pc:spChg>
        <pc:spChg chg="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86" creationId="{E1B0003E-D5C6-8D8B-BC0B-303F5A2C522D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92" creationId="{EA63902A-ABB0-CDB8-5C12-8F57E001BE21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94" creationId="{F629858D-310C-3C50-26A0-F29AD07D82F0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97" creationId="{9C2EF07D-91A4-A818-A404-3081B8E9FD83}"/>
          </ac:spMkLst>
        </pc:spChg>
        <pc:spChg chg="add 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100" creationId="{96C7D702-809C-0534-8B0D-04CA1C98E38C}"/>
          </ac:spMkLst>
        </pc:spChg>
        <pc:spChg chg="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102" creationId="{BDDD6FDE-E717-6285-269A-F12DED969F2B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03" creationId="{4054F10E-311C-18B2-82EA-6A0C945AE88C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07" creationId="{9F1441C4-7E80-AD19-35A9-6FC9F83D3C62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09" creationId="{B5DA55B4-9038-85E8-8BD5-7733657CA25E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11" creationId="{D91E987E-1634-6065-DA74-4225B515F6A8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15" creationId="{2D4A1671-4B7F-74B6-124C-94358A2F60D5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17" creationId="{353326DD-E227-6E82-6DD1-917D323BF031}"/>
          </ac:spMkLst>
        </pc:spChg>
        <pc:spChg chg="add del mod">
          <ac:chgData name="musukie52@gmail.com" userId="017bd91f96aa8751" providerId="LiveId" clId="{5B2C3894-F97E-4CAB-8812-5BB4D83AAC6A}" dt="2026-10-15T11:11:15.564" v="4802" actId="21"/>
          <ac:spMkLst>
            <pc:docMk/>
            <pc:sldMk cId="2921320208" sldId="263"/>
            <ac:spMk id="119" creationId="{61C18F73-A9FA-8599-6E5B-716D3756CF46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23" creationId="{58A361BC-7FE2-2ED3-9CCC-4F3BB7CCC26A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25" creationId="{61A171A6-B891-850A-0903-05B4339B6CD5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29" creationId="{82D0690B-6831-6BD6-DF31-754AA7575A28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35" creationId="{81FF0A38-F25A-8943-D825-384289C063AC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39" creationId="{70667BB8-99D7-A798-02C7-3F91B75C4926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41" creationId="{867B13C9-B45A-A3DC-F681-99359DD55F9C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43" creationId="{7013F254-978D-BABC-0A29-DC82A15E8659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47" creationId="{547104E2-05C4-B3A1-0D54-10B6AF07D3A7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51" creationId="{F5E9701C-3796-2A20-33E9-7FB965E01D9B}"/>
          </ac:spMkLst>
        </pc:spChg>
        <pc:spChg chg="add del mod">
          <ac:chgData name="musukie52@gmail.com" userId="017bd91f96aa8751" providerId="LiveId" clId="{5B2C3894-F97E-4CAB-8812-5BB4D83AAC6A}" dt="2026-10-15T11:12:08.580" v="4821" actId="21"/>
          <ac:spMkLst>
            <pc:docMk/>
            <pc:sldMk cId="2921320208" sldId="263"/>
            <ac:spMk id="157" creationId="{BD66FEA9-CFF9-5E25-F7DF-1CE2E4EC0C9E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63" creationId="{20E921FC-BCB4-F2FF-13BE-2969CD69DD9D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71" creationId="{7AD5C7F3-22E0-C3E1-EB1F-DED6BCBA6E57}"/>
          </ac:spMkLst>
        </pc:spChg>
        <pc:spChg chg="mod">
          <ac:chgData name="musukie52@gmail.com" userId="017bd91f96aa8751" providerId="LiveId" clId="{5B2C3894-F97E-4CAB-8812-5BB4D83AAC6A}" dt="2026-10-16T01:22:27.761" v="5454" actId="14100"/>
          <ac:spMkLst>
            <pc:docMk/>
            <pc:sldMk cId="2921320208" sldId="263"/>
            <ac:spMk id="173" creationId="{010BEB44-FC7D-366D-9F47-474600EA9CD3}"/>
          </ac:spMkLst>
        </pc:spChg>
        <pc:spChg chg="add mod">
          <ac:chgData name="musukie52@gmail.com" userId="017bd91f96aa8751" providerId="LiveId" clId="{5B2C3894-F97E-4CAB-8812-5BB4D83AAC6A}" dt="2026-10-16T01:22:27.761" v="5454" actId="14100"/>
          <ac:spMkLst>
            <pc:docMk/>
            <pc:sldMk cId="2921320208" sldId="263"/>
            <ac:spMk id="175" creationId="{9D31FD0A-3B60-4FDE-09D4-3BAFF87CE826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79" creationId="{0428EFEF-D3A9-D1A3-FB29-20EA0768A40E}"/>
          </ac:spMkLst>
        </pc:spChg>
        <pc:spChg chg="add mod">
          <ac:chgData name="musukie52@gmail.com" userId="017bd91f96aa8751" providerId="LiveId" clId="{5B2C3894-F97E-4CAB-8812-5BB4D83AAC6A}" dt="2026-10-16T01:23:29.857" v="5464" actId="20577"/>
          <ac:spMkLst>
            <pc:docMk/>
            <pc:sldMk cId="2921320208" sldId="263"/>
            <ac:spMk id="181" creationId="{E96BAFBE-A5CD-4CD7-646E-75FD781BEC3F}"/>
          </ac:spMkLst>
        </pc:spChg>
        <pc:spChg chg="add del mod">
          <ac:chgData name="musukie52@gmail.com" userId="017bd91f96aa8751" providerId="LiveId" clId="{5B2C3894-F97E-4CAB-8812-5BB4D83AAC6A}" dt="2026-10-16T01:23:15.627" v="5460" actId="21"/>
          <ac:spMkLst>
            <pc:docMk/>
            <pc:sldMk cId="2921320208" sldId="263"/>
            <ac:spMk id="183" creationId="{1C53BF08-8A95-EE67-2C66-F27E89D64057}"/>
          </ac:spMkLst>
        </pc:spChg>
        <pc:spChg chg="add 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187" creationId="{B1EF9C74-2D9B-3D47-5169-1B9667332BC3}"/>
          </ac:spMkLst>
        </pc:spChg>
        <pc:spChg chg="del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189" creationId="{4A1C131E-A7A9-3356-CF97-3896AAE8027C}"/>
          </ac:spMkLst>
        </pc:spChg>
        <pc:spChg chg="add mod">
          <ac:chgData name="musukie52@gmail.com" userId="017bd91f96aa8751" providerId="LiveId" clId="{5B2C3894-F97E-4CAB-8812-5BB4D83AAC6A}" dt="2026-10-15T11:13:37.723" v="4854" actId="1035"/>
          <ac:spMkLst>
            <pc:docMk/>
            <pc:sldMk cId="2921320208" sldId="263"/>
            <ac:spMk id="190" creationId="{8BB2BE77-B559-8800-B6AE-8AC333EE9E94}"/>
          </ac:spMkLst>
        </pc:spChg>
        <pc:spChg chg="add mod">
          <ac:chgData name="musukie52@gmail.com" userId="017bd91f96aa8751" providerId="LiveId" clId="{5B2C3894-F97E-4CAB-8812-5BB4D83AAC6A}" dt="2026-10-16T01:22:53.163" v="5458" actId="14100"/>
          <ac:spMkLst>
            <pc:docMk/>
            <pc:sldMk cId="2921320208" sldId="263"/>
            <ac:spMk id="192" creationId="{4B8995F9-6332-9D0E-4034-98F9607D5B90}"/>
          </ac:spMkLst>
        </pc:spChg>
        <pc:spChg chg="del mod">
          <ac:chgData name="musukie52@gmail.com" userId="017bd91f96aa8751" providerId="LiveId" clId="{5B2C3894-F97E-4CAB-8812-5BB4D83AAC6A}" dt="2026-10-16T01:22:39.069" v="5455" actId="21"/>
          <ac:spMkLst>
            <pc:docMk/>
            <pc:sldMk cId="2921320208" sldId="263"/>
            <ac:spMk id="194" creationId="{8167FD10-30F2-4604-C1A1-4018585F86CD}"/>
          </ac:spMkLst>
        </pc:spChg>
        <pc:spChg chg="add mod">
          <ac:chgData name="musukie52@gmail.com" userId="017bd91f96aa8751" providerId="LiveId" clId="{5B2C3894-F97E-4CAB-8812-5BB4D83AAC6A}" dt="2026-10-16T01:23:45.031" v="5472" actId="20577"/>
          <ac:spMkLst>
            <pc:docMk/>
            <pc:sldMk cId="2921320208" sldId="263"/>
            <ac:spMk id="200" creationId="{6BB32255-C063-EA37-5B94-4A1AA775564D}"/>
          </ac:spMkLst>
        </pc:spChg>
        <pc:spChg chg="add del mod">
          <ac:chgData name="musukie52@gmail.com" userId="017bd91f96aa8751" providerId="LiveId" clId="{5B2C3894-F97E-4CAB-8812-5BB4D83AAC6A}" dt="2026-10-16T01:23:41.094" v="5466" actId="21"/>
          <ac:spMkLst>
            <pc:docMk/>
            <pc:sldMk cId="2921320208" sldId="263"/>
            <ac:spMk id="202" creationId="{840583D1-B164-F6C8-3C5D-225B390569D2}"/>
          </ac:spMkLst>
        </pc:spChg>
        <pc:spChg chg="add del mod">
          <ac:chgData name="musukie52@gmail.com" userId="017bd91f96aa8751" providerId="LiveId" clId="{5B2C3894-F97E-4CAB-8812-5BB4D83AAC6A}" dt="2026-10-15T11:13:50.089" v="4859" actId="478"/>
          <ac:spMkLst>
            <pc:docMk/>
            <pc:sldMk cId="2921320208" sldId="263"/>
            <ac:spMk id="204" creationId="{59E22D99-D15C-4AD9-B3EB-E1A2C321C3CD}"/>
          </ac:spMkLst>
        </pc:spChg>
        <pc:spChg chg="add 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205" creationId="{054CDAB9-CF1C-D052-E828-0E5D6E6D8CBA}"/>
          </ac:spMkLst>
        </pc:spChg>
        <pc:spChg chg="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207" creationId="{0EE169A2-FBA9-D842-C415-0399D3D10C4D}"/>
          </ac:spMkLst>
        </pc:spChg>
        <pc:spChg chg="add del mod">
          <ac:chgData name="musukie52@gmail.com" userId="017bd91f96aa8751" providerId="LiveId" clId="{5B2C3894-F97E-4CAB-8812-5BB4D83AAC6A}" dt="2026-10-15T11:13:54.932" v="4861" actId="478"/>
          <ac:spMkLst>
            <pc:docMk/>
            <pc:sldMk cId="2921320208" sldId="263"/>
            <ac:spMk id="208" creationId="{8706F8E6-F335-CD5B-3BC4-8F5D6635045C}"/>
          </ac:spMkLst>
        </pc:spChg>
        <pc:spChg chg="add del mod">
          <ac:chgData name="musukie52@gmail.com" userId="017bd91f96aa8751" providerId="LiveId" clId="{5B2C3894-F97E-4CAB-8812-5BB4D83AAC6A}" dt="2026-10-15T11:13:54.932" v="4861" actId="478"/>
          <ac:spMkLst>
            <pc:docMk/>
            <pc:sldMk cId="2921320208" sldId="263"/>
            <ac:spMk id="210" creationId="{A977AF92-F866-CCF0-6168-266F0D8F31C6}"/>
          </ac:spMkLst>
        </pc:spChg>
        <pc:spChg chg="add 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224" creationId="{D29BE3F8-62BB-EF6C-A24E-3DF1E8A29822}"/>
          </ac:spMkLst>
        </pc:spChg>
        <pc:spChg chg="del mod">
          <ac:chgData name="musukie52@gmail.com" userId="017bd91f96aa8751" providerId="LiveId" clId="{5B2C3894-F97E-4CAB-8812-5BB4D83AAC6A}" dt="2026-10-15T10:47:58.025" v="4477" actId="21"/>
          <ac:spMkLst>
            <pc:docMk/>
            <pc:sldMk cId="2921320208" sldId="263"/>
            <ac:spMk id="226" creationId="{C52E7650-0B7F-0CD3-DA7B-43EC7421E4D9}"/>
          </ac:spMkLst>
        </pc:spChg>
        <pc:picChg chg="mod">
          <ac:chgData name="musukie52@gmail.com" userId="017bd91f96aa8751" providerId="LiveId" clId="{5B2C3894-F97E-4CAB-8812-5BB4D83AAC6A}" dt="2026-10-15T10:53:38.608" v="4556" actId="1076"/>
          <ac:picMkLst>
            <pc:docMk/>
            <pc:sldMk cId="2921320208" sldId="263"/>
            <ac:picMk id="9" creationId="{B94F9D4C-C034-A868-6769-95456637341C}"/>
          </ac:picMkLst>
        </pc:picChg>
        <pc:picChg chg="mod">
          <ac:chgData name="musukie52@gmail.com" userId="017bd91f96aa8751" providerId="LiveId" clId="{5B2C3894-F97E-4CAB-8812-5BB4D83AAC6A}" dt="2026-10-15T11:10:07.574" v="4784" actId="1076"/>
          <ac:picMkLst>
            <pc:docMk/>
            <pc:sldMk cId="2921320208" sldId="263"/>
            <ac:picMk id="15" creationId="{A4DF54BE-AB41-626B-C021-A53B02879885}"/>
          </ac:picMkLst>
        </pc:picChg>
        <pc:picChg chg="del mod">
          <ac:chgData name="musukie52@gmail.com" userId="017bd91f96aa8751" providerId="LiveId" clId="{5B2C3894-F97E-4CAB-8812-5BB4D83AAC6A}" dt="2026-10-15T11:10:20.387" v="4786" actId="21"/>
          <ac:picMkLst>
            <pc:docMk/>
            <pc:sldMk cId="2921320208" sldId="263"/>
            <ac:picMk id="21" creationId="{5A539D54-038E-BD39-2C2E-5196EE2D2BC4}"/>
          </ac:picMkLst>
        </pc:picChg>
        <pc:picChg chg="del mod">
          <ac:chgData name="musukie52@gmail.com" userId="017bd91f96aa8751" providerId="LiveId" clId="{5B2C3894-F97E-4CAB-8812-5BB4D83AAC6A}" dt="2026-10-15T11:10:37.226" v="4793" actId="21"/>
          <ac:picMkLst>
            <pc:docMk/>
            <pc:sldMk cId="2921320208" sldId="263"/>
            <ac:picMk id="27" creationId="{E0329817-876F-A935-E017-03BD98BA2CB4}"/>
          </ac:picMkLst>
        </pc:picChg>
        <pc:picChg chg="del mod">
          <ac:chgData name="musukie52@gmail.com" userId="017bd91f96aa8751" providerId="LiveId" clId="{5B2C3894-F97E-4CAB-8812-5BB4D83AAC6A}" dt="2026-10-15T11:10:46.882" v="4796" actId="21"/>
          <ac:picMkLst>
            <pc:docMk/>
            <pc:sldMk cId="2921320208" sldId="263"/>
            <ac:picMk id="37" creationId="{44727C96-2366-0EF1-8237-B25265289C14}"/>
          </ac:picMkLst>
        </pc:picChg>
        <pc:picChg chg="add del mod">
          <ac:chgData name="musukie52@gmail.com" userId="017bd91f96aa8751" providerId="LiveId" clId="{5B2C3894-F97E-4CAB-8812-5BB4D83AAC6A}" dt="2026-10-15T10:45:16.655" v="4442" actId="21"/>
          <ac:picMkLst>
            <pc:docMk/>
            <pc:sldMk cId="2921320208" sldId="263"/>
            <ac:picMk id="82" creationId="{8D0A0F1C-5A53-898E-36B3-B3D280B2F798}"/>
          </ac:picMkLst>
        </pc:picChg>
        <pc:picChg chg="add del mod">
          <ac:chgData name="musukie52@gmail.com" userId="017bd91f96aa8751" providerId="LiveId" clId="{5B2C3894-F97E-4CAB-8812-5BB4D83AAC6A}" dt="2026-10-15T10:45:16.655" v="4442" actId="21"/>
          <ac:picMkLst>
            <pc:docMk/>
            <pc:sldMk cId="2921320208" sldId="263"/>
            <ac:picMk id="90" creationId="{E07FC6DC-E06F-7405-23F9-368A633BE600}"/>
          </ac:picMkLst>
        </pc:picChg>
        <pc:picChg chg="mod modCrop">
          <ac:chgData name="musukie52@gmail.com" userId="017bd91f96aa8751" providerId="LiveId" clId="{5B2C3894-F97E-4CAB-8812-5BB4D83AAC6A}" dt="2026-10-15T11:07:59.240" v="4763" actId="1076"/>
          <ac:picMkLst>
            <pc:docMk/>
            <pc:sldMk cId="2921320208" sldId="263"/>
            <ac:picMk id="96" creationId="{F716D883-F7DA-50B6-53BF-A52F6C816E84}"/>
          </ac:picMkLst>
        </pc:picChg>
        <pc:picChg chg="add del mod">
          <ac:chgData name="musukie52@gmail.com" userId="017bd91f96aa8751" providerId="LiveId" clId="{5B2C3894-F97E-4CAB-8812-5BB4D83AAC6A}" dt="2026-10-15T10:45:16.655" v="4442" actId="21"/>
          <ac:picMkLst>
            <pc:docMk/>
            <pc:sldMk cId="2921320208" sldId="263"/>
            <ac:picMk id="185" creationId="{44F6ABEB-F88A-1232-3669-07825D9F6A7F}"/>
          </ac:picMkLst>
        </pc:picChg>
        <pc:picChg chg="add del mod">
          <ac:chgData name="musukie52@gmail.com" userId="017bd91f96aa8751" providerId="LiveId" clId="{5B2C3894-F97E-4CAB-8812-5BB4D83AAC6A}" dt="2026-10-15T10:45:16.655" v="4442" actId="21"/>
          <ac:picMkLst>
            <pc:docMk/>
            <pc:sldMk cId="2921320208" sldId="263"/>
            <ac:picMk id="203" creationId="{BAA2E797-AEA1-3300-129D-24FD0D879DAF}"/>
          </ac:picMkLst>
        </pc:picChg>
        <pc:picChg chg="add del mod">
          <ac:chgData name="musukie52@gmail.com" userId="017bd91f96aa8751" providerId="LiveId" clId="{5B2C3894-F97E-4CAB-8812-5BB4D83AAC6A}" dt="2026-10-15T10:45:16.655" v="4442" actId="21"/>
          <ac:picMkLst>
            <pc:docMk/>
            <pc:sldMk cId="2921320208" sldId="263"/>
            <ac:picMk id="222" creationId="{CA4C964E-2854-85EC-BCD5-5DC038027128}"/>
          </ac:picMkLst>
        </pc:picChg>
        <pc:picChg chg="mod">
          <ac:chgData name="musukie52@gmail.com" userId="017bd91f96aa8751" providerId="LiveId" clId="{5B2C3894-F97E-4CAB-8812-5BB4D83AAC6A}" dt="2026-10-15T11:09:44.128" v="4783" actId="1037"/>
          <ac:picMkLst>
            <pc:docMk/>
            <pc:sldMk cId="2921320208" sldId="263"/>
            <ac:picMk id="254" creationId="{C4F15D30-9F87-4918-C46F-4A0DEC2D0C57}"/>
          </ac:picMkLst>
        </pc:picChg>
        <pc:picChg chg="mod">
          <ac:chgData name="musukie52@gmail.com" userId="017bd91f96aa8751" providerId="LiveId" clId="{5B2C3894-F97E-4CAB-8812-5BB4D83AAC6A}" dt="2026-10-15T11:09:44.128" v="4783" actId="1037"/>
          <ac:picMkLst>
            <pc:docMk/>
            <pc:sldMk cId="2921320208" sldId="263"/>
            <ac:picMk id="256" creationId="{C2BAC18F-481A-FB25-DC6A-8C855073F490}"/>
          </ac:picMkLst>
        </pc:picChg>
        <pc:cxnChg chg="add del mod">
          <ac:chgData name="musukie52@gmail.com" userId="017bd91f96aa8751" providerId="LiveId" clId="{5B2C3894-F97E-4CAB-8812-5BB4D83AAC6A}" dt="2026-10-15T10:44:31.683" v="4436" actId="478"/>
          <ac:cxnSpMkLst>
            <pc:docMk/>
            <pc:sldMk cId="2921320208" sldId="263"/>
            <ac:cxnSpMk id="2" creationId="{17102DBC-6B98-7598-2006-B204913EFB8D}"/>
          </ac:cxnSpMkLst>
        </pc:cxnChg>
        <pc:cxnChg chg="add del mod">
          <ac:chgData name="musukie52@gmail.com" userId="017bd91f96aa8751" providerId="LiveId" clId="{5B2C3894-F97E-4CAB-8812-5BB4D83AAC6A}" dt="2026-10-15T10:47:53.280" v="4475" actId="478"/>
          <ac:cxnSpMkLst>
            <pc:docMk/>
            <pc:sldMk cId="2921320208" sldId="263"/>
            <ac:cxnSpMk id="3" creationId="{24954D8F-E6B8-FC96-A9D3-2CAC8EF83CB1}"/>
          </ac:cxnSpMkLst>
        </pc:cxnChg>
        <pc:cxnChg chg="add del mod">
          <ac:chgData name="musukie52@gmail.com" userId="017bd91f96aa8751" providerId="LiveId" clId="{5B2C3894-F97E-4CAB-8812-5BB4D83AAC6A}" dt="2026-10-15T10:47:53.280" v="4475" actId="478"/>
          <ac:cxnSpMkLst>
            <pc:docMk/>
            <pc:sldMk cId="2921320208" sldId="263"/>
            <ac:cxnSpMk id="4" creationId="{917B726D-7C10-13E3-B87C-796026952E14}"/>
          </ac:cxnSpMkLst>
        </pc:cxnChg>
        <pc:cxnChg chg="mod">
          <ac:chgData name="musukie52@gmail.com" userId="017bd91f96aa8751" providerId="LiveId" clId="{5B2C3894-F97E-4CAB-8812-5BB4D83AAC6A}" dt="2026-10-15T11:05:05.800" v="4732" actId="255"/>
          <ac:cxnSpMkLst>
            <pc:docMk/>
            <pc:sldMk cId="2921320208" sldId="263"/>
            <ac:cxnSpMk id="6" creationId="{F570C74C-89AA-B1D3-46F6-C4EB48041704}"/>
          </ac:cxnSpMkLst>
        </pc:cxnChg>
        <pc:cxnChg chg="add del mod">
          <ac:chgData name="musukie52@gmail.com" userId="017bd91f96aa8751" providerId="LiveId" clId="{5B2C3894-F97E-4CAB-8812-5BB4D83AAC6A}" dt="2026-10-15T10:47:53.280" v="4475" actId="478"/>
          <ac:cxnSpMkLst>
            <pc:docMk/>
            <pc:sldMk cId="2921320208" sldId="263"/>
            <ac:cxnSpMk id="7" creationId="{34429EA1-4CAA-CE1E-BA89-082FF5E26799}"/>
          </ac:cxnSpMkLst>
        </pc:cxnChg>
        <pc:cxnChg chg="del mod">
          <ac:chgData name="musukie52@gmail.com" userId="017bd91f96aa8751" providerId="LiveId" clId="{5B2C3894-F97E-4CAB-8812-5BB4D83AAC6A}" dt="2026-10-15T10:50:52.773" v="4528" actId="21"/>
          <ac:cxnSpMkLst>
            <pc:docMk/>
            <pc:sldMk cId="2921320208" sldId="263"/>
            <ac:cxnSpMk id="32" creationId="{921F62EE-2697-CC1C-B322-E88A75EE75BD}"/>
          </ac:cxnSpMkLst>
        </pc:cxnChg>
        <pc:cxnChg chg="del">
          <ac:chgData name="musukie52@gmail.com" userId="017bd91f96aa8751" providerId="LiveId" clId="{5B2C3894-F97E-4CAB-8812-5BB4D83AAC6A}" dt="2026-10-15T10:43:42.805" v="4421" actId="478"/>
          <ac:cxnSpMkLst>
            <pc:docMk/>
            <pc:sldMk cId="2921320208" sldId="263"/>
            <ac:cxnSpMk id="34" creationId="{F8520C90-725A-8F96-DBF5-82B36F3F39D4}"/>
          </ac:cxnSpMkLst>
        </pc:cxnChg>
        <pc:cxnChg chg="del">
          <ac:chgData name="musukie52@gmail.com" userId="017bd91f96aa8751" providerId="LiveId" clId="{5B2C3894-F97E-4CAB-8812-5BB4D83AAC6A}" dt="2026-10-15T10:43:43.574" v="4422" actId="478"/>
          <ac:cxnSpMkLst>
            <pc:docMk/>
            <pc:sldMk cId="2921320208" sldId="263"/>
            <ac:cxnSpMk id="35" creationId="{C139D7AF-CB37-5048-3707-ACB5C8EEBBBE}"/>
          </ac:cxnSpMkLst>
        </pc:cxnChg>
        <pc:cxnChg chg="del">
          <ac:chgData name="musukie52@gmail.com" userId="017bd91f96aa8751" providerId="LiveId" clId="{5B2C3894-F97E-4CAB-8812-5BB4D83AAC6A}" dt="2026-10-15T10:43:44.361" v="4423" actId="478"/>
          <ac:cxnSpMkLst>
            <pc:docMk/>
            <pc:sldMk cId="2921320208" sldId="263"/>
            <ac:cxnSpMk id="36" creationId="{83A9183F-0E0C-80A4-A5FF-9FD627210882}"/>
          </ac:cxnSpMkLst>
        </pc:cxnChg>
      </pc:sldChg>
      <pc:sldChg chg="add del">
        <pc:chgData name="musukie52@gmail.com" userId="017bd91f96aa8751" providerId="LiveId" clId="{5B2C3894-F97E-4CAB-8812-5BB4D83AAC6A}" dt="2026-10-15T10:42:11.266" v="4385"/>
        <pc:sldMkLst>
          <pc:docMk/>
          <pc:sldMk cId="4125303042" sldId="263"/>
        </pc:sldMkLst>
      </pc:sldChg>
      <pc:sldChg chg="addSp delSp modSp new del mod">
        <pc:chgData name="musukie52@gmail.com" userId="017bd91f96aa8751" providerId="LiveId" clId="{5B2C3894-F97E-4CAB-8812-5BB4D83AAC6A}" dt="2026-10-15T10:57:19.609" v="4592" actId="47"/>
        <pc:sldMkLst>
          <pc:docMk/>
          <pc:sldMk cId="1343862121" sldId="264"/>
        </pc:sldMkLst>
        <pc:spChg chg="del">
          <ac:chgData name="musukie52@gmail.com" userId="017bd91f96aa8751" providerId="LiveId" clId="{5B2C3894-F97E-4CAB-8812-5BB4D83AAC6A}" dt="2026-10-15T10:48:02.080" v="4479" actId="478"/>
          <ac:spMkLst>
            <pc:docMk/>
            <pc:sldMk cId="1343862121" sldId="264"/>
            <ac:spMk id="2" creationId="{03D8FA9F-7FC9-592C-EB0E-0BCAE9CC075F}"/>
          </ac:spMkLst>
        </pc:spChg>
        <pc:spChg chg="del">
          <ac:chgData name="musukie52@gmail.com" userId="017bd91f96aa8751" providerId="LiveId" clId="{5B2C3894-F97E-4CAB-8812-5BB4D83AAC6A}" dt="2026-10-15T10:48:02.080" v="4479" actId="478"/>
          <ac:spMkLst>
            <pc:docMk/>
            <pc:sldMk cId="1343862121" sldId="264"/>
            <ac:spMk id="3" creationId="{28F1F40E-F022-EA7E-D9BD-D9968DCAD446}"/>
          </ac:spMkLst>
        </pc:spChg>
        <pc:spChg chg="add del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7" creationId="{06DF0958-4D93-95BF-1B0B-A5477BBCBD2C}"/>
          </ac:spMkLst>
        </pc:spChg>
        <pc:spChg chg="add del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9" creationId="{A082ADD8-BF88-5BE0-417E-0D10966A0483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13" creationId="{4311DCFF-91F6-41CB-E7FD-B67E5BC1F79E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15" creationId="{640F29CA-8FE2-566D-6CDF-846A7E5BAB61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19" creationId="{445343A9-E4FB-A653-4D43-A061D2A2EB78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21" creationId="{02AA2C67-E362-30A5-CE1A-DAEA810F7027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25" creationId="{577ED36D-4095-2492-F06E-2FAB72BFCAE8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27" creationId="{45B840D5-6DED-9F51-E68F-6702A72A1B52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31" creationId="{16F33FDD-0149-F090-CFC2-4CBAB3D6617F}"/>
          </ac:spMkLst>
        </pc:spChg>
        <pc:spChg chg="add del">
          <ac:chgData name="musukie52@gmail.com" userId="017bd91f96aa8751" providerId="LiveId" clId="{5B2C3894-F97E-4CAB-8812-5BB4D83AAC6A}" dt="2026-10-15T10:48:07.206" v="4481" actId="21"/>
          <ac:spMkLst>
            <pc:docMk/>
            <pc:sldMk cId="1343862121" sldId="264"/>
            <ac:spMk id="33" creationId="{7EFCB315-8845-442A-7F12-91F3A9E89D7B}"/>
          </ac:spMkLst>
        </pc:spChg>
        <pc:spChg chg="add del">
          <ac:chgData name="musukie52@gmail.com" userId="017bd91f96aa8751" providerId="LiveId" clId="{5B2C3894-F97E-4CAB-8812-5BB4D83AAC6A}" dt="2026-10-15T10:48:35.586" v="4488" actId="21"/>
          <ac:spMkLst>
            <pc:docMk/>
            <pc:sldMk cId="1343862121" sldId="264"/>
            <ac:spMk id="37" creationId="{D7FD10DA-061C-F776-A406-C601F0B3772F}"/>
          </ac:spMkLst>
        </pc:spChg>
        <pc:spChg chg="add del mod">
          <ac:chgData name="musukie52@gmail.com" userId="017bd91f96aa8751" providerId="LiveId" clId="{5B2C3894-F97E-4CAB-8812-5BB4D83AAC6A}" dt="2026-10-15T10:48:35.586" v="4488" actId="21"/>
          <ac:spMkLst>
            <pc:docMk/>
            <pc:sldMk cId="1343862121" sldId="264"/>
            <ac:spMk id="39" creationId="{F880C5F6-F06E-9FD7-4C86-EBC1C0E1EADD}"/>
          </ac:spMkLst>
        </pc:spChg>
        <pc:spChg chg="add del">
          <ac:chgData name="musukie52@gmail.com" userId="017bd91f96aa8751" providerId="LiveId" clId="{5B2C3894-F97E-4CAB-8812-5BB4D83AAC6A}" dt="2026-10-15T10:48:22.778" v="4485" actId="21"/>
          <ac:spMkLst>
            <pc:docMk/>
            <pc:sldMk cId="1343862121" sldId="264"/>
            <ac:spMk id="43" creationId="{6D82C2A9-E8DB-6270-123C-5059A425675B}"/>
          </ac:spMkLst>
        </pc:spChg>
        <pc:spChg chg="add del">
          <ac:chgData name="musukie52@gmail.com" userId="017bd91f96aa8751" providerId="LiveId" clId="{5B2C3894-F97E-4CAB-8812-5BB4D83AAC6A}" dt="2026-10-15T10:48:22.778" v="4485" actId="21"/>
          <ac:spMkLst>
            <pc:docMk/>
            <pc:sldMk cId="1343862121" sldId="264"/>
            <ac:spMk id="45" creationId="{720E25B1-D4D3-336E-8FDA-18A4232A0677}"/>
          </ac:spMkLst>
        </pc:spChg>
        <pc:spChg chg="add del">
          <ac:chgData name="musukie52@gmail.com" userId="017bd91f96aa8751" providerId="LiveId" clId="{5B2C3894-F97E-4CAB-8812-5BB4D83AAC6A}" dt="2026-10-15T10:48:22.778" v="4485" actId="21"/>
          <ac:spMkLst>
            <pc:docMk/>
            <pc:sldMk cId="1343862121" sldId="264"/>
            <ac:spMk id="49" creationId="{2237FB13-55D8-F16F-3D94-EDC027E990D7}"/>
          </ac:spMkLst>
        </pc:spChg>
        <pc:spChg chg="add del">
          <ac:chgData name="musukie52@gmail.com" userId="017bd91f96aa8751" providerId="LiveId" clId="{5B2C3894-F97E-4CAB-8812-5BB4D83AAC6A}" dt="2026-10-15T10:48:22.778" v="4485" actId="21"/>
          <ac:spMkLst>
            <pc:docMk/>
            <pc:sldMk cId="1343862121" sldId="264"/>
            <ac:spMk id="51" creationId="{4EF882A3-8E4F-8968-0D02-EE5F398A7B99}"/>
          </ac:spMkLst>
        </pc:spChg>
        <pc:spChg chg="add del">
          <ac:chgData name="musukie52@gmail.com" userId="017bd91f96aa8751" providerId="LiveId" clId="{5B2C3894-F97E-4CAB-8812-5BB4D83AAC6A}" dt="2026-10-15T10:48:48.591" v="4495" actId="21"/>
          <ac:spMkLst>
            <pc:docMk/>
            <pc:sldMk cId="1343862121" sldId="264"/>
            <ac:spMk id="55" creationId="{476187A7-5A23-7C99-B665-BD1EE887F851}"/>
          </ac:spMkLst>
        </pc:spChg>
        <pc:spChg chg="add del">
          <ac:chgData name="musukie52@gmail.com" userId="017bd91f96aa8751" providerId="LiveId" clId="{5B2C3894-F97E-4CAB-8812-5BB4D83AAC6A}" dt="2026-10-15T10:48:48.591" v="4495" actId="21"/>
          <ac:spMkLst>
            <pc:docMk/>
            <pc:sldMk cId="1343862121" sldId="264"/>
            <ac:spMk id="57" creationId="{0F79CFC3-6A1D-FED9-DD07-5451BCB58DF6}"/>
          </ac:spMkLst>
        </pc:spChg>
        <pc:spChg chg="add del">
          <ac:chgData name="musukie52@gmail.com" userId="017bd91f96aa8751" providerId="LiveId" clId="{5B2C3894-F97E-4CAB-8812-5BB4D83AAC6A}" dt="2026-10-15T10:48:48.591" v="4495" actId="21"/>
          <ac:spMkLst>
            <pc:docMk/>
            <pc:sldMk cId="1343862121" sldId="264"/>
            <ac:spMk id="61" creationId="{DB3AFEF8-0E5A-62B9-AC9F-E9DBC9C88FA4}"/>
          </ac:spMkLst>
        </pc:spChg>
        <pc:spChg chg="add del">
          <ac:chgData name="musukie52@gmail.com" userId="017bd91f96aa8751" providerId="LiveId" clId="{5B2C3894-F97E-4CAB-8812-5BB4D83AAC6A}" dt="2026-10-15T10:48:48.591" v="4495" actId="21"/>
          <ac:spMkLst>
            <pc:docMk/>
            <pc:sldMk cId="1343862121" sldId="264"/>
            <ac:spMk id="63" creationId="{BCE59E9E-E074-6040-08AD-42D056D6BB6F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67" creationId="{024B469E-2DBD-4B35-A16B-243DD51D6759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69" creationId="{6F238F0C-3AF8-26F7-3F9E-A1473546A854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73" creationId="{DC764E4A-A0CC-DD19-DDF4-5102B775E9C0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75" creationId="{80791F0C-64B3-00E1-F7D1-17BB0E52D05B}"/>
          </ac:spMkLst>
        </pc:spChg>
        <pc:spChg chg="add del">
          <ac:chgData name="musukie52@gmail.com" userId="017bd91f96aa8751" providerId="LiveId" clId="{5B2C3894-F97E-4CAB-8812-5BB4D83AAC6A}" dt="2026-10-15T10:49:10.088" v="4499" actId="21"/>
          <ac:spMkLst>
            <pc:docMk/>
            <pc:sldMk cId="1343862121" sldId="264"/>
            <ac:spMk id="79" creationId="{66F4FD7C-F166-FA0F-D026-4C2A52D19853}"/>
          </ac:spMkLst>
        </pc:spChg>
        <pc:spChg chg="add del">
          <ac:chgData name="musukie52@gmail.com" userId="017bd91f96aa8751" providerId="LiveId" clId="{5B2C3894-F97E-4CAB-8812-5BB4D83AAC6A}" dt="2026-10-15T10:49:10.088" v="4499" actId="21"/>
          <ac:spMkLst>
            <pc:docMk/>
            <pc:sldMk cId="1343862121" sldId="264"/>
            <ac:spMk id="81" creationId="{7D1348AA-4B54-583F-43FF-C33BFCA2CB32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85" creationId="{495E5BD4-FD80-8D2B-75C9-62022DC89560}"/>
          </ac:spMkLst>
        </pc:spChg>
        <pc:spChg chg="add del mod">
          <ac:chgData name="musukie52@gmail.com" userId="017bd91f96aa8751" providerId="LiveId" clId="{5B2C3894-F97E-4CAB-8812-5BB4D83AAC6A}" dt="2026-10-15T10:49:48.292" v="4506" actId="21"/>
          <ac:spMkLst>
            <pc:docMk/>
            <pc:sldMk cId="1343862121" sldId="264"/>
            <ac:spMk id="87" creationId="{21504064-F4B3-8FBC-3BDE-D94994187CAE}"/>
          </ac:spMkLst>
        </pc:spChg>
        <pc:picChg chg="mod">
          <ac:chgData name="musukie52@gmail.com" userId="017bd91f96aa8751" providerId="LiveId" clId="{5B2C3894-F97E-4CAB-8812-5BB4D83AAC6A}" dt="2026-10-15T10:48:18.505" v="4483" actId="1076"/>
          <ac:picMkLst>
            <pc:docMk/>
            <pc:sldMk cId="1343862121" sldId="264"/>
            <ac:picMk id="11" creationId="{EC851EE9-FE83-B770-F188-B814C5DC0F79}"/>
          </ac:picMkLst>
        </pc:picChg>
        <pc:picChg chg="del">
          <ac:chgData name="musukie52@gmail.com" userId="017bd91f96aa8751" providerId="LiveId" clId="{5B2C3894-F97E-4CAB-8812-5BB4D83AAC6A}" dt="2026-10-15T10:48:07.206" v="4481" actId="21"/>
          <ac:picMkLst>
            <pc:docMk/>
            <pc:sldMk cId="1343862121" sldId="264"/>
            <ac:picMk id="17" creationId="{22F4E616-8D1D-D9B8-B6A4-282CE8D5A254}"/>
          </ac:picMkLst>
        </pc:picChg>
        <pc:picChg chg="del">
          <ac:chgData name="musukie52@gmail.com" userId="017bd91f96aa8751" providerId="LiveId" clId="{5B2C3894-F97E-4CAB-8812-5BB4D83AAC6A}" dt="2026-10-15T10:48:07.206" v="4481" actId="21"/>
          <ac:picMkLst>
            <pc:docMk/>
            <pc:sldMk cId="1343862121" sldId="264"/>
            <ac:picMk id="23" creationId="{F98355D5-587B-296B-DBCD-26728FC6A774}"/>
          </ac:picMkLst>
        </pc:picChg>
        <pc:picChg chg="del">
          <ac:chgData name="musukie52@gmail.com" userId="017bd91f96aa8751" providerId="LiveId" clId="{5B2C3894-F97E-4CAB-8812-5BB4D83AAC6A}" dt="2026-10-15T10:48:07.206" v="4481" actId="21"/>
          <ac:picMkLst>
            <pc:docMk/>
            <pc:sldMk cId="1343862121" sldId="264"/>
            <ac:picMk id="29" creationId="{BCB201FD-E7E4-76C6-F256-759E3B025474}"/>
          </ac:picMkLst>
        </pc:picChg>
        <pc:picChg chg="add del">
          <ac:chgData name="musukie52@gmail.com" userId="017bd91f96aa8751" providerId="LiveId" clId="{5B2C3894-F97E-4CAB-8812-5BB4D83AAC6A}" dt="2026-10-15T10:48:35.586" v="4488" actId="21"/>
          <ac:picMkLst>
            <pc:docMk/>
            <pc:sldMk cId="1343862121" sldId="264"/>
            <ac:picMk id="35" creationId="{C91B3DCC-94F8-31E7-D01F-0256F84B2523}"/>
          </ac:picMkLst>
        </pc:picChg>
        <pc:picChg chg="add del">
          <ac:chgData name="musukie52@gmail.com" userId="017bd91f96aa8751" providerId="LiveId" clId="{5B2C3894-F97E-4CAB-8812-5BB4D83AAC6A}" dt="2026-10-15T10:48:22.778" v="4485" actId="21"/>
          <ac:picMkLst>
            <pc:docMk/>
            <pc:sldMk cId="1343862121" sldId="264"/>
            <ac:picMk id="41" creationId="{2438A1DF-4DFD-ACB6-BF05-F69650A1F40D}"/>
          </ac:picMkLst>
        </pc:picChg>
        <pc:picChg chg="add del">
          <ac:chgData name="musukie52@gmail.com" userId="017bd91f96aa8751" providerId="LiveId" clId="{5B2C3894-F97E-4CAB-8812-5BB4D83AAC6A}" dt="2026-10-15T10:48:22.778" v="4485" actId="21"/>
          <ac:picMkLst>
            <pc:docMk/>
            <pc:sldMk cId="1343862121" sldId="264"/>
            <ac:picMk id="47" creationId="{60CF77DE-7A2E-5D49-6A59-68B0BCBE8226}"/>
          </ac:picMkLst>
        </pc:picChg>
        <pc:picChg chg="add del">
          <ac:chgData name="musukie52@gmail.com" userId="017bd91f96aa8751" providerId="LiveId" clId="{5B2C3894-F97E-4CAB-8812-5BB4D83AAC6A}" dt="2026-10-15T10:48:48.591" v="4495" actId="21"/>
          <ac:picMkLst>
            <pc:docMk/>
            <pc:sldMk cId="1343862121" sldId="264"/>
            <ac:picMk id="53" creationId="{4ED28E47-E130-CFA5-E3FF-470DF6DC5458}"/>
          </ac:picMkLst>
        </pc:picChg>
        <pc:picChg chg="add del">
          <ac:chgData name="musukie52@gmail.com" userId="017bd91f96aa8751" providerId="LiveId" clId="{5B2C3894-F97E-4CAB-8812-5BB4D83AAC6A}" dt="2026-10-15T10:48:48.591" v="4495" actId="21"/>
          <ac:picMkLst>
            <pc:docMk/>
            <pc:sldMk cId="1343862121" sldId="264"/>
            <ac:picMk id="59" creationId="{7F3164F6-8501-D2B7-3AD7-12BD9FCC2A64}"/>
          </ac:picMkLst>
        </pc:picChg>
        <pc:picChg chg="add mod">
          <ac:chgData name="musukie52@gmail.com" userId="017bd91f96aa8751" providerId="LiveId" clId="{5B2C3894-F97E-4CAB-8812-5BB4D83AAC6A}" dt="2026-10-15T10:49:04.907" v="4497" actId="1076"/>
          <ac:picMkLst>
            <pc:docMk/>
            <pc:sldMk cId="1343862121" sldId="264"/>
            <ac:picMk id="65" creationId="{B17E2496-8A3E-1512-6FA7-7DF4BE06A084}"/>
          </ac:picMkLst>
        </pc:picChg>
        <pc:picChg chg="add mod">
          <ac:chgData name="musukie52@gmail.com" userId="017bd91f96aa8751" providerId="LiveId" clId="{5B2C3894-F97E-4CAB-8812-5BB4D83AAC6A}" dt="2026-10-15T10:49:30.079" v="4501" actId="1076"/>
          <ac:picMkLst>
            <pc:docMk/>
            <pc:sldMk cId="1343862121" sldId="264"/>
            <ac:picMk id="71" creationId="{985728D5-F3C0-8C0C-6A81-A5B78EAEBC96}"/>
          </ac:picMkLst>
        </pc:picChg>
        <pc:picChg chg="add del">
          <ac:chgData name="musukie52@gmail.com" userId="017bd91f96aa8751" providerId="LiveId" clId="{5B2C3894-F97E-4CAB-8812-5BB4D83AAC6A}" dt="2026-10-15T10:49:10.088" v="4499" actId="21"/>
          <ac:picMkLst>
            <pc:docMk/>
            <pc:sldMk cId="1343862121" sldId="264"/>
            <ac:picMk id="77" creationId="{00197858-1BC4-1E4B-5F0D-2A999D248DB5}"/>
          </ac:picMkLst>
        </pc:picChg>
        <pc:picChg chg="add mod">
          <ac:chgData name="musukie52@gmail.com" userId="017bd91f96aa8751" providerId="LiveId" clId="{5B2C3894-F97E-4CAB-8812-5BB4D83AAC6A}" dt="2026-10-15T10:49:45.330" v="4505" actId="1076"/>
          <ac:picMkLst>
            <pc:docMk/>
            <pc:sldMk cId="1343862121" sldId="264"/>
            <ac:picMk id="83" creationId="{D96D2BF4-9FE8-F473-5637-8BE51E6FE02C}"/>
          </ac:picMkLst>
        </pc:picChg>
      </pc:sldChg>
      <pc:sldChg chg="add del">
        <pc:chgData name="musukie52@gmail.com" userId="017bd91f96aa8751" providerId="LiveId" clId="{5B2C3894-F97E-4CAB-8812-5BB4D83AAC6A}" dt="2026-10-15T10:59:22.249" v="4689" actId="47"/>
        <pc:sldMkLst>
          <pc:docMk/>
          <pc:sldMk cId="3776391287" sldId="264"/>
        </pc:sldMkLst>
      </pc:sldChg>
      <pc:sldChg chg="add del">
        <pc:chgData name="musukie52@gmail.com" userId="017bd91f96aa8751" providerId="LiveId" clId="{5B2C3894-F97E-4CAB-8812-5BB4D83AAC6A}" dt="2026-10-16T03:14:48.206" v="8048" actId="47"/>
        <pc:sldMkLst>
          <pc:docMk/>
          <pc:sldMk cId="3790190311" sldId="264"/>
        </pc:sldMkLst>
      </pc:sldChg>
      <pc:sldChg chg="add del">
        <pc:chgData name="musukie52@gmail.com" userId="017bd91f96aa8751" providerId="LiveId" clId="{5B2C3894-F97E-4CAB-8812-5BB4D83AAC6A}" dt="2026-10-15T10:57:45.724" v="4610" actId="47"/>
        <pc:sldMkLst>
          <pc:docMk/>
          <pc:sldMk cId="4217619271" sldId="264"/>
        </pc:sldMkLst>
      </pc:sldChg>
      <pc:sldChg chg="add del">
        <pc:chgData name="musukie52@gmail.com" userId="017bd91f96aa8751" providerId="LiveId" clId="{5B2C3894-F97E-4CAB-8812-5BB4D83AAC6A}" dt="2026-10-15T10:59:22.748" v="4690" actId="47"/>
        <pc:sldMkLst>
          <pc:docMk/>
          <pc:sldMk cId="1691024330" sldId="265"/>
        </pc:sldMkLst>
      </pc:sldChg>
      <pc:sldChg chg="add del">
        <pc:chgData name="musukie52@gmail.com" userId="017bd91f96aa8751" providerId="LiveId" clId="{5B2C3894-F97E-4CAB-8812-5BB4D83AAC6A}" dt="2026-10-16T03:14:49.878" v="8049" actId="47"/>
        <pc:sldMkLst>
          <pc:docMk/>
          <pc:sldMk cId="2504819699" sldId="265"/>
        </pc:sldMkLst>
      </pc:sldChg>
      <pc:sldChg chg="add del">
        <pc:chgData name="musukie52@gmail.com" userId="017bd91f96aa8751" providerId="LiveId" clId="{5B2C3894-F97E-4CAB-8812-5BB4D83AAC6A}" dt="2026-10-15T10:57:46.235" v="4611" actId="47"/>
        <pc:sldMkLst>
          <pc:docMk/>
          <pc:sldMk cId="3442521366" sldId="265"/>
        </pc:sldMkLst>
      </pc:sldChg>
      <pc:sldChg chg="addSp delSp modSp new del mod">
        <pc:chgData name="musukie52@gmail.com" userId="017bd91f96aa8751" providerId="LiveId" clId="{5B2C3894-F97E-4CAB-8812-5BB4D83AAC6A}" dt="2026-10-15T10:57:20.491" v="4593" actId="47"/>
        <pc:sldMkLst>
          <pc:docMk/>
          <pc:sldMk cId="3640000374" sldId="265"/>
        </pc:sldMkLst>
        <pc:spChg chg="del">
          <ac:chgData name="musukie52@gmail.com" userId="017bd91f96aa8751" providerId="LiveId" clId="{5B2C3894-F97E-4CAB-8812-5BB4D83AAC6A}" dt="2026-10-15T10:48:38.540" v="4490" actId="478"/>
          <ac:spMkLst>
            <pc:docMk/>
            <pc:sldMk cId="3640000374" sldId="265"/>
            <ac:spMk id="2" creationId="{E49CFFE6-04CB-4166-E641-657169611DD2}"/>
          </ac:spMkLst>
        </pc:spChg>
        <pc:spChg chg="del">
          <ac:chgData name="musukie52@gmail.com" userId="017bd91f96aa8751" providerId="LiveId" clId="{5B2C3894-F97E-4CAB-8812-5BB4D83AAC6A}" dt="2026-10-15T10:48:38.540" v="4490" actId="478"/>
          <ac:spMkLst>
            <pc:docMk/>
            <pc:sldMk cId="3640000374" sldId="265"/>
            <ac:spMk id="3" creationId="{EA26DB97-3C7D-ED36-29CD-5596653DD943}"/>
          </ac:spMkLst>
        </pc:spChg>
        <pc:spChg chg="add del">
          <ac:chgData name="musukie52@gmail.com" userId="017bd91f96aa8751" providerId="LiveId" clId="{5B2C3894-F97E-4CAB-8812-5BB4D83AAC6A}" dt="2026-10-15T10:48:44.307" v="4493" actId="21"/>
          <ac:spMkLst>
            <pc:docMk/>
            <pc:sldMk cId="3640000374" sldId="265"/>
            <ac:spMk id="7" creationId="{96B9E999-591F-27B5-6A17-F2AB7F14518D}"/>
          </ac:spMkLst>
        </pc:spChg>
        <pc:spChg chg="add del mod">
          <ac:chgData name="musukie52@gmail.com" userId="017bd91f96aa8751" providerId="LiveId" clId="{5B2C3894-F97E-4CAB-8812-5BB4D83AAC6A}" dt="2026-10-15T10:48:44.307" v="4493" actId="21"/>
          <ac:spMkLst>
            <pc:docMk/>
            <pc:sldMk cId="3640000374" sldId="265"/>
            <ac:spMk id="9" creationId="{734AB3EE-765A-2A20-9FAC-CDCA6EC3C611}"/>
          </ac:spMkLst>
        </pc:spChg>
        <pc:spChg chg="add del">
          <ac:chgData name="musukie52@gmail.com" userId="017bd91f96aa8751" providerId="LiveId" clId="{5B2C3894-F97E-4CAB-8812-5BB4D83AAC6A}" dt="2026-10-15T10:54:40.680" v="4566" actId="21"/>
          <ac:spMkLst>
            <pc:docMk/>
            <pc:sldMk cId="3640000374" sldId="265"/>
            <ac:spMk id="11" creationId="{037F7431-2474-9ABB-35BC-791C721706E7}"/>
          </ac:spMkLst>
        </pc:spChg>
        <pc:spChg chg="add del">
          <ac:chgData name="musukie52@gmail.com" userId="017bd91f96aa8751" providerId="LiveId" clId="{5B2C3894-F97E-4CAB-8812-5BB4D83AAC6A}" dt="2026-10-15T10:54:40.680" v="4566" actId="21"/>
          <ac:spMkLst>
            <pc:docMk/>
            <pc:sldMk cId="3640000374" sldId="265"/>
            <ac:spMk id="13" creationId="{E921DEB2-EE08-BFA2-5D38-2F78D4517C62}"/>
          </ac:spMkLst>
        </pc:spChg>
        <pc:spChg chg="add del">
          <ac:chgData name="musukie52@gmail.com" userId="017bd91f96aa8751" providerId="LiveId" clId="{5B2C3894-F97E-4CAB-8812-5BB4D83AAC6A}" dt="2026-10-15T10:54:40.680" v="4566" actId="21"/>
          <ac:spMkLst>
            <pc:docMk/>
            <pc:sldMk cId="3640000374" sldId="265"/>
            <ac:spMk id="15" creationId="{96B1CF7F-531F-FEA2-DE7A-AD923B834916}"/>
          </ac:spMkLst>
        </pc:spChg>
        <pc:spChg chg="add del mod">
          <ac:chgData name="musukie52@gmail.com" userId="017bd91f96aa8751" providerId="LiveId" clId="{5B2C3894-F97E-4CAB-8812-5BB4D83AAC6A}" dt="2026-10-15T10:54:40.680" v="4566" actId="21"/>
          <ac:spMkLst>
            <pc:docMk/>
            <pc:sldMk cId="3640000374" sldId="265"/>
            <ac:spMk id="17" creationId="{E4C96A83-46F1-E082-C0BF-4D3C621B58D7}"/>
          </ac:spMkLst>
        </pc:spChg>
        <pc:spChg chg="add del mod">
          <ac:chgData name="musukie52@gmail.com" userId="017bd91f96aa8751" providerId="LiveId" clId="{5B2C3894-F97E-4CAB-8812-5BB4D83AAC6A}" dt="2026-10-15T10:54:40.680" v="4566" actId="21"/>
          <ac:spMkLst>
            <pc:docMk/>
            <pc:sldMk cId="3640000374" sldId="265"/>
            <ac:spMk id="19" creationId="{528A5DB5-8029-B1BA-C99B-8665CB4DCD02}"/>
          </ac:spMkLst>
        </pc:spChg>
        <pc:picChg chg="add del">
          <ac:chgData name="musukie52@gmail.com" userId="017bd91f96aa8751" providerId="LiveId" clId="{5B2C3894-F97E-4CAB-8812-5BB4D83AAC6A}" dt="2026-10-15T10:48:44.307" v="4493" actId="21"/>
          <ac:picMkLst>
            <pc:docMk/>
            <pc:sldMk cId="3640000374" sldId="265"/>
            <ac:picMk id="5" creationId="{5AAD8493-22D3-C8C1-A26E-6D15A7BDE3E2}"/>
          </ac:picMkLst>
        </pc:picChg>
      </pc:sldChg>
      <pc:sldChg chg="add del">
        <pc:chgData name="musukie52@gmail.com" userId="017bd91f96aa8751" providerId="LiveId" clId="{5B2C3894-F97E-4CAB-8812-5BB4D83AAC6A}" dt="2026-10-15T10:59:22.777" v="4691" actId="47"/>
        <pc:sldMkLst>
          <pc:docMk/>
          <pc:sldMk cId="272220689" sldId="266"/>
        </pc:sldMkLst>
      </pc:sldChg>
      <pc:sldChg chg="add del">
        <pc:chgData name="musukie52@gmail.com" userId="017bd91f96aa8751" providerId="LiveId" clId="{5B2C3894-F97E-4CAB-8812-5BB4D83AAC6A}" dt="2026-10-16T03:14:50.668" v="8050" actId="47"/>
        <pc:sldMkLst>
          <pc:docMk/>
          <pc:sldMk cId="471218060" sldId="266"/>
        </pc:sldMkLst>
      </pc:sldChg>
      <pc:sldChg chg="add del">
        <pc:chgData name="musukie52@gmail.com" userId="017bd91f96aa8751" providerId="LiveId" clId="{5B2C3894-F97E-4CAB-8812-5BB4D83AAC6A}" dt="2026-10-15T10:57:46.264" v="4612" actId="47"/>
        <pc:sldMkLst>
          <pc:docMk/>
          <pc:sldMk cId="1792206937" sldId="266"/>
        </pc:sldMkLst>
      </pc:sldChg>
      <pc:sldChg chg="add del">
        <pc:chgData name="musukie52@gmail.com" userId="017bd91f96aa8751" providerId="LiveId" clId="{5B2C3894-F97E-4CAB-8812-5BB4D83AAC6A}" dt="2026-10-15T10:59:22.823" v="4692" actId="47"/>
        <pc:sldMkLst>
          <pc:docMk/>
          <pc:sldMk cId="1689236369" sldId="267"/>
        </pc:sldMkLst>
      </pc:sldChg>
      <pc:sldChg chg="add del">
        <pc:chgData name="musukie52@gmail.com" userId="017bd91f96aa8751" providerId="LiveId" clId="{5B2C3894-F97E-4CAB-8812-5BB4D83AAC6A}" dt="2026-10-15T10:57:46.295" v="4613" actId="47"/>
        <pc:sldMkLst>
          <pc:docMk/>
          <pc:sldMk cId="1919704858" sldId="267"/>
        </pc:sldMkLst>
      </pc:sldChg>
      <pc:sldChg chg="add del">
        <pc:chgData name="musukie52@gmail.com" userId="017bd91f96aa8751" providerId="LiveId" clId="{5B2C3894-F97E-4CAB-8812-5BB4D83AAC6A}" dt="2026-10-16T03:14:51.180" v="8051" actId="47"/>
        <pc:sldMkLst>
          <pc:docMk/>
          <pc:sldMk cId="3296614247" sldId="267"/>
        </pc:sldMkLst>
      </pc:sldChg>
      <pc:sldChg chg="add del">
        <pc:chgData name="musukie52@gmail.com" userId="017bd91f96aa8751" providerId="LiveId" clId="{5B2C3894-F97E-4CAB-8812-5BB4D83AAC6A}" dt="2026-10-16T03:14:51.212" v="8052" actId="47"/>
        <pc:sldMkLst>
          <pc:docMk/>
          <pc:sldMk cId="1118021228" sldId="268"/>
        </pc:sldMkLst>
      </pc:sldChg>
      <pc:sldChg chg="add del">
        <pc:chgData name="musukie52@gmail.com" userId="017bd91f96aa8751" providerId="LiveId" clId="{5B2C3894-F97E-4CAB-8812-5BB4D83AAC6A}" dt="2026-10-15T10:57:46.325" v="4614" actId="47"/>
        <pc:sldMkLst>
          <pc:docMk/>
          <pc:sldMk cId="3136785445" sldId="268"/>
        </pc:sldMkLst>
      </pc:sldChg>
      <pc:sldChg chg="add del">
        <pc:chgData name="musukie52@gmail.com" userId="017bd91f96aa8751" providerId="LiveId" clId="{5B2C3894-F97E-4CAB-8812-5BB4D83AAC6A}" dt="2026-10-15T10:59:22.853" v="4693" actId="47"/>
        <pc:sldMkLst>
          <pc:docMk/>
          <pc:sldMk cId="3977462754" sldId="268"/>
        </pc:sldMkLst>
      </pc:sldChg>
      <pc:sldChg chg="add del">
        <pc:chgData name="musukie52@gmail.com" userId="017bd91f96aa8751" providerId="LiveId" clId="{5B2C3894-F97E-4CAB-8812-5BB4D83AAC6A}" dt="2026-10-15T10:57:46.356" v="4615" actId="47"/>
        <pc:sldMkLst>
          <pc:docMk/>
          <pc:sldMk cId="1685368446" sldId="269"/>
        </pc:sldMkLst>
      </pc:sldChg>
      <pc:sldChg chg="add del">
        <pc:chgData name="musukie52@gmail.com" userId="017bd91f96aa8751" providerId="LiveId" clId="{5B2C3894-F97E-4CAB-8812-5BB4D83AAC6A}" dt="2026-10-16T03:14:51.242" v="8053" actId="47"/>
        <pc:sldMkLst>
          <pc:docMk/>
          <pc:sldMk cId="2218861251" sldId="269"/>
        </pc:sldMkLst>
      </pc:sldChg>
      <pc:sldChg chg="add del">
        <pc:chgData name="musukie52@gmail.com" userId="017bd91f96aa8751" providerId="LiveId" clId="{5B2C3894-F97E-4CAB-8812-5BB4D83AAC6A}" dt="2026-10-15T10:59:22.884" v="4694" actId="47"/>
        <pc:sldMkLst>
          <pc:docMk/>
          <pc:sldMk cId="2735770033" sldId="269"/>
        </pc:sldMkLst>
      </pc:sldChg>
      <pc:sldChg chg="add del">
        <pc:chgData name="musukie52@gmail.com" userId="017bd91f96aa8751" providerId="LiveId" clId="{5B2C3894-F97E-4CAB-8812-5BB4D83AAC6A}" dt="2026-10-16T03:14:51.272" v="8054" actId="47"/>
        <pc:sldMkLst>
          <pc:docMk/>
          <pc:sldMk cId="211600802" sldId="270"/>
        </pc:sldMkLst>
      </pc:sldChg>
      <pc:sldChg chg="add del">
        <pc:chgData name="musukie52@gmail.com" userId="017bd91f96aa8751" providerId="LiveId" clId="{5B2C3894-F97E-4CAB-8812-5BB4D83AAC6A}" dt="2026-10-15T10:59:22.914" v="4695" actId="47"/>
        <pc:sldMkLst>
          <pc:docMk/>
          <pc:sldMk cId="3576767315" sldId="270"/>
        </pc:sldMkLst>
      </pc:sldChg>
      <pc:sldChg chg="add del">
        <pc:chgData name="musukie52@gmail.com" userId="017bd91f96aa8751" providerId="LiveId" clId="{5B2C3894-F97E-4CAB-8812-5BB4D83AAC6A}" dt="2026-10-15T10:57:46.405" v="4616" actId="47"/>
        <pc:sldMkLst>
          <pc:docMk/>
          <pc:sldMk cId="3813912533" sldId="270"/>
        </pc:sldMkLst>
      </pc:sldChg>
      <pc:sldChg chg="add del">
        <pc:chgData name="musukie52@gmail.com" userId="017bd91f96aa8751" providerId="LiveId" clId="{5B2C3894-F97E-4CAB-8812-5BB4D83AAC6A}" dt="2026-10-16T03:14:51.302" v="8055" actId="47"/>
        <pc:sldMkLst>
          <pc:docMk/>
          <pc:sldMk cId="835488507" sldId="271"/>
        </pc:sldMkLst>
      </pc:sldChg>
      <pc:sldChg chg="add del">
        <pc:chgData name="musukie52@gmail.com" userId="017bd91f96aa8751" providerId="LiveId" clId="{5B2C3894-F97E-4CAB-8812-5BB4D83AAC6A}" dt="2026-10-15T10:59:22.943" v="4696" actId="47"/>
        <pc:sldMkLst>
          <pc:docMk/>
          <pc:sldMk cId="1628376232" sldId="271"/>
        </pc:sldMkLst>
      </pc:sldChg>
      <pc:sldChg chg="add del">
        <pc:chgData name="musukie52@gmail.com" userId="017bd91f96aa8751" providerId="LiveId" clId="{5B2C3894-F97E-4CAB-8812-5BB4D83AAC6A}" dt="2026-10-15T10:57:46.433" v="4617" actId="47"/>
        <pc:sldMkLst>
          <pc:docMk/>
          <pc:sldMk cId="3445602548" sldId="271"/>
        </pc:sldMkLst>
      </pc:sldChg>
      <pc:sldChg chg="add del">
        <pc:chgData name="musukie52@gmail.com" userId="017bd91f96aa8751" providerId="LiveId" clId="{5B2C3894-F97E-4CAB-8812-5BB4D83AAC6A}" dt="2026-10-16T03:14:51.346" v="8056" actId="47"/>
        <pc:sldMkLst>
          <pc:docMk/>
          <pc:sldMk cId="217960216" sldId="272"/>
        </pc:sldMkLst>
      </pc:sldChg>
      <pc:sldChg chg="add del">
        <pc:chgData name="musukie52@gmail.com" userId="017bd91f96aa8751" providerId="LiveId" clId="{5B2C3894-F97E-4CAB-8812-5BB4D83AAC6A}" dt="2026-10-15T10:57:46.460" v="4618" actId="47"/>
        <pc:sldMkLst>
          <pc:docMk/>
          <pc:sldMk cId="548387000" sldId="272"/>
        </pc:sldMkLst>
      </pc:sldChg>
      <pc:sldChg chg="add del">
        <pc:chgData name="musukie52@gmail.com" userId="017bd91f96aa8751" providerId="LiveId" clId="{5B2C3894-F97E-4CAB-8812-5BB4D83AAC6A}" dt="2026-10-15T10:59:22.989" v="4697" actId="47"/>
        <pc:sldMkLst>
          <pc:docMk/>
          <pc:sldMk cId="3147796585" sldId="272"/>
        </pc:sldMkLst>
      </pc:sldChg>
      <pc:sldChg chg="add del">
        <pc:chgData name="musukie52@gmail.com" userId="017bd91f96aa8751" providerId="LiveId" clId="{5B2C3894-F97E-4CAB-8812-5BB4D83AAC6A}" dt="2026-10-15T10:59:23.668" v="4698" actId="47"/>
        <pc:sldMkLst>
          <pc:docMk/>
          <pc:sldMk cId="2847715535" sldId="273"/>
        </pc:sldMkLst>
      </pc:sldChg>
      <pc:sldChg chg="add del">
        <pc:chgData name="musukie52@gmail.com" userId="017bd91f96aa8751" providerId="LiveId" clId="{5B2C3894-F97E-4CAB-8812-5BB4D83AAC6A}" dt="2026-10-16T03:14:51.377" v="8057" actId="47"/>
        <pc:sldMkLst>
          <pc:docMk/>
          <pc:sldMk cId="2853844475" sldId="273"/>
        </pc:sldMkLst>
      </pc:sldChg>
      <pc:sldChg chg="add del">
        <pc:chgData name="musukie52@gmail.com" userId="017bd91f96aa8751" providerId="LiveId" clId="{5B2C3894-F97E-4CAB-8812-5BB4D83AAC6A}" dt="2026-10-15T10:57:46.491" v="4619" actId="47"/>
        <pc:sldMkLst>
          <pc:docMk/>
          <pc:sldMk cId="3783718685" sldId="273"/>
        </pc:sldMkLst>
      </pc:sldChg>
      <pc:sldChg chg="add del">
        <pc:chgData name="musukie52@gmail.com" userId="017bd91f96aa8751" providerId="LiveId" clId="{5B2C3894-F97E-4CAB-8812-5BB4D83AAC6A}" dt="2026-10-15T10:59:23.858" v="4699" actId="47"/>
        <pc:sldMkLst>
          <pc:docMk/>
          <pc:sldMk cId="642335536" sldId="274"/>
        </pc:sldMkLst>
      </pc:sldChg>
      <pc:sldChg chg="add del">
        <pc:chgData name="musukie52@gmail.com" userId="017bd91f96aa8751" providerId="LiveId" clId="{5B2C3894-F97E-4CAB-8812-5BB4D83AAC6A}" dt="2026-10-16T03:14:51.407" v="8058" actId="47"/>
        <pc:sldMkLst>
          <pc:docMk/>
          <pc:sldMk cId="2271614235" sldId="274"/>
        </pc:sldMkLst>
      </pc:sldChg>
      <pc:sldChg chg="add del">
        <pc:chgData name="musukie52@gmail.com" userId="017bd91f96aa8751" providerId="LiveId" clId="{5B2C3894-F97E-4CAB-8812-5BB4D83AAC6A}" dt="2026-10-15T10:57:46.521" v="4620" actId="47"/>
        <pc:sldMkLst>
          <pc:docMk/>
          <pc:sldMk cId="3889978269" sldId="274"/>
        </pc:sldMkLst>
      </pc:sldChg>
      <pc:sldChg chg="add del">
        <pc:chgData name="musukie52@gmail.com" userId="017bd91f96aa8751" providerId="LiveId" clId="{5B2C3894-F97E-4CAB-8812-5BB4D83AAC6A}" dt="2026-10-15T10:59:24.019" v="4700" actId="47"/>
        <pc:sldMkLst>
          <pc:docMk/>
          <pc:sldMk cId="282890337" sldId="275"/>
        </pc:sldMkLst>
      </pc:sldChg>
      <pc:sldChg chg="add del">
        <pc:chgData name="musukie52@gmail.com" userId="017bd91f96aa8751" providerId="LiveId" clId="{5B2C3894-F97E-4CAB-8812-5BB4D83AAC6A}" dt="2026-10-15T10:57:46.577" v="4621" actId="47"/>
        <pc:sldMkLst>
          <pc:docMk/>
          <pc:sldMk cId="3136877272" sldId="275"/>
        </pc:sldMkLst>
      </pc:sldChg>
      <pc:sldChg chg="add del">
        <pc:chgData name="musukie52@gmail.com" userId="017bd91f96aa8751" providerId="LiveId" clId="{5B2C3894-F97E-4CAB-8812-5BB4D83AAC6A}" dt="2026-10-16T03:14:51.436" v="8059" actId="47"/>
        <pc:sldMkLst>
          <pc:docMk/>
          <pc:sldMk cId="3634413427" sldId="275"/>
        </pc:sldMkLst>
      </pc:sldChg>
      <pc:sldChg chg="add del">
        <pc:chgData name="musukie52@gmail.com" userId="017bd91f96aa8751" providerId="LiveId" clId="{5B2C3894-F97E-4CAB-8812-5BB4D83AAC6A}" dt="2026-10-15T10:57:46.596" v="4622" actId="47"/>
        <pc:sldMkLst>
          <pc:docMk/>
          <pc:sldMk cId="519331812" sldId="276"/>
        </pc:sldMkLst>
      </pc:sldChg>
      <pc:sldChg chg="add del">
        <pc:chgData name="musukie52@gmail.com" userId="017bd91f96aa8751" providerId="LiveId" clId="{5B2C3894-F97E-4CAB-8812-5BB4D83AAC6A}" dt="2026-10-16T03:14:51.468" v="8060" actId="47"/>
        <pc:sldMkLst>
          <pc:docMk/>
          <pc:sldMk cId="603310528" sldId="276"/>
        </pc:sldMkLst>
      </pc:sldChg>
      <pc:sldChg chg="add del">
        <pc:chgData name="musukie52@gmail.com" userId="017bd91f96aa8751" providerId="LiveId" clId="{5B2C3894-F97E-4CAB-8812-5BB4D83AAC6A}" dt="2026-10-15T10:59:24.231" v="4701" actId="47"/>
        <pc:sldMkLst>
          <pc:docMk/>
          <pc:sldMk cId="1774322298" sldId="276"/>
        </pc:sldMkLst>
      </pc:sldChg>
      <pc:sldChg chg="add del">
        <pc:chgData name="musukie52@gmail.com" userId="017bd91f96aa8751" providerId="LiveId" clId="{5B2C3894-F97E-4CAB-8812-5BB4D83AAC6A}" dt="2026-10-15T10:59:24.625" v="4702" actId="47"/>
        <pc:sldMkLst>
          <pc:docMk/>
          <pc:sldMk cId="1885301710" sldId="277"/>
        </pc:sldMkLst>
      </pc:sldChg>
      <pc:sldChg chg="add del">
        <pc:chgData name="musukie52@gmail.com" userId="017bd91f96aa8751" providerId="LiveId" clId="{5B2C3894-F97E-4CAB-8812-5BB4D83AAC6A}" dt="2026-10-16T03:14:52.274" v="8061" actId="47"/>
        <pc:sldMkLst>
          <pc:docMk/>
          <pc:sldMk cId="2578117426" sldId="277"/>
        </pc:sldMkLst>
      </pc:sldChg>
      <pc:sldChg chg="add del">
        <pc:chgData name="musukie52@gmail.com" userId="017bd91f96aa8751" providerId="LiveId" clId="{5B2C3894-F97E-4CAB-8812-5BB4D83AAC6A}" dt="2026-10-15T10:57:46.627" v="4623" actId="47"/>
        <pc:sldMkLst>
          <pc:docMk/>
          <pc:sldMk cId="3671576777" sldId="277"/>
        </pc:sldMkLst>
      </pc:sldChg>
      <pc:sldChg chg="add del">
        <pc:chgData name="musukie52@gmail.com" userId="017bd91f96aa8751" providerId="LiveId" clId="{5B2C3894-F97E-4CAB-8812-5BB4D83AAC6A}" dt="2026-10-16T03:14:52.463" v="8062" actId="47"/>
        <pc:sldMkLst>
          <pc:docMk/>
          <pc:sldMk cId="905384789" sldId="278"/>
        </pc:sldMkLst>
      </pc:sldChg>
      <pc:sldChg chg="add del">
        <pc:chgData name="musukie52@gmail.com" userId="017bd91f96aa8751" providerId="LiveId" clId="{5B2C3894-F97E-4CAB-8812-5BB4D83AAC6A}" dt="2026-10-15T10:59:25.262" v="4703" actId="47"/>
        <pc:sldMkLst>
          <pc:docMk/>
          <pc:sldMk cId="2013055848" sldId="278"/>
        </pc:sldMkLst>
      </pc:sldChg>
      <pc:sldChg chg="add del">
        <pc:chgData name="musukie52@gmail.com" userId="017bd91f96aa8751" providerId="LiveId" clId="{5B2C3894-F97E-4CAB-8812-5BB4D83AAC6A}" dt="2026-10-15T10:57:53.282" v="4634" actId="47"/>
        <pc:sldMkLst>
          <pc:docMk/>
          <pc:sldMk cId="3400619844" sldId="278"/>
        </pc:sldMkLst>
      </pc:sldChg>
      <pc:sldChg chg="add del">
        <pc:chgData name="musukie52@gmail.com" userId="017bd91f96aa8751" providerId="LiveId" clId="{5B2C3894-F97E-4CAB-8812-5BB4D83AAC6A}" dt="2026-10-15T10:59:38.084" v="4725"/>
        <pc:sldMkLst>
          <pc:docMk/>
          <pc:sldMk cId="2069231725" sldId="279"/>
        </pc:sldMkLst>
      </pc:sldChg>
      <pc:sldChg chg="addSp delSp modSp new del mod ord setBg">
        <pc:chgData name="musukie52@gmail.com" userId="017bd91f96aa8751" providerId="LiveId" clId="{5B2C3894-F97E-4CAB-8812-5BB4D83AAC6A}" dt="2026-10-16T03:10:53.547" v="8028" actId="47"/>
        <pc:sldMkLst>
          <pc:docMk/>
          <pc:sldMk cId="3990440628" sldId="279"/>
        </pc:sldMkLst>
        <pc:spChg chg="del">
          <ac:chgData name="musukie52@gmail.com" userId="017bd91f96aa8751" providerId="LiveId" clId="{5B2C3894-F97E-4CAB-8812-5BB4D83AAC6A}" dt="2026-10-15T11:10:26.817" v="4790" actId="478"/>
          <ac:spMkLst>
            <pc:docMk/>
            <pc:sldMk cId="3990440628" sldId="279"/>
            <ac:spMk id="2" creationId="{BDCEC63E-6A7C-190F-E431-FDA59012660E}"/>
          </ac:spMkLst>
        </pc:spChg>
        <pc:spChg chg="del">
          <ac:chgData name="musukie52@gmail.com" userId="017bd91f96aa8751" providerId="LiveId" clId="{5B2C3894-F97E-4CAB-8812-5BB4D83AAC6A}" dt="2026-10-15T11:10:26.817" v="4790" actId="478"/>
          <ac:spMkLst>
            <pc:docMk/>
            <pc:sldMk cId="3990440628" sldId="279"/>
            <ac:spMk id="3" creationId="{064DBFD7-FFB4-0A9E-50C8-FD48068543B5}"/>
          </ac:spMkLst>
        </pc:spChg>
        <pc:spChg chg="add">
          <ac:chgData name="musukie52@gmail.com" userId="017bd91f96aa8751" providerId="LiveId" clId="{5B2C3894-F97E-4CAB-8812-5BB4D83AAC6A}" dt="2026-10-15T11:10:27.228" v="4791" actId="22"/>
          <ac:spMkLst>
            <pc:docMk/>
            <pc:sldMk cId="3990440628" sldId="279"/>
            <ac:spMk id="7" creationId="{BE279773-79DE-28E2-98E9-D312172E767C}"/>
          </ac:spMkLst>
        </pc:spChg>
        <pc:spChg chg="add del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9" creationId="{DC5478F3-7E8D-A941-5E1C-85BFB904B4C5}"/>
          </ac:spMkLst>
        </pc:spChg>
        <pc:spChg chg="add del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13" creationId="{FECDDF1C-C054-3339-CC99-93D266AD58FB}"/>
          </ac:spMkLst>
        </pc:spChg>
        <pc:spChg chg="add">
          <ac:chgData name="musukie52@gmail.com" userId="017bd91f96aa8751" providerId="LiveId" clId="{5B2C3894-F97E-4CAB-8812-5BB4D83AAC6A}" dt="2026-10-15T11:10:27.228" v="4791" actId="22"/>
          <ac:spMkLst>
            <pc:docMk/>
            <pc:sldMk cId="3990440628" sldId="279"/>
            <ac:spMk id="15" creationId="{B098564E-0F1E-AAA9-1623-31596A41286F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19" creationId="{01829645-2CED-6059-2DE7-421FCCFA9601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21" creationId="{DEA681A4-EF17-B60F-FABF-64E6360FA514}"/>
          </ac:spMkLst>
        </pc:spChg>
        <pc:spChg chg="add">
          <ac:chgData name="musukie52@gmail.com" userId="017bd91f96aa8751" providerId="LiveId" clId="{5B2C3894-F97E-4CAB-8812-5BB4D83AAC6A}" dt="2026-10-15T11:10:27.228" v="4791" actId="22"/>
          <ac:spMkLst>
            <pc:docMk/>
            <pc:sldMk cId="3990440628" sldId="279"/>
            <ac:spMk id="23" creationId="{25BD9DA6-B10B-9ABF-E985-B55096794400}"/>
          </ac:spMkLst>
        </pc:spChg>
        <pc:spChg chg="add del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25" creationId="{E10B9EB0-EA97-A0B1-832D-51DFAF39D7B2}"/>
          </ac:spMkLst>
        </pc:spChg>
        <pc:spChg chg="add mod">
          <ac:chgData name="musukie52@gmail.com" userId="017bd91f96aa8751" providerId="LiveId" clId="{5B2C3894-F97E-4CAB-8812-5BB4D83AAC6A}" dt="2026-10-15T11:10:31.382" v="4792" actId="1076"/>
          <ac:spMkLst>
            <pc:docMk/>
            <pc:sldMk cId="3990440628" sldId="279"/>
            <ac:spMk id="27" creationId="{4891C55B-20A2-3826-A5F7-C77F79A9578E}"/>
          </ac:spMkLst>
        </pc:spChg>
        <pc:spChg chg="add mod">
          <ac:chgData name="musukie52@gmail.com" userId="017bd91f96aa8751" providerId="LiveId" clId="{5B2C3894-F97E-4CAB-8812-5BB4D83AAC6A}" dt="2026-10-15T11:10:41.523" v="4795" actId="1076"/>
          <ac:spMkLst>
            <pc:docMk/>
            <pc:sldMk cId="3990440628" sldId="279"/>
            <ac:spMk id="31" creationId="{41993A5D-4A8D-936D-0924-8EE99983DA00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33" creationId="{9A453FB6-3095-8CD7-4695-94B246D4C974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35" creationId="{4DA2434A-5B4F-002B-EF51-621DBEBF4478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39" creationId="{DF76B240-C004-B3C5-FAE6-10E043180CC4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41" creationId="{4B857D3B-5D7D-C019-4882-71A01FAF40E1}"/>
          </ac:spMkLst>
        </pc:spChg>
        <pc:spChg chg="add del mod">
          <ac:chgData name="musukie52@gmail.com" userId="017bd91f96aa8751" providerId="LiveId" clId="{5B2C3894-F97E-4CAB-8812-5BB4D83AAC6A}" dt="2026-10-15T11:10:55.092" v="4799" actId="21"/>
          <ac:spMkLst>
            <pc:docMk/>
            <pc:sldMk cId="3990440628" sldId="279"/>
            <ac:spMk id="43" creationId="{6EBBA74E-9D1B-7DDC-39F2-ED3EA9A46883}"/>
          </ac:spMkLst>
        </pc:spChg>
        <pc:spChg chg="del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47" creationId="{F12F3E4A-4A6D-8CAD-D00F-D59AF0F6C6A1}"/>
          </ac:spMkLst>
        </pc:spChg>
        <pc:spChg chg="add del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49" creationId="{9514E9B7-0C28-1CC2-C633-AEEDDEE69697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53" creationId="{068CF7B7-21FF-BD17-3169-B34A11361C86}"/>
          </ac:spMkLst>
        </pc:spChg>
        <pc:spChg chg="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55" creationId="{592712BC-6D48-CF66-A75F-25556ED39305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59" creationId="{3CD2C4FB-54C8-41A3-B171-7A6509A4171C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61" creationId="{49BE2B39-2252-F934-38D0-DB4877E375A0}"/>
          </ac:spMkLst>
        </pc:spChg>
        <pc:spChg chg="del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63" creationId="{1170D462-30EE-D37F-7F98-39D56562718A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65" creationId="{3A2AFF89-7759-EF0E-08FB-FF020FD85684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67" creationId="{AF3D6F38-8098-F6AB-1513-E43442D6FE11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71" creationId="{BC81811A-6E8C-4F19-806A-608A2D568131}"/>
          </ac:spMkLst>
        </pc:spChg>
        <pc:spChg chg="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73" creationId="{5B638627-10AB-E405-21F7-9DEC9434E0BB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75" creationId="{059E1405-B54E-DC26-85BC-1FEA2E3A3F06}"/>
          </ac:spMkLst>
        </pc:spChg>
        <pc:spChg chg="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79" creationId="{2297A0A2-F025-191C-6421-7FAA01039D27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81" creationId="{0EEA7323-87CF-CD35-19ED-97FEE5989474}"/>
          </ac:spMkLst>
        </pc:spChg>
        <pc:spChg chg="add del">
          <ac:chgData name="musukie52@gmail.com" userId="017bd91f96aa8751" providerId="LiveId" clId="{5B2C3894-F97E-4CAB-8812-5BB4D83AAC6A}" dt="2026-10-15T11:11:20.477" v="4804" actId="21"/>
          <ac:spMkLst>
            <pc:docMk/>
            <pc:sldMk cId="3990440628" sldId="279"/>
            <ac:spMk id="83" creationId="{759C8B5A-233D-DC4E-2321-E4C811F4C574}"/>
          </ac:spMkLst>
        </pc:spChg>
        <pc:spChg chg="add mod">
          <ac:chgData name="musukie52@gmail.com" userId="017bd91f96aa8751" providerId="LiveId" clId="{5B2C3894-F97E-4CAB-8812-5BB4D83AAC6A}" dt="2026-10-15T11:11:37.252" v="4812" actId="1076"/>
          <ac:spMkLst>
            <pc:docMk/>
            <pc:sldMk cId="3990440628" sldId="279"/>
            <ac:spMk id="87" creationId="{E9429233-CBA5-3B7D-6983-5460E4190040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89" creationId="{0B1857E8-F81E-59DD-4A11-EDFC324966C1}"/>
          </ac:spMkLst>
        </pc:spChg>
        <pc:spChg chg="add mod">
          <ac:chgData name="musukie52@gmail.com" userId="017bd91f96aa8751" providerId="LiveId" clId="{5B2C3894-F97E-4CAB-8812-5BB4D83AAC6A}" dt="2026-10-15T11:11:37.252" v="4812" actId="1076"/>
          <ac:spMkLst>
            <pc:docMk/>
            <pc:sldMk cId="3990440628" sldId="279"/>
            <ac:spMk id="91" creationId="{8C387602-3C9B-5801-5BF7-FDF5BC4FC27A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95" creationId="{92CED0EA-EBAC-4474-B637-9F7424FA9976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97" creationId="{F495D66F-53CC-B071-D033-9EAD2ECB4549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99" creationId="{636B4FCD-8544-6AD0-F289-61E8C2213B73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103" creationId="{54F8C569-DADC-6461-5552-D8454F0458FF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105" creationId="{AF0A3279-AD38-EEC1-6A3F-5579562A1A09}"/>
          </ac:spMkLst>
        </pc:spChg>
        <pc:spChg chg="add del">
          <ac:chgData name="musukie52@gmail.com" userId="017bd91f96aa8751" providerId="LiveId" clId="{5B2C3894-F97E-4CAB-8812-5BB4D83AAC6A}" dt="2026-10-15T11:11:31.814" v="4811" actId="21"/>
          <ac:spMkLst>
            <pc:docMk/>
            <pc:sldMk cId="3990440628" sldId="279"/>
            <ac:spMk id="107" creationId="{989C85C8-F684-9A5A-A183-6D254C78CEEE}"/>
          </ac:spMkLst>
        </pc:spChg>
        <pc:spChg chg="add mod">
          <ac:chgData name="musukie52@gmail.com" userId="017bd91f96aa8751" providerId="LiveId" clId="{5B2C3894-F97E-4CAB-8812-5BB4D83AAC6A}" dt="2026-10-15T11:11:47.061" v="4815" actId="1076"/>
          <ac:spMkLst>
            <pc:docMk/>
            <pc:sldMk cId="3990440628" sldId="279"/>
            <ac:spMk id="111" creationId="{1E0EACCC-F8FE-8008-DC05-CC3275144CFF}"/>
          </ac:spMkLst>
        </pc:spChg>
        <pc:spChg chg="add mod">
          <ac:chgData name="musukie52@gmail.com" userId="017bd91f96aa8751" providerId="LiveId" clId="{5B2C3894-F97E-4CAB-8812-5BB4D83AAC6A}" dt="2026-10-15T11:11:47.061" v="4815" actId="1076"/>
          <ac:spMkLst>
            <pc:docMk/>
            <pc:sldMk cId="3990440628" sldId="279"/>
            <ac:spMk id="113" creationId="{32658C0A-3218-88BE-9D50-4CAA793A7447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115" creationId="{EB3D7192-3D75-74E0-21C5-BD76140D037F}"/>
          </ac:spMkLst>
        </pc:spChg>
        <pc:spChg chg="add del">
          <ac:chgData name="musukie52@gmail.com" userId="017bd91f96aa8751" providerId="LiveId" clId="{5B2C3894-F97E-4CAB-8812-5BB4D83AAC6A}" dt="2026-10-15T11:11:40.680" v="4814" actId="21"/>
          <ac:spMkLst>
            <pc:docMk/>
            <pc:sldMk cId="3990440628" sldId="279"/>
            <ac:spMk id="119" creationId="{FA1900D0-72E0-C801-BC70-1C75256FE01A}"/>
          </ac:spMkLst>
        </pc:spChg>
        <pc:spChg chg="add del">
          <ac:chgData name="musukie52@gmail.com" userId="017bd91f96aa8751" providerId="LiveId" clId="{5B2C3894-F97E-4CAB-8812-5BB4D83AAC6A}" dt="2026-10-15T11:11:40.680" v="4814" actId="21"/>
          <ac:spMkLst>
            <pc:docMk/>
            <pc:sldMk cId="3990440628" sldId="279"/>
            <ac:spMk id="121" creationId="{D6C2D3FA-4B3F-255B-C46C-028221EE5AC3}"/>
          </ac:spMkLst>
        </pc:spChg>
        <pc:spChg chg="add del">
          <ac:chgData name="musukie52@gmail.com" userId="017bd91f96aa8751" providerId="LiveId" clId="{5B2C3894-F97E-4CAB-8812-5BB4D83AAC6A}" dt="2026-10-15T11:11:40.680" v="4814" actId="21"/>
          <ac:spMkLst>
            <pc:docMk/>
            <pc:sldMk cId="3990440628" sldId="279"/>
            <ac:spMk id="123" creationId="{02603F41-26C9-41A7-C893-1953E32E5DAC}"/>
          </ac:spMkLst>
        </pc:spChg>
        <pc:spChg chg="add mod">
          <ac:chgData name="musukie52@gmail.com" userId="017bd91f96aa8751" providerId="LiveId" clId="{5B2C3894-F97E-4CAB-8812-5BB4D83AAC6A}" dt="2026-10-15T11:11:51.965" v="4817" actId="1076"/>
          <ac:spMkLst>
            <pc:docMk/>
            <pc:sldMk cId="3990440628" sldId="279"/>
            <ac:spMk id="127" creationId="{BA524DFA-B0F4-E329-C073-5CB0C69C57AE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129" creationId="{AC2A5A7B-104E-A008-1248-D4C8DD5223E7}"/>
          </ac:spMkLst>
        </pc:spChg>
        <pc:spChg chg="add del mod">
          <ac:chgData name="musukie52@gmail.com" userId="017bd91f96aa8751" providerId="LiveId" clId="{5B2C3894-F97E-4CAB-8812-5BB4D83AAC6A}" dt="2026-10-15T11:11:54.632" v="4818" actId="21"/>
          <ac:spMkLst>
            <pc:docMk/>
            <pc:sldMk cId="3990440628" sldId="279"/>
            <ac:spMk id="131" creationId="{210A657D-D33D-E8F5-D373-5748AE88BF9B}"/>
          </ac:spMkLst>
        </pc:spChg>
        <pc:spChg chg="del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37" creationId="{6B4093CC-786C-40AA-821B-31F5E1476605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41" creationId="{61C5A8F9-5E57-6D29-C68A-B0D20888F1B4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43" creationId="{64A8866D-2DB9-4C98-E04F-98886C706528}"/>
          </ac:spMkLst>
        </pc:spChg>
        <pc:spChg chg="add del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45" creationId="{3011A62E-EC54-1401-9D58-3688E2B5EBF5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47" creationId="{5AC8BD08-B004-0849-474A-3C39DF8E9C11}"/>
          </ac:spMkLst>
        </pc:spChg>
        <pc:spChg chg="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51" creationId="{14AB8D17-7727-4E8A-2197-D1A90059B874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53" creationId="{E0DFCF5A-657F-6338-D95A-76B9C505C16A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55" creationId="{C2DC925F-BD9E-4621-7FB7-3E4B3F10C452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59" creationId="{72E24F96-B189-F7BA-7EDC-F3D69C5081A6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61" creationId="{1948A6CE-072F-C62D-3AA7-1D7939C4EA76}"/>
          </ac:spMkLst>
        </pc:spChg>
        <pc:spChg chg="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63" creationId="{3E5C840A-D2BE-EBD3-82DB-5F4AD12235FD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67" creationId="{CB3A202E-5763-4669-E037-F876C6235FBB}"/>
          </ac:spMkLst>
        </pc:spChg>
        <pc:spChg chg="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69" creationId="{210C3AF7-3F64-9605-0BAE-DE99FE00EB2F}"/>
          </ac:spMkLst>
        </pc:spChg>
        <pc:spChg chg="add del">
          <ac:chgData name="musukie52@gmail.com" userId="017bd91f96aa8751" providerId="LiveId" clId="{5B2C3894-F97E-4CAB-8812-5BB4D83AAC6A}" dt="2026-10-15T11:12:12.445" v="4823" actId="21"/>
          <ac:spMkLst>
            <pc:docMk/>
            <pc:sldMk cId="3990440628" sldId="279"/>
            <ac:spMk id="171" creationId="{40D19C85-3D1C-AB99-E958-A6682A5B0988}"/>
          </ac:spMkLst>
        </pc:spChg>
        <pc:spChg chg="add mod">
          <ac:chgData name="musukie52@gmail.com" userId="017bd91f96aa8751" providerId="LiveId" clId="{5B2C3894-F97E-4CAB-8812-5BB4D83AAC6A}" dt="2026-10-15T11:12:26.890" v="4831" actId="1076"/>
          <ac:spMkLst>
            <pc:docMk/>
            <pc:sldMk cId="3990440628" sldId="279"/>
            <ac:spMk id="175" creationId="{766B661C-AF73-C453-BED7-5A81E6DA8CB5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77" creationId="{2CEFC351-B1A2-A80E-3118-F3F8CFA70B7E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79" creationId="{5C30E402-7AD1-F475-B75E-F1E9718EE267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83" creationId="{9014F786-4C39-CBC0-330F-01207BF38223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85" creationId="{4E78808B-F448-1FDF-C2CD-1040DB76A923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87" creationId="{F597ED86-B273-7CE1-6523-E9BD2E906B68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91" creationId="{A4BE9FCA-2438-F0CB-E02A-B8C4BDAE32A2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93" creationId="{CD047C4C-FDFC-F2D1-97D5-C9F2852E67ED}"/>
          </ac:spMkLst>
        </pc:spChg>
        <pc:spChg chg="add del">
          <ac:chgData name="musukie52@gmail.com" userId="017bd91f96aa8751" providerId="LiveId" clId="{5B2C3894-F97E-4CAB-8812-5BB4D83AAC6A}" dt="2026-10-15T11:12:22.186" v="4830" actId="21"/>
          <ac:spMkLst>
            <pc:docMk/>
            <pc:sldMk cId="3990440628" sldId="279"/>
            <ac:spMk id="195" creationId="{77D970F9-8272-2EC7-F659-AD74E186F826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199" creationId="{47DC4640-1512-BEB5-8A5E-B0539F0CDB07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201" creationId="{1355A4CE-A97D-8727-E25A-EE1EAC9E0D97}"/>
          </ac:spMkLst>
        </pc:spChg>
        <pc:spChg chg="add del mod">
          <ac:chgData name="musukie52@gmail.com" userId="017bd91f96aa8751" providerId="LiveId" clId="{5B2C3894-F97E-4CAB-8812-5BB4D83AAC6A}" dt="2026-10-15T11:12:42.530" v="4837" actId="21"/>
          <ac:spMkLst>
            <pc:docMk/>
            <pc:sldMk cId="3990440628" sldId="279"/>
            <ac:spMk id="203" creationId="{F06B521A-A41A-8A73-9D7A-6BA9134BF398}"/>
          </ac:spMkLst>
        </pc:spChg>
        <pc:spChg chg="add del">
          <ac:chgData name="musukie52@gmail.com" userId="017bd91f96aa8751" providerId="LiveId" clId="{5B2C3894-F97E-4CAB-8812-5BB4D83AAC6A}" dt="2026-10-15T11:12:30.168" v="4833" actId="21"/>
          <ac:spMkLst>
            <pc:docMk/>
            <pc:sldMk cId="3990440628" sldId="279"/>
            <ac:spMk id="207" creationId="{EFEBD3AE-718A-A16A-F3D7-B1EC9520CA89}"/>
          </ac:spMkLst>
        </pc:spChg>
        <pc:spChg chg="add del">
          <ac:chgData name="musukie52@gmail.com" userId="017bd91f96aa8751" providerId="LiveId" clId="{5B2C3894-F97E-4CAB-8812-5BB4D83AAC6A}" dt="2026-10-15T11:12:30.168" v="4833" actId="21"/>
          <ac:spMkLst>
            <pc:docMk/>
            <pc:sldMk cId="3990440628" sldId="279"/>
            <ac:spMk id="209" creationId="{5747AC25-4972-4C99-7492-2CBDE6ED53FE}"/>
          </ac:spMkLst>
        </pc:spChg>
        <pc:spChg chg="add del">
          <ac:chgData name="musukie52@gmail.com" userId="017bd91f96aa8751" providerId="LiveId" clId="{5B2C3894-F97E-4CAB-8812-5BB4D83AAC6A}" dt="2026-10-15T11:12:30.168" v="4833" actId="21"/>
          <ac:spMkLst>
            <pc:docMk/>
            <pc:sldMk cId="3990440628" sldId="279"/>
            <ac:spMk id="211" creationId="{B6DDD582-F154-B0C7-9AEA-EED769E5BAAD}"/>
          </ac:spMkLst>
        </pc:spChg>
        <pc:spChg chg="add mod">
          <ac:chgData name="musukie52@gmail.com" userId="017bd91f96aa8751" providerId="LiveId" clId="{5B2C3894-F97E-4CAB-8812-5BB4D83AAC6A}" dt="2026-10-15T11:12:40.257" v="4836" actId="1076"/>
          <ac:spMkLst>
            <pc:docMk/>
            <pc:sldMk cId="3990440628" sldId="279"/>
            <ac:spMk id="215" creationId="{B30AD56C-3E75-349C-B3DF-C11F263D6197}"/>
          </ac:spMkLst>
        </pc:spChg>
        <pc:spChg chg="add mod">
          <ac:chgData name="musukie52@gmail.com" userId="017bd91f96aa8751" providerId="LiveId" clId="{5B2C3894-F97E-4CAB-8812-5BB4D83AAC6A}" dt="2026-10-15T11:12:40.257" v="4836" actId="1076"/>
          <ac:spMkLst>
            <pc:docMk/>
            <pc:sldMk cId="3990440628" sldId="279"/>
            <ac:spMk id="217" creationId="{458D2955-AB2E-374A-A88B-24FDDDD95D93}"/>
          </ac:spMkLst>
        </pc:spChg>
        <pc:spChg chg="add mod">
          <ac:chgData name="musukie52@gmail.com" userId="017bd91f96aa8751" providerId="LiveId" clId="{5B2C3894-F97E-4CAB-8812-5BB4D83AAC6A}" dt="2026-10-15T11:12:40.257" v="4836" actId="1076"/>
          <ac:spMkLst>
            <pc:docMk/>
            <pc:sldMk cId="3990440628" sldId="279"/>
            <ac:spMk id="219" creationId="{74552E1B-2E2D-E5D0-D0FB-B09991E05163}"/>
          </ac:spMkLst>
        </pc:spChg>
        <pc:spChg chg="add del">
          <ac:chgData name="musukie52@gmail.com" userId="017bd91f96aa8751" providerId="LiveId" clId="{5B2C3894-F97E-4CAB-8812-5BB4D83AAC6A}" dt="2026-10-15T11:15:57.840" v="5117" actId="21"/>
          <ac:spMkLst>
            <pc:docMk/>
            <pc:sldMk cId="3990440628" sldId="279"/>
            <ac:spMk id="221" creationId="{169FC6D9-1BFB-F855-D934-A3F9941CA9B5}"/>
          </ac:spMkLst>
        </pc:spChg>
        <pc:spChg chg="add del mod">
          <ac:chgData name="musukie52@gmail.com" userId="017bd91f96aa8751" providerId="LiveId" clId="{5B2C3894-F97E-4CAB-8812-5BB4D83AAC6A}" dt="2026-10-15T11:15:57.840" v="5117" actId="21"/>
          <ac:spMkLst>
            <pc:docMk/>
            <pc:sldMk cId="3990440628" sldId="279"/>
            <ac:spMk id="223" creationId="{7FFC50D1-0CB1-7342-670A-BAD4F3E19C26}"/>
          </ac:spMkLst>
        </pc:spChg>
        <pc:spChg chg="add del mod">
          <ac:chgData name="musukie52@gmail.com" userId="017bd91f96aa8751" providerId="LiveId" clId="{5B2C3894-F97E-4CAB-8812-5BB4D83AAC6A}" dt="2026-10-15T11:16:56.702" v="5134" actId="21"/>
          <ac:spMkLst>
            <pc:docMk/>
            <pc:sldMk cId="3990440628" sldId="279"/>
            <ac:spMk id="225" creationId="{0E6942AC-6EC2-5708-D60E-A414871757F7}"/>
          </ac:spMkLst>
        </pc:spChg>
        <pc:spChg chg="add del mod">
          <ac:chgData name="musukie52@gmail.com" userId="017bd91f96aa8751" providerId="LiveId" clId="{5B2C3894-F97E-4CAB-8812-5BB4D83AAC6A}" dt="2026-10-15T11:16:56.702" v="5134" actId="21"/>
          <ac:spMkLst>
            <pc:docMk/>
            <pc:sldMk cId="3990440628" sldId="279"/>
            <ac:spMk id="226" creationId="{22D8DB3E-FD7A-0EC4-DE66-AEF8CA4E58CC}"/>
          </ac:spMkLst>
        </pc:spChg>
        <pc:picChg chg="add del mod modCrop">
          <ac:chgData name="musukie52@gmail.com" userId="017bd91f96aa8751" providerId="LiveId" clId="{5B2C3894-F97E-4CAB-8812-5BB4D83AAC6A}" dt="2026-10-16T01:35:04.013" v="5727" actId="21"/>
          <ac:picMkLst>
            <pc:docMk/>
            <pc:sldMk cId="3990440628" sldId="279"/>
            <ac:picMk id="3" creationId="{60AD344D-BC68-F5A5-35DC-9DAF10B4AB4E}"/>
          </ac:picMkLst>
        </pc:picChg>
        <pc:picChg chg="add del mod modCrop">
          <ac:chgData name="musukie52@gmail.com" userId="017bd91f96aa8751" providerId="LiveId" clId="{5B2C3894-F97E-4CAB-8812-5BB4D83AAC6A}" dt="2026-10-16T02:55:05.690" v="7605" actId="21"/>
          <ac:picMkLst>
            <pc:docMk/>
            <pc:sldMk cId="3990440628" sldId="279"/>
            <ac:picMk id="5" creationId="{7FF12D4C-EEA8-CBA5-BDBE-F24CCF0FC511}"/>
          </ac:picMkLst>
        </pc:picChg>
        <pc:picChg chg="add">
          <ac:chgData name="musukie52@gmail.com" userId="017bd91f96aa8751" providerId="LiveId" clId="{5B2C3894-F97E-4CAB-8812-5BB4D83AAC6A}" dt="2026-10-15T11:10:27.228" v="4791" actId="22"/>
          <ac:picMkLst>
            <pc:docMk/>
            <pc:sldMk cId="3990440628" sldId="279"/>
            <ac:picMk id="11" creationId="{80F20F0E-9BA2-4C37-DE6A-49712982DB36}"/>
          </ac:picMkLst>
        </pc:picChg>
        <pc:picChg chg="mod">
          <ac:chgData name="musukie52@gmail.com" userId="017bd91f96aa8751" providerId="LiveId" clId="{5B2C3894-F97E-4CAB-8812-5BB4D83AAC6A}" dt="2026-10-15T11:10:31.382" v="4792" actId="1076"/>
          <ac:picMkLst>
            <pc:docMk/>
            <pc:sldMk cId="3990440628" sldId="279"/>
            <ac:picMk id="17" creationId="{6EE88CCD-AF6B-DABE-C61F-ABAB8552AA1D}"/>
          </ac:picMkLst>
        </pc:picChg>
        <pc:picChg chg="add mod">
          <ac:chgData name="musukie52@gmail.com" userId="017bd91f96aa8751" providerId="LiveId" clId="{5B2C3894-F97E-4CAB-8812-5BB4D83AAC6A}" dt="2026-10-15T11:10:41.523" v="4795" actId="1076"/>
          <ac:picMkLst>
            <pc:docMk/>
            <pc:sldMk cId="3990440628" sldId="279"/>
            <ac:picMk id="29" creationId="{E9757D5C-68F3-DAE4-D496-4664766CF2F1}"/>
          </ac:picMkLst>
        </pc:picChg>
        <pc:picChg chg="add mod">
          <ac:chgData name="musukie52@gmail.com" userId="017bd91f96aa8751" providerId="LiveId" clId="{5B2C3894-F97E-4CAB-8812-5BB4D83AAC6A}" dt="2026-10-15T11:10:52.506" v="4798" actId="1076"/>
          <ac:picMkLst>
            <pc:docMk/>
            <pc:sldMk cId="3990440628" sldId="279"/>
            <ac:picMk id="37" creationId="{F7DD5323-1F09-69C2-0DC0-8663DFF89069}"/>
          </ac:picMkLst>
        </pc:picChg>
        <pc:picChg chg="mod">
          <ac:chgData name="musukie52@gmail.com" userId="017bd91f96aa8751" providerId="LiveId" clId="{5B2C3894-F97E-4CAB-8812-5BB4D83AAC6A}" dt="2026-10-15T11:11:26.473" v="4809" actId="1036"/>
          <ac:picMkLst>
            <pc:docMk/>
            <pc:sldMk cId="3990440628" sldId="279"/>
            <ac:picMk id="51" creationId="{4EC85A85-12BB-C7CE-BA23-02DAE16A4EDF}"/>
          </ac:picMkLst>
        </pc:picChg>
        <pc:picChg chg="del">
          <ac:chgData name="musukie52@gmail.com" userId="017bd91f96aa8751" providerId="LiveId" clId="{5B2C3894-F97E-4CAB-8812-5BB4D83AAC6A}" dt="2026-10-15T11:11:20.477" v="4804" actId="21"/>
          <ac:picMkLst>
            <pc:docMk/>
            <pc:sldMk cId="3990440628" sldId="279"/>
            <ac:picMk id="57" creationId="{C4888BA9-D779-81E8-A4E6-AAC72BC2126F}"/>
          </ac:picMkLst>
        </pc:picChg>
        <pc:picChg chg="mod">
          <ac:chgData name="musukie52@gmail.com" userId="017bd91f96aa8751" providerId="LiveId" clId="{5B2C3894-F97E-4CAB-8812-5BB4D83AAC6A}" dt="2026-10-15T11:11:37.252" v="4812" actId="1076"/>
          <ac:picMkLst>
            <pc:docMk/>
            <pc:sldMk cId="3990440628" sldId="279"/>
            <ac:picMk id="85" creationId="{22B36F18-F93B-514D-DB12-7E5112631D17}"/>
          </ac:picMkLst>
        </pc:picChg>
        <pc:picChg chg="del">
          <ac:chgData name="musukie52@gmail.com" userId="017bd91f96aa8751" providerId="LiveId" clId="{5B2C3894-F97E-4CAB-8812-5BB4D83AAC6A}" dt="2026-10-15T11:11:31.814" v="4811" actId="21"/>
          <ac:picMkLst>
            <pc:docMk/>
            <pc:sldMk cId="3990440628" sldId="279"/>
            <ac:picMk id="93" creationId="{6449C534-B3A0-EE86-462B-1CF630494264}"/>
          </ac:picMkLst>
        </pc:picChg>
        <pc:picChg chg="add del">
          <ac:chgData name="musukie52@gmail.com" userId="017bd91f96aa8751" providerId="LiveId" clId="{5B2C3894-F97E-4CAB-8812-5BB4D83AAC6A}" dt="2026-10-15T11:11:31.814" v="4811" actId="21"/>
          <ac:picMkLst>
            <pc:docMk/>
            <pc:sldMk cId="3990440628" sldId="279"/>
            <ac:picMk id="101" creationId="{003ABD4A-9B08-E4C5-0863-7426343738CC}"/>
          </ac:picMkLst>
        </pc:picChg>
        <pc:picChg chg="add mod">
          <ac:chgData name="musukie52@gmail.com" userId="017bd91f96aa8751" providerId="LiveId" clId="{5B2C3894-F97E-4CAB-8812-5BB4D83AAC6A}" dt="2026-10-15T11:11:47.061" v="4815" actId="1076"/>
          <ac:picMkLst>
            <pc:docMk/>
            <pc:sldMk cId="3990440628" sldId="279"/>
            <ac:picMk id="109" creationId="{CAE54F51-AC0C-4138-AC9D-454E5E5A7401}"/>
          </ac:picMkLst>
        </pc:picChg>
        <pc:picChg chg="add del">
          <ac:chgData name="musukie52@gmail.com" userId="017bd91f96aa8751" providerId="LiveId" clId="{5B2C3894-F97E-4CAB-8812-5BB4D83AAC6A}" dt="2026-10-15T11:11:40.680" v="4814" actId="21"/>
          <ac:picMkLst>
            <pc:docMk/>
            <pc:sldMk cId="3990440628" sldId="279"/>
            <ac:picMk id="117" creationId="{498E8FFD-8589-19B2-226E-04D76305E07E}"/>
          </ac:picMkLst>
        </pc:picChg>
        <pc:picChg chg="add mod">
          <ac:chgData name="musukie52@gmail.com" userId="017bd91f96aa8751" providerId="LiveId" clId="{5B2C3894-F97E-4CAB-8812-5BB4D83AAC6A}" dt="2026-10-15T11:11:51.965" v="4817" actId="1076"/>
          <ac:picMkLst>
            <pc:docMk/>
            <pc:sldMk cId="3990440628" sldId="279"/>
            <ac:picMk id="125" creationId="{F7A92DC1-BEB3-A0D7-73A7-66C88B10E9CA}"/>
          </ac:picMkLst>
        </pc:picChg>
        <pc:picChg chg="mod">
          <ac:chgData name="musukie52@gmail.com" userId="017bd91f96aa8751" providerId="LiveId" clId="{5B2C3894-F97E-4CAB-8812-5BB4D83AAC6A}" dt="2026-10-15T11:12:18.251" v="4828" actId="1036"/>
          <ac:picMkLst>
            <pc:docMk/>
            <pc:sldMk cId="3990440628" sldId="279"/>
            <ac:picMk id="139" creationId="{82337A61-E18A-C2F2-1206-9224EC8E8FD0}"/>
          </ac:picMkLst>
        </pc:picChg>
        <pc:picChg chg="del">
          <ac:chgData name="musukie52@gmail.com" userId="017bd91f96aa8751" providerId="LiveId" clId="{5B2C3894-F97E-4CAB-8812-5BB4D83AAC6A}" dt="2026-10-15T11:12:12.445" v="4823" actId="21"/>
          <ac:picMkLst>
            <pc:docMk/>
            <pc:sldMk cId="3990440628" sldId="279"/>
            <ac:picMk id="165" creationId="{B3FF4EC4-D0F9-51A9-32FF-A82DEAAD6A56}"/>
          </ac:picMkLst>
        </pc:picChg>
        <pc:picChg chg="add mod">
          <ac:chgData name="musukie52@gmail.com" userId="017bd91f96aa8751" providerId="LiveId" clId="{5B2C3894-F97E-4CAB-8812-5BB4D83AAC6A}" dt="2026-10-15T11:12:26.890" v="4831" actId="1076"/>
          <ac:picMkLst>
            <pc:docMk/>
            <pc:sldMk cId="3990440628" sldId="279"/>
            <ac:picMk id="173" creationId="{9EA5D7BE-6287-C056-0D4C-34B270CC5760}"/>
          </ac:picMkLst>
        </pc:picChg>
        <pc:picChg chg="del">
          <ac:chgData name="musukie52@gmail.com" userId="017bd91f96aa8751" providerId="LiveId" clId="{5B2C3894-F97E-4CAB-8812-5BB4D83AAC6A}" dt="2026-10-15T11:12:22.186" v="4830" actId="21"/>
          <ac:picMkLst>
            <pc:docMk/>
            <pc:sldMk cId="3990440628" sldId="279"/>
            <ac:picMk id="181" creationId="{E8D1C9AF-8C82-98B4-2080-44B538DFC435}"/>
          </ac:picMkLst>
        </pc:picChg>
        <pc:picChg chg="del">
          <ac:chgData name="musukie52@gmail.com" userId="017bd91f96aa8751" providerId="LiveId" clId="{5B2C3894-F97E-4CAB-8812-5BB4D83AAC6A}" dt="2026-10-15T11:12:22.186" v="4830" actId="21"/>
          <ac:picMkLst>
            <pc:docMk/>
            <pc:sldMk cId="3990440628" sldId="279"/>
            <ac:picMk id="189" creationId="{F402A056-4AA5-234F-3384-EC8FBE832053}"/>
          </ac:picMkLst>
        </pc:picChg>
        <pc:picChg chg="add mod">
          <ac:chgData name="musukie52@gmail.com" userId="017bd91f96aa8751" providerId="LiveId" clId="{5B2C3894-F97E-4CAB-8812-5BB4D83AAC6A}" dt="2026-10-15T11:12:33.690" v="4834" actId="1076"/>
          <ac:picMkLst>
            <pc:docMk/>
            <pc:sldMk cId="3990440628" sldId="279"/>
            <ac:picMk id="197" creationId="{C72D325D-BA55-E830-984E-A8B71397FA69}"/>
          </ac:picMkLst>
        </pc:picChg>
        <pc:picChg chg="add del">
          <ac:chgData name="musukie52@gmail.com" userId="017bd91f96aa8751" providerId="LiveId" clId="{5B2C3894-F97E-4CAB-8812-5BB4D83AAC6A}" dt="2026-10-15T11:12:30.168" v="4833" actId="21"/>
          <ac:picMkLst>
            <pc:docMk/>
            <pc:sldMk cId="3990440628" sldId="279"/>
            <ac:picMk id="205" creationId="{F9564C20-4AF0-C19D-668D-909D04059B68}"/>
          </ac:picMkLst>
        </pc:picChg>
        <pc:picChg chg="add mod">
          <ac:chgData name="musukie52@gmail.com" userId="017bd91f96aa8751" providerId="LiveId" clId="{5B2C3894-F97E-4CAB-8812-5BB4D83AAC6A}" dt="2026-10-15T11:12:40.257" v="4836" actId="1076"/>
          <ac:picMkLst>
            <pc:docMk/>
            <pc:sldMk cId="3990440628" sldId="279"/>
            <ac:picMk id="213" creationId="{341CCD38-C285-6497-019F-F95ECD64BAF4}"/>
          </ac:picMkLst>
        </pc:picChg>
        <pc:picChg chg="add">
          <ac:chgData name="musukie52@gmail.com" userId="017bd91f96aa8751" providerId="LiveId" clId="{5B2C3894-F97E-4CAB-8812-5BB4D83AAC6A}" dt="2026-10-15T11:18:01.340" v="5142" actId="22"/>
          <ac:picMkLst>
            <pc:docMk/>
            <pc:sldMk cId="3990440628" sldId="279"/>
            <ac:picMk id="230" creationId="{367A8C0D-B415-EEE3-2BAD-244C8E5A9D21}"/>
          </ac:picMkLst>
        </pc:picChg>
        <pc:cxnChg chg="add del mod">
          <ac:chgData name="musukie52@gmail.com" userId="017bd91f96aa8751" providerId="LiveId" clId="{5B2C3894-F97E-4CAB-8812-5BB4D83AAC6A}" dt="2026-10-15T11:16:56.702" v="5134" actId="21"/>
          <ac:cxnSpMkLst>
            <pc:docMk/>
            <pc:sldMk cId="3990440628" sldId="279"/>
            <ac:cxnSpMk id="224" creationId="{F900679D-E9C4-CBA3-0CB2-3B189AE4F232}"/>
          </ac:cxnSpMkLst>
        </pc:cxnChg>
        <pc:cxnChg chg="add del mod">
          <ac:chgData name="musukie52@gmail.com" userId="017bd91f96aa8751" providerId="LiveId" clId="{5B2C3894-F97E-4CAB-8812-5BB4D83AAC6A}" dt="2026-10-15T11:16:37.759" v="5127" actId="478"/>
          <ac:cxnSpMkLst>
            <pc:docMk/>
            <pc:sldMk cId="3990440628" sldId="279"/>
            <ac:cxnSpMk id="227" creationId="{8FFBB7C3-41DE-E259-7B11-385D0B5BE33E}"/>
          </ac:cxnSpMkLst>
        </pc:cxnChg>
      </pc:sldChg>
      <pc:sldChg chg="addSp delSp modSp new mod ord">
        <pc:chgData name="musukie52@gmail.com" userId="017bd91f96aa8751" providerId="LiveId" clId="{5B2C3894-F97E-4CAB-8812-5BB4D83AAC6A}" dt="2026-10-16T05:31:16.431" v="9748" actId="21"/>
        <pc:sldMkLst>
          <pc:docMk/>
          <pc:sldMk cId="984258351" sldId="280"/>
        </pc:sldMkLst>
        <pc:spChg chg="del">
          <ac:chgData name="musukie52@gmail.com" userId="017bd91f96aa8751" providerId="LiveId" clId="{5B2C3894-F97E-4CAB-8812-5BB4D83AAC6A}" dt="2026-10-15T11:23:44.013" v="5249" actId="478"/>
          <ac:spMkLst>
            <pc:docMk/>
            <pc:sldMk cId="984258351" sldId="280"/>
            <ac:spMk id="2" creationId="{6076F679-FE87-07AA-B9CC-AE3C999D0F3D}"/>
          </ac:spMkLst>
        </pc:spChg>
        <pc:spChg chg="del">
          <ac:chgData name="musukie52@gmail.com" userId="017bd91f96aa8751" providerId="LiveId" clId="{5B2C3894-F97E-4CAB-8812-5BB4D83AAC6A}" dt="2026-10-15T11:23:44.013" v="5249" actId="478"/>
          <ac:spMkLst>
            <pc:docMk/>
            <pc:sldMk cId="984258351" sldId="280"/>
            <ac:spMk id="3" creationId="{1DD48EE3-03D9-CC61-8E55-D978CB7EAE3F}"/>
          </ac:spMkLst>
        </pc:spChg>
        <pc:spChg chg="add del">
          <ac:chgData name="musukie52@gmail.com" userId="017bd91f96aa8751" providerId="LiveId" clId="{5B2C3894-F97E-4CAB-8812-5BB4D83AAC6A}" dt="2026-10-16T01:26:02.179" v="5521" actId="478"/>
          <ac:spMkLst>
            <pc:docMk/>
            <pc:sldMk cId="984258351" sldId="280"/>
            <ac:spMk id="3" creationId="{1E27E8D2-52BD-5647-35C6-2A4147837652}"/>
          </ac:spMkLst>
        </pc:spChg>
        <pc:spChg chg="add del mod">
          <ac:chgData name="musukie52@gmail.com" userId="017bd91f96aa8751" providerId="LiveId" clId="{5B2C3894-F97E-4CAB-8812-5BB4D83AAC6A}" dt="2026-10-15T11:23:57.900" v="5253" actId="21"/>
          <ac:spMkLst>
            <pc:docMk/>
            <pc:sldMk cId="984258351" sldId="280"/>
            <ac:spMk id="5" creationId="{076E5941-7AC2-CE4D-4689-ADC524661E9C}"/>
          </ac:spMkLst>
        </pc:spChg>
        <pc:spChg chg="add del mod">
          <ac:chgData name="musukie52@gmail.com" userId="017bd91f96aa8751" providerId="LiveId" clId="{5B2C3894-F97E-4CAB-8812-5BB4D83AAC6A}" dt="2026-10-16T01:26:02.179" v="5521" actId="478"/>
          <ac:spMkLst>
            <pc:docMk/>
            <pc:sldMk cId="984258351" sldId="280"/>
            <ac:spMk id="5" creationId="{085811C7-F5F8-2407-94BC-372CB0D23489}"/>
          </ac:spMkLst>
        </pc:spChg>
        <pc:spChg chg="add del mod">
          <ac:chgData name="musukie52@gmail.com" userId="017bd91f96aa8751" providerId="LiveId" clId="{5B2C3894-F97E-4CAB-8812-5BB4D83AAC6A}" dt="2026-10-16T01:26:09.921" v="5524" actId="21"/>
          <ac:spMkLst>
            <pc:docMk/>
            <pc:sldMk cId="984258351" sldId="280"/>
            <ac:spMk id="7" creationId="{5943FBBD-0D69-8B16-2F8E-F017CE48BA9F}"/>
          </ac:spMkLst>
        </pc:spChg>
        <pc:spChg chg="add del mod">
          <ac:chgData name="musukie52@gmail.com" userId="017bd91f96aa8751" providerId="LiveId" clId="{5B2C3894-F97E-4CAB-8812-5BB4D83AAC6A}" dt="2026-10-15T11:23:57.900" v="5253" actId="21"/>
          <ac:spMkLst>
            <pc:docMk/>
            <pc:sldMk cId="984258351" sldId="280"/>
            <ac:spMk id="7" creationId="{7E9ACDF8-AEE0-953A-DE0F-65C05F291C1D}"/>
          </ac:spMkLst>
        </pc:spChg>
        <pc:spChg chg="add del mod">
          <ac:chgData name="musukie52@gmail.com" userId="017bd91f96aa8751" providerId="LiveId" clId="{5B2C3894-F97E-4CAB-8812-5BB4D83AAC6A}" dt="2026-10-15T11:23:57.900" v="5253" actId="21"/>
          <ac:spMkLst>
            <pc:docMk/>
            <pc:sldMk cId="984258351" sldId="280"/>
            <ac:spMk id="9" creationId="{92BF7621-AB8C-D282-FEDB-119E7D617EAA}"/>
          </ac:spMkLst>
        </pc:spChg>
        <pc:spChg chg="add del mod">
          <ac:chgData name="musukie52@gmail.com" userId="017bd91f96aa8751" providerId="LiveId" clId="{5B2C3894-F97E-4CAB-8812-5BB4D83AAC6A}" dt="2026-10-16T01:26:09.921" v="5524" actId="21"/>
          <ac:spMkLst>
            <pc:docMk/>
            <pc:sldMk cId="984258351" sldId="280"/>
            <ac:spMk id="9" creationId="{A91A35E2-5788-4621-E92D-2DD09F93130F}"/>
          </ac:spMkLst>
        </pc:spChg>
        <pc:spChg chg="add del mod">
          <ac:chgData name="musukie52@gmail.com" userId="017bd91f96aa8751" providerId="LiveId" clId="{5B2C3894-F97E-4CAB-8812-5BB4D83AAC6A}" dt="2026-10-16T01:26:38.057" v="5538" actId="21"/>
          <ac:spMkLst>
            <pc:docMk/>
            <pc:sldMk cId="984258351" sldId="280"/>
            <ac:spMk id="11" creationId="{7219E37F-57DD-0E55-7F45-02C071A1263D}"/>
          </ac:spMkLst>
        </pc:spChg>
        <pc:spChg chg="add del mod">
          <ac:chgData name="musukie52@gmail.com" userId="017bd91f96aa8751" providerId="LiveId" clId="{5B2C3894-F97E-4CAB-8812-5BB4D83AAC6A}" dt="2026-10-15T11:23:57.900" v="5253" actId="21"/>
          <ac:spMkLst>
            <pc:docMk/>
            <pc:sldMk cId="984258351" sldId="280"/>
            <ac:spMk id="11" creationId="{D3FE0C69-33D6-92E0-3782-7174B9836CDF}"/>
          </ac:spMkLst>
        </pc:spChg>
        <pc:spChg chg="add del mod">
          <ac:chgData name="musukie52@gmail.com" userId="017bd91f96aa8751" providerId="LiveId" clId="{5B2C3894-F97E-4CAB-8812-5BB4D83AAC6A}" dt="2026-10-16T01:26:38.057" v="5538" actId="21"/>
          <ac:spMkLst>
            <pc:docMk/>
            <pc:sldMk cId="984258351" sldId="280"/>
            <ac:spMk id="13" creationId="{2DDF4762-D102-8377-6717-6568AC5D8A08}"/>
          </ac:spMkLst>
        </pc:spChg>
        <pc:spChg chg="add del mod">
          <ac:chgData name="musukie52@gmail.com" userId="017bd91f96aa8751" providerId="LiveId" clId="{5B2C3894-F97E-4CAB-8812-5BB4D83AAC6A}" dt="2026-10-16T01:27:17.189" v="5560" actId="21"/>
          <ac:spMkLst>
            <pc:docMk/>
            <pc:sldMk cId="984258351" sldId="280"/>
            <ac:spMk id="15" creationId="{47F04D1E-A33B-0A81-247F-A9042B9019C1}"/>
          </ac:spMkLst>
        </pc:spChg>
        <pc:spChg chg="add del mod">
          <ac:chgData name="musukie52@gmail.com" userId="017bd91f96aa8751" providerId="LiveId" clId="{5B2C3894-F97E-4CAB-8812-5BB4D83AAC6A}" dt="2026-10-16T01:27:17.189" v="5560" actId="21"/>
          <ac:spMkLst>
            <pc:docMk/>
            <pc:sldMk cId="984258351" sldId="280"/>
            <ac:spMk id="17" creationId="{86D0D340-7385-7CF8-1DDE-D394813F2DD1}"/>
          </ac:spMkLst>
        </pc:spChg>
        <pc:spChg chg="add del">
          <ac:chgData name="musukie52@gmail.com" userId="017bd91f96aa8751" providerId="LiveId" clId="{5B2C3894-F97E-4CAB-8812-5BB4D83AAC6A}" dt="2026-10-16T01:27:17.189" v="5560" actId="21"/>
          <ac:spMkLst>
            <pc:docMk/>
            <pc:sldMk cId="984258351" sldId="280"/>
            <ac:spMk id="19" creationId="{09F01A1D-2A9E-A515-E014-A776748BD6BA}"/>
          </ac:spMkLst>
        </pc:spChg>
        <pc:spChg chg="add del">
          <ac:chgData name="musukie52@gmail.com" userId="017bd91f96aa8751" providerId="LiveId" clId="{5B2C3894-F97E-4CAB-8812-5BB4D83AAC6A}" dt="2026-10-16T01:27:17.189" v="5560" actId="21"/>
          <ac:spMkLst>
            <pc:docMk/>
            <pc:sldMk cId="984258351" sldId="280"/>
            <ac:spMk id="21" creationId="{AF918D04-64F2-A0D7-592A-CFC9F5D38D4F}"/>
          </ac:spMkLst>
        </pc:spChg>
        <pc:spChg chg="add del mod">
          <ac:chgData name="musukie52@gmail.com" userId="017bd91f96aa8751" providerId="LiveId" clId="{5B2C3894-F97E-4CAB-8812-5BB4D83AAC6A}" dt="2026-10-16T01:27:14.741" v="5559"/>
          <ac:spMkLst>
            <pc:docMk/>
            <pc:sldMk cId="984258351" sldId="280"/>
            <ac:spMk id="22" creationId="{928C81BC-F31A-3DD8-CCE2-3D20136D1407}"/>
          </ac:spMkLst>
        </pc:spChg>
        <pc:spChg chg="add del mod">
          <ac:chgData name="musukie52@gmail.com" userId="017bd91f96aa8751" providerId="LiveId" clId="{5B2C3894-F97E-4CAB-8812-5BB4D83AAC6A}" dt="2026-10-16T01:27:36.443" v="5573" actId="21"/>
          <ac:spMkLst>
            <pc:docMk/>
            <pc:sldMk cId="984258351" sldId="280"/>
            <ac:spMk id="24" creationId="{9D8D751D-509B-A9DD-50FD-098E56A99F53}"/>
          </ac:spMkLst>
        </pc:spChg>
        <pc:spChg chg="add del mod">
          <ac:chgData name="musukie52@gmail.com" userId="017bd91f96aa8751" providerId="LiveId" clId="{5B2C3894-F97E-4CAB-8812-5BB4D83AAC6A}" dt="2026-10-16T01:27:36.443" v="5573" actId="21"/>
          <ac:spMkLst>
            <pc:docMk/>
            <pc:sldMk cId="984258351" sldId="280"/>
            <ac:spMk id="26" creationId="{6DFDA3FC-6555-221F-3F3A-226453372959}"/>
          </ac:spMkLst>
        </pc:spChg>
        <pc:spChg chg="add del mod">
          <ac:chgData name="musukie52@gmail.com" userId="017bd91f96aa8751" providerId="LiveId" clId="{5B2C3894-F97E-4CAB-8812-5BB4D83AAC6A}" dt="2026-10-16T01:28:02.143" v="5596" actId="21"/>
          <ac:spMkLst>
            <pc:docMk/>
            <pc:sldMk cId="984258351" sldId="280"/>
            <ac:spMk id="28" creationId="{D56A62DB-E750-49DE-714A-81711D6E3227}"/>
          </ac:spMkLst>
        </pc:spChg>
        <pc:spChg chg="add del mod">
          <ac:chgData name="musukie52@gmail.com" userId="017bd91f96aa8751" providerId="LiveId" clId="{5B2C3894-F97E-4CAB-8812-5BB4D83AAC6A}" dt="2026-10-16T01:28:02.143" v="5596" actId="21"/>
          <ac:spMkLst>
            <pc:docMk/>
            <pc:sldMk cId="984258351" sldId="280"/>
            <ac:spMk id="30" creationId="{6E2419FA-4DD0-FDC4-3AF3-0EF1A7F567B8}"/>
          </ac:spMkLst>
        </pc:spChg>
        <pc:spChg chg="add del mod">
          <ac:chgData name="musukie52@gmail.com" userId="017bd91f96aa8751" providerId="LiveId" clId="{5B2C3894-F97E-4CAB-8812-5BB4D83AAC6A}" dt="2026-10-16T01:28:24.958" v="5615" actId="21"/>
          <ac:spMkLst>
            <pc:docMk/>
            <pc:sldMk cId="984258351" sldId="280"/>
            <ac:spMk id="32" creationId="{79ABD8AA-2338-2B32-09E5-3B051059A1A0}"/>
          </ac:spMkLst>
        </pc:spChg>
        <pc:spChg chg="add del mod">
          <ac:chgData name="musukie52@gmail.com" userId="017bd91f96aa8751" providerId="LiveId" clId="{5B2C3894-F97E-4CAB-8812-5BB4D83AAC6A}" dt="2026-10-16T01:28:24.958" v="5615" actId="21"/>
          <ac:spMkLst>
            <pc:docMk/>
            <pc:sldMk cId="984258351" sldId="280"/>
            <ac:spMk id="34" creationId="{7EB9EDF4-4626-21C2-47A2-D508B2D5A650}"/>
          </ac:spMkLst>
        </pc:spChg>
        <pc:spChg chg="mod">
          <ac:chgData name="musukie52@gmail.com" userId="017bd91f96aa8751" providerId="LiveId" clId="{5B2C3894-F97E-4CAB-8812-5BB4D83AAC6A}" dt="2026-10-16T01:29:23.415" v="5632"/>
          <ac:spMkLst>
            <pc:docMk/>
            <pc:sldMk cId="984258351" sldId="280"/>
            <ac:spMk id="35" creationId="{D224677A-C803-162B-C423-2D2EA3A604D7}"/>
          </ac:spMkLst>
        </pc:spChg>
        <pc:spChg chg="mod">
          <ac:chgData name="musukie52@gmail.com" userId="017bd91f96aa8751" providerId="LiveId" clId="{5B2C3894-F97E-4CAB-8812-5BB4D83AAC6A}" dt="2026-10-16T01:29:23.415" v="5632"/>
          <ac:spMkLst>
            <pc:docMk/>
            <pc:sldMk cId="984258351" sldId="280"/>
            <ac:spMk id="36" creationId="{B35B44FF-AB92-D7E9-2C2A-65C97689B0BF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37" creationId="{BA1F8212-EB86-9CD8-A063-257C1192C818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38" creationId="{47181E5B-4D17-C829-85E8-1745A8F4744F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39" creationId="{1A961851-A1FB-A938-9591-D52517155835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40" creationId="{D071C5FB-1452-10A2-602D-57BEBC1253B7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41" creationId="{9D0722F1-4D61-1128-7616-77E48D13A848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42" creationId="{46D97FFC-AD91-C8F0-7499-2A6086BDD6E3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43" creationId="{48E75057-B5B8-D06F-E22B-DA1872C92DA6}"/>
          </ac:spMkLst>
        </pc:spChg>
        <pc:spChg chg="mod">
          <ac:chgData name="musukie52@gmail.com" userId="017bd91f96aa8751" providerId="LiveId" clId="{5B2C3894-F97E-4CAB-8812-5BB4D83AAC6A}" dt="2026-10-16T01:30:10.940" v="5646"/>
          <ac:spMkLst>
            <pc:docMk/>
            <pc:sldMk cId="984258351" sldId="280"/>
            <ac:spMk id="44" creationId="{E34A1C3B-317B-2F81-FEFB-9D6D21FFB8E5}"/>
          </ac:spMkLst>
        </pc:spChg>
        <pc:spChg chg="mod">
          <ac:chgData name="musukie52@gmail.com" userId="017bd91f96aa8751" providerId="LiveId" clId="{5B2C3894-F97E-4CAB-8812-5BB4D83AAC6A}" dt="2026-10-16T01:32:13.862" v="5663"/>
          <ac:spMkLst>
            <pc:docMk/>
            <pc:sldMk cId="984258351" sldId="280"/>
            <ac:spMk id="46" creationId="{BA1F8212-EB86-9CD8-A063-257C1192C818}"/>
          </ac:spMkLst>
        </pc:spChg>
        <pc:spChg chg="mod">
          <ac:chgData name="musukie52@gmail.com" userId="017bd91f96aa8751" providerId="LiveId" clId="{5B2C3894-F97E-4CAB-8812-5BB4D83AAC6A}" dt="2026-10-16T01:32:13.862" v="5663"/>
          <ac:spMkLst>
            <pc:docMk/>
            <pc:sldMk cId="984258351" sldId="280"/>
            <ac:spMk id="47" creationId="{47181E5B-4D17-C829-85E8-1745A8F4744F}"/>
          </ac:spMkLst>
        </pc:spChg>
        <pc:spChg chg="mod">
          <ac:chgData name="musukie52@gmail.com" userId="017bd91f96aa8751" providerId="LiveId" clId="{5B2C3894-F97E-4CAB-8812-5BB4D83AAC6A}" dt="2026-10-16T01:32:13.862" v="5663"/>
          <ac:spMkLst>
            <pc:docMk/>
            <pc:sldMk cId="984258351" sldId="280"/>
            <ac:spMk id="49" creationId="{9D0722F1-4D61-1128-7616-77E48D13A848}"/>
          </ac:spMkLst>
        </pc:spChg>
        <pc:spChg chg="mod">
          <ac:chgData name="musukie52@gmail.com" userId="017bd91f96aa8751" providerId="LiveId" clId="{5B2C3894-F97E-4CAB-8812-5BB4D83AAC6A}" dt="2026-10-16T01:29:23.415" v="5632"/>
          <ac:spMkLst>
            <pc:docMk/>
            <pc:sldMk cId="984258351" sldId="280"/>
            <ac:spMk id="50" creationId="{1FF5D2D1-B55B-D290-1ECB-41689D7037D4}"/>
          </ac:spMkLst>
        </pc:spChg>
        <pc:spChg chg="mod">
          <ac:chgData name="musukie52@gmail.com" userId="017bd91f96aa8751" providerId="LiveId" clId="{5B2C3894-F97E-4CAB-8812-5BB4D83AAC6A}" dt="2026-10-16T01:32:13.862" v="5663"/>
          <ac:spMkLst>
            <pc:docMk/>
            <pc:sldMk cId="984258351" sldId="280"/>
            <ac:spMk id="51" creationId="{46D97FFC-AD91-C8F0-7499-2A6086BDD6E3}"/>
          </ac:spMkLst>
        </pc:spChg>
        <pc:spChg chg="del">
          <ac:chgData name="musukie52@gmail.com" userId="017bd91f96aa8751" providerId="LiveId" clId="{5B2C3894-F97E-4CAB-8812-5BB4D83AAC6A}" dt="2026-10-16T01:34:03.280" v="5711" actId="478"/>
          <ac:spMkLst>
            <pc:docMk/>
            <pc:sldMk cId="984258351" sldId="280"/>
            <ac:spMk id="52" creationId="{6D430477-82CF-8B1F-41BF-D2ED0EA03A88}"/>
          </ac:spMkLst>
        </pc:spChg>
        <pc:spChg chg="mod">
          <ac:chgData name="musukie52@gmail.com" userId="017bd91f96aa8751" providerId="LiveId" clId="{5B2C3894-F97E-4CAB-8812-5BB4D83AAC6A}" dt="2026-10-16T01:29:23.415" v="5632"/>
          <ac:spMkLst>
            <pc:docMk/>
            <pc:sldMk cId="984258351" sldId="280"/>
            <ac:spMk id="54" creationId="{416AF091-365D-F328-965A-C87A76619845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55" creationId="{C862C3AE-1C86-1E02-469B-E823F257D67B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57" creationId="{3599E343-DA37-3E43-D35A-329662EE46C6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63" creationId="{FDED1D1D-1DA9-D55A-AF90-F2FFE2202F1A}"/>
          </ac:spMkLst>
        </pc:spChg>
        <pc:spChg chg="mod">
          <ac:chgData name="musukie52@gmail.com" userId="017bd91f96aa8751" providerId="LiveId" clId="{5B2C3894-F97E-4CAB-8812-5BB4D83AAC6A}" dt="2026-10-16T01:29:44.939" v="5640"/>
          <ac:spMkLst>
            <pc:docMk/>
            <pc:sldMk cId="984258351" sldId="280"/>
            <ac:spMk id="67" creationId="{D224677A-C803-162B-C423-2D2EA3A604D7}"/>
          </ac:spMkLst>
        </pc:spChg>
        <pc:spChg chg="mod">
          <ac:chgData name="musukie52@gmail.com" userId="017bd91f96aa8751" providerId="LiveId" clId="{5B2C3894-F97E-4CAB-8812-5BB4D83AAC6A}" dt="2026-10-16T01:29:44.939" v="5640"/>
          <ac:spMkLst>
            <pc:docMk/>
            <pc:sldMk cId="984258351" sldId="280"/>
            <ac:spMk id="68" creationId="{B35B44FF-AB92-D7E9-2C2A-65C97689B0BF}"/>
          </ac:spMkLst>
        </pc:spChg>
        <pc:spChg chg="mod">
          <ac:chgData name="musukie52@gmail.com" userId="017bd91f96aa8751" providerId="LiveId" clId="{5B2C3894-F97E-4CAB-8812-5BB4D83AAC6A}" dt="2026-10-16T01:29:44.939" v="5640"/>
          <ac:spMkLst>
            <pc:docMk/>
            <pc:sldMk cId="984258351" sldId="280"/>
            <ac:spMk id="70" creationId="{1FF5D2D1-B55B-D290-1ECB-41689D7037D4}"/>
          </ac:spMkLst>
        </pc:spChg>
        <pc:spChg chg="mod">
          <ac:chgData name="musukie52@gmail.com" userId="017bd91f96aa8751" providerId="LiveId" clId="{5B2C3894-F97E-4CAB-8812-5BB4D83AAC6A}" dt="2026-10-16T01:29:44.939" v="5640"/>
          <ac:spMkLst>
            <pc:docMk/>
            <pc:sldMk cId="984258351" sldId="280"/>
            <ac:spMk id="71" creationId="{416AF091-365D-F328-965A-C87A76619845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73" creationId="{6EE772C5-9EA5-C5A6-B6BC-80EA90EED9E8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74" creationId="{36B3576A-D67A-8A27-148A-5D497D0AFD3F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76" creationId="{4396399A-FAC5-AA3D-AE5A-0AD6D6AD6234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77" creationId="{4A66E436-092C-A99A-0F15-CCF6FA3780A2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79" creationId="{AE0ABAB0-640B-12D4-F1FC-A4B4811CFEDA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80" creationId="{4F7E08D2-DD2A-CC48-063F-852E17DA48E8}"/>
          </ac:spMkLst>
        </pc:spChg>
        <pc:spChg chg="mod">
          <ac:chgData name="musukie52@gmail.com" userId="017bd91f96aa8751" providerId="LiveId" clId="{5B2C3894-F97E-4CAB-8812-5BB4D83AAC6A}" dt="2026-10-16T01:33:07.298" v="5682"/>
          <ac:spMkLst>
            <pc:docMk/>
            <pc:sldMk cId="984258351" sldId="280"/>
            <ac:spMk id="83" creationId="{C7B60699-DAC1-952D-0BB7-384D89751B3B}"/>
          </ac:spMkLst>
        </pc:spChg>
        <pc:spChg chg="add del">
          <ac:chgData name="musukie52@gmail.com" userId="017bd91f96aa8751" providerId="LiveId" clId="{5B2C3894-F97E-4CAB-8812-5BB4D83AAC6A}" dt="2026-10-16T01:40:11.431" v="5808" actId="478"/>
          <ac:spMkLst>
            <pc:docMk/>
            <pc:sldMk cId="984258351" sldId="280"/>
            <ac:spMk id="85" creationId="{528AD474-3F39-DA90-B7A7-0A886BD85AD8}"/>
          </ac:spMkLst>
        </pc:spChg>
        <pc:spChg chg="add del">
          <ac:chgData name="musukie52@gmail.com" userId="017bd91f96aa8751" providerId="LiveId" clId="{5B2C3894-F97E-4CAB-8812-5BB4D83AAC6A}" dt="2026-10-16T01:40:11.431" v="5808" actId="478"/>
          <ac:spMkLst>
            <pc:docMk/>
            <pc:sldMk cId="984258351" sldId="280"/>
            <ac:spMk id="87" creationId="{92140A55-5BE8-4EC3-3EC2-06F519747E9C}"/>
          </ac:spMkLst>
        </pc:spChg>
        <pc:spChg chg="add del">
          <ac:chgData name="musukie52@gmail.com" userId="017bd91f96aa8751" providerId="LiveId" clId="{5B2C3894-F97E-4CAB-8812-5BB4D83AAC6A}" dt="2026-10-16T01:40:11.431" v="5808" actId="478"/>
          <ac:spMkLst>
            <pc:docMk/>
            <pc:sldMk cId="984258351" sldId="280"/>
            <ac:spMk id="89" creationId="{DED8D27A-C0F4-3249-007C-498FF67E8C66}"/>
          </ac:spMkLst>
        </pc:spChg>
        <pc:spChg chg="add del mod">
          <ac:chgData name="musukie52@gmail.com" userId="017bd91f96aa8751" providerId="LiveId" clId="{5B2C3894-F97E-4CAB-8812-5BB4D83AAC6A}" dt="2026-10-16T01:34:31.841" v="5720" actId="478"/>
          <ac:spMkLst>
            <pc:docMk/>
            <pc:sldMk cId="984258351" sldId="280"/>
            <ac:spMk id="91" creationId="{2CBEE1E9-A9F8-AE7E-9399-4FF0DD2F53DF}"/>
          </ac:spMkLst>
        </pc:spChg>
        <pc:spChg chg="add del mod">
          <ac:chgData name="musukie52@gmail.com" userId="017bd91f96aa8751" providerId="LiveId" clId="{5B2C3894-F97E-4CAB-8812-5BB4D83AAC6A}" dt="2026-10-16T01:35:34.834" v="5736" actId="21"/>
          <ac:spMkLst>
            <pc:docMk/>
            <pc:sldMk cId="984258351" sldId="280"/>
            <ac:spMk id="93" creationId="{2C0D7F4B-2595-AB43-853D-BFDEBB27CE8B}"/>
          </ac:spMkLst>
        </pc:spChg>
        <pc:spChg chg="add del mod">
          <ac:chgData name="musukie52@gmail.com" userId="017bd91f96aa8751" providerId="LiveId" clId="{5B2C3894-F97E-4CAB-8812-5BB4D83AAC6A}" dt="2026-10-16T01:35:34.834" v="5736" actId="21"/>
          <ac:spMkLst>
            <pc:docMk/>
            <pc:sldMk cId="984258351" sldId="280"/>
            <ac:spMk id="95" creationId="{06BC3569-40B7-325F-9C1E-C0ECF9F58463}"/>
          </ac:spMkLst>
        </pc:spChg>
        <pc:spChg chg="add del mod">
          <ac:chgData name="musukie52@gmail.com" userId="017bd91f96aa8751" providerId="LiveId" clId="{5B2C3894-F97E-4CAB-8812-5BB4D83AAC6A}" dt="2026-10-16T01:43:24.280" v="5879" actId="21"/>
          <ac:spMkLst>
            <pc:docMk/>
            <pc:sldMk cId="984258351" sldId="280"/>
            <ac:spMk id="101" creationId="{0CDCA774-A268-A966-185F-400343BC5848}"/>
          </ac:spMkLst>
        </pc:spChg>
        <pc:spChg chg="add del mod">
          <ac:chgData name="musukie52@gmail.com" userId="017bd91f96aa8751" providerId="LiveId" clId="{5B2C3894-F97E-4CAB-8812-5BB4D83AAC6A}" dt="2026-10-16T01:43:24.280" v="5879" actId="21"/>
          <ac:spMkLst>
            <pc:docMk/>
            <pc:sldMk cId="984258351" sldId="280"/>
            <ac:spMk id="103" creationId="{27203CCC-7281-CE85-2671-B4A797AFB9CC}"/>
          </ac:spMkLst>
        </pc:spChg>
        <pc:spChg chg="add del mod">
          <ac:chgData name="musukie52@gmail.com" userId="017bd91f96aa8751" providerId="LiveId" clId="{5B2C3894-F97E-4CAB-8812-5BB4D83AAC6A}" dt="2026-10-16T01:40:11.431" v="5808" actId="478"/>
          <ac:spMkLst>
            <pc:docMk/>
            <pc:sldMk cId="984258351" sldId="280"/>
            <ac:spMk id="107" creationId="{B772659C-B006-9B48-4D9D-96713BFFD90B}"/>
          </ac:spMkLst>
        </pc:spChg>
        <pc:spChg chg="add del mod">
          <ac:chgData name="musukie52@gmail.com" userId="017bd91f96aa8751" providerId="LiveId" clId="{5B2C3894-F97E-4CAB-8812-5BB4D83AAC6A}" dt="2026-10-16T01:40:11.431" v="5808" actId="478"/>
          <ac:spMkLst>
            <pc:docMk/>
            <pc:sldMk cId="984258351" sldId="280"/>
            <ac:spMk id="109" creationId="{E0A4166B-6D68-51F7-4F20-2B86DE33B600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11" creationId="{60B9F123-4330-228E-E045-D86D8B6AF024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12" creationId="{F8714274-38B5-234C-4A65-6A5768AFBE1F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15" creationId="{72CFF334-B2D9-3FA1-4700-4D3B483C6BBB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18" creationId="{F4A60EE2-37A2-68C2-7EA7-76E603B12185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20" creationId="{9DFDA70D-06BA-20EF-2EE3-E854A999B9B8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21" creationId="{03B27FAB-9C87-DCF6-67D0-F48DBA5511D9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23" creationId="{01D50440-D527-D85B-0A04-50411B48DE77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24" creationId="{5BFCBE16-3BAE-73A1-B436-6128D8117F04}"/>
          </ac:spMkLst>
        </pc:spChg>
        <pc:spChg chg="mod">
          <ac:chgData name="musukie52@gmail.com" userId="017bd91f96aa8751" providerId="LiveId" clId="{5B2C3894-F97E-4CAB-8812-5BB4D83AAC6A}" dt="2026-10-16T01:39:37.168" v="5802"/>
          <ac:spMkLst>
            <pc:docMk/>
            <pc:sldMk cId="984258351" sldId="280"/>
            <ac:spMk id="126" creationId="{0E568EFF-8775-754E-09BB-830539391BAA}"/>
          </ac:spMkLst>
        </pc:spChg>
        <pc:spChg chg="del">
          <ac:chgData name="musukie52@gmail.com" userId="017bd91f96aa8751" providerId="LiveId" clId="{5B2C3894-F97E-4CAB-8812-5BB4D83AAC6A}" dt="2026-10-16T01:44:18.937" v="5887" actId="478"/>
          <ac:spMkLst>
            <pc:docMk/>
            <pc:sldMk cId="984258351" sldId="280"/>
            <ac:spMk id="192" creationId="{42E05E4D-1EAC-2D10-3BAB-A4CDF69EAAE6}"/>
          </ac:spMkLst>
        </pc:spChg>
        <pc:spChg chg="add del mod">
          <ac:chgData name="musukie52@gmail.com" userId="017bd91f96aa8751" providerId="LiveId" clId="{5B2C3894-F97E-4CAB-8812-5BB4D83AAC6A}" dt="2026-10-16T01:44:18.937" v="5887" actId="478"/>
          <ac:spMkLst>
            <pc:docMk/>
            <pc:sldMk cId="984258351" sldId="280"/>
            <ac:spMk id="193" creationId="{A0E2ED69-A344-8DE8-17FE-5F3DB01907CF}"/>
          </ac:spMkLst>
        </pc:spChg>
        <pc:spChg chg="mod topLvl">
          <ac:chgData name="musukie52@gmail.com" userId="017bd91f96aa8751" providerId="LiveId" clId="{5B2C3894-F97E-4CAB-8812-5BB4D83AAC6A}" dt="2026-10-16T01:41:36.393" v="5841" actId="164"/>
          <ac:spMkLst>
            <pc:docMk/>
            <pc:sldMk cId="984258351" sldId="280"/>
            <ac:spMk id="196" creationId="{F63F44C5-8153-AFC1-A3C8-AFBAAD0DC3F4}"/>
          </ac:spMkLst>
        </pc:spChg>
        <pc:spChg chg="mod topLvl">
          <ac:chgData name="musukie52@gmail.com" userId="017bd91f96aa8751" providerId="LiveId" clId="{5B2C3894-F97E-4CAB-8812-5BB4D83AAC6A}" dt="2026-10-16T01:41:36.393" v="5841" actId="164"/>
          <ac:spMkLst>
            <pc:docMk/>
            <pc:sldMk cId="984258351" sldId="280"/>
            <ac:spMk id="197" creationId="{5A29D5B0-3AAD-4761-EB56-8834C88C588B}"/>
          </ac:spMkLst>
        </pc:spChg>
        <pc:spChg chg="mod">
          <ac:chgData name="musukie52@gmail.com" userId="017bd91f96aa8751" providerId="LiveId" clId="{5B2C3894-F97E-4CAB-8812-5BB4D83AAC6A}" dt="2026-10-16T01:41:07.204" v="5816"/>
          <ac:spMkLst>
            <pc:docMk/>
            <pc:sldMk cId="984258351" sldId="280"/>
            <ac:spMk id="200" creationId="{D6903824-2B3B-3379-CE2E-A0BDB3023390}"/>
          </ac:spMkLst>
        </pc:spChg>
        <pc:spChg chg="mod">
          <ac:chgData name="musukie52@gmail.com" userId="017bd91f96aa8751" providerId="LiveId" clId="{5B2C3894-F97E-4CAB-8812-5BB4D83AAC6A}" dt="2026-10-16T01:42:22.987" v="5852" actId="20577"/>
          <ac:spMkLst>
            <pc:docMk/>
            <pc:sldMk cId="984258351" sldId="280"/>
            <ac:spMk id="201" creationId="{CB595F1A-03E0-F943-606A-F28F784525D4}"/>
          </ac:spMkLst>
        </pc:spChg>
        <pc:spChg chg="mod">
          <ac:chgData name="musukie52@gmail.com" userId="017bd91f96aa8751" providerId="LiveId" clId="{5B2C3894-F97E-4CAB-8812-5BB4D83AAC6A}" dt="2026-10-16T01:42:26.390" v="5853"/>
          <ac:spMkLst>
            <pc:docMk/>
            <pc:sldMk cId="984258351" sldId="280"/>
            <ac:spMk id="204" creationId="{C04C75DF-97F0-2635-0BDC-E84680474351}"/>
          </ac:spMkLst>
        </pc:spChg>
        <pc:spChg chg="mod">
          <ac:chgData name="musukie52@gmail.com" userId="017bd91f96aa8751" providerId="LiveId" clId="{5B2C3894-F97E-4CAB-8812-5BB4D83AAC6A}" dt="2026-10-16T01:42:42.265" v="5866" actId="20577"/>
          <ac:spMkLst>
            <pc:docMk/>
            <pc:sldMk cId="984258351" sldId="280"/>
            <ac:spMk id="205" creationId="{8B80EA7F-7EDD-13FB-D0BA-EC08B0198DC9}"/>
          </ac:spMkLst>
        </pc:spChg>
        <pc:spChg chg="mod">
          <ac:chgData name="musukie52@gmail.com" userId="017bd91f96aa8751" providerId="LiveId" clId="{5B2C3894-F97E-4CAB-8812-5BB4D83AAC6A}" dt="2026-10-16T01:42:42.275" v="5867"/>
          <ac:spMkLst>
            <pc:docMk/>
            <pc:sldMk cId="984258351" sldId="280"/>
            <ac:spMk id="207" creationId="{17F26C07-A7CC-67F9-8BF3-ED31A3AD0996}"/>
          </ac:spMkLst>
        </pc:spChg>
        <pc:spChg chg="mod">
          <ac:chgData name="musukie52@gmail.com" userId="017bd91f96aa8751" providerId="LiveId" clId="{5B2C3894-F97E-4CAB-8812-5BB4D83AAC6A}" dt="2026-10-16T01:43:18.715" v="5878" actId="20577"/>
          <ac:spMkLst>
            <pc:docMk/>
            <pc:sldMk cId="984258351" sldId="280"/>
            <ac:spMk id="208" creationId="{1BD43F62-B5B7-6AEB-F82A-C963511F0252}"/>
          </ac:spMkLst>
        </pc:spChg>
        <pc:spChg chg="add del mod">
          <ac:chgData name="musukie52@gmail.com" userId="017bd91f96aa8751" providerId="LiveId" clId="{5B2C3894-F97E-4CAB-8812-5BB4D83AAC6A}" dt="2026-10-16T01:46:20.335" v="5946" actId="21"/>
          <ac:spMkLst>
            <pc:docMk/>
            <pc:sldMk cId="984258351" sldId="280"/>
            <ac:spMk id="209" creationId="{0CDCA774-A268-A966-185F-400343BC5848}"/>
          </ac:spMkLst>
        </pc:spChg>
        <pc:spChg chg="add del mod">
          <ac:chgData name="musukie52@gmail.com" userId="017bd91f96aa8751" providerId="LiveId" clId="{5B2C3894-F97E-4CAB-8812-5BB4D83AAC6A}" dt="2026-10-16T01:46:20.335" v="5946" actId="21"/>
          <ac:spMkLst>
            <pc:docMk/>
            <pc:sldMk cId="984258351" sldId="280"/>
            <ac:spMk id="210" creationId="{27203CCC-7281-CE85-2671-B4A797AFB9CC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13" creationId="{F63F44C5-8153-AFC1-A3C8-AFBAAD0DC3F4}"/>
          </ac:spMkLst>
        </pc:spChg>
        <pc:spChg chg="mod">
          <ac:chgData name="musukie52@gmail.com" userId="017bd91f96aa8751" providerId="LiveId" clId="{5B2C3894-F97E-4CAB-8812-5BB4D83AAC6A}" dt="2026-10-16T01:45:23.848" v="5925" actId="1076"/>
          <ac:spMkLst>
            <pc:docMk/>
            <pc:sldMk cId="984258351" sldId="280"/>
            <ac:spMk id="214" creationId="{5A29D5B0-3AAD-4761-EB56-8834C88C588B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16" creationId="{D6903824-2B3B-3379-CE2E-A0BDB3023390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17" creationId="{CB595F1A-03E0-F943-606A-F28F784525D4}"/>
          </ac:spMkLst>
        </pc:spChg>
        <pc:spChg chg="add del mod">
          <ac:chgData name="musukie52@gmail.com" userId="017bd91f96aa8751" providerId="LiveId" clId="{5B2C3894-F97E-4CAB-8812-5BB4D83AAC6A}" dt="2026-10-16T01:33:01.016" v="5680" actId="21"/>
          <ac:spMkLst>
            <pc:docMk/>
            <pc:sldMk cId="984258351" sldId="280"/>
            <ac:spMk id="219" creationId="{6D3028E4-6D57-4DE4-6A2C-D264210012BC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20" creationId="{C04C75DF-97F0-2635-0BDC-E84680474351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21" creationId="{8B80EA7F-7EDD-13FB-D0BA-EC08B0198DC9}"/>
          </ac:spMkLst>
        </pc:spChg>
        <pc:spChg chg="mod">
          <ac:chgData name="musukie52@gmail.com" userId="017bd91f96aa8751" providerId="LiveId" clId="{5B2C3894-F97E-4CAB-8812-5BB4D83AAC6A}" dt="2026-10-16T01:43:36.538" v="5884"/>
          <ac:spMkLst>
            <pc:docMk/>
            <pc:sldMk cId="984258351" sldId="280"/>
            <ac:spMk id="223" creationId="{17F26C07-A7CC-67F9-8BF3-ED31A3AD0996}"/>
          </ac:spMkLst>
        </pc:spChg>
        <pc:spChg chg="mod">
          <ac:chgData name="musukie52@gmail.com" userId="017bd91f96aa8751" providerId="LiveId" clId="{5B2C3894-F97E-4CAB-8812-5BB4D83AAC6A}" dt="2026-10-16T01:45:14.011" v="5918" actId="1076"/>
          <ac:spMkLst>
            <pc:docMk/>
            <pc:sldMk cId="984258351" sldId="280"/>
            <ac:spMk id="224" creationId="{1BD43F62-B5B7-6AEB-F82A-C963511F0252}"/>
          </ac:spMkLst>
        </pc:spChg>
        <pc:spChg chg="mod">
          <ac:chgData name="musukie52@gmail.com" userId="017bd91f96aa8751" providerId="LiveId" clId="{5B2C3894-F97E-4CAB-8812-5BB4D83AAC6A}" dt="2026-10-16T01:44:52.613" v="5897"/>
          <ac:spMkLst>
            <pc:docMk/>
            <pc:sldMk cId="984258351" sldId="280"/>
            <ac:spMk id="226" creationId="{D6903824-2B3B-3379-CE2E-A0BDB3023390}"/>
          </ac:spMkLst>
        </pc:spChg>
        <pc:spChg chg="mod">
          <ac:chgData name="musukie52@gmail.com" userId="017bd91f96aa8751" providerId="LiveId" clId="{5B2C3894-F97E-4CAB-8812-5BB4D83AAC6A}" dt="2026-10-16T01:45:29.738" v="5933" actId="20577"/>
          <ac:spMkLst>
            <pc:docMk/>
            <pc:sldMk cId="984258351" sldId="280"/>
            <ac:spMk id="227" creationId="{CB595F1A-03E0-F943-606A-F28F784525D4}"/>
          </ac:spMkLst>
        </pc:spChg>
        <pc:spChg chg="mod">
          <ac:chgData name="musukie52@gmail.com" userId="017bd91f96aa8751" providerId="LiveId" clId="{5B2C3894-F97E-4CAB-8812-5BB4D83AAC6A}" dt="2026-10-16T01:44:52.613" v="5897"/>
          <ac:spMkLst>
            <pc:docMk/>
            <pc:sldMk cId="984258351" sldId="280"/>
            <ac:spMk id="229" creationId="{C04C75DF-97F0-2635-0BDC-E84680474351}"/>
          </ac:spMkLst>
        </pc:spChg>
        <pc:spChg chg="mod">
          <ac:chgData name="musukie52@gmail.com" userId="017bd91f96aa8751" providerId="LiveId" clId="{5B2C3894-F97E-4CAB-8812-5BB4D83AAC6A}" dt="2026-10-16T01:44:52.613" v="5897"/>
          <ac:spMkLst>
            <pc:docMk/>
            <pc:sldMk cId="984258351" sldId="280"/>
            <ac:spMk id="230" creationId="{8B80EA7F-7EDD-13FB-D0BA-EC08B0198DC9}"/>
          </ac:spMkLst>
        </pc:spChg>
        <pc:spChg chg="add del mod">
          <ac:chgData name="musukie52@gmail.com" userId="017bd91f96aa8751" providerId="LiveId" clId="{5B2C3894-F97E-4CAB-8812-5BB4D83AAC6A}" dt="2026-10-16T01:49:57.252" v="6057" actId="21"/>
          <ac:spMkLst>
            <pc:docMk/>
            <pc:sldMk cId="984258351" sldId="280"/>
            <ac:spMk id="232" creationId="{F239D210-35A0-3EEF-3AE1-DDB3EFC24D8F}"/>
          </ac:spMkLst>
        </pc:spChg>
        <pc:spChg chg="add del mod">
          <ac:chgData name="musukie52@gmail.com" userId="017bd91f96aa8751" providerId="LiveId" clId="{5B2C3894-F97E-4CAB-8812-5BB4D83AAC6A}" dt="2026-10-16T01:49:35.906" v="6026" actId="21"/>
          <ac:spMkLst>
            <pc:docMk/>
            <pc:sldMk cId="984258351" sldId="280"/>
            <ac:spMk id="234" creationId="{880F7C29-252A-6E94-A614-ADC9B8710184}"/>
          </ac:spMkLst>
        </pc:spChg>
        <pc:spChg chg="add del mod">
          <ac:chgData name="musukie52@gmail.com" userId="017bd91f96aa8751" providerId="LiveId" clId="{5B2C3894-F97E-4CAB-8812-5BB4D83AAC6A}" dt="2026-10-16T01:49:54.248" v="6056" actId="478"/>
          <ac:spMkLst>
            <pc:docMk/>
            <pc:sldMk cId="984258351" sldId="280"/>
            <ac:spMk id="237" creationId="{60016098-ECBA-EF76-7F91-FAF86E6CF657}"/>
          </ac:spMkLst>
        </pc:spChg>
        <pc:spChg chg="add del mod">
          <ac:chgData name="musukie52@gmail.com" userId="017bd91f96aa8751" providerId="LiveId" clId="{5B2C3894-F97E-4CAB-8812-5BB4D83AAC6A}" dt="2026-10-16T01:49:22.844" v="6016" actId="22"/>
          <ac:spMkLst>
            <pc:docMk/>
            <pc:sldMk cId="984258351" sldId="280"/>
            <ac:spMk id="239" creationId="{305048CB-AAB2-FF8E-77F0-0288D80EEE25}"/>
          </ac:spMkLst>
        </pc:spChg>
        <pc:spChg chg="add del mod">
          <ac:chgData name="musukie52@gmail.com" userId="017bd91f96aa8751" providerId="LiveId" clId="{5B2C3894-F97E-4CAB-8812-5BB4D83AAC6A}" dt="2026-10-16T01:49:22.844" v="6016" actId="22"/>
          <ac:spMkLst>
            <pc:docMk/>
            <pc:sldMk cId="984258351" sldId="280"/>
            <ac:spMk id="241" creationId="{9CE50371-791E-F273-ACDB-6CE20A289EE0}"/>
          </ac:spMkLst>
        </pc:spChg>
        <pc:spChg chg="add del mod">
          <ac:chgData name="musukie52@gmail.com" userId="017bd91f96aa8751" providerId="LiveId" clId="{5B2C3894-F97E-4CAB-8812-5BB4D83AAC6A}" dt="2026-10-16T01:49:35.906" v="6026" actId="21"/>
          <ac:spMkLst>
            <pc:docMk/>
            <pc:sldMk cId="984258351" sldId="280"/>
            <ac:spMk id="245" creationId="{83EB24DC-7401-73A9-B7E9-5DEFCD866D59}"/>
          </ac:spMkLst>
        </pc:spChg>
        <pc:spChg chg="add del mod">
          <ac:chgData name="musukie52@gmail.com" userId="017bd91f96aa8751" providerId="LiveId" clId="{5B2C3894-F97E-4CAB-8812-5BB4D83AAC6A}" dt="2026-10-16T01:49:57.252" v="6057" actId="21"/>
          <ac:spMkLst>
            <pc:docMk/>
            <pc:sldMk cId="984258351" sldId="280"/>
            <ac:spMk id="247" creationId="{A248F325-FA6D-4201-B12C-46FA2B066F17}"/>
          </ac:spMkLst>
        </pc:spChg>
        <pc:spChg chg="add del mod">
          <ac:chgData name="musukie52@gmail.com" userId="017bd91f96aa8751" providerId="LiveId" clId="{5B2C3894-F97E-4CAB-8812-5BB4D83AAC6A}" dt="2026-10-16T01:49:54.248" v="6056" actId="478"/>
          <ac:spMkLst>
            <pc:docMk/>
            <pc:sldMk cId="984258351" sldId="280"/>
            <ac:spMk id="251" creationId="{21B783C3-2E1D-E9BD-D770-83D2E77A6A7F}"/>
          </ac:spMkLst>
        </pc:spChg>
        <pc:spChg chg="mod topLvl">
          <ac:chgData name="musukie52@gmail.com" userId="017bd91f96aa8751" providerId="LiveId" clId="{5B2C3894-F97E-4CAB-8812-5BB4D83AAC6A}" dt="2026-10-16T01:59:28.906" v="6213" actId="164"/>
          <ac:spMkLst>
            <pc:docMk/>
            <pc:sldMk cId="984258351" sldId="280"/>
            <ac:spMk id="257" creationId="{F6D492E3-2931-6512-25DF-BEDB6E5BAAAD}"/>
          </ac:spMkLst>
        </pc:spChg>
        <pc:spChg chg="mod topLvl">
          <ac:chgData name="musukie52@gmail.com" userId="017bd91f96aa8751" providerId="LiveId" clId="{5B2C3894-F97E-4CAB-8812-5BB4D83AAC6A}" dt="2026-10-16T02:00:05.267" v="6232" actId="20577"/>
          <ac:spMkLst>
            <pc:docMk/>
            <pc:sldMk cId="984258351" sldId="280"/>
            <ac:spMk id="258" creationId="{791EA88E-4C41-681B-D70D-8AE1D0021411}"/>
          </ac:spMkLst>
        </pc:spChg>
        <pc:spChg chg="add del mod">
          <ac:chgData name="musukie52@gmail.com" userId="017bd91f96aa8751" providerId="LiveId" clId="{5B2C3894-F97E-4CAB-8812-5BB4D83AAC6A}" dt="2026-10-16T02:01:07.747" v="6261" actId="21"/>
          <ac:spMkLst>
            <pc:docMk/>
            <pc:sldMk cId="984258351" sldId="280"/>
            <ac:spMk id="259" creationId="{92368E4E-4F8A-3742-245B-B5AE1461A6D3}"/>
          </ac:spMkLst>
        </pc:spChg>
        <pc:spChg chg="add del mod">
          <ac:chgData name="musukie52@gmail.com" userId="017bd91f96aa8751" providerId="LiveId" clId="{5B2C3894-F97E-4CAB-8812-5BB4D83AAC6A}" dt="2026-10-16T02:01:07.747" v="6261" actId="21"/>
          <ac:spMkLst>
            <pc:docMk/>
            <pc:sldMk cId="984258351" sldId="280"/>
            <ac:spMk id="260" creationId="{4390A881-0B58-C91E-A4C2-D8EADA050181}"/>
          </ac:spMkLst>
        </pc:spChg>
        <pc:spChg chg="add del mod">
          <ac:chgData name="musukie52@gmail.com" userId="017bd91f96aa8751" providerId="LiveId" clId="{5B2C3894-F97E-4CAB-8812-5BB4D83AAC6A}" dt="2026-10-16T01:59:25.781" v="6212" actId="478"/>
          <ac:spMkLst>
            <pc:docMk/>
            <pc:sldMk cId="984258351" sldId="280"/>
            <ac:spMk id="263" creationId="{F90467C6-79B0-8685-0482-8D0829838E31}"/>
          </ac:spMkLst>
        </pc:spChg>
        <pc:spChg chg="mod">
          <ac:chgData name="musukie52@gmail.com" userId="017bd91f96aa8751" providerId="LiveId" clId="{5B2C3894-F97E-4CAB-8812-5BB4D83AAC6A}" dt="2026-10-16T01:59:30.278" v="6214"/>
          <ac:spMkLst>
            <pc:docMk/>
            <pc:sldMk cId="984258351" sldId="280"/>
            <ac:spMk id="266" creationId="{C185B771-F6AE-38D5-72E3-1DA312EB13AE}"/>
          </ac:spMkLst>
        </pc:spChg>
        <pc:spChg chg="mod">
          <ac:chgData name="musukie52@gmail.com" userId="017bd91f96aa8751" providerId="LiveId" clId="{5B2C3894-F97E-4CAB-8812-5BB4D83AAC6A}" dt="2026-10-16T01:59:30.278" v="6214"/>
          <ac:spMkLst>
            <pc:docMk/>
            <pc:sldMk cId="984258351" sldId="280"/>
            <ac:spMk id="267" creationId="{7170EB71-90C0-5C8E-71B9-011AA58D9E30}"/>
          </ac:spMkLst>
        </pc:spChg>
        <pc:spChg chg="mod">
          <ac:chgData name="musukie52@gmail.com" userId="017bd91f96aa8751" providerId="LiveId" clId="{5B2C3894-F97E-4CAB-8812-5BB4D83AAC6A}" dt="2026-10-16T02:00:07.239" v="6233"/>
          <ac:spMkLst>
            <pc:docMk/>
            <pc:sldMk cId="984258351" sldId="280"/>
            <ac:spMk id="269" creationId="{D43DFF75-2BC6-E450-376C-2757406FC7E3}"/>
          </ac:spMkLst>
        </pc:spChg>
        <pc:spChg chg="mod">
          <ac:chgData name="musukie52@gmail.com" userId="017bd91f96aa8751" providerId="LiveId" clId="{5B2C3894-F97E-4CAB-8812-5BB4D83AAC6A}" dt="2026-10-16T02:01:03.979" v="6260" actId="20577"/>
          <ac:spMkLst>
            <pc:docMk/>
            <pc:sldMk cId="984258351" sldId="280"/>
            <ac:spMk id="270" creationId="{C75E6806-91A5-B7DC-0426-0CF5E1379658}"/>
          </ac:spMkLst>
        </pc:spChg>
        <pc:spChg chg="mod">
          <ac:chgData name="musukie52@gmail.com" userId="017bd91f96aa8751" providerId="LiveId" clId="{5B2C3894-F97E-4CAB-8812-5BB4D83AAC6A}" dt="2026-10-16T02:00:26.731" v="6238"/>
          <ac:spMkLst>
            <pc:docMk/>
            <pc:sldMk cId="984258351" sldId="280"/>
            <ac:spMk id="272" creationId="{95DC637C-9776-C871-DF1D-FD76476178CA}"/>
          </ac:spMkLst>
        </pc:spChg>
        <pc:spChg chg="mod">
          <ac:chgData name="musukie52@gmail.com" userId="017bd91f96aa8751" providerId="LiveId" clId="{5B2C3894-F97E-4CAB-8812-5BB4D83AAC6A}" dt="2026-10-16T02:01:01.542" v="6254" actId="20577"/>
          <ac:spMkLst>
            <pc:docMk/>
            <pc:sldMk cId="984258351" sldId="280"/>
            <ac:spMk id="273" creationId="{E45684AC-912E-90FB-0099-2DF577EFA3AE}"/>
          </ac:spMkLst>
        </pc:spChg>
        <pc:spChg chg="mod">
          <ac:chgData name="musukie52@gmail.com" userId="017bd91f96aa8751" providerId="LiveId" clId="{5B2C3894-F97E-4CAB-8812-5BB4D83AAC6A}" dt="2026-10-16T02:30:01.089" v="6734"/>
          <ac:spMkLst>
            <pc:docMk/>
            <pc:sldMk cId="984258351" sldId="280"/>
            <ac:spMk id="275" creationId="{C5A16B4A-8EAB-7267-7523-8E31155B8619}"/>
          </ac:spMkLst>
        </pc:spChg>
        <pc:spChg chg="mod">
          <ac:chgData name="musukie52@gmail.com" userId="017bd91f96aa8751" providerId="LiveId" clId="{5B2C3894-F97E-4CAB-8812-5BB4D83AAC6A}" dt="2026-10-16T02:30:01.089" v="6734"/>
          <ac:spMkLst>
            <pc:docMk/>
            <pc:sldMk cId="984258351" sldId="280"/>
            <ac:spMk id="276" creationId="{6825A7B1-EB32-5D9F-E009-8A42EA35DC0D}"/>
          </ac:spMkLst>
        </pc:spChg>
        <pc:spChg chg="add del">
          <ac:chgData name="musukie52@gmail.com" userId="017bd91f96aa8751" providerId="LiveId" clId="{5B2C3894-F97E-4CAB-8812-5BB4D83AAC6A}" dt="2026-10-16T02:55:23.963" v="7614" actId="21"/>
          <ac:spMkLst>
            <pc:docMk/>
            <pc:sldMk cId="984258351" sldId="280"/>
            <ac:spMk id="279" creationId="{7143DB35-88B4-E334-48F8-DAB4407D8176}"/>
          </ac:spMkLst>
        </pc:spChg>
        <pc:spChg chg="add del mod">
          <ac:chgData name="musukie52@gmail.com" userId="017bd91f96aa8751" providerId="LiveId" clId="{5B2C3894-F97E-4CAB-8812-5BB4D83AAC6A}" dt="2026-10-16T02:55:51.371" v="7626" actId="21"/>
          <ac:spMkLst>
            <pc:docMk/>
            <pc:sldMk cId="984258351" sldId="280"/>
            <ac:spMk id="283" creationId="{ED17F48A-BB1E-8CDC-DB51-C15F7464A046}"/>
          </ac:spMkLst>
        </pc:spChg>
        <pc:spChg chg="add del">
          <ac:chgData name="musukie52@gmail.com" userId="017bd91f96aa8751" providerId="LiveId" clId="{5B2C3894-F97E-4CAB-8812-5BB4D83AAC6A}" dt="2026-10-16T02:55:51.371" v="7626" actId="21"/>
          <ac:spMkLst>
            <pc:docMk/>
            <pc:sldMk cId="984258351" sldId="280"/>
            <ac:spMk id="285" creationId="{A553C584-56C0-43C0-2D1A-FE58ADEB1065}"/>
          </ac:spMkLst>
        </pc:spChg>
        <pc:spChg chg="add del mod">
          <ac:chgData name="musukie52@gmail.com" userId="017bd91f96aa8751" providerId="LiveId" clId="{5B2C3894-F97E-4CAB-8812-5BB4D83AAC6A}" dt="2026-10-16T02:30:54.928" v="6830" actId="21"/>
          <ac:spMkLst>
            <pc:docMk/>
            <pc:sldMk cId="984258351" sldId="280"/>
            <ac:spMk id="287" creationId="{4ACC369F-59BB-7F53-6F47-9FFB377F5EBE}"/>
          </ac:spMkLst>
        </pc:spChg>
        <pc:spChg chg="add del">
          <ac:chgData name="musukie52@gmail.com" userId="017bd91f96aa8751" providerId="LiveId" clId="{5B2C3894-F97E-4CAB-8812-5BB4D83AAC6A}" dt="2026-10-16T02:56:18.216" v="7633" actId="21"/>
          <ac:spMkLst>
            <pc:docMk/>
            <pc:sldMk cId="984258351" sldId="280"/>
            <ac:spMk id="290" creationId="{0DA78938-69D5-0582-4768-6AEDBF919AA1}"/>
          </ac:spMkLst>
        </pc:spChg>
        <pc:spChg chg="add del mod">
          <ac:chgData name="musukie52@gmail.com" userId="017bd91f96aa8751" providerId="LiveId" clId="{5B2C3894-F97E-4CAB-8812-5BB4D83AAC6A}" dt="2026-10-16T02:56:18.216" v="7633" actId="21"/>
          <ac:spMkLst>
            <pc:docMk/>
            <pc:sldMk cId="984258351" sldId="280"/>
            <ac:spMk id="292" creationId="{22DDF31C-E0AF-1D91-AB25-1782299572F2}"/>
          </ac:spMkLst>
        </pc:spChg>
        <pc:spChg chg="add del">
          <ac:chgData name="musukie52@gmail.com" userId="017bd91f96aa8751" providerId="LiveId" clId="{5B2C3894-F97E-4CAB-8812-5BB4D83AAC6A}" dt="2026-10-16T02:57:48.514" v="7664" actId="21"/>
          <ac:spMkLst>
            <pc:docMk/>
            <pc:sldMk cId="984258351" sldId="280"/>
            <ac:spMk id="294" creationId="{1E1718BF-A8F0-EB48-BB1B-CB7D32791076}"/>
          </ac:spMkLst>
        </pc:spChg>
        <pc:spChg chg="add del mod">
          <ac:chgData name="musukie52@gmail.com" userId="017bd91f96aa8751" providerId="LiveId" clId="{5B2C3894-F97E-4CAB-8812-5BB4D83AAC6A}" dt="2026-10-16T02:57:48.514" v="7664" actId="21"/>
          <ac:spMkLst>
            <pc:docMk/>
            <pc:sldMk cId="984258351" sldId="280"/>
            <ac:spMk id="296" creationId="{AC655F56-79A2-5B71-9C4D-635AFEB1F03A}"/>
          </ac:spMkLst>
        </pc:spChg>
        <pc:spChg chg="add del">
          <ac:chgData name="musukie52@gmail.com" userId="017bd91f96aa8751" providerId="LiveId" clId="{5B2C3894-F97E-4CAB-8812-5BB4D83AAC6A}" dt="2026-10-16T02:58:38.343" v="7684" actId="21"/>
          <ac:spMkLst>
            <pc:docMk/>
            <pc:sldMk cId="984258351" sldId="280"/>
            <ac:spMk id="302" creationId="{F2D4800A-17E7-8CB5-8862-FAA5A362152B}"/>
          </ac:spMkLst>
        </pc:spChg>
        <pc:spChg chg="add del mod">
          <ac:chgData name="musukie52@gmail.com" userId="017bd91f96aa8751" providerId="LiveId" clId="{5B2C3894-F97E-4CAB-8812-5BB4D83AAC6A}" dt="2026-10-16T02:58:38.343" v="7684" actId="21"/>
          <ac:spMkLst>
            <pc:docMk/>
            <pc:sldMk cId="984258351" sldId="280"/>
            <ac:spMk id="304" creationId="{FA1474D3-5668-E949-459B-70C9AA0CC9EB}"/>
          </ac:spMkLst>
        </pc:spChg>
        <pc:spChg chg="add del mod">
          <ac:chgData name="musukie52@gmail.com" userId="017bd91f96aa8751" providerId="LiveId" clId="{5B2C3894-F97E-4CAB-8812-5BB4D83AAC6A}" dt="2026-10-16T05:18:02.184" v="9585" actId="21"/>
          <ac:spMkLst>
            <pc:docMk/>
            <pc:sldMk cId="984258351" sldId="280"/>
            <ac:spMk id="334" creationId="{A95E09A4-E7B8-42E9-8186-EBE4A15A60E1}"/>
          </ac:spMkLst>
        </pc:spChg>
        <pc:spChg chg="add del mod">
          <ac:chgData name="musukie52@gmail.com" userId="017bd91f96aa8751" providerId="LiveId" clId="{5B2C3894-F97E-4CAB-8812-5BB4D83AAC6A}" dt="2026-10-16T05:18:15.642" v="9590" actId="21"/>
          <ac:spMkLst>
            <pc:docMk/>
            <pc:sldMk cId="984258351" sldId="280"/>
            <ac:spMk id="338" creationId="{94A59C45-1D13-34AD-29CD-5A46539330DF}"/>
          </ac:spMkLst>
        </pc:spChg>
        <pc:spChg chg="add del mod">
          <ac:chgData name="musukie52@gmail.com" userId="017bd91f96aa8751" providerId="LiveId" clId="{5B2C3894-F97E-4CAB-8812-5BB4D83AAC6A}" dt="2026-10-16T05:18:25.382" v="9595" actId="21"/>
          <ac:spMkLst>
            <pc:docMk/>
            <pc:sldMk cId="984258351" sldId="280"/>
            <ac:spMk id="342" creationId="{A1A3A0D3-CBBC-DC4F-B34F-3BF67D14594D}"/>
          </ac:spMkLst>
        </pc:spChg>
        <pc:spChg chg="add del mod">
          <ac:chgData name="musukie52@gmail.com" userId="017bd91f96aa8751" providerId="LiveId" clId="{5B2C3894-F97E-4CAB-8812-5BB4D83AAC6A}" dt="2026-10-16T05:18:55.243" v="9603" actId="21"/>
          <ac:spMkLst>
            <pc:docMk/>
            <pc:sldMk cId="984258351" sldId="280"/>
            <ac:spMk id="346" creationId="{67F61017-5735-20B4-6028-60FC155A11F5}"/>
          </ac:spMkLst>
        </pc:spChg>
        <pc:grpChg chg="add 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45" creationId="{5BDFD628-D273-6261-9920-141C687FB0E7}"/>
          </ac:grpSpMkLst>
        </pc:grpChg>
        <pc:grpChg chg="add 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48" creationId="{CCB12D75-E056-08A9-E381-5DC1515F1F4E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53" creationId="{F7B5ADFC-8A7E-D3FD-8EBD-EB77A1A680E2}"/>
          </ac:grpSpMkLst>
        </pc:grpChg>
        <pc:grpChg chg="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56" creationId="{17BE3D5B-9F92-520E-4DB4-6D7C706D0628}"/>
          </ac:grpSpMkLst>
        </pc:grpChg>
        <pc:grpChg chg="add del mod">
          <ac:chgData name="musukie52@gmail.com" userId="017bd91f96aa8751" providerId="LiveId" clId="{5B2C3894-F97E-4CAB-8812-5BB4D83AAC6A}" dt="2026-10-16T01:29:31.075" v="5634" actId="21"/>
          <ac:grpSpMkLst>
            <pc:docMk/>
            <pc:sldMk cId="984258351" sldId="280"/>
            <ac:grpSpMk id="58" creationId="{838534D7-41BA-723B-FD8B-5B1208A43C0F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59" creationId="{E2596D95-0D01-EE37-7E2A-2FF9F367674B}"/>
          </ac:grpSpMkLst>
        </pc:grpChg>
        <pc:grpChg chg="add del mod">
          <ac:chgData name="musukie52@gmail.com" userId="017bd91f96aa8751" providerId="LiveId" clId="{5B2C3894-F97E-4CAB-8812-5BB4D83AAC6A}" dt="2026-10-16T01:29:31.075" v="5634" actId="21"/>
          <ac:grpSpMkLst>
            <pc:docMk/>
            <pc:sldMk cId="984258351" sldId="280"/>
            <ac:grpSpMk id="60" creationId="{8A6EF815-6D16-E169-A1FD-47DF49B0B947}"/>
          </ac:grpSpMkLst>
        </pc:grpChg>
        <pc:grpChg chg="add 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62" creationId="{7D158BA5-E046-ADE2-A269-73398117C8CF}"/>
          </ac:grpSpMkLst>
        </pc:grpChg>
        <pc:grpChg chg="del">
          <ac:chgData name="musukie52@gmail.com" userId="017bd91f96aa8751" providerId="LiveId" clId="{5B2C3894-F97E-4CAB-8812-5BB4D83AAC6A}" dt="2026-10-16T01:30:44.180" v="5656" actId="21"/>
          <ac:grpSpMkLst>
            <pc:docMk/>
            <pc:sldMk cId="984258351" sldId="280"/>
            <ac:grpSpMk id="64" creationId="{5BDFD628-D273-6261-9920-141C687FB0E7}"/>
          </ac:grpSpMkLst>
        </pc:grpChg>
        <pc:grpChg chg="add del mod">
          <ac:chgData name="musukie52@gmail.com" userId="017bd91f96aa8751" providerId="LiveId" clId="{5B2C3894-F97E-4CAB-8812-5BB4D83AAC6A}" dt="2026-10-16T01:30:44.180" v="5656" actId="21"/>
          <ac:grpSpMkLst>
            <pc:docMk/>
            <pc:sldMk cId="984258351" sldId="280"/>
            <ac:grpSpMk id="65" creationId="{CCB12D75-E056-08A9-E381-5DC1515F1F4E}"/>
          </ac:grpSpMkLst>
        </pc:grpChg>
        <pc:grpChg chg="add 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66" creationId="{8A6EF815-6D16-E169-A1FD-47DF49B0B947}"/>
          </ac:grpSpMkLst>
        </pc:grpChg>
        <pc:grpChg chg="add del mod">
          <ac:chgData name="musukie52@gmail.com" userId="017bd91f96aa8751" providerId="LiveId" clId="{5B2C3894-F97E-4CAB-8812-5BB4D83AAC6A}" dt="2026-10-16T01:33:01.016" v="5680" actId="21"/>
          <ac:grpSpMkLst>
            <pc:docMk/>
            <pc:sldMk cId="984258351" sldId="280"/>
            <ac:grpSpMk id="69" creationId="{838534D7-41BA-723B-FD8B-5B1208A43C0F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72" creationId="{C71182C3-753A-70E0-5BFE-72CA099C2004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75" creationId="{7D49406A-53E7-1892-CE81-3BE958760D29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78" creationId="{F54122E5-392A-127C-D2A1-2D66BF732BCF}"/>
          </ac:grpSpMkLst>
        </pc:grpChg>
        <pc:grpChg chg="del">
          <ac:chgData name="musukie52@gmail.com" userId="017bd91f96aa8751" providerId="LiveId" clId="{5B2C3894-F97E-4CAB-8812-5BB4D83AAC6A}" dt="2026-10-16T01:34:03.280" v="5711" actId="478"/>
          <ac:grpSpMkLst>
            <pc:docMk/>
            <pc:sldMk cId="984258351" sldId="280"/>
            <ac:grpSpMk id="81" creationId="{6D07BBAA-87F6-75FB-3647-7FF04E39A2AB}"/>
          </ac:grpSpMkLst>
        </pc:grpChg>
        <pc:grpChg chg="del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10" creationId="{C16FA12B-A5E1-BDCB-8F08-C1AFB7A3B23F}"/>
          </ac:grpSpMkLst>
        </pc:grpChg>
        <pc:grpChg chg="del mod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13" creationId="{FACA0041-3B3B-1627-9D4D-E2186F02211D}"/>
          </ac:grpSpMkLst>
        </pc:grpChg>
        <pc:grpChg chg="del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16" creationId="{E09C959D-C8B9-AFA4-D5C9-7ED047DA3B89}"/>
          </ac:grpSpMkLst>
        </pc:grpChg>
        <pc:grpChg chg="del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19" creationId="{646D32AD-C6DD-2EA6-F3E5-27F75614B6B5}"/>
          </ac:grpSpMkLst>
        </pc:grpChg>
        <pc:grpChg chg="del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22" creationId="{01C052C9-12E6-F2C2-C507-56D79ED42484}"/>
          </ac:grpSpMkLst>
        </pc:grpChg>
        <pc:grpChg chg="del">
          <ac:chgData name="musukie52@gmail.com" userId="017bd91f96aa8751" providerId="LiveId" clId="{5B2C3894-F97E-4CAB-8812-5BB4D83AAC6A}" dt="2026-10-16T01:44:18.937" v="5887" actId="478"/>
          <ac:grpSpMkLst>
            <pc:docMk/>
            <pc:sldMk cId="984258351" sldId="280"/>
            <ac:grpSpMk id="125" creationId="{F3B689D0-32DA-E770-24E0-DB41A1AEE90A}"/>
          </ac:grpSpMkLst>
        </pc:grpChg>
        <pc:grpChg chg="add del mod">
          <ac:chgData name="musukie52@gmail.com" userId="017bd91f96aa8751" providerId="LiveId" clId="{5B2C3894-F97E-4CAB-8812-5BB4D83AAC6A}" dt="2026-10-16T01:40:44.472" v="5812" actId="165"/>
          <ac:grpSpMkLst>
            <pc:docMk/>
            <pc:sldMk cId="984258351" sldId="280"/>
            <ac:grpSpMk id="195" creationId="{E5473D08-0FEE-901A-91E6-9FC6B266A2DC}"/>
          </ac:grpSpMkLst>
        </pc:grpChg>
        <pc:grpChg chg="add del mod">
          <ac:chgData name="musukie52@gmail.com" userId="017bd91f96aa8751" providerId="LiveId" clId="{5B2C3894-F97E-4CAB-8812-5BB4D83AAC6A}" dt="2026-10-16T01:41:26.478" v="5839" actId="165"/>
          <ac:grpSpMkLst>
            <pc:docMk/>
            <pc:sldMk cId="984258351" sldId="280"/>
            <ac:grpSpMk id="198" creationId="{710C6A04-8BE5-6C35-C679-BBE29B1B7AA1}"/>
          </ac:grpSpMkLst>
        </pc:grpChg>
        <pc:grpChg chg="add del mod">
          <ac:chgData name="musukie52@gmail.com" userId="017bd91f96aa8751" providerId="LiveId" clId="{5B2C3894-F97E-4CAB-8812-5BB4D83AAC6A}" dt="2026-10-16T01:43:24.280" v="5879" actId="21"/>
          <ac:grpSpMkLst>
            <pc:docMk/>
            <pc:sldMk cId="984258351" sldId="280"/>
            <ac:grpSpMk id="199" creationId="{7A740EFA-83DF-3342-CBEB-C2B3E33F2B24}"/>
          </ac:grpSpMkLst>
        </pc:grpChg>
        <pc:grpChg chg="add del mod">
          <ac:chgData name="musukie52@gmail.com" userId="017bd91f96aa8751" providerId="LiveId" clId="{5B2C3894-F97E-4CAB-8812-5BB4D83AAC6A}" dt="2026-10-16T01:43:24.280" v="5879" actId="21"/>
          <ac:grpSpMkLst>
            <pc:docMk/>
            <pc:sldMk cId="984258351" sldId="280"/>
            <ac:grpSpMk id="202" creationId="{32FFD565-EC14-D521-C3E9-C7623E04A753}"/>
          </ac:grpSpMkLst>
        </pc:grpChg>
        <pc:grpChg chg="add del mod">
          <ac:chgData name="musukie52@gmail.com" userId="017bd91f96aa8751" providerId="LiveId" clId="{5B2C3894-F97E-4CAB-8812-5BB4D83AAC6A}" dt="2026-10-16T01:43:24.280" v="5879" actId="21"/>
          <ac:grpSpMkLst>
            <pc:docMk/>
            <pc:sldMk cId="984258351" sldId="280"/>
            <ac:grpSpMk id="203" creationId="{FCDA6C42-4797-1BE2-2A0F-D35F1E4D4898}"/>
          </ac:grpSpMkLst>
        </pc:grpChg>
        <pc:grpChg chg="add del mod">
          <ac:chgData name="musukie52@gmail.com" userId="017bd91f96aa8751" providerId="LiveId" clId="{5B2C3894-F97E-4CAB-8812-5BB4D83AAC6A}" dt="2026-10-16T01:43:24.280" v="5879" actId="21"/>
          <ac:grpSpMkLst>
            <pc:docMk/>
            <pc:sldMk cId="984258351" sldId="280"/>
            <ac:grpSpMk id="206" creationId="{895F5E5B-AFC2-BB81-8B45-9DC2FAC15104}"/>
          </ac:grpSpMkLst>
        </pc:grpChg>
        <pc:grpChg chg="del mod">
          <ac:chgData name="musukie52@gmail.com" userId="017bd91f96aa8751" providerId="LiveId" clId="{5B2C3894-F97E-4CAB-8812-5BB4D83AAC6A}" dt="2026-10-16T01:46:20.335" v="5946" actId="21"/>
          <ac:grpSpMkLst>
            <pc:docMk/>
            <pc:sldMk cId="984258351" sldId="280"/>
            <ac:grpSpMk id="212" creationId="{32FFD565-EC14-D521-C3E9-C7623E04A753}"/>
          </ac:grpSpMkLst>
        </pc:grpChg>
        <pc:grpChg chg="del">
          <ac:chgData name="musukie52@gmail.com" userId="017bd91f96aa8751" providerId="LiveId" clId="{5B2C3894-F97E-4CAB-8812-5BB4D83AAC6A}" dt="2026-10-16T01:44:22.320" v="5888" actId="21"/>
          <ac:grpSpMkLst>
            <pc:docMk/>
            <pc:sldMk cId="984258351" sldId="280"/>
            <ac:grpSpMk id="215" creationId="{7A740EFA-83DF-3342-CBEB-C2B3E33F2B24}"/>
          </ac:grpSpMkLst>
        </pc:grpChg>
        <pc:grpChg chg="del">
          <ac:chgData name="musukie52@gmail.com" userId="017bd91f96aa8751" providerId="LiveId" clId="{5B2C3894-F97E-4CAB-8812-5BB4D83AAC6A}" dt="2026-10-16T01:44:22.320" v="5888" actId="21"/>
          <ac:grpSpMkLst>
            <pc:docMk/>
            <pc:sldMk cId="984258351" sldId="280"/>
            <ac:grpSpMk id="218" creationId="{FCDA6C42-4797-1BE2-2A0F-D35F1E4D4898}"/>
          </ac:grpSpMkLst>
        </pc:grpChg>
        <pc:grpChg chg="del mod">
          <ac:chgData name="musukie52@gmail.com" userId="017bd91f96aa8751" providerId="LiveId" clId="{5B2C3894-F97E-4CAB-8812-5BB4D83AAC6A}" dt="2026-10-16T01:46:20.335" v="5946" actId="21"/>
          <ac:grpSpMkLst>
            <pc:docMk/>
            <pc:sldMk cId="984258351" sldId="280"/>
            <ac:grpSpMk id="222" creationId="{895F5E5B-AFC2-BB81-8B45-9DC2FAC15104}"/>
          </ac:grpSpMkLst>
        </pc:grpChg>
        <pc:grpChg chg="add del mod">
          <ac:chgData name="musukie52@gmail.com" userId="017bd91f96aa8751" providerId="LiveId" clId="{5B2C3894-F97E-4CAB-8812-5BB4D83AAC6A}" dt="2026-10-16T01:46:20.335" v="5946" actId="21"/>
          <ac:grpSpMkLst>
            <pc:docMk/>
            <pc:sldMk cId="984258351" sldId="280"/>
            <ac:grpSpMk id="225" creationId="{7A740EFA-83DF-3342-CBEB-C2B3E33F2B24}"/>
          </ac:grpSpMkLst>
        </pc:grpChg>
        <pc:grpChg chg="add del mod">
          <ac:chgData name="musukie52@gmail.com" userId="017bd91f96aa8751" providerId="LiveId" clId="{5B2C3894-F97E-4CAB-8812-5BB4D83AAC6A}" dt="2026-10-16T01:46:20.335" v="5946" actId="21"/>
          <ac:grpSpMkLst>
            <pc:docMk/>
            <pc:sldMk cId="984258351" sldId="280"/>
            <ac:grpSpMk id="228" creationId="{FCDA6C42-4797-1BE2-2A0F-D35F1E4D4898}"/>
          </ac:grpSpMkLst>
        </pc:grpChg>
        <pc:grpChg chg="add del mod">
          <ac:chgData name="musukie52@gmail.com" userId="017bd91f96aa8751" providerId="LiveId" clId="{5B2C3894-F97E-4CAB-8812-5BB4D83AAC6A}" dt="2026-10-16T01:57:22.442" v="6191" actId="165"/>
          <ac:grpSpMkLst>
            <pc:docMk/>
            <pc:sldMk cId="984258351" sldId="280"/>
            <ac:grpSpMk id="256" creationId="{4DAD0C4F-3FD3-C498-71C7-552387636758}"/>
          </ac:grpSpMkLst>
        </pc:grpChg>
        <pc:grpChg chg="add del mod">
          <ac:chgData name="musukie52@gmail.com" userId="017bd91f96aa8751" providerId="LiveId" clId="{5B2C3894-F97E-4CAB-8812-5BB4D83AAC6A}" dt="2026-10-16T02:01:07.747" v="6261" actId="21"/>
          <ac:grpSpMkLst>
            <pc:docMk/>
            <pc:sldMk cId="984258351" sldId="280"/>
            <ac:grpSpMk id="264" creationId="{4336074E-88EC-50E4-C4A0-996C33B5B481}"/>
          </ac:grpSpMkLst>
        </pc:grpChg>
        <pc:grpChg chg="add del mod">
          <ac:chgData name="musukie52@gmail.com" userId="017bd91f96aa8751" providerId="LiveId" clId="{5B2C3894-F97E-4CAB-8812-5BB4D83AAC6A}" dt="2026-10-16T02:01:07.747" v="6261" actId="21"/>
          <ac:grpSpMkLst>
            <pc:docMk/>
            <pc:sldMk cId="984258351" sldId="280"/>
            <ac:grpSpMk id="265" creationId="{C40710F7-4D0B-5191-C14C-6ACD8229B2A8}"/>
          </ac:grpSpMkLst>
        </pc:grpChg>
        <pc:grpChg chg="add del mod">
          <ac:chgData name="musukie52@gmail.com" userId="017bd91f96aa8751" providerId="LiveId" clId="{5B2C3894-F97E-4CAB-8812-5BB4D83AAC6A}" dt="2026-10-16T02:01:07.747" v="6261" actId="21"/>
          <ac:grpSpMkLst>
            <pc:docMk/>
            <pc:sldMk cId="984258351" sldId="280"/>
            <ac:grpSpMk id="268" creationId="{96D5C138-10CF-A27D-B9EA-7CAAA313BABE}"/>
          </ac:grpSpMkLst>
        </pc:grpChg>
        <pc:grpChg chg="add del mod">
          <ac:chgData name="musukie52@gmail.com" userId="017bd91f96aa8751" providerId="LiveId" clId="{5B2C3894-F97E-4CAB-8812-5BB4D83AAC6A}" dt="2026-10-16T02:01:07.747" v="6261" actId="21"/>
          <ac:grpSpMkLst>
            <pc:docMk/>
            <pc:sldMk cId="984258351" sldId="280"/>
            <ac:grpSpMk id="271" creationId="{47E3F2E1-9D53-2932-9771-6334277259D3}"/>
          </ac:grpSpMkLst>
        </pc:grpChg>
        <pc:grpChg chg="add del mod">
          <ac:chgData name="musukie52@gmail.com" userId="017bd91f96aa8751" providerId="LiveId" clId="{5B2C3894-F97E-4CAB-8812-5BB4D83AAC6A}" dt="2026-10-16T02:30:54.928" v="6830" actId="21"/>
          <ac:grpSpMkLst>
            <pc:docMk/>
            <pc:sldMk cId="984258351" sldId="280"/>
            <ac:grpSpMk id="274" creationId="{2FDAB13E-7496-8460-62BF-4C27028FEF87}"/>
          </ac:grpSpMkLst>
        </pc:grpChg>
        <pc:picChg chg="add del">
          <ac:chgData name="musukie52@gmail.com" userId="017bd91f96aa8751" providerId="LiveId" clId="{5B2C3894-F97E-4CAB-8812-5BB4D83AAC6A}" dt="2026-10-16T05:31:16.431" v="9748" actId="21"/>
          <ac:picMkLst>
            <pc:docMk/>
            <pc:sldMk cId="984258351" sldId="280"/>
            <ac:picMk id="3" creationId="{6D2146D6-621A-5BD2-6445-D1CF24BE3938}"/>
          </ac:picMkLst>
        </pc:picChg>
        <pc:picChg chg="add del mod">
          <ac:chgData name="musukie52@gmail.com" userId="017bd91f96aa8751" providerId="LiveId" clId="{5B2C3894-F97E-4CAB-8812-5BB4D83AAC6A}" dt="2026-10-16T05:31:16.431" v="9748" actId="21"/>
          <ac:picMkLst>
            <pc:docMk/>
            <pc:sldMk cId="984258351" sldId="280"/>
            <ac:picMk id="5" creationId="{D0960485-9B1A-E45D-D9E3-6A24328359B0}"/>
          </ac:picMkLst>
        </pc:picChg>
        <pc:picChg chg="add del mod">
          <ac:chgData name="musukie52@gmail.com" userId="017bd91f96aa8751" providerId="LiveId" clId="{5B2C3894-F97E-4CAB-8812-5BB4D83AAC6A}" dt="2026-10-16T01:34:44.786" v="5723" actId="478"/>
          <ac:picMkLst>
            <pc:docMk/>
            <pc:sldMk cId="984258351" sldId="280"/>
            <ac:picMk id="97" creationId="{7296F710-9108-6ED3-6A1A-DB990FCF83C7}"/>
          </ac:picMkLst>
        </pc:picChg>
        <pc:picChg chg="add del mod">
          <ac:chgData name="musukie52@gmail.com" userId="017bd91f96aa8751" providerId="LiveId" clId="{5B2C3894-F97E-4CAB-8812-5BB4D83AAC6A}" dt="2026-10-16T01:35:34.834" v="5736" actId="21"/>
          <ac:picMkLst>
            <pc:docMk/>
            <pc:sldMk cId="984258351" sldId="280"/>
            <ac:picMk id="99" creationId="{B23A34DB-0156-4CD4-B701-2ECA4902340D}"/>
          </ac:picMkLst>
        </pc:picChg>
        <pc:picChg chg="add del mod modCrop">
          <ac:chgData name="musukie52@gmail.com" userId="017bd91f96aa8751" providerId="LiveId" clId="{5B2C3894-F97E-4CAB-8812-5BB4D83AAC6A}" dt="2026-10-16T01:43:24.280" v="5879" actId="21"/>
          <ac:picMkLst>
            <pc:docMk/>
            <pc:sldMk cId="984258351" sldId="280"/>
            <ac:picMk id="105" creationId="{0CD66A72-97D4-73F4-A23A-1487D410C289}"/>
          </ac:picMkLst>
        </pc:picChg>
        <pc:picChg chg="del">
          <ac:chgData name="musukie52@gmail.com" userId="017bd91f96aa8751" providerId="LiveId" clId="{5B2C3894-F97E-4CAB-8812-5BB4D83AAC6A}" dt="2026-10-16T01:44:18.937" v="5887" actId="478"/>
          <ac:picMkLst>
            <pc:docMk/>
            <pc:sldMk cId="984258351" sldId="280"/>
            <ac:picMk id="194" creationId="{3E57B7CB-3FA4-E1D7-C444-D40920650D7D}"/>
          </ac:picMkLst>
        </pc:picChg>
        <pc:picChg chg="del mod">
          <ac:chgData name="musukie52@gmail.com" userId="017bd91f96aa8751" providerId="LiveId" clId="{5B2C3894-F97E-4CAB-8812-5BB4D83AAC6A}" dt="2026-10-16T01:46:20.335" v="5946" actId="21"/>
          <ac:picMkLst>
            <pc:docMk/>
            <pc:sldMk cId="984258351" sldId="280"/>
            <ac:picMk id="211" creationId="{0CD66A72-97D4-73F4-A23A-1487D410C289}"/>
          </ac:picMkLst>
        </pc:picChg>
        <pc:picChg chg="add del mod">
          <ac:chgData name="musukie52@gmail.com" userId="017bd91f96aa8751" providerId="LiveId" clId="{5B2C3894-F97E-4CAB-8812-5BB4D83AAC6A}" dt="2026-10-16T01:49:35.906" v="6026" actId="21"/>
          <ac:picMkLst>
            <pc:docMk/>
            <pc:sldMk cId="984258351" sldId="280"/>
            <ac:picMk id="236" creationId="{35498557-8996-B096-426D-3586CF58B28A}"/>
          </ac:picMkLst>
        </pc:picChg>
        <pc:picChg chg="add del">
          <ac:chgData name="musukie52@gmail.com" userId="017bd91f96aa8751" providerId="LiveId" clId="{5B2C3894-F97E-4CAB-8812-5BB4D83AAC6A}" dt="2026-10-16T01:49:22.844" v="6016" actId="22"/>
          <ac:picMkLst>
            <pc:docMk/>
            <pc:sldMk cId="984258351" sldId="280"/>
            <ac:picMk id="243" creationId="{7B0A4109-EF4C-2FD1-8B9E-7EE514F0750F}"/>
          </ac:picMkLst>
        </pc:picChg>
        <pc:picChg chg="add del mod">
          <ac:chgData name="musukie52@gmail.com" userId="017bd91f96aa8751" providerId="LiveId" clId="{5B2C3894-F97E-4CAB-8812-5BB4D83AAC6A}" dt="2026-10-16T01:49:57.252" v="6057" actId="21"/>
          <ac:picMkLst>
            <pc:docMk/>
            <pc:sldMk cId="984258351" sldId="280"/>
            <ac:picMk id="249" creationId="{CCBC0A7A-98E8-CAED-1EBD-0BB96E8A984E}"/>
          </ac:picMkLst>
        </pc:picChg>
        <pc:picChg chg="add del">
          <ac:chgData name="musukie52@gmail.com" userId="017bd91f96aa8751" providerId="LiveId" clId="{5B2C3894-F97E-4CAB-8812-5BB4D83AAC6A}" dt="2026-10-16T01:52:47.194" v="6139" actId="478"/>
          <ac:picMkLst>
            <pc:docMk/>
            <pc:sldMk cId="984258351" sldId="280"/>
            <ac:picMk id="253" creationId="{2746F81D-785A-82DC-9236-D114611BFA7E}"/>
          </ac:picMkLst>
        </pc:picChg>
        <pc:picChg chg="add del mod">
          <ac:chgData name="musukie52@gmail.com" userId="017bd91f96aa8751" providerId="LiveId" clId="{5B2C3894-F97E-4CAB-8812-5BB4D83AAC6A}" dt="2026-10-16T01:52:48.413" v="6140" actId="21"/>
          <ac:picMkLst>
            <pc:docMk/>
            <pc:sldMk cId="984258351" sldId="280"/>
            <ac:picMk id="255" creationId="{046E81AC-1EBC-AA23-F9B7-771491B0C40C}"/>
          </ac:picMkLst>
        </pc:picChg>
        <pc:picChg chg="add del mod modCrop">
          <ac:chgData name="musukie52@gmail.com" userId="017bd91f96aa8751" providerId="LiveId" clId="{5B2C3894-F97E-4CAB-8812-5BB4D83AAC6A}" dt="2026-10-16T02:01:07.747" v="6261" actId="21"/>
          <ac:picMkLst>
            <pc:docMk/>
            <pc:sldMk cId="984258351" sldId="280"/>
            <ac:picMk id="261" creationId="{DECFD16D-9772-498D-256F-9BCA33A3874D}"/>
          </ac:picMkLst>
        </pc:picChg>
        <pc:picChg chg="mod">
          <ac:chgData name="musukie52@gmail.com" userId="017bd91f96aa8751" providerId="LiveId" clId="{5B2C3894-F97E-4CAB-8812-5BB4D83AAC6A}" dt="2026-10-16T02:30:01.089" v="6734"/>
          <ac:picMkLst>
            <pc:docMk/>
            <pc:sldMk cId="984258351" sldId="280"/>
            <ac:picMk id="277" creationId="{B5144D92-46A3-6A09-3D8B-27F06A8C5EFA}"/>
          </ac:picMkLst>
        </pc:picChg>
        <pc:picChg chg="add del mod">
          <ac:chgData name="musukie52@gmail.com" userId="017bd91f96aa8751" providerId="LiveId" clId="{5B2C3894-F97E-4CAB-8812-5BB4D83AAC6A}" dt="2026-10-16T02:55:23.963" v="7614" actId="21"/>
          <ac:picMkLst>
            <pc:docMk/>
            <pc:sldMk cId="984258351" sldId="280"/>
            <ac:picMk id="281" creationId="{B52B5246-FE68-4E39-DAD1-4FCEA416F696}"/>
          </ac:picMkLst>
        </pc:picChg>
        <pc:picChg chg="add del">
          <ac:chgData name="musukie52@gmail.com" userId="017bd91f96aa8751" providerId="LiveId" clId="{5B2C3894-F97E-4CAB-8812-5BB4D83AAC6A}" dt="2026-10-16T02:55:51.371" v="7626" actId="21"/>
          <ac:picMkLst>
            <pc:docMk/>
            <pc:sldMk cId="984258351" sldId="280"/>
            <ac:picMk id="288" creationId="{4D7E2A4F-9C18-C646-8E75-EA4D51207E5B}"/>
          </ac:picMkLst>
        </pc:picChg>
        <pc:picChg chg="add del mod">
          <ac:chgData name="musukie52@gmail.com" userId="017bd91f96aa8751" providerId="LiveId" clId="{5B2C3894-F97E-4CAB-8812-5BB4D83AAC6A}" dt="2026-10-16T02:57:14.396" v="7653" actId="21"/>
          <ac:picMkLst>
            <pc:docMk/>
            <pc:sldMk cId="984258351" sldId="280"/>
            <ac:picMk id="298" creationId="{7AE62A3C-4133-B14B-526C-4153D0837DDE}"/>
          </ac:picMkLst>
        </pc:picChg>
        <pc:picChg chg="add del mod modCrop">
          <ac:chgData name="musukie52@gmail.com" userId="017bd91f96aa8751" providerId="LiveId" clId="{5B2C3894-F97E-4CAB-8812-5BB4D83AAC6A}" dt="2026-10-16T02:57:48.514" v="7664" actId="21"/>
          <ac:picMkLst>
            <pc:docMk/>
            <pc:sldMk cId="984258351" sldId="280"/>
            <ac:picMk id="300" creationId="{BBE60904-D660-F062-CA6F-177B102D3B06}"/>
          </ac:picMkLst>
        </pc:picChg>
        <pc:picChg chg="add del">
          <ac:chgData name="musukie52@gmail.com" userId="017bd91f96aa8751" providerId="LiveId" clId="{5B2C3894-F97E-4CAB-8812-5BB4D83AAC6A}" dt="2026-10-16T02:58:03.656" v="7671" actId="21"/>
          <ac:picMkLst>
            <pc:docMk/>
            <pc:sldMk cId="984258351" sldId="280"/>
            <ac:picMk id="306" creationId="{455BB17F-92D2-E312-AF76-BDC0FFA52B09}"/>
          </ac:picMkLst>
        </pc:picChg>
        <pc:picChg chg="add del mod modCrop">
          <ac:chgData name="musukie52@gmail.com" userId="017bd91f96aa8751" providerId="LiveId" clId="{5B2C3894-F97E-4CAB-8812-5BB4D83AAC6A}" dt="2026-10-16T02:58:38.343" v="7684" actId="21"/>
          <ac:picMkLst>
            <pc:docMk/>
            <pc:sldMk cId="984258351" sldId="280"/>
            <ac:picMk id="308" creationId="{8B34B41E-FEE0-388E-BEA9-1442C208BF68}"/>
          </ac:picMkLst>
        </pc:picChg>
        <pc:picChg chg="add del mod">
          <ac:chgData name="musukie52@gmail.com" userId="017bd91f96aa8751" providerId="LiveId" clId="{5B2C3894-F97E-4CAB-8812-5BB4D83AAC6A}" dt="2026-10-16T03:05:27.194" v="7980" actId="21"/>
          <ac:picMkLst>
            <pc:docMk/>
            <pc:sldMk cId="984258351" sldId="280"/>
            <ac:picMk id="310" creationId="{F64A5028-1003-BFB9-22F1-1721780C5AD8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12" creationId="{52742B16-B5FE-7B24-676C-A91F5A5D96DB}"/>
          </ac:picMkLst>
        </pc:picChg>
        <pc:picChg chg="add del">
          <ac:chgData name="musukie52@gmail.com" userId="017bd91f96aa8751" providerId="LiveId" clId="{5B2C3894-F97E-4CAB-8812-5BB4D83AAC6A}" dt="2026-10-16T05:16:57.774" v="9567" actId="21"/>
          <ac:picMkLst>
            <pc:docMk/>
            <pc:sldMk cId="984258351" sldId="280"/>
            <ac:picMk id="314" creationId="{217947F9-DE99-F81D-B926-58AA4641AC6E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16" creationId="{F52E161D-C6AC-612A-F55F-74BAF9CB727D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18" creationId="{A9698018-1CA4-EEE2-5524-CF0DDBCF9EE3}"/>
          </ac:picMkLst>
        </pc:picChg>
        <pc:picChg chg="add del">
          <ac:chgData name="musukie52@gmail.com" userId="017bd91f96aa8751" providerId="LiveId" clId="{5B2C3894-F97E-4CAB-8812-5BB4D83AAC6A}" dt="2026-10-16T05:16:57.774" v="9567" actId="21"/>
          <ac:picMkLst>
            <pc:docMk/>
            <pc:sldMk cId="984258351" sldId="280"/>
            <ac:picMk id="320" creationId="{8AE53257-3F73-16AA-577C-E8B099015C23}"/>
          </ac:picMkLst>
        </pc:picChg>
        <pc:picChg chg="add del">
          <ac:chgData name="musukie52@gmail.com" userId="017bd91f96aa8751" providerId="LiveId" clId="{5B2C3894-F97E-4CAB-8812-5BB4D83AAC6A}" dt="2026-10-16T05:16:57.774" v="9567" actId="21"/>
          <ac:picMkLst>
            <pc:docMk/>
            <pc:sldMk cId="984258351" sldId="280"/>
            <ac:picMk id="322" creationId="{84C447EC-4697-3705-B8B6-98281917F256}"/>
          </ac:picMkLst>
        </pc:picChg>
        <pc:picChg chg="add del">
          <ac:chgData name="musukie52@gmail.com" userId="017bd91f96aa8751" providerId="LiveId" clId="{5B2C3894-F97E-4CAB-8812-5BB4D83AAC6A}" dt="2026-10-16T05:17:15.216" v="9572" actId="21"/>
          <ac:picMkLst>
            <pc:docMk/>
            <pc:sldMk cId="984258351" sldId="280"/>
            <ac:picMk id="324" creationId="{9D7C9031-F692-274C-256D-4CCF2E50FA6E}"/>
          </ac:picMkLst>
        </pc:picChg>
        <pc:picChg chg="add del">
          <ac:chgData name="musukie52@gmail.com" userId="017bd91f96aa8751" providerId="LiveId" clId="{5B2C3894-F97E-4CAB-8812-5BB4D83AAC6A}" dt="2026-10-16T05:17:15.216" v="9572" actId="21"/>
          <ac:picMkLst>
            <pc:docMk/>
            <pc:sldMk cId="984258351" sldId="280"/>
            <ac:picMk id="326" creationId="{1291C9BD-550B-EBD0-C25F-46864734A9E4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28" creationId="{5ACDA48D-0D90-F458-2D0F-DA4B40DB6BAD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30" creationId="{2168C9D1-30C0-DFBC-935C-0E3B1042A702}"/>
          </ac:picMkLst>
        </pc:picChg>
        <pc:picChg chg="add del mod">
          <ac:chgData name="musukie52@gmail.com" userId="017bd91f96aa8751" providerId="LiveId" clId="{5B2C3894-F97E-4CAB-8812-5BB4D83AAC6A}" dt="2026-10-16T05:17:42.170" v="9579" actId="21"/>
          <ac:picMkLst>
            <pc:docMk/>
            <pc:sldMk cId="984258351" sldId="280"/>
            <ac:picMk id="332" creationId="{CA066220-4F13-05DE-37DC-4F09FA0C178E}"/>
          </ac:picMkLst>
        </pc:picChg>
        <pc:picChg chg="add del">
          <ac:chgData name="musukie52@gmail.com" userId="017bd91f96aa8751" providerId="LiveId" clId="{5B2C3894-F97E-4CAB-8812-5BB4D83AAC6A}" dt="2026-10-16T05:18:02.184" v="9585" actId="21"/>
          <ac:picMkLst>
            <pc:docMk/>
            <pc:sldMk cId="984258351" sldId="280"/>
            <ac:picMk id="336" creationId="{210603B4-9571-D495-EDB0-203D431548E9}"/>
          </ac:picMkLst>
        </pc:picChg>
        <pc:picChg chg="add del">
          <ac:chgData name="musukie52@gmail.com" userId="017bd91f96aa8751" providerId="LiveId" clId="{5B2C3894-F97E-4CAB-8812-5BB4D83AAC6A}" dt="2026-10-16T05:18:15.642" v="9590" actId="21"/>
          <ac:picMkLst>
            <pc:docMk/>
            <pc:sldMk cId="984258351" sldId="280"/>
            <ac:picMk id="340" creationId="{55F59FB3-C0AD-557B-5B62-112873FF84FA}"/>
          </ac:picMkLst>
        </pc:picChg>
        <pc:picChg chg="add del">
          <ac:chgData name="musukie52@gmail.com" userId="017bd91f96aa8751" providerId="LiveId" clId="{5B2C3894-F97E-4CAB-8812-5BB4D83AAC6A}" dt="2026-10-16T05:18:25.382" v="9595" actId="21"/>
          <ac:picMkLst>
            <pc:docMk/>
            <pc:sldMk cId="984258351" sldId="280"/>
            <ac:picMk id="344" creationId="{67519B3C-939E-87DC-9A27-47741AE32CBC}"/>
          </ac:picMkLst>
        </pc:picChg>
        <pc:picChg chg="add del">
          <ac:chgData name="musukie52@gmail.com" userId="017bd91f96aa8751" providerId="LiveId" clId="{5B2C3894-F97E-4CAB-8812-5BB4D83AAC6A}" dt="2026-10-16T05:18:55.243" v="9603" actId="21"/>
          <ac:picMkLst>
            <pc:docMk/>
            <pc:sldMk cId="984258351" sldId="280"/>
            <ac:picMk id="348" creationId="{302B277D-1963-00AE-2EA4-588CD3E70B5D}"/>
          </ac:picMkLst>
        </pc:picChg>
      </pc:sldChg>
      <pc:sldChg chg="add del">
        <pc:chgData name="musukie52@gmail.com" userId="017bd91f96aa8751" providerId="LiveId" clId="{5B2C3894-F97E-4CAB-8812-5BB4D83AAC6A}" dt="2026-10-15T10:59:37.329" v="4724"/>
        <pc:sldMkLst>
          <pc:docMk/>
          <pc:sldMk cId="1609995798" sldId="280"/>
        </pc:sldMkLst>
      </pc:sldChg>
      <pc:sldChg chg="addSp delSp modSp new del mod">
        <pc:chgData name="musukie52@gmail.com" userId="017bd91f96aa8751" providerId="LiveId" clId="{5B2C3894-F97E-4CAB-8812-5BB4D83AAC6A}" dt="2026-10-16T03:05:00.061" v="7974" actId="47"/>
        <pc:sldMkLst>
          <pc:docMk/>
          <pc:sldMk cId="3460603048" sldId="281"/>
        </pc:sldMkLst>
        <pc:spChg chg="del">
          <ac:chgData name="musukie52@gmail.com" userId="017bd91f96aa8751" providerId="LiveId" clId="{5B2C3894-F97E-4CAB-8812-5BB4D83AAC6A}" dt="2026-10-16T01:35:38.689" v="5738" actId="478"/>
          <ac:spMkLst>
            <pc:docMk/>
            <pc:sldMk cId="3460603048" sldId="281"/>
            <ac:spMk id="2" creationId="{F2CF5C15-FD0F-5F89-BE17-3CD296FA142A}"/>
          </ac:spMkLst>
        </pc:spChg>
        <pc:spChg chg="del">
          <ac:chgData name="musukie52@gmail.com" userId="017bd91f96aa8751" providerId="LiveId" clId="{5B2C3894-F97E-4CAB-8812-5BB4D83AAC6A}" dt="2026-10-16T01:35:38.689" v="5738" actId="478"/>
          <ac:spMkLst>
            <pc:docMk/>
            <pc:sldMk cId="3460603048" sldId="281"/>
            <ac:spMk id="3" creationId="{33C4A8E6-810F-1160-5B99-463DA6C5F720}"/>
          </ac:spMkLst>
        </pc:spChg>
        <pc:spChg chg="add del">
          <ac:chgData name="musukie52@gmail.com" userId="017bd91f96aa8751" providerId="LiveId" clId="{5B2C3894-F97E-4CAB-8812-5BB4D83AAC6A}" dt="2026-10-16T01:37:03.737" v="5762" actId="21"/>
          <ac:spMkLst>
            <pc:docMk/>
            <pc:sldMk cId="3460603048" sldId="281"/>
            <ac:spMk id="5" creationId="{95EE5D68-101E-93FC-AEF1-AD9D3F546647}"/>
          </ac:spMkLst>
        </pc:spChg>
        <pc:spChg chg="add del mod">
          <ac:chgData name="musukie52@gmail.com" userId="017bd91f96aa8751" providerId="LiveId" clId="{5B2C3894-F97E-4CAB-8812-5BB4D83AAC6A}" dt="2026-10-16T01:37:03.737" v="5762" actId="21"/>
          <ac:spMkLst>
            <pc:docMk/>
            <pc:sldMk cId="3460603048" sldId="281"/>
            <ac:spMk id="7" creationId="{C6B91235-CF92-3EA9-509C-80139D5F1F43}"/>
          </ac:spMkLst>
        </pc:spChg>
        <pc:spChg chg="add del mod">
          <ac:chgData name="musukie52@gmail.com" userId="017bd91f96aa8751" providerId="LiveId" clId="{5B2C3894-F97E-4CAB-8812-5BB4D83AAC6A}" dt="2026-10-16T01:36:56.760" v="5759" actId="478"/>
          <ac:spMkLst>
            <pc:docMk/>
            <pc:sldMk cId="3460603048" sldId="281"/>
            <ac:spMk id="10" creationId="{5F35C123-EB79-AF89-FED3-8A8A057E7F63}"/>
          </ac:spMkLst>
        </pc:spChg>
        <pc:spChg chg="add del mod">
          <ac:chgData name="musukie52@gmail.com" userId="017bd91f96aa8751" providerId="LiveId" clId="{5B2C3894-F97E-4CAB-8812-5BB4D83AAC6A}" dt="2026-10-16T01:36:56.760" v="5759" actId="478"/>
          <ac:spMkLst>
            <pc:docMk/>
            <pc:sldMk cId="3460603048" sldId="281"/>
            <ac:spMk id="12" creationId="{96F113FE-592B-9547-1CA7-A3C8A53BFCCB}"/>
          </ac:spMkLst>
        </pc:spChg>
        <pc:spChg chg="mod">
          <ac:chgData name="musukie52@gmail.com" userId="017bd91f96aa8751" providerId="LiveId" clId="{5B2C3894-F97E-4CAB-8812-5BB4D83AAC6A}" dt="2026-10-16T01:37:52.543" v="5783"/>
          <ac:spMkLst>
            <pc:docMk/>
            <pc:sldMk cId="3460603048" sldId="281"/>
            <ac:spMk id="74" creationId="{D224677A-C803-162B-C423-2D2EA3A604D7}"/>
          </ac:spMkLst>
        </pc:spChg>
        <pc:spChg chg="mod">
          <ac:chgData name="musukie52@gmail.com" userId="017bd91f96aa8751" providerId="LiveId" clId="{5B2C3894-F97E-4CAB-8812-5BB4D83AAC6A}" dt="2026-10-16T01:37:52.543" v="5783"/>
          <ac:spMkLst>
            <pc:docMk/>
            <pc:sldMk cId="3460603048" sldId="281"/>
            <ac:spMk id="75" creationId="{B35B44FF-AB92-D7E9-2C2A-65C97689B0BF}"/>
          </ac:spMkLst>
        </pc:spChg>
        <pc:spChg chg="mod">
          <ac:chgData name="musukie52@gmail.com" userId="017bd91f96aa8751" providerId="LiveId" clId="{5B2C3894-F97E-4CAB-8812-5BB4D83AAC6A}" dt="2026-10-16T01:37:52.543" v="5783"/>
          <ac:spMkLst>
            <pc:docMk/>
            <pc:sldMk cId="3460603048" sldId="281"/>
            <ac:spMk id="77" creationId="{1FF5D2D1-B55B-D290-1ECB-41689D7037D4}"/>
          </ac:spMkLst>
        </pc:spChg>
        <pc:spChg chg="mod">
          <ac:chgData name="musukie52@gmail.com" userId="017bd91f96aa8751" providerId="LiveId" clId="{5B2C3894-F97E-4CAB-8812-5BB4D83AAC6A}" dt="2026-10-16T01:37:52.543" v="5783"/>
          <ac:spMkLst>
            <pc:docMk/>
            <pc:sldMk cId="3460603048" sldId="281"/>
            <ac:spMk id="78" creationId="{416AF091-365D-F328-965A-C87A76619845}"/>
          </ac:spMkLst>
        </pc:spChg>
        <pc:spChg chg="add del mod">
          <ac:chgData name="musukie52@gmail.com" userId="017bd91f96aa8751" providerId="LiveId" clId="{5B2C3894-F97E-4CAB-8812-5BB4D83AAC6A}" dt="2026-10-16T01:38:12.475" v="5785" actId="21"/>
          <ac:spMkLst>
            <pc:docMk/>
            <pc:sldMk cId="3460603048" sldId="281"/>
            <ac:spMk id="97" creationId="{9B420B42-15AE-04A4-0FD8-28AA037E8626}"/>
          </ac:spMkLst>
        </pc:spChg>
        <pc:spChg chg="add del mod">
          <ac:chgData name="musukie52@gmail.com" userId="017bd91f96aa8751" providerId="LiveId" clId="{5B2C3894-F97E-4CAB-8812-5BB4D83AAC6A}" dt="2026-10-16T01:38:12.475" v="5785" actId="21"/>
          <ac:spMkLst>
            <pc:docMk/>
            <pc:sldMk cId="3460603048" sldId="281"/>
            <ac:spMk id="99" creationId="{C6079738-4A7C-D2BC-A360-4FF3B4FDF124}"/>
          </ac:spMkLst>
        </pc:spChg>
        <pc:grpChg chg="add del mod">
          <ac:chgData name="musukie52@gmail.com" userId="017bd91f96aa8751" providerId="LiveId" clId="{5B2C3894-F97E-4CAB-8812-5BB4D83AAC6A}" dt="2026-10-16T01:38:12.475" v="5785" actId="21"/>
          <ac:grpSpMkLst>
            <pc:docMk/>
            <pc:sldMk cId="3460603048" sldId="281"/>
            <ac:grpSpMk id="73" creationId="{8A6EF815-6D16-E169-A1FD-47DF49B0B947}"/>
          </ac:grpSpMkLst>
        </pc:grpChg>
        <pc:grpChg chg="add del mod">
          <ac:chgData name="musukie52@gmail.com" userId="017bd91f96aa8751" providerId="LiveId" clId="{5B2C3894-F97E-4CAB-8812-5BB4D83AAC6A}" dt="2026-10-16T01:38:12.475" v="5785" actId="21"/>
          <ac:grpSpMkLst>
            <pc:docMk/>
            <pc:sldMk cId="3460603048" sldId="281"/>
            <ac:grpSpMk id="76" creationId="{838534D7-41BA-723B-FD8B-5B1208A43C0F}"/>
          </ac:grpSpMkLst>
        </pc:grpChg>
        <pc:picChg chg="add del mod">
          <ac:chgData name="musukie52@gmail.com" userId="017bd91f96aa8751" providerId="LiveId" clId="{5B2C3894-F97E-4CAB-8812-5BB4D83AAC6A}" dt="2026-10-16T01:37:03.737" v="5762" actId="21"/>
          <ac:picMkLst>
            <pc:docMk/>
            <pc:sldMk cId="3460603048" sldId="281"/>
            <ac:picMk id="9" creationId="{AE71D7E4-807E-75D1-5059-80C254FBBFB6}"/>
          </ac:picMkLst>
        </pc:picChg>
        <pc:picChg chg="add del mod">
          <ac:chgData name="musukie52@gmail.com" userId="017bd91f96aa8751" providerId="LiveId" clId="{5B2C3894-F97E-4CAB-8812-5BB4D83AAC6A}" dt="2026-10-16T01:38:12.475" v="5785" actId="21"/>
          <ac:picMkLst>
            <pc:docMk/>
            <pc:sldMk cId="3460603048" sldId="281"/>
            <ac:picMk id="101" creationId="{35286903-C7F6-062E-E88B-1901C3D6337E}"/>
          </ac:picMkLst>
        </pc:picChg>
      </pc:sldChg>
      <pc:sldChg chg="addSp delSp modSp add mod">
        <pc:chgData name="musukie52@gmail.com" userId="017bd91f96aa8751" providerId="LiveId" clId="{5B2C3894-F97E-4CAB-8812-5BB4D83AAC6A}" dt="2026-10-16T03:12:21.210" v="8047"/>
        <pc:sldMkLst>
          <pc:docMk/>
          <pc:sldMk cId="3798698139" sldId="281"/>
        </pc:sldMkLst>
        <pc:spChg chg="add mod">
          <ac:chgData name="musukie52@gmail.com" userId="017bd91f96aa8751" providerId="LiveId" clId="{5B2C3894-F97E-4CAB-8812-5BB4D83AAC6A}" dt="2026-10-16T03:09:07.588" v="8017" actId="767"/>
          <ac:spMkLst>
            <pc:docMk/>
            <pc:sldMk cId="3798698139" sldId="281"/>
            <ac:spMk id="2" creationId="{6FABCC9E-F8B8-2FFE-2331-7670C3E02C02}"/>
          </ac:spMkLst>
        </pc:spChg>
        <pc:spChg chg="add mod">
          <ac:chgData name="musukie52@gmail.com" userId="017bd91f96aa8751" providerId="LiveId" clId="{5B2C3894-F97E-4CAB-8812-5BB4D83AAC6A}" dt="2026-10-16T03:12:21.210" v="8047"/>
          <ac:spMkLst>
            <pc:docMk/>
            <pc:sldMk cId="3798698139" sldId="281"/>
            <ac:spMk id="3" creationId="{F0B9D2DE-4876-724F-3393-473FEF97A649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35" creationId="{916BC3C8-3ABB-78B3-A0E2-E2450E0922CC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37" creationId="{8A2EE932-4544-8892-8A1B-DF5EA8660FF1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39" creationId="{66144009-827D-9733-2A95-69D5780588B8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41" creationId="{3DA13172-9C3E-EC16-D9CD-5CBEF00BE465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43" creationId="{4EC88543-A927-19FE-94ED-F6638B8013C9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45" creationId="{D8BE447B-F328-72ED-379F-C60EB831F1AD}"/>
          </ac:spMkLst>
        </pc:spChg>
        <pc:spChg chg="del">
          <ac:chgData name="musukie52@gmail.com" userId="017bd91f96aa8751" providerId="LiveId" clId="{5B2C3894-F97E-4CAB-8812-5BB4D83AAC6A}" dt="2026-10-16T03:10:19.057" v="8024" actId="478"/>
          <ac:spMkLst>
            <pc:docMk/>
            <pc:sldMk cId="3798698139" sldId="281"/>
            <ac:spMk id="47" creationId="{F46641FA-63DC-02D1-11D4-2CE1A7C1A9F7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49" creationId="{3CDC5F10-CDF9-49E2-FCE2-0299F39E0BB9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51" creationId="{4FF7BC87-894B-50DD-9BA2-A8D9C9FDB631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53" creationId="{92DE1812-6DDA-F145-A97C-D231943F3C87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55" creationId="{AB32335C-CE21-887E-93C3-69B0AD005EF4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57" creationId="{355570EC-36D4-D870-6200-7043A98666B2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59" creationId="{0383FADF-6F76-1BFB-390A-20F2C009EE38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61" creationId="{265627E4-B3B6-4322-6CF9-6298F2443C4F}"/>
          </ac:spMkLst>
        </pc:spChg>
        <pc:spChg chg="del">
          <ac:chgData name="musukie52@gmail.com" userId="017bd91f96aa8751" providerId="LiveId" clId="{5B2C3894-F97E-4CAB-8812-5BB4D83AAC6A}" dt="2026-10-16T03:10:21.563" v="8025" actId="478"/>
          <ac:spMkLst>
            <pc:docMk/>
            <pc:sldMk cId="3798698139" sldId="281"/>
            <ac:spMk id="63" creationId="{136C4675-E394-66A8-C40F-1EC211A2B5CC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81" creationId="{97B8455C-7D1D-08C3-1E2A-C691EFE2798A}"/>
          </ac:spMkLst>
        </pc:spChg>
        <pc:spChg chg="del">
          <ac:chgData name="musukie52@gmail.com" userId="017bd91f96aa8751" providerId="LiveId" clId="{5B2C3894-F97E-4CAB-8812-5BB4D83AAC6A}" dt="2026-10-16T03:12:03.565" v="8029" actId="478"/>
          <ac:spMkLst>
            <pc:docMk/>
            <pc:sldMk cId="3798698139" sldId="281"/>
            <ac:spMk id="84" creationId="{7EF1C2D5-105B-C983-87F9-C280F2E4C7D3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89" creationId="{271E1121-0D76-3BBE-165D-2F44EDBCA758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3" creationId="{CE470864-CE66-CA59-EBB7-6838E1E6F393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4" creationId="{6DB1FED0-C5A0-A828-73CE-4A4349E0C906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107" creationId="{BDD49202-D98E-CCF9-811F-4D05D0306ADA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55" creationId="{A5ECE511-975C-9E60-59F7-78BA87D27A8B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73" creationId="{B8D0B568-B674-891B-6690-3B12348FAC89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77" creationId="{90AA21F2-9D5F-5B6C-CD81-E212B1DFA6AC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80" creationId="{22D39AE5-0874-3036-61A4-68130B11807B}"/>
          </ac:spMkLst>
        </pc:spChg>
        <pc:spChg chg="mod">
          <ac:chgData name="musukie52@gmail.com" userId="017bd91f96aa8751" providerId="LiveId" clId="{5B2C3894-F97E-4CAB-8812-5BB4D83AAC6A}" dt="2026-10-16T03:08:31.571" v="8015" actId="2085"/>
          <ac:spMkLst>
            <pc:docMk/>
            <pc:sldMk cId="3798698139" sldId="281"/>
            <ac:spMk id="284" creationId="{FF725D74-052B-0FC1-9038-3CA7A4891823}"/>
          </ac:spMkLst>
        </pc:spChg>
        <pc:spChg chg="mod">
          <ac:chgData name="musukie52@gmail.com" userId="017bd91f96aa8751" providerId="LiveId" clId="{5B2C3894-F97E-4CAB-8812-5BB4D83AAC6A}" dt="2026-10-16T03:09:06.643" v="8016" actId="1076"/>
          <ac:spMkLst>
            <pc:docMk/>
            <pc:sldMk cId="3798698139" sldId="281"/>
            <ac:spMk id="292" creationId="{326F0BAF-1499-7F5E-9D55-4A42AAC806A7}"/>
          </ac:spMkLst>
        </pc:spChg>
        <pc:spChg chg="mod">
          <ac:chgData name="musukie52@gmail.com" userId="017bd91f96aa8751" providerId="LiveId" clId="{5B2C3894-F97E-4CAB-8812-5BB4D83AAC6A}" dt="2026-10-16T03:08:13.986" v="8014" actId="1076"/>
          <ac:spMkLst>
            <pc:docMk/>
            <pc:sldMk cId="3798698139" sldId="281"/>
            <ac:spMk id="383" creationId="{8D159185-FCD5-AF15-AEBD-C8C098F2F404}"/>
          </ac:spMkLst>
        </pc:spChg>
        <pc:spChg chg="mod">
          <ac:chgData name="musukie52@gmail.com" userId="017bd91f96aa8751" providerId="LiveId" clId="{5B2C3894-F97E-4CAB-8812-5BB4D83AAC6A}" dt="2026-10-16T03:08:13.986" v="8014" actId="1076"/>
          <ac:spMkLst>
            <pc:docMk/>
            <pc:sldMk cId="3798698139" sldId="281"/>
            <ac:spMk id="385" creationId="{1583F427-EFCD-F532-F736-A9078A473EBA}"/>
          </ac:spMkLst>
        </pc:s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102" creationId="{5BCACC66-BD8D-7C21-3C39-FECCE532739B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12" creationId="{5AC4CD5C-8618-3087-3E0D-0AA6009461B3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0" creationId="{7AA2F1AF-5722-5FE8-0EBE-D38EC44005EC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1" creationId="{A922D715-319B-36F1-A47E-55971C871A19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53" creationId="{DC9FBEC3-8183-142E-5BCC-20615D366427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65" creationId="{A78055F7-AAA4-2B1A-0F1B-48DB551FB118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74" creationId="{55A97417-0CB0-87D0-2DB4-BFF859992762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79" creationId="{D13B611C-A971-7FC7-BEBF-F5160E19B16A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85" creationId="{E6BA847E-4E89-7409-4D28-9CB84479DA08}"/>
          </ac:grpSpMkLst>
        </pc:grpChg>
        <pc:grpChg chg="mod">
          <ac:chgData name="musukie52@gmail.com" userId="017bd91f96aa8751" providerId="LiveId" clId="{5B2C3894-F97E-4CAB-8812-5BB4D83AAC6A}" dt="2026-10-16T03:09:32.126" v="8021" actId="1035"/>
          <ac:grpSpMkLst>
            <pc:docMk/>
            <pc:sldMk cId="3798698139" sldId="281"/>
            <ac:grpSpMk id="288" creationId="{C3963123-55AE-28EB-ED9A-5A88146124A0}"/>
          </ac:grpSpMkLst>
        </pc:grpChg>
        <pc:picChg chg="del">
          <ac:chgData name="musukie52@gmail.com" userId="017bd91f96aa8751" providerId="LiveId" clId="{5B2C3894-F97E-4CAB-8812-5BB4D83AAC6A}" dt="2026-10-16T03:08:07.722" v="8013" actId="478"/>
          <ac:picMkLst>
            <pc:docMk/>
            <pc:sldMk cId="3798698139" sldId="281"/>
            <ac:picMk id="389" creationId="{5E5D54AA-54A9-B9FB-840B-19DF01E6A90C}"/>
          </ac:picMkLst>
        </pc:picChg>
        <pc:cxnChg chg="add mod">
          <ac:chgData name="musukie52@gmail.com" userId="017bd91f96aa8751" providerId="LiveId" clId="{5B2C3894-F97E-4CAB-8812-5BB4D83AAC6A}" dt="2026-10-16T03:12:20.019" v="8045" actId="20577"/>
          <ac:cxnSpMkLst>
            <pc:docMk/>
            <pc:sldMk cId="3798698139" sldId="281"/>
            <ac:cxnSpMk id="4" creationId="{DEE35D06-4455-6FFA-7056-643D38B4DC66}"/>
          </ac:cxnSpMkLst>
        </pc:cxnChg>
        <pc:cxnChg chg="del mod">
          <ac:chgData name="musukie52@gmail.com" userId="017bd91f96aa8751" providerId="LiveId" clId="{5B2C3894-F97E-4CAB-8812-5BB4D83AAC6A}" dt="2026-10-16T03:12:03.565" v="8029" actId="478"/>
          <ac:cxnSpMkLst>
            <pc:docMk/>
            <pc:sldMk cId="3798698139" sldId="281"/>
            <ac:cxnSpMk id="88" creationId="{7AB3D029-D9D7-A327-24A0-063943566ADA}"/>
          </ac:cxnSpMkLst>
        </pc:cxnChg>
      </pc:sldChg>
      <pc:sldChg chg="addSp delSp modSp add mod">
        <pc:chgData name="musukie52@gmail.com" userId="017bd91f96aa8751" providerId="LiveId" clId="{5B2C3894-F97E-4CAB-8812-5BB4D83AAC6A}" dt="2026-10-16T05:31:50.116" v="9753" actId="14100"/>
        <pc:sldMkLst>
          <pc:docMk/>
          <pc:sldMk cId="1721976728" sldId="282"/>
        </pc:sldMkLst>
        <pc:spChg chg="add mod">
          <ac:chgData name="musukie52@gmail.com" userId="017bd91f96aa8751" providerId="LiveId" clId="{5B2C3894-F97E-4CAB-8812-5BB4D83AAC6A}" dt="2026-10-16T03:21:24.954" v="8203" actId="20577"/>
          <ac:spMkLst>
            <pc:docMk/>
            <pc:sldMk cId="1721976728" sldId="282"/>
            <ac:spMk id="4" creationId="{71046702-9877-27A5-3B38-85A63CEE0A6A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7" creationId="{258FCBF9-536B-7FF5-59A9-1F7338A8EB32}"/>
          </ac:spMkLst>
        </pc:spChg>
        <pc:spChg chg="add del mod">
          <ac:chgData name="musukie52@gmail.com" userId="017bd91f96aa8751" providerId="LiveId" clId="{5B2C3894-F97E-4CAB-8812-5BB4D83AAC6A}" dt="2026-10-16T05:17:56.868" v="9582" actId="21"/>
          <ac:spMkLst>
            <pc:docMk/>
            <pc:sldMk cId="1721976728" sldId="282"/>
            <ac:spMk id="10" creationId="{ACACA1F8-D5E6-E5EF-EE8D-A03092D95F60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12" creationId="{39271271-BE2B-60A5-DCD8-4918222CD0AC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14" creationId="{9C8F4989-C203-B531-CE0D-9F7F76EE28F3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16" creationId="{22438A4C-7D99-CC60-B822-5784AF328114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18" creationId="{9324AC9F-7750-580F-B0F7-9D893AC4A7AA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22" creationId="{7E841C52-790A-D72F-4F70-859132DADCF5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24" creationId="{FBFFF596-6A9D-B62F-6023-652E61424F1E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32" creationId="{6B44854C-7636-4977-F0D1-E25FF798069C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36" creationId="{54697664-CBC9-2368-1ADC-F7CE0693B69D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38" creationId="{199A8D97-3ECF-1431-7374-2BA4B30B0A6A}"/>
          </ac:spMkLst>
        </pc:spChg>
        <pc:spChg chg="add">
          <ac:chgData name="musukie52@gmail.com" userId="017bd91f96aa8751" providerId="LiveId" clId="{5B2C3894-F97E-4CAB-8812-5BB4D83AAC6A}" dt="2026-10-16T03:25:12.058" v="8287" actId="22"/>
          <ac:spMkLst>
            <pc:docMk/>
            <pc:sldMk cId="1721976728" sldId="282"/>
            <ac:spMk id="40" creationId="{05C54E52-19FC-D780-2168-8068BB398DC1}"/>
          </ac:spMkLst>
        </pc:spChg>
        <pc:spChg chg="add mod">
          <ac:chgData name="musukie52@gmail.com" userId="017bd91f96aa8751" providerId="LiveId" clId="{5B2C3894-F97E-4CAB-8812-5BB4D83AAC6A}" dt="2026-10-16T05:16:00.541" v="9552" actId="1076"/>
          <ac:spMkLst>
            <pc:docMk/>
            <pc:sldMk cId="1721976728" sldId="282"/>
            <ac:spMk id="42" creationId="{4DCFE253-9329-35FE-4367-CE7BF4C870BB}"/>
          </ac:spMkLst>
        </pc:spChg>
        <pc:spChg chg="add mod">
          <ac:chgData name="musukie52@gmail.com" userId="017bd91f96aa8751" providerId="LiveId" clId="{5B2C3894-F97E-4CAB-8812-5BB4D83AAC6A}" dt="2026-10-16T05:16:00.541" v="9552" actId="1076"/>
          <ac:spMkLst>
            <pc:docMk/>
            <pc:sldMk cId="1721976728" sldId="282"/>
            <ac:spMk id="44" creationId="{3D0C7546-B556-CB0C-CEB9-EF1D3B96D715}"/>
          </ac:spMkLst>
        </pc:spChg>
        <pc:spChg chg="add del mod">
          <ac:chgData name="musukie52@gmail.com" userId="017bd91f96aa8751" providerId="LiveId" clId="{5B2C3894-F97E-4CAB-8812-5BB4D83AAC6A}" dt="2026-10-16T05:18:44.975" v="9599" actId="21"/>
          <ac:spMkLst>
            <pc:docMk/>
            <pc:sldMk cId="1721976728" sldId="282"/>
            <ac:spMk id="47" creationId="{AE475104-3CB3-F490-32D4-C68519FF5B14}"/>
          </ac:spMkLst>
        </pc:spChg>
        <pc:spChg chg="add del mod">
          <ac:chgData name="musukie52@gmail.com" userId="017bd91f96aa8751" providerId="LiveId" clId="{5B2C3894-F97E-4CAB-8812-5BB4D83AAC6A}" dt="2026-10-16T05:18:08.966" v="9587" actId="21"/>
          <ac:spMkLst>
            <pc:docMk/>
            <pc:sldMk cId="1721976728" sldId="282"/>
            <ac:spMk id="49" creationId="{47DD5068-98FE-BE6C-14C1-8E9E636A9499}"/>
          </ac:spMkLst>
        </pc:spChg>
        <pc:spChg chg="add del mod">
          <ac:chgData name="musukie52@gmail.com" userId="017bd91f96aa8751" providerId="LiveId" clId="{5B2C3894-F97E-4CAB-8812-5BB4D83AAC6A}" dt="2026-10-16T05:18:18.623" v="9592" actId="21"/>
          <ac:spMkLst>
            <pc:docMk/>
            <pc:sldMk cId="1721976728" sldId="282"/>
            <ac:spMk id="51" creationId="{E5F870D3-961F-DD08-9DB3-1DBEAD6AD6E4}"/>
          </ac:spMkLst>
        </pc:spChg>
        <pc:spChg chg="mod">
          <ac:chgData name="musukie52@gmail.com" userId="017bd91f96aa8751" providerId="LiveId" clId="{5B2C3894-F97E-4CAB-8812-5BB4D83AAC6A}" dt="2026-10-16T03:15:26.063" v="8093"/>
          <ac:spMkLst>
            <pc:docMk/>
            <pc:sldMk cId="1721976728" sldId="282"/>
            <ac:spMk id="56" creationId="{7EF96214-E7E9-4EB8-4C50-68B439587883}"/>
          </ac:spMkLst>
        </pc:spChg>
        <pc:spChg chg="add mod">
          <ac:chgData name="musukie52@gmail.com" userId="017bd91f96aa8751" providerId="LiveId" clId="{5B2C3894-F97E-4CAB-8812-5BB4D83AAC6A}" dt="2026-10-16T05:13:58.288" v="9526" actId="1076"/>
          <ac:spMkLst>
            <pc:docMk/>
            <pc:sldMk cId="1721976728" sldId="282"/>
            <ac:spMk id="67" creationId="{8FBC5184-2554-CF00-D813-D96A6E9800B3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70" creationId="{2E6F25F6-AB0A-D31D-6CA6-33AA9BD8075D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72" creationId="{0E43E8BF-8F28-724F-F800-65B71E7CBCC6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73" creationId="{0BA81A24-4B58-8386-70C6-5054B8221E5F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75" creationId="{EB9AC11D-16A1-28B8-2A82-F739B9D6C4FD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77" creationId="{6FE7D880-3862-13E5-45F8-B5627FF3541B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79" creationId="{7FF246BA-F730-6408-85CA-C8B71E01FECC}"/>
          </ac:spMkLst>
        </pc:spChg>
        <pc:spChg chg="add mod">
          <ac:chgData name="musukie52@gmail.com" userId="017bd91f96aa8751" providerId="LiveId" clId="{5B2C3894-F97E-4CAB-8812-5BB4D83AAC6A}" dt="2026-10-16T05:13:54.585" v="9525" actId="1076"/>
          <ac:spMkLst>
            <pc:docMk/>
            <pc:sldMk cId="1721976728" sldId="282"/>
            <ac:spMk id="81" creationId="{3199CA29-E942-81BA-8F0D-F425DD07CDD3}"/>
          </ac:spMkLst>
        </pc:spChg>
        <pc:spChg chg="add mod">
          <ac:chgData name="musukie52@gmail.com" userId="017bd91f96aa8751" providerId="LiveId" clId="{5B2C3894-F97E-4CAB-8812-5BB4D83AAC6A}" dt="2026-10-16T05:27:11.010" v="9682" actId="1076"/>
          <ac:spMkLst>
            <pc:docMk/>
            <pc:sldMk cId="1721976728" sldId="282"/>
            <ac:spMk id="110" creationId="{7CEAEAC7-796D-254E-91B7-FEB22A481257}"/>
          </ac:spMkLst>
        </pc:spChg>
        <pc:spChg chg="add">
          <ac:chgData name="musukie52@gmail.com" userId="017bd91f96aa8751" providerId="LiveId" clId="{5B2C3894-F97E-4CAB-8812-5BB4D83AAC6A}" dt="2026-10-16T05:18:16.752" v="9591" actId="22"/>
          <ac:spMkLst>
            <pc:docMk/>
            <pc:sldMk cId="1721976728" sldId="282"/>
            <ac:spMk id="114" creationId="{98E7ABD5-085D-C095-BDCB-C192F692F8EA}"/>
          </ac:spMkLst>
        </pc:spChg>
        <pc:spChg chg="add mod">
          <ac:chgData name="musukie52@gmail.com" userId="017bd91f96aa8751" providerId="LiveId" clId="{5B2C3894-F97E-4CAB-8812-5BB4D83AAC6A}" dt="2026-10-16T05:18:37.704" v="9598" actId="1076"/>
          <ac:spMkLst>
            <pc:docMk/>
            <pc:sldMk cId="1721976728" sldId="282"/>
            <ac:spMk id="118" creationId="{AAAC574F-6D26-B191-16CA-358FF88EA809}"/>
          </ac:spMkLst>
        </pc:spChg>
        <pc:spChg chg="add mod">
          <ac:chgData name="musukie52@gmail.com" userId="017bd91f96aa8751" providerId="LiveId" clId="{5B2C3894-F97E-4CAB-8812-5BB4D83AAC6A}" dt="2026-10-16T05:28:51.159" v="9732" actId="1076"/>
          <ac:spMkLst>
            <pc:docMk/>
            <pc:sldMk cId="1721976728" sldId="282"/>
            <ac:spMk id="122" creationId="{497F3FD9-EFE5-4232-A7EF-5B95AF14FA08}"/>
          </ac:spMkLst>
        </pc:spChg>
        <pc:spChg chg="add del mod">
          <ac:chgData name="musukie52@gmail.com" userId="017bd91f96aa8751" providerId="LiveId" clId="{5B2C3894-F97E-4CAB-8812-5BB4D83AAC6A}" dt="2026-10-16T05:19:45.955" v="9624" actId="478"/>
          <ac:spMkLst>
            <pc:docMk/>
            <pc:sldMk cId="1721976728" sldId="282"/>
            <ac:spMk id="126" creationId="{128BB0EC-F45F-EA86-57CF-3230B07AB765}"/>
          </ac:spMkLst>
        </pc:spChg>
        <pc:spChg chg="add del mod">
          <ac:chgData name="musukie52@gmail.com" userId="017bd91f96aa8751" providerId="LiveId" clId="{5B2C3894-F97E-4CAB-8812-5BB4D83AAC6A}" dt="2026-10-16T05:20:19.520" v="9678" actId="478"/>
          <ac:spMkLst>
            <pc:docMk/>
            <pc:sldMk cId="1721976728" sldId="282"/>
            <ac:spMk id="128" creationId="{371C2AEE-A93E-C8EA-0AD8-3333667DA7E6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65" creationId="{29F12061-5EE1-B34F-0C8B-1A7824916575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69" creationId="{678C7867-12FC-EBBD-D38B-2377FB6998AA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73" creationId="{30D50FB1-1398-033A-EFCD-4BA0A1C1B3D8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75" creationId="{AB8B83E3-107A-CF4E-D294-8F146C9DB7FE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79" creationId="{A551E1CB-AAFD-BD86-50E9-A8BD64C0E438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90" creationId="{6EC9E5F4-30FB-6081-1D64-3493AA21AE4E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92" creationId="{8A079ED2-ADFF-9743-6BA0-B34391594E61}"/>
          </ac:spMkLst>
        </pc:spChg>
        <pc:spChg chg="del">
          <ac:chgData name="musukie52@gmail.com" userId="017bd91f96aa8751" providerId="LiveId" clId="{5B2C3894-F97E-4CAB-8812-5BB4D83AAC6A}" dt="2026-10-16T03:15:01.651" v="8064" actId="478"/>
          <ac:spMkLst>
            <pc:docMk/>
            <pc:sldMk cId="1721976728" sldId="282"/>
            <ac:spMk id="198" creationId="{2EDA8257-E8F6-3460-8A48-72FC7C781E40}"/>
          </ac:spMkLst>
        </pc:spChg>
        <pc:picChg chg="add del mod modCrop">
          <ac:chgData name="musukie52@gmail.com" userId="017bd91f96aa8751" providerId="LiveId" clId="{5B2C3894-F97E-4CAB-8812-5BB4D83AAC6A}" dt="2026-10-16T05:31:10.311" v="9745" actId="21"/>
          <ac:picMkLst>
            <pc:docMk/>
            <pc:sldMk cId="1721976728" sldId="282"/>
            <ac:picMk id="3" creationId="{1EB32F9D-9E1C-1517-626B-3D5F536582D4}"/>
          </ac:picMkLst>
        </pc:picChg>
        <pc:picChg chg="add">
          <ac:chgData name="musukie52@gmail.com" userId="017bd91f96aa8751" providerId="LiveId" clId="{5B2C3894-F97E-4CAB-8812-5BB4D83AAC6A}" dt="2026-10-16T05:31:17.449" v="9749" actId="22"/>
          <ac:picMkLst>
            <pc:docMk/>
            <pc:sldMk cId="1721976728" sldId="282"/>
            <ac:picMk id="7" creationId="{FC021928-25BB-6707-5E0D-1CC91264BDB5}"/>
          </ac:picMkLst>
        </pc:picChg>
        <pc:picChg chg="add">
          <ac:chgData name="musukie52@gmail.com" userId="017bd91f96aa8751" providerId="LiveId" clId="{5B2C3894-F97E-4CAB-8812-5BB4D83AAC6A}" dt="2026-10-16T05:31:17.449" v="9749" actId="22"/>
          <ac:picMkLst>
            <pc:docMk/>
            <pc:sldMk cId="1721976728" sldId="282"/>
            <ac:picMk id="9" creationId="{BA7949C2-BF3D-00F4-F54D-2DF2055655B1}"/>
          </ac:picMkLst>
        </pc:picChg>
        <pc:picChg chg="add del mod">
          <ac:chgData name="musukie52@gmail.com" userId="017bd91f96aa8751" providerId="LiveId" clId="{5B2C3894-F97E-4CAB-8812-5BB4D83AAC6A}" dt="2026-10-16T03:31:07.914" v="8710" actId="478"/>
          <ac:picMkLst>
            <pc:docMk/>
            <pc:sldMk cId="1721976728" sldId="282"/>
            <ac:picMk id="53" creationId="{35AE3FFE-7E42-D2B0-7F38-FE26333630F4}"/>
          </ac:picMkLst>
        </pc:picChg>
        <pc:picChg chg="add del mod">
          <ac:chgData name="musukie52@gmail.com" userId="017bd91f96aa8751" providerId="LiveId" clId="{5B2C3894-F97E-4CAB-8812-5BB4D83AAC6A}" dt="2026-10-16T05:09:12.599" v="9483" actId="478"/>
          <ac:picMkLst>
            <pc:docMk/>
            <pc:sldMk cId="1721976728" sldId="282"/>
            <ac:picMk id="55" creationId="{C50B1D8C-D444-24BA-0739-1248C95459D2}"/>
          </ac:picMkLst>
        </pc:picChg>
        <pc:picChg chg="add del mod">
          <ac:chgData name="musukie52@gmail.com" userId="017bd91f96aa8751" providerId="LiveId" clId="{5B2C3894-F97E-4CAB-8812-5BB4D83AAC6A}" dt="2026-10-16T05:09:12.599" v="9483" actId="478"/>
          <ac:picMkLst>
            <pc:docMk/>
            <pc:sldMk cId="1721976728" sldId="282"/>
            <ac:picMk id="59" creationId="{37C20E35-C61C-B997-D28F-B1E2F449314C}"/>
          </ac:picMkLst>
        </pc:picChg>
        <pc:picChg chg="add del mod">
          <ac:chgData name="musukie52@gmail.com" userId="017bd91f96aa8751" providerId="LiveId" clId="{5B2C3894-F97E-4CAB-8812-5BB4D83AAC6A}" dt="2026-10-16T05:09:12.599" v="9483" actId="478"/>
          <ac:picMkLst>
            <pc:docMk/>
            <pc:sldMk cId="1721976728" sldId="282"/>
            <ac:picMk id="62" creationId="{C6ED30BC-C105-37A0-C678-4C22BD78A1BB}"/>
          </ac:picMkLst>
        </pc:picChg>
        <pc:picChg chg="add del mod">
          <ac:chgData name="musukie52@gmail.com" userId="017bd91f96aa8751" providerId="LiveId" clId="{5B2C3894-F97E-4CAB-8812-5BB4D83AAC6A}" dt="2026-10-16T05:09:12.599" v="9483" actId="478"/>
          <ac:picMkLst>
            <pc:docMk/>
            <pc:sldMk cId="1721976728" sldId="282"/>
            <ac:picMk id="64" creationId="{5619E904-BACE-4687-680B-A5707B7FA9C6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84" creationId="{389FA1C2-3481-F77F-79AA-00F7334E2113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86" creationId="{1235584C-F8B4-A914-F667-A954442C00B4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88" creationId="{7B131D4A-D151-9A3C-6A11-6CBE910CE026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90" creationId="{5CDE54D2-B900-634D-0403-709DD6BDD989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92" creationId="{42FE96AB-DD54-730C-11A0-DAB294ED0AE8}"/>
          </ac:picMkLst>
        </pc:picChg>
        <pc:picChg chg="add del mod">
          <ac:chgData name="musukie52@gmail.com" userId="017bd91f96aa8751" providerId="LiveId" clId="{5B2C3894-F97E-4CAB-8812-5BB4D83AAC6A}" dt="2026-10-16T05:16:20.562" v="9559" actId="21"/>
          <ac:picMkLst>
            <pc:docMk/>
            <pc:sldMk cId="1721976728" sldId="282"/>
            <ac:picMk id="94" creationId="{52935631-0D1F-FAC6-3753-6E5E372AFFAC}"/>
          </ac:picMkLst>
        </pc:picChg>
        <pc:picChg chg="add del">
          <ac:chgData name="musukie52@gmail.com" userId="017bd91f96aa8751" providerId="LiveId" clId="{5B2C3894-F97E-4CAB-8812-5BB4D83AAC6A}" dt="2026-10-16T05:18:44.975" v="9599" actId="21"/>
          <ac:picMkLst>
            <pc:docMk/>
            <pc:sldMk cId="1721976728" sldId="282"/>
            <ac:picMk id="98" creationId="{B799B476-7A26-4CD5-58E1-BB95BDDAE429}"/>
          </ac:picMkLst>
        </pc:picChg>
        <pc:picChg chg="add">
          <ac:chgData name="musukie52@gmail.com" userId="017bd91f96aa8751" providerId="LiveId" clId="{5B2C3894-F97E-4CAB-8812-5BB4D83AAC6A}" dt="2026-10-16T05:17:43.514" v="9580" actId="22"/>
          <ac:picMkLst>
            <pc:docMk/>
            <pc:sldMk cId="1721976728" sldId="282"/>
            <ac:picMk id="100" creationId="{F4B23810-E786-545F-3E8C-332A99E73790}"/>
          </ac:picMkLst>
        </pc:picChg>
        <pc:picChg chg="add del">
          <ac:chgData name="musukie52@gmail.com" userId="017bd91f96aa8751" providerId="LiveId" clId="{5B2C3894-F97E-4CAB-8812-5BB4D83AAC6A}" dt="2026-10-16T05:18:18.623" v="9592" actId="21"/>
          <ac:picMkLst>
            <pc:docMk/>
            <pc:sldMk cId="1721976728" sldId="282"/>
            <ac:picMk id="102" creationId="{8CBE6119-59E9-37D1-363F-F84D0F4EFF16}"/>
          </ac:picMkLst>
        </pc:picChg>
        <pc:picChg chg="add del">
          <ac:chgData name="musukie52@gmail.com" userId="017bd91f96aa8751" providerId="LiveId" clId="{5B2C3894-F97E-4CAB-8812-5BB4D83AAC6A}" dt="2026-10-16T05:17:56.868" v="9582" actId="21"/>
          <ac:picMkLst>
            <pc:docMk/>
            <pc:sldMk cId="1721976728" sldId="282"/>
            <ac:picMk id="104" creationId="{D2F34EFB-DECB-4FA7-936F-22FE48CFF3E8}"/>
          </ac:picMkLst>
        </pc:picChg>
        <pc:picChg chg="add del">
          <ac:chgData name="musukie52@gmail.com" userId="017bd91f96aa8751" providerId="LiveId" clId="{5B2C3894-F97E-4CAB-8812-5BB4D83AAC6A}" dt="2026-10-16T05:18:08.966" v="9587" actId="21"/>
          <ac:picMkLst>
            <pc:docMk/>
            <pc:sldMk cId="1721976728" sldId="282"/>
            <ac:picMk id="106" creationId="{E28D637D-72C3-2802-DAC4-4ACF78F612CF}"/>
          </ac:picMkLst>
        </pc:picChg>
        <pc:picChg chg="add">
          <ac:chgData name="musukie52@gmail.com" userId="017bd91f96aa8751" providerId="LiveId" clId="{5B2C3894-F97E-4CAB-8812-5BB4D83AAC6A}" dt="2026-10-16T05:17:43.514" v="9580" actId="22"/>
          <ac:picMkLst>
            <pc:docMk/>
            <pc:sldMk cId="1721976728" sldId="282"/>
            <ac:picMk id="108" creationId="{A15604B0-4462-1663-6A90-43436BFD48C6}"/>
          </ac:picMkLst>
        </pc:picChg>
        <pc:picChg chg="add del">
          <ac:chgData name="musukie52@gmail.com" userId="017bd91f96aa8751" providerId="LiveId" clId="{5B2C3894-F97E-4CAB-8812-5BB4D83AAC6A}" dt="2026-10-16T05:31:10.311" v="9745" actId="21"/>
          <ac:picMkLst>
            <pc:docMk/>
            <pc:sldMk cId="1721976728" sldId="282"/>
            <ac:picMk id="112" creationId="{D4E05268-4AFD-1BCF-05F1-145BE0BC432C}"/>
          </ac:picMkLst>
        </pc:picChg>
        <pc:picChg chg="add">
          <ac:chgData name="musukie52@gmail.com" userId="017bd91f96aa8751" providerId="LiveId" clId="{5B2C3894-F97E-4CAB-8812-5BB4D83AAC6A}" dt="2026-10-16T05:18:16.752" v="9591" actId="22"/>
          <ac:picMkLst>
            <pc:docMk/>
            <pc:sldMk cId="1721976728" sldId="282"/>
            <ac:picMk id="116" creationId="{98D097D3-FA7F-F96E-28FC-85F0582E2A79}"/>
          </ac:picMkLst>
        </pc:picChg>
        <pc:picChg chg="add">
          <ac:chgData name="musukie52@gmail.com" userId="017bd91f96aa8751" providerId="LiveId" clId="{5B2C3894-F97E-4CAB-8812-5BB4D83AAC6A}" dt="2026-10-16T05:18:26.270" v="9596" actId="22"/>
          <ac:picMkLst>
            <pc:docMk/>
            <pc:sldMk cId="1721976728" sldId="282"/>
            <ac:picMk id="120" creationId="{4135023F-725D-C5C8-80A5-A5A80CACDFF4}"/>
          </ac:picMkLst>
        </pc:picChg>
        <pc:picChg chg="add">
          <ac:chgData name="musukie52@gmail.com" userId="017bd91f96aa8751" providerId="LiveId" clId="{5B2C3894-F97E-4CAB-8812-5BB4D83AAC6A}" dt="2026-10-16T05:18:56.422" v="9604" actId="22"/>
          <ac:picMkLst>
            <pc:docMk/>
            <pc:sldMk cId="1721976728" sldId="282"/>
            <ac:picMk id="124" creationId="{1B365D47-2E16-BB82-ADAB-21F2BF1C6F33}"/>
          </ac:picMkLst>
        </pc:picChg>
        <pc:cxnChg chg="mod">
          <ac:chgData name="musukie52@gmail.com" userId="017bd91f96aa8751" providerId="LiveId" clId="{5B2C3894-F97E-4CAB-8812-5BB4D83AAC6A}" dt="2026-10-16T03:15:23.242" v="8090" actId="20577"/>
          <ac:cxnSpMkLst>
            <pc:docMk/>
            <pc:sldMk cId="1721976728" sldId="282"/>
            <ac:cxnSpMk id="6" creationId="{1DD064AE-F51A-6428-9B4D-6D575A8C1C7B}"/>
          </ac:cxnSpMkLst>
        </pc:cxnChg>
        <pc:cxnChg chg="add mod">
          <ac:chgData name="musukie52@gmail.com" userId="017bd91f96aa8751" providerId="LiveId" clId="{5B2C3894-F97E-4CAB-8812-5BB4D83AAC6A}" dt="2026-10-16T05:31:50.116" v="9753" actId="14100"/>
          <ac:cxnSpMkLst>
            <pc:docMk/>
            <pc:sldMk cId="1721976728" sldId="282"/>
            <ac:cxnSpMk id="11" creationId="{D88367FF-C8E5-CEEB-6479-4F11720FAB14}"/>
          </ac:cxnSpMkLst>
        </pc:cxnChg>
        <pc:cxnChg chg="add mod">
          <ac:chgData name="musukie52@gmail.com" userId="017bd91f96aa8751" providerId="LiveId" clId="{5B2C3894-F97E-4CAB-8812-5BB4D83AAC6A}" dt="2026-10-16T05:14:01.247" v="9527" actId="14100"/>
          <ac:cxnSpMkLst>
            <pc:docMk/>
            <pc:sldMk cId="1721976728" sldId="282"/>
            <ac:cxnSpMk id="65" creationId="{919189E9-542E-22FB-2C94-A63AF1BD1F26}"/>
          </ac:cxnSpMkLst>
        </pc:cxnChg>
      </pc:sldChg>
      <pc:sldChg chg="add del">
        <pc:chgData name="musukie52@gmail.com" userId="017bd91f96aa8751" providerId="LiveId" clId="{5B2C3894-F97E-4CAB-8812-5BB4D83AAC6A}" dt="2026-10-16T03:10:51.734" v="8027" actId="47"/>
        <pc:sldMkLst>
          <pc:docMk/>
          <pc:sldMk cId="2422893863" sldId="282"/>
        </pc:sldMkLst>
      </pc:sldChg>
      <pc:sldChg chg="add del">
        <pc:chgData name="musukie52@gmail.com" userId="017bd91f96aa8751" providerId="LiveId" clId="{5B2C3894-F97E-4CAB-8812-5BB4D83AAC6A}" dt="2026-10-16T02:51:33.116" v="7385" actId="47"/>
        <pc:sldMkLst>
          <pc:docMk/>
          <pc:sldMk cId="3268704201" sldId="282"/>
        </pc:sldMkLst>
      </pc:sldChg>
      <pc:sldChg chg="addSp delSp modSp new mod">
        <pc:chgData name="musukie52@gmail.com" userId="017bd91f96aa8751" providerId="LiveId" clId="{5B2C3894-F97E-4CAB-8812-5BB4D83AAC6A}" dt="2026-10-16T05:51:53.354" v="10359" actId="478"/>
        <pc:sldMkLst>
          <pc:docMk/>
          <pc:sldMk cId="1873389943" sldId="283"/>
        </pc:sldMkLst>
        <pc:spChg chg="del">
          <ac:chgData name="musukie52@gmail.com" userId="017bd91f96aa8751" providerId="LiveId" clId="{5B2C3894-F97E-4CAB-8812-5BB4D83AAC6A}" dt="2026-10-16T05:38:36.221" v="9755" actId="478"/>
          <ac:spMkLst>
            <pc:docMk/>
            <pc:sldMk cId="1873389943" sldId="283"/>
            <ac:spMk id="2" creationId="{B4CE803C-0C23-1F61-21FB-9F56796AD36C}"/>
          </ac:spMkLst>
        </pc:spChg>
        <pc:spChg chg="del">
          <ac:chgData name="musukie52@gmail.com" userId="017bd91f96aa8751" providerId="LiveId" clId="{5B2C3894-F97E-4CAB-8812-5BB4D83AAC6A}" dt="2026-10-16T05:38:36.221" v="9755" actId="478"/>
          <ac:spMkLst>
            <pc:docMk/>
            <pc:sldMk cId="1873389943" sldId="283"/>
            <ac:spMk id="3" creationId="{CC8E25EA-E05E-B206-C92A-F5BE7695F621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7" creationId="{CC89D5E3-291A-A5D9-3FC1-62F5BAA1AF79}"/>
          </ac:spMkLst>
        </pc:spChg>
        <pc:spChg chg="add mod">
          <ac:chgData name="musukie52@gmail.com" userId="017bd91f96aa8751" providerId="LiveId" clId="{5B2C3894-F97E-4CAB-8812-5BB4D83AAC6A}" dt="2026-10-16T05:43:02.872" v="9884" actId="1076"/>
          <ac:spMkLst>
            <pc:docMk/>
            <pc:sldMk cId="1873389943" sldId="283"/>
            <ac:spMk id="9" creationId="{CF984707-3088-4D8D-426A-0C9605BEA85D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11" creationId="{A082E7D8-36DE-640D-81CC-00E224449F4F}"/>
          </ac:spMkLst>
        </pc:spChg>
        <pc:spChg chg="add mod">
          <ac:chgData name="musukie52@gmail.com" userId="017bd91f96aa8751" providerId="LiveId" clId="{5B2C3894-F97E-4CAB-8812-5BB4D83AAC6A}" dt="2026-10-16T05:42:06.002" v="9880" actId="1036"/>
          <ac:spMkLst>
            <pc:docMk/>
            <pc:sldMk cId="1873389943" sldId="283"/>
            <ac:spMk id="13" creationId="{302C2C59-C94D-6354-0BF4-61D61909B524}"/>
          </ac:spMkLst>
        </pc:spChg>
        <pc:spChg chg="add del mod">
          <ac:chgData name="musukie52@gmail.com" userId="017bd91f96aa8751" providerId="LiveId" clId="{5B2C3894-F97E-4CAB-8812-5BB4D83AAC6A}" dt="2026-10-16T05:41:15.043" v="9851" actId="478"/>
          <ac:spMkLst>
            <pc:docMk/>
            <pc:sldMk cId="1873389943" sldId="283"/>
            <ac:spMk id="15" creationId="{A5AB29DA-8AC9-2256-ED04-39D7B8C65B30}"/>
          </ac:spMkLst>
        </pc:spChg>
        <pc:spChg chg="add del mod">
          <ac:chgData name="musukie52@gmail.com" userId="017bd91f96aa8751" providerId="LiveId" clId="{5B2C3894-F97E-4CAB-8812-5BB4D83AAC6A}" dt="2026-10-16T05:42:08.484" v="9881" actId="478"/>
          <ac:spMkLst>
            <pc:docMk/>
            <pc:sldMk cId="1873389943" sldId="283"/>
            <ac:spMk id="16" creationId="{1F676406-CFC9-CCC2-FC5C-0988772E46A8}"/>
          </ac:spMkLst>
        </pc:spChg>
        <pc:spChg chg="add del mod">
          <ac:chgData name="musukie52@gmail.com" userId="017bd91f96aa8751" providerId="LiveId" clId="{5B2C3894-F97E-4CAB-8812-5BB4D83AAC6A}" dt="2026-10-16T05:42:08.484" v="9881" actId="478"/>
          <ac:spMkLst>
            <pc:docMk/>
            <pc:sldMk cId="1873389943" sldId="283"/>
            <ac:spMk id="18" creationId="{4D67C6FD-FD17-93E6-1156-064D1E2832C7}"/>
          </ac:spMkLst>
        </pc:spChg>
        <pc:spChg chg="add mod ord">
          <ac:chgData name="musukie52@gmail.com" userId="017bd91f96aa8751" providerId="LiveId" clId="{5B2C3894-F97E-4CAB-8812-5BB4D83AAC6A}" dt="2026-10-16T05:44:09.944" v="9898" actId="167"/>
          <ac:spMkLst>
            <pc:docMk/>
            <pc:sldMk cId="1873389943" sldId="283"/>
            <ac:spMk id="19" creationId="{52454496-C4A9-06A5-F832-C3452B17F802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21" creationId="{9A6E6437-B49D-D658-E236-ADF8FCC1DA55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23" creationId="{17177498-45E2-DF14-886F-F2C0B162FC98}"/>
          </ac:spMkLst>
        </pc:spChg>
        <pc:spChg chg="add mod">
          <ac:chgData name="musukie52@gmail.com" userId="017bd91f96aa8751" providerId="LiveId" clId="{5B2C3894-F97E-4CAB-8812-5BB4D83AAC6A}" dt="2026-10-16T05:51:50.244" v="10358" actId="1076"/>
          <ac:spMkLst>
            <pc:docMk/>
            <pc:sldMk cId="1873389943" sldId="283"/>
            <ac:spMk id="25" creationId="{18D31C82-C156-8BF6-645C-7E7645386FEC}"/>
          </ac:spMkLst>
        </pc:spChg>
        <pc:spChg chg="add mod">
          <ac:chgData name="musukie52@gmail.com" userId="017bd91f96aa8751" providerId="LiveId" clId="{5B2C3894-F97E-4CAB-8812-5BB4D83AAC6A}" dt="2026-10-16T05:51:50.244" v="10358" actId="1076"/>
          <ac:spMkLst>
            <pc:docMk/>
            <pc:sldMk cId="1873389943" sldId="283"/>
            <ac:spMk id="27" creationId="{45D3C041-4495-4DD8-6B13-EEA32C9C41A4}"/>
          </ac:spMkLst>
        </pc:spChg>
        <pc:spChg chg="add del mod">
          <ac:chgData name="musukie52@gmail.com" userId="017bd91f96aa8751" providerId="LiveId" clId="{5B2C3894-F97E-4CAB-8812-5BB4D83AAC6A}" dt="2026-10-16T05:46:36.426" v="9988" actId="478"/>
          <ac:spMkLst>
            <pc:docMk/>
            <pc:sldMk cId="1873389943" sldId="283"/>
            <ac:spMk id="28" creationId="{75E98394-2541-4B79-3740-839DBC7E3B94}"/>
          </ac:spMkLst>
        </pc:spChg>
        <pc:spChg chg="add del mod">
          <ac:chgData name="musukie52@gmail.com" userId="017bd91f96aa8751" providerId="LiveId" clId="{5B2C3894-F97E-4CAB-8812-5BB4D83AAC6A}" dt="2026-10-16T05:46:36.426" v="9988" actId="478"/>
          <ac:spMkLst>
            <pc:docMk/>
            <pc:sldMk cId="1873389943" sldId="283"/>
            <ac:spMk id="30" creationId="{2AB8611C-B23D-4CC1-93FF-2BCD7D01FA21}"/>
          </ac:spMkLst>
        </pc:spChg>
        <pc:spChg chg="add mod">
          <ac:chgData name="musukie52@gmail.com" userId="017bd91f96aa8751" providerId="LiveId" clId="{5B2C3894-F97E-4CAB-8812-5BB4D83AAC6A}" dt="2026-10-16T05:51:50.244" v="10358" actId="1076"/>
          <ac:spMkLst>
            <pc:docMk/>
            <pc:sldMk cId="1873389943" sldId="283"/>
            <ac:spMk id="32" creationId="{A254C4CB-E5D4-5864-5762-1FF5C13F6A35}"/>
          </ac:spMkLst>
        </pc:spChg>
        <pc:spChg chg="add mod">
          <ac:chgData name="musukie52@gmail.com" userId="017bd91f96aa8751" providerId="LiveId" clId="{5B2C3894-F97E-4CAB-8812-5BB4D83AAC6A}" dt="2026-10-16T05:51:30.863" v="10353" actId="1037"/>
          <ac:spMkLst>
            <pc:docMk/>
            <pc:sldMk cId="1873389943" sldId="283"/>
            <ac:spMk id="34" creationId="{864258C0-9135-9BA2-EE6D-439DCEF1C1C0}"/>
          </ac:spMkLst>
        </pc:spChg>
        <pc:spChg chg="add del mod">
          <ac:chgData name="musukie52@gmail.com" userId="017bd91f96aa8751" providerId="LiveId" clId="{5B2C3894-F97E-4CAB-8812-5BB4D83AAC6A}" dt="2026-10-16T05:51:53.354" v="10359" actId="478"/>
          <ac:spMkLst>
            <pc:docMk/>
            <pc:sldMk cId="1873389943" sldId="283"/>
            <ac:spMk id="35" creationId="{ED7682F8-ECFD-7167-0E1D-61798F31A4BC}"/>
          </ac:spMkLst>
        </pc:spChg>
        <pc:spChg chg="add del mod">
          <ac:chgData name="musukie52@gmail.com" userId="017bd91f96aa8751" providerId="LiveId" clId="{5B2C3894-F97E-4CAB-8812-5BB4D83AAC6A}" dt="2026-10-16T05:49:24.900" v="10309" actId="478"/>
          <ac:spMkLst>
            <pc:docMk/>
            <pc:sldMk cId="1873389943" sldId="283"/>
            <ac:spMk id="37" creationId="{95F44117-C89B-4447-A8A6-CE3DB8F5F0A6}"/>
          </ac:spMkLst>
        </pc:spChg>
        <pc:spChg chg="add del mod">
          <ac:chgData name="musukie52@gmail.com" userId="017bd91f96aa8751" providerId="LiveId" clId="{5B2C3894-F97E-4CAB-8812-5BB4D83AAC6A}" dt="2026-10-16T05:50:18.392" v="10322" actId="478"/>
          <ac:spMkLst>
            <pc:docMk/>
            <pc:sldMk cId="1873389943" sldId="283"/>
            <ac:spMk id="39" creationId="{63D56F0D-F4B3-8BA3-5BD5-67E93E50A996}"/>
          </ac:spMkLst>
        </pc:spChg>
        <pc:spChg chg="add del mod">
          <ac:chgData name="musukie52@gmail.com" userId="017bd91f96aa8751" providerId="LiveId" clId="{5B2C3894-F97E-4CAB-8812-5BB4D83AAC6A}" dt="2026-10-16T05:50:18.392" v="10322" actId="478"/>
          <ac:spMkLst>
            <pc:docMk/>
            <pc:sldMk cId="1873389943" sldId="283"/>
            <ac:spMk id="41" creationId="{DD898391-0964-A15F-91D9-D884198ADA6A}"/>
          </ac:spMkLst>
        </pc:spChg>
        <pc:spChg chg="add del mod">
          <ac:chgData name="musukie52@gmail.com" userId="017bd91f96aa8751" providerId="LiveId" clId="{5B2C3894-F97E-4CAB-8812-5BB4D83AAC6A}" dt="2026-10-16T05:51:01.018" v="10341" actId="478"/>
          <ac:spMkLst>
            <pc:docMk/>
            <pc:sldMk cId="1873389943" sldId="283"/>
            <ac:spMk id="43" creationId="{BC31F226-C6B5-4A6A-CDF6-319F00CF1A77}"/>
          </ac:spMkLst>
        </pc:spChg>
        <pc:spChg chg="add del mod">
          <ac:chgData name="musukie52@gmail.com" userId="017bd91f96aa8751" providerId="LiveId" clId="{5B2C3894-F97E-4CAB-8812-5BB4D83AAC6A}" dt="2026-10-16T05:51:01.018" v="10341" actId="478"/>
          <ac:spMkLst>
            <pc:docMk/>
            <pc:sldMk cId="1873389943" sldId="283"/>
            <ac:spMk id="45" creationId="{BD016E90-710F-9688-B345-62E8BF43DEF6}"/>
          </ac:spMkLst>
        </pc:spChg>
        <pc:spChg chg="add del mod">
          <ac:chgData name="musukie52@gmail.com" userId="017bd91f96aa8751" providerId="LiveId" clId="{5B2C3894-F97E-4CAB-8812-5BB4D83AAC6A}" dt="2026-10-16T05:51:53.354" v="10359" actId="478"/>
          <ac:spMkLst>
            <pc:docMk/>
            <pc:sldMk cId="1873389943" sldId="283"/>
            <ac:spMk id="47" creationId="{C00C2858-74BF-1B97-11C5-E26E3D25D1B2}"/>
          </ac:spMkLst>
        </pc:spChg>
        <pc:spChg chg="add del mod">
          <ac:chgData name="musukie52@gmail.com" userId="017bd91f96aa8751" providerId="LiveId" clId="{5B2C3894-F97E-4CAB-8812-5BB4D83AAC6A}" dt="2026-10-16T05:51:17.560" v="10348" actId="478"/>
          <ac:spMkLst>
            <pc:docMk/>
            <pc:sldMk cId="1873389943" sldId="283"/>
            <ac:spMk id="49" creationId="{68CAC32A-B292-3E42-2C34-38DB8F605C13}"/>
          </ac:spMkLst>
        </pc:spChg>
        <pc:spChg chg="add del mod">
          <ac:chgData name="musukie52@gmail.com" userId="017bd91f96aa8751" providerId="LiveId" clId="{5B2C3894-F97E-4CAB-8812-5BB4D83AAC6A}" dt="2026-10-16T05:51:37.648" v="10355" actId="478"/>
          <ac:spMkLst>
            <pc:docMk/>
            <pc:sldMk cId="1873389943" sldId="283"/>
            <ac:spMk id="51" creationId="{8803B8C3-A75F-3E1F-A6BD-21236EB5D5C0}"/>
          </ac:spMkLst>
        </pc:spChg>
        <pc:spChg chg="add del mod">
          <ac:chgData name="musukie52@gmail.com" userId="017bd91f96aa8751" providerId="LiveId" clId="{5B2C3894-F97E-4CAB-8812-5BB4D83AAC6A}" dt="2026-10-16T05:51:53.354" v="10359" actId="478"/>
          <ac:spMkLst>
            <pc:docMk/>
            <pc:sldMk cId="1873389943" sldId="283"/>
            <ac:spMk id="53" creationId="{F3C8FD30-A322-F024-5B95-DAD9BA06B9A6}"/>
          </ac:spMkLst>
        </pc:spChg>
        <pc:picChg chg="add mod modCrop">
          <ac:chgData name="musukie52@gmail.com" userId="017bd91f96aa8751" providerId="LiveId" clId="{5B2C3894-F97E-4CAB-8812-5BB4D83AAC6A}" dt="2026-10-16T05:43:23.475" v="9885" actId="732"/>
          <ac:picMkLst>
            <pc:docMk/>
            <pc:sldMk cId="1873389943" sldId="283"/>
            <ac:picMk id="5" creationId="{395DE32F-E4DD-C000-D585-4EBE2E5D12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23A23-796E-28CB-7828-7E365DD16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D25B-186B-4922-3E70-BBE19C777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71101-A5EA-71E5-D8A7-1B13F827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2F8C5E-16EA-75EA-E007-3E522DAD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6C8C2-9752-C0C5-298F-EDFA10EC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7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99F6B-92BF-612B-FD16-7DD1F690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0A1BF-29C3-7E39-E505-017B3B54C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466BE-284E-844C-706E-A9E56272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06333-140A-F58E-36A3-66849EA5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A143B-3B3F-C878-EB7B-7412C944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3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CC510-62A1-3A0C-27DC-A7A80190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677DE-F93C-5145-75F8-E8AD5F338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4145F-EE25-0244-3B0F-125F88E7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A1741-4B88-DA68-E1B5-90DB7B2B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428D6D-9202-6A1C-66F3-67C13275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9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3F068-3501-34A9-63F6-95642E25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7AC27-C8BE-994B-3D13-22DF128D4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49C84F-B9E1-2EBF-1E8A-C3B7E49E7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222AFE-56EC-7E6A-BFE7-17FEA75D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C6A60-5963-6971-A3A5-7EA9587D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56037-48C4-EE55-F904-ADEE2B95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98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EE80F-A9D8-D8CD-9404-BDC22940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E32631-2604-2864-2FC1-D50070232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F5F34-DF49-EBE9-7AC8-7258C61C1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729C5C-FBA8-1632-48B2-968A84C5C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D7D7AF-4086-BE28-F035-167F1DC56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81E78A-CA3D-9BB7-3EC4-835889FD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0F5E7F-C8BE-3884-8CE5-034609ED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564EC0-D824-98AB-08A1-61CB8BD1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34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8176C-ED9E-1E6F-72DE-2BC12F07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1F0810-F4B9-68C7-13A2-C3E1CF3A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EEB0E5-BB57-5F2B-2FE6-6E99C540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DD9DBA-DD43-C74C-97C4-D1D6D9E5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2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F6C369-1299-1DB1-A0C8-6290FFE7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BC6CEE-CCA8-A244-26C3-12888241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D1C70-2AB8-65BD-C07C-2C89A2CC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18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7355-AC28-7237-3786-005EFEA1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B73DE4-1F61-3F72-2F6D-5A92927B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A9818-33E2-593E-0B2A-775D6C05D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11EE44-ED03-6A25-5DD0-46C9BBA1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B0A5E9-E3E4-D0C1-86FE-2A2510EA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39C41D-232F-F297-C9D9-1061B630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14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E2D48-10C2-D75B-23DC-CF7EF3A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8FF394-8175-3B78-B3E8-97EB5D4F5F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6617B-0C9E-BE21-46C8-9EFBE6FB7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AECECB-6BA0-7FA6-B196-0D423025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8E7F91-3552-53B0-9B59-13ECB1D1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3F34B-36BF-11BE-2209-4FD69492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65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57BB-20FA-5BD4-8A53-28E18632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AB0F9D-BB28-53DF-2617-77D01BBAB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13DBF-59C2-3203-1A0D-B0749063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07EE7-FA36-86FB-153A-9137BB37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AA9DE-5636-5A45-422A-EF38AA63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6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8CDE3D-FECA-42F7-C48F-C64AF1BA0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5C7C51-7ED5-5B43-AF7C-05239464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B355E-DB69-04B0-0509-C4EE067A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B90E83-4551-BBA1-B48B-C58E2188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9B35F-01DF-D709-2937-06C40119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AC9BA0-A8D5-470D-2463-70CF22B4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6C6B9-5E52-C6A5-8A20-5DEDCC95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05EAE-CFA0-2727-06DE-5E3BB7233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F26D5-3B5E-4930-B4BE-0FCFC33BB670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18A98B-180A-9AD0-C838-F337E6F25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30C69-164B-497B-B49C-049A19E62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FB7DE-C21B-4949-8D51-7AADFC709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24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0F6A9B03-6C21-CDD3-F1EC-9B04308F5AB7}"/>
              </a:ext>
            </a:extLst>
          </p:cNvPr>
          <p:cNvGrpSpPr/>
          <p:nvPr/>
        </p:nvGrpSpPr>
        <p:grpSpPr>
          <a:xfrm>
            <a:off x="4276724" y="0"/>
            <a:ext cx="7912036" cy="6858000"/>
            <a:chOff x="4276724" y="0"/>
            <a:chExt cx="7912036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A91C10D-D617-D9D6-0481-D0A0A717D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16" r="1"/>
            <a:stretch>
              <a:fillRect/>
            </a:stretch>
          </p:blipFill>
          <p:spPr>
            <a:xfrm>
              <a:off x="4757529" y="0"/>
              <a:ext cx="7431231" cy="6858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FC788E9-75FA-1690-601C-CFCF9ABEA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31" r="55166"/>
            <a:stretch>
              <a:fillRect/>
            </a:stretch>
          </p:blipFill>
          <p:spPr>
            <a:xfrm>
              <a:off x="4296229" y="0"/>
              <a:ext cx="1170293" cy="6858000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77D4657-20E6-33A2-3424-0A44B591526C}"/>
                </a:ext>
              </a:extLst>
            </p:cNvPr>
            <p:cNvSpPr/>
            <p:nvPr/>
          </p:nvSpPr>
          <p:spPr>
            <a:xfrm>
              <a:off x="4285059" y="2449116"/>
              <a:ext cx="394517" cy="323966"/>
            </a:xfrm>
            <a:prstGeom prst="rect">
              <a:avLst/>
            </a:prstGeom>
            <a:solidFill>
              <a:srgbClr val="031223"/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0DF0802-2E95-F350-604E-2CC105806DE7}"/>
                </a:ext>
              </a:extLst>
            </p:cNvPr>
            <p:cNvSpPr/>
            <p:nvPr/>
          </p:nvSpPr>
          <p:spPr>
            <a:xfrm>
              <a:off x="4276724" y="775098"/>
              <a:ext cx="394517" cy="323966"/>
            </a:xfrm>
            <a:prstGeom prst="rect">
              <a:avLst/>
            </a:prstGeom>
            <a:solidFill>
              <a:srgbClr val="031223"/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28C15DD-CFDF-37FF-C5F0-E827DF82F0A2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318A60-DB93-6C27-86EE-323EC72B6B9B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6CE125-5DDD-9F6A-9FB1-BDC536D19C8A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7DFFCC-BB2A-4D3F-16B6-5E3566269A64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84647E-3F9F-3683-C644-436E0AEC410F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627639-367E-912E-8CE0-3024255A6BE7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65%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36CB1BB-6D90-7964-887A-75D9A59E9413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5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65982D0-A4E7-BA1C-AFA4-47DB7BACBD98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6160C31-4F3C-5D67-AD6C-5A1D4D1DB8FF}"/>
              </a:ext>
            </a:extLst>
          </p:cNvPr>
          <p:cNvSpPr txBox="1"/>
          <p:nvPr/>
        </p:nvSpPr>
        <p:spPr>
          <a:xfrm>
            <a:off x="887743" y="1645031"/>
            <a:ext cx="28392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숨죽인</a:t>
            </a:r>
            <a:r>
              <a:rPr lang="en-US" altLang="ko-KR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꿈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83A57CB-EE27-1C5A-2DF6-5FD9ABA8790C}"/>
              </a:ext>
            </a:extLst>
          </p:cNvPr>
          <p:cNvSpPr txBox="1"/>
          <p:nvPr/>
        </p:nvSpPr>
        <p:spPr>
          <a:xfrm>
            <a:off x="887743" y="1141186"/>
            <a:ext cx="12490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 기획서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55BC6BF-1A7C-2078-4E02-F03382F7102F}"/>
              </a:ext>
            </a:extLst>
          </p:cNvPr>
          <p:cNvCxnSpPr>
            <a:cxnSpLocks/>
          </p:cNvCxnSpPr>
          <p:nvPr/>
        </p:nvCxnSpPr>
        <p:spPr>
          <a:xfrm>
            <a:off x="2108689" y="1264296"/>
            <a:ext cx="1744871" cy="0"/>
          </a:xfrm>
          <a:prstGeom prst="line">
            <a:avLst/>
          </a:prstGeom>
          <a:ln>
            <a:gradFill flip="none" rotWithShape="1">
              <a:gsLst>
                <a:gs pos="37000">
                  <a:srgbClr val="818991"/>
                </a:gs>
                <a:gs pos="0">
                  <a:schemeClr val="bg1"/>
                </a:gs>
                <a:gs pos="100000">
                  <a:srgbClr val="26374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A598EA82-23B4-992F-BE34-D7DC95ECAED4}"/>
              </a:ext>
            </a:extLst>
          </p:cNvPr>
          <p:cNvSpPr txBox="1"/>
          <p:nvPr/>
        </p:nvSpPr>
        <p:spPr>
          <a:xfrm>
            <a:off x="887743" y="2556108"/>
            <a:ext cx="3002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T h e    D r e a m    H o l d s    I t s    B r e a t h</a:t>
            </a:r>
            <a:endParaRPr lang="ko-KR" altLang="en-US" sz="10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054F9CC-F845-06F1-C693-18B55BFBA53F}"/>
              </a:ext>
            </a:extLst>
          </p:cNvPr>
          <p:cNvSpPr txBox="1"/>
          <p:nvPr/>
        </p:nvSpPr>
        <p:spPr>
          <a:xfrm>
            <a:off x="887743" y="3055802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</a:t>
            </a:r>
            <a:r>
              <a:rPr lang="en-US" altLang="ko-KR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쉬는</a:t>
            </a:r>
            <a:r>
              <a:rPr lang="en-US" altLang="ko-KR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순간조차 선택이 된다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5655460-0B1E-4BF9-07BA-067B3A313323}"/>
              </a:ext>
            </a:extLst>
          </p:cNvPr>
          <p:cNvSpPr txBox="1"/>
          <p:nvPr/>
        </p:nvSpPr>
        <p:spPr>
          <a:xfrm>
            <a:off x="887743" y="3731972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장르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766624A-8718-A261-FE02-F0DA207C5934}"/>
              </a:ext>
            </a:extLst>
          </p:cNvPr>
          <p:cNvSpPr txBox="1"/>
          <p:nvPr/>
        </p:nvSpPr>
        <p:spPr>
          <a:xfrm>
            <a:off x="887743" y="3994854"/>
            <a:ext cx="4780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작성자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5A88BC9-F3B6-F8DD-324E-9C9A277C5108}"/>
              </a:ext>
            </a:extLst>
          </p:cNvPr>
          <p:cNvSpPr txBox="1"/>
          <p:nvPr/>
        </p:nvSpPr>
        <p:spPr>
          <a:xfrm>
            <a:off x="1364264" y="3994854"/>
            <a:ext cx="282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C933FC-E78E-A175-02C0-092C78BED7F2}"/>
              </a:ext>
            </a:extLst>
          </p:cNvPr>
          <p:cNvSpPr txBox="1"/>
          <p:nvPr/>
        </p:nvSpPr>
        <p:spPr>
          <a:xfrm>
            <a:off x="1369758" y="3731972"/>
            <a:ext cx="282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2408571-015D-55A7-3857-D2E2799627D7}"/>
              </a:ext>
            </a:extLst>
          </p:cNvPr>
          <p:cNvSpPr txBox="1"/>
          <p:nvPr/>
        </p:nvSpPr>
        <p:spPr>
          <a:xfrm>
            <a:off x="1538562" y="3731972"/>
            <a:ext cx="15167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3D </a:t>
            </a:r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싱글 플레이 액션 어드벤처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D1C5C94-BB59-EF28-1168-321AA8EEFA20}"/>
              </a:ext>
            </a:extLst>
          </p:cNvPr>
          <p:cNvSpPr txBox="1"/>
          <p:nvPr/>
        </p:nvSpPr>
        <p:spPr>
          <a:xfrm>
            <a:off x="1538562" y="3994854"/>
            <a:ext cx="4780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윤수진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540DCE1E-286F-568A-3162-3E49493A801C}"/>
              </a:ext>
            </a:extLst>
          </p:cNvPr>
          <p:cNvCxnSpPr>
            <a:cxnSpLocks/>
          </p:cNvCxnSpPr>
          <p:nvPr/>
        </p:nvCxnSpPr>
        <p:spPr>
          <a:xfrm>
            <a:off x="981786" y="4439604"/>
            <a:ext cx="2500299" cy="0"/>
          </a:xfrm>
          <a:prstGeom prst="line">
            <a:avLst/>
          </a:prstGeom>
          <a:ln>
            <a:gradFill flip="none" rotWithShape="1">
              <a:gsLst>
                <a:gs pos="37000">
                  <a:srgbClr val="818991"/>
                </a:gs>
                <a:gs pos="0">
                  <a:schemeClr val="bg1"/>
                </a:gs>
                <a:gs pos="100000">
                  <a:srgbClr val="26374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0906214-E822-93B8-F38C-F9D065BED29D}"/>
              </a:ext>
            </a:extLst>
          </p:cNvPr>
          <p:cNvSpPr txBox="1"/>
          <p:nvPr/>
        </p:nvSpPr>
        <p:spPr>
          <a:xfrm>
            <a:off x="887743" y="4652820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수정 내역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FADF734-2361-5435-91F7-FED65C905B3F}"/>
              </a:ext>
            </a:extLst>
          </p:cNvPr>
          <p:cNvSpPr txBox="1"/>
          <p:nvPr/>
        </p:nvSpPr>
        <p:spPr>
          <a:xfrm>
            <a:off x="887743" y="4951961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26.10.05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D00AEAD-F831-10FA-8562-2179ACC22AF8}"/>
              </a:ext>
            </a:extLst>
          </p:cNvPr>
          <p:cNvSpPr txBox="1"/>
          <p:nvPr/>
        </p:nvSpPr>
        <p:spPr>
          <a:xfrm>
            <a:off x="1364264" y="5220325"/>
            <a:ext cx="282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7F4FF0-4CBD-9D85-92ED-25A46A096D17}"/>
              </a:ext>
            </a:extLst>
          </p:cNvPr>
          <p:cNvSpPr txBox="1"/>
          <p:nvPr/>
        </p:nvSpPr>
        <p:spPr>
          <a:xfrm>
            <a:off x="1365759" y="4951961"/>
            <a:ext cx="282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AB5714-71DA-D53E-A249-676AADC6EE2D}"/>
              </a:ext>
            </a:extLst>
          </p:cNvPr>
          <p:cNvSpPr txBox="1"/>
          <p:nvPr/>
        </p:nvSpPr>
        <p:spPr>
          <a:xfrm>
            <a:off x="886248" y="5218285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26.10.06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598A787-8C43-415C-9EB6-BA70F4CA3B48}"/>
              </a:ext>
            </a:extLst>
          </p:cNvPr>
          <p:cNvSpPr txBox="1"/>
          <p:nvPr/>
        </p:nvSpPr>
        <p:spPr>
          <a:xfrm>
            <a:off x="1364264" y="5495030"/>
            <a:ext cx="282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D698F04-7831-9FB2-C581-5222E82BCB08}"/>
              </a:ext>
            </a:extLst>
          </p:cNvPr>
          <p:cNvSpPr txBox="1"/>
          <p:nvPr/>
        </p:nvSpPr>
        <p:spPr>
          <a:xfrm>
            <a:off x="886248" y="5492990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26.10.07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325A355-8C45-A0F0-4EC1-F2E5A222525B}"/>
              </a:ext>
            </a:extLst>
          </p:cNvPr>
          <p:cNvSpPr txBox="1"/>
          <p:nvPr/>
        </p:nvSpPr>
        <p:spPr>
          <a:xfrm>
            <a:off x="1538562" y="4951961"/>
            <a:ext cx="21371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</a:t>
            </a:r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상호작용 규칙 및 수치 체계 보완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5C3D7C-0ECC-DD2F-02C7-1C57424AA190}"/>
              </a:ext>
            </a:extLst>
          </p:cNvPr>
          <p:cNvSpPr txBox="1"/>
          <p:nvPr/>
        </p:nvSpPr>
        <p:spPr>
          <a:xfrm>
            <a:off x="1538561" y="5226666"/>
            <a:ext cx="21371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데이터 테이블 </a:t>
            </a:r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 err="1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게산</a:t>
            </a:r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검증 구조 및 설명 보강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664B8B0-3B2F-6BA4-F6DC-13BD051A61C2}"/>
              </a:ext>
            </a:extLst>
          </p:cNvPr>
          <p:cNvSpPr txBox="1"/>
          <p:nvPr/>
        </p:nvSpPr>
        <p:spPr>
          <a:xfrm>
            <a:off x="1538561" y="5501371"/>
            <a:ext cx="2008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플로우차트</a:t>
            </a:r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 적용 예시 및 시각화 개선</a:t>
            </a: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931A4414-C162-F7DB-A83A-9FA526D5B2EB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D394FBD6-7558-F1DD-9C33-06CB8B44583B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6E376FE5-4A8D-2C2C-29E9-0EB6079AD440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7657BFBA-262F-7860-DC32-F96228B59EC8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4701FE2-4F5E-88DA-3375-35173AF2104D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7FFF02D4-4FFD-9D75-F14E-3B79F7551E3F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AD61AAE6-885F-F5EE-7B3C-BB21929CD92C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93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54496-C4A9-06A5-F832-C3452B17F802}"/>
              </a:ext>
            </a:extLst>
          </p:cNvPr>
          <p:cNvSpPr/>
          <p:nvPr/>
        </p:nvSpPr>
        <p:spPr>
          <a:xfrm>
            <a:off x="-1" y="0"/>
            <a:ext cx="3597835" cy="4762500"/>
          </a:xfrm>
          <a:prstGeom prst="rect">
            <a:avLst/>
          </a:prstGeom>
          <a:gradFill flip="none" rotWithShape="1">
            <a:gsLst>
              <a:gs pos="0">
                <a:srgbClr val="031223"/>
              </a:gs>
              <a:gs pos="100000">
                <a:srgbClr val="010F1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5DE32F-E4DD-C000-D585-4EBE2E5D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9"/>
          <a:stretch>
            <a:fillRect/>
          </a:stretch>
        </p:blipFill>
        <p:spPr>
          <a:xfrm>
            <a:off x="3597835" y="0"/>
            <a:ext cx="8594043" cy="476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9D5E3-291A-A5D9-3FC1-62F5BAA1AF79}"/>
              </a:ext>
            </a:extLst>
          </p:cNvPr>
          <p:cNvSpPr txBox="1"/>
          <p:nvPr/>
        </p:nvSpPr>
        <p:spPr>
          <a:xfrm>
            <a:off x="887743" y="1782483"/>
            <a:ext cx="28392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숨죽인</a:t>
            </a:r>
            <a:r>
              <a:rPr lang="en-US" altLang="ko-KR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5000" b="1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84707-3088-4D8D-426A-0C9605BEA85D}"/>
              </a:ext>
            </a:extLst>
          </p:cNvPr>
          <p:cNvSpPr txBox="1"/>
          <p:nvPr/>
        </p:nvSpPr>
        <p:spPr>
          <a:xfrm>
            <a:off x="887743" y="1278638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 기획서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2E7D8-36DE-640D-81CC-00E224449F4F}"/>
              </a:ext>
            </a:extLst>
          </p:cNvPr>
          <p:cNvSpPr txBox="1"/>
          <p:nvPr/>
        </p:nvSpPr>
        <p:spPr>
          <a:xfrm>
            <a:off x="887743" y="2693560"/>
            <a:ext cx="3002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T h e    D r e a m    H o l d s    I t s    B r e a t h</a:t>
            </a:r>
            <a:endParaRPr lang="ko-KR" altLang="en-US" sz="10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C2C59-C94D-6354-0BF4-61D61909B524}"/>
              </a:ext>
            </a:extLst>
          </p:cNvPr>
          <p:cNvSpPr txBox="1"/>
          <p:nvPr/>
        </p:nvSpPr>
        <p:spPr>
          <a:xfrm>
            <a:off x="887743" y="3193254"/>
            <a:ext cx="27671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“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쉬는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순간조차 선택이 된다</a:t>
            </a:r>
            <a:r>
              <a:rPr lang="en-US" altLang="ko-KR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”</a:t>
            </a:r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E6437-B49D-D658-E236-ADF8FCC1DA55}"/>
              </a:ext>
            </a:extLst>
          </p:cNvPr>
          <p:cNvSpPr txBox="1"/>
          <p:nvPr/>
        </p:nvSpPr>
        <p:spPr>
          <a:xfrm>
            <a:off x="1015724" y="509214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문서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77498-45E2-DF14-886F-F2C0B162FC98}"/>
              </a:ext>
            </a:extLst>
          </p:cNvPr>
          <p:cNvSpPr txBox="1"/>
          <p:nvPr/>
        </p:nvSpPr>
        <p:spPr>
          <a:xfrm>
            <a:off x="1015724" y="5415306"/>
            <a:ext cx="737702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장르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작성자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31C82-C156-8BF6-645C-7E7645386FEC}"/>
              </a:ext>
            </a:extLst>
          </p:cNvPr>
          <p:cNvSpPr txBox="1"/>
          <p:nvPr/>
        </p:nvSpPr>
        <p:spPr>
          <a:xfrm>
            <a:off x="5921672" y="509214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수정 내역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D3C041-4495-4DD8-6B13-EEA32C9C41A4}"/>
              </a:ext>
            </a:extLst>
          </p:cNvPr>
          <p:cNvSpPr txBox="1"/>
          <p:nvPr/>
        </p:nvSpPr>
        <p:spPr>
          <a:xfrm>
            <a:off x="5921672" y="5415306"/>
            <a:ext cx="970137" cy="1100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26.10.05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26.10.06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26.10.07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4C4CB-E5D4-5864-5762-1FF5C13F6A35}"/>
              </a:ext>
            </a:extLst>
          </p:cNvPr>
          <p:cNvSpPr txBox="1"/>
          <p:nvPr/>
        </p:nvSpPr>
        <p:spPr>
          <a:xfrm>
            <a:off x="7324783" y="5415305"/>
            <a:ext cx="3868367" cy="1100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상호작용 규칙 및 수치 체계 보완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데이터 테이블 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계산 검증 구조 및 설명 보강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플로우차트</a:t>
            </a: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·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 적용 예시 및 시각화 개선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4258C0-9135-9BA2-EE6D-439DCEF1C1C0}"/>
              </a:ext>
            </a:extLst>
          </p:cNvPr>
          <p:cNvSpPr txBox="1"/>
          <p:nvPr/>
        </p:nvSpPr>
        <p:spPr>
          <a:xfrm>
            <a:off x="2186400" y="5415306"/>
            <a:ext cx="2696572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3D </a:t>
            </a:r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싱글 플레이 액션 어드벤처</a:t>
            </a:r>
            <a:endParaRPr lang="en-US" altLang="ko-KR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윤수진</a:t>
            </a:r>
          </a:p>
        </p:txBody>
      </p:sp>
    </p:spTree>
    <p:extLst>
      <p:ext uri="{BB962C8B-B14F-4D97-AF65-F5344CB8AC3E}">
        <p14:creationId xmlns:p14="http://schemas.microsoft.com/office/powerpoint/2010/main" val="187338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7B52-557A-C2C5-0050-8237A967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2248639-C052-E0C6-AF02-8978B3CEEE05}"/>
              </a:ext>
            </a:extLst>
          </p:cNvPr>
          <p:cNvSpPr txBox="1"/>
          <p:nvPr/>
        </p:nvSpPr>
        <p:spPr>
          <a:xfrm>
            <a:off x="1951041" y="1016042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목차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7C5C5-4809-FFE8-4D1C-45FF6396B87C}"/>
              </a:ext>
            </a:extLst>
          </p:cNvPr>
          <p:cNvSpPr txBox="1"/>
          <p:nvPr/>
        </p:nvSpPr>
        <p:spPr>
          <a:xfrm>
            <a:off x="1966420" y="800598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C O N T E N T S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DE4DECA-7C07-356E-3EB1-AE8899778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" t="185" r="-2" b="-1"/>
          <a:stretch>
            <a:fillRect/>
          </a:stretch>
        </p:blipFill>
        <p:spPr>
          <a:xfrm>
            <a:off x="0" y="-1"/>
            <a:ext cx="12191999" cy="68598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F0E094-6810-4467-17C5-E528F2F1F702}"/>
              </a:ext>
            </a:extLst>
          </p:cNvPr>
          <p:cNvSpPr txBox="1"/>
          <p:nvPr/>
        </p:nvSpPr>
        <p:spPr>
          <a:xfrm>
            <a:off x="1951041" y="908320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목차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AE6371-2192-9DD2-F393-B5BA445E9E23}"/>
              </a:ext>
            </a:extLst>
          </p:cNvPr>
          <p:cNvSpPr txBox="1"/>
          <p:nvPr/>
        </p:nvSpPr>
        <p:spPr>
          <a:xfrm>
            <a:off x="1966420" y="692876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C O N T E N T S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0513462-17C9-E507-9F60-D0C7F6FAC8CC}"/>
              </a:ext>
            </a:extLst>
          </p:cNvPr>
          <p:cNvSpPr txBox="1"/>
          <p:nvPr/>
        </p:nvSpPr>
        <p:spPr>
          <a:xfrm>
            <a:off x="2107433" y="3879868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9C755B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endParaRPr lang="ko-KR" altLang="en-US" sz="2000" dirty="0">
              <a:solidFill>
                <a:srgbClr val="9C755B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B536110-0AC4-B786-FD3D-13D8D6DE8BC3}"/>
              </a:ext>
            </a:extLst>
          </p:cNvPr>
          <p:cNvSpPr txBox="1"/>
          <p:nvPr/>
        </p:nvSpPr>
        <p:spPr>
          <a:xfrm>
            <a:off x="2546704" y="3918340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규칙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32EDB9C-5B5B-232D-23A2-937E72FBD2CC}"/>
              </a:ext>
            </a:extLst>
          </p:cNvPr>
          <p:cNvSpPr txBox="1"/>
          <p:nvPr/>
        </p:nvSpPr>
        <p:spPr>
          <a:xfrm>
            <a:off x="2546704" y="4279978"/>
            <a:ext cx="1612942" cy="1225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규칙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공기별 환경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4)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 환경과 이상 상태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인형 감지 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D6946D1-4B31-8A1A-5374-1F564924923C}"/>
              </a:ext>
            </a:extLst>
          </p:cNvPr>
          <p:cNvSpPr txBox="1"/>
          <p:nvPr/>
        </p:nvSpPr>
        <p:spPr>
          <a:xfrm>
            <a:off x="5034886" y="4279978"/>
            <a:ext cx="418769" cy="1225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7p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11p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4C1C729-B224-658E-09B2-286D9C9984DA}"/>
              </a:ext>
            </a:extLst>
          </p:cNvPr>
          <p:cNvSpPr txBox="1"/>
          <p:nvPr/>
        </p:nvSpPr>
        <p:spPr>
          <a:xfrm>
            <a:off x="6737853" y="3718285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5973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endParaRPr lang="ko-KR" altLang="en-US" sz="2000" dirty="0">
              <a:solidFill>
                <a:srgbClr val="5973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5CD24E2-51C1-87AD-A2EC-DFE6C86B3412}"/>
              </a:ext>
            </a:extLst>
          </p:cNvPr>
          <p:cNvSpPr txBox="1"/>
          <p:nvPr/>
        </p:nvSpPr>
        <p:spPr>
          <a:xfrm>
            <a:off x="7177124" y="3756757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적용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예시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6044542-B68F-D30A-80F7-1B9C1233C1EC}"/>
              </a:ext>
            </a:extLst>
          </p:cNvPr>
          <p:cNvSpPr txBox="1"/>
          <p:nvPr/>
        </p:nvSpPr>
        <p:spPr>
          <a:xfrm>
            <a:off x="7177124" y="4118395"/>
            <a:ext cx="1327608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응용 사례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 적용 예시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C21FD1E-A3D4-1A06-7CBD-18577DA124F7}"/>
              </a:ext>
            </a:extLst>
          </p:cNvPr>
          <p:cNvSpPr txBox="1"/>
          <p:nvPr/>
        </p:nvSpPr>
        <p:spPr>
          <a:xfrm>
            <a:off x="9665371" y="4118395"/>
            <a:ext cx="418704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16p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2C764E8-EE99-1FD8-727C-6444D7E68688}"/>
              </a:ext>
            </a:extLst>
          </p:cNvPr>
          <p:cNvSpPr txBox="1"/>
          <p:nvPr/>
        </p:nvSpPr>
        <p:spPr>
          <a:xfrm>
            <a:off x="2107433" y="141615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B57778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endParaRPr lang="ko-KR" altLang="en-US" sz="2000" dirty="0">
              <a:solidFill>
                <a:srgbClr val="B57778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EA05FE9-7E3A-045C-E83D-F1FC2973C86B}"/>
              </a:ext>
            </a:extLst>
          </p:cNvPr>
          <p:cNvSpPr txBox="1"/>
          <p:nvPr/>
        </p:nvSpPr>
        <p:spPr>
          <a:xfrm>
            <a:off x="2546704" y="1454624"/>
            <a:ext cx="17363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 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 </a:t>
            </a:r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개요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5BE260E-4FA4-E511-0C64-BB3F71850DA4}"/>
              </a:ext>
            </a:extLst>
          </p:cNvPr>
          <p:cNvSpPr txBox="1"/>
          <p:nvPr/>
        </p:nvSpPr>
        <p:spPr>
          <a:xfrm>
            <a:off x="2546704" y="1816262"/>
            <a:ext cx="1489510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및 시스템 개요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시스템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핵심 플레이 순환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2061BC4-A1B3-2E89-9637-45DE54AC3A2D}"/>
              </a:ext>
            </a:extLst>
          </p:cNvPr>
          <p:cNvSpPr txBox="1"/>
          <p:nvPr/>
        </p:nvSpPr>
        <p:spPr>
          <a:xfrm>
            <a:off x="5107022" y="1816262"/>
            <a:ext cx="346633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4p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5p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5E38ADA-E332-A8B3-A107-A27A04994C1D}"/>
              </a:ext>
            </a:extLst>
          </p:cNvPr>
          <p:cNvSpPr txBox="1"/>
          <p:nvPr/>
        </p:nvSpPr>
        <p:spPr>
          <a:xfrm>
            <a:off x="2107433" y="285960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5973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endParaRPr lang="ko-KR" altLang="en-US" sz="2000" dirty="0">
              <a:solidFill>
                <a:srgbClr val="5973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B97011A-D1E6-0AD4-B727-42C941A6C0D1}"/>
              </a:ext>
            </a:extLst>
          </p:cNvPr>
          <p:cNvSpPr txBox="1"/>
          <p:nvPr/>
        </p:nvSpPr>
        <p:spPr>
          <a:xfrm>
            <a:off x="2546704" y="2898078"/>
            <a:ext cx="15888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화면 </a:t>
            </a:r>
            <a:r>
              <a:rPr lang="en-US" altLang="ko-KR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 UI</a:t>
            </a:r>
            <a:endParaRPr lang="ko-KR" altLang="en-US" sz="15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9E776B3-5F20-EDE8-E656-6877F9087951}"/>
              </a:ext>
            </a:extLst>
          </p:cNvPr>
          <p:cNvSpPr txBox="1"/>
          <p:nvPr/>
        </p:nvSpPr>
        <p:spPr>
          <a:xfrm>
            <a:off x="2546704" y="3259716"/>
            <a:ext cx="2056973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화면과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HUD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구성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42EAC70-4E9D-31A4-0E95-33483035ED95}"/>
              </a:ext>
            </a:extLst>
          </p:cNvPr>
          <p:cNvSpPr txBox="1"/>
          <p:nvPr/>
        </p:nvSpPr>
        <p:spPr>
          <a:xfrm>
            <a:off x="5111894" y="3259716"/>
            <a:ext cx="341761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6p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FE7FFC7-3042-F69C-AADA-1611F7FD5400}"/>
              </a:ext>
            </a:extLst>
          </p:cNvPr>
          <p:cNvSpPr txBox="1"/>
          <p:nvPr/>
        </p:nvSpPr>
        <p:spPr>
          <a:xfrm>
            <a:off x="6737853" y="141615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7E6A8D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endParaRPr lang="ko-KR" altLang="en-US" sz="2000" dirty="0">
              <a:solidFill>
                <a:srgbClr val="7E6A8D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4D42AA2-288F-3DCF-0614-EDFC51225F51}"/>
              </a:ext>
            </a:extLst>
          </p:cNvPr>
          <p:cNvSpPr txBox="1"/>
          <p:nvPr/>
        </p:nvSpPr>
        <p:spPr>
          <a:xfrm>
            <a:off x="7177124" y="1454624"/>
            <a:ext cx="1348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구조도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276E67E-4996-C818-1CAC-37FE6D3F7D6C}"/>
              </a:ext>
            </a:extLst>
          </p:cNvPr>
          <p:cNvSpPr txBox="1"/>
          <p:nvPr/>
        </p:nvSpPr>
        <p:spPr>
          <a:xfrm>
            <a:off x="7177124" y="1816262"/>
            <a:ext cx="1042273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플로우 차트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1B5C5CA-9562-364F-21E4-0FEC478FE41A}"/>
              </a:ext>
            </a:extLst>
          </p:cNvPr>
          <p:cNvSpPr txBox="1"/>
          <p:nvPr/>
        </p:nvSpPr>
        <p:spPr>
          <a:xfrm>
            <a:off x="9665371" y="1816262"/>
            <a:ext cx="418704" cy="302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12p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E6DBEB1-190C-E947-3B25-FBB9A0AB65D3}"/>
              </a:ext>
            </a:extLst>
          </p:cNvPr>
          <p:cNvSpPr txBox="1"/>
          <p:nvPr/>
        </p:nvSpPr>
        <p:spPr>
          <a:xfrm>
            <a:off x="6737853" y="2433044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6E7D6C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endParaRPr lang="ko-KR" altLang="en-US" sz="2000" dirty="0">
              <a:solidFill>
                <a:srgbClr val="6E7D6C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61244C9-1009-2F11-0752-91E7573ECB73}"/>
              </a:ext>
            </a:extLst>
          </p:cNvPr>
          <p:cNvSpPr txBox="1"/>
          <p:nvPr/>
        </p:nvSpPr>
        <p:spPr>
          <a:xfrm>
            <a:off x="7177124" y="2471516"/>
            <a:ext cx="1348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레퍼런스 분석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9A480C2-A5AB-9140-31AD-C86B05C42630}"/>
              </a:ext>
            </a:extLst>
          </p:cNvPr>
          <p:cNvSpPr txBox="1"/>
          <p:nvPr/>
        </p:nvSpPr>
        <p:spPr>
          <a:xfrm>
            <a:off x="7177124" y="2833154"/>
            <a:ext cx="2536272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「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DEATH STRANDING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」 분석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「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DEATH STRANDING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」 비교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차별화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3C98CCF-41A8-172C-5AE5-EA70EE076F2E}"/>
              </a:ext>
            </a:extLst>
          </p:cNvPr>
          <p:cNvSpPr txBox="1"/>
          <p:nvPr/>
        </p:nvSpPr>
        <p:spPr>
          <a:xfrm>
            <a:off x="9660561" y="2833154"/>
            <a:ext cx="423514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13p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12p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21BA8B2-2512-519A-39EE-DEA984B919BE}"/>
              </a:ext>
            </a:extLst>
          </p:cNvPr>
          <p:cNvSpPr txBox="1"/>
          <p:nvPr/>
        </p:nvSpPr>
        <p:spPr>
          <a:xfrm>
            <a:off x="6737853" y="50035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B57778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</a:t>
            </a:r>
            <a:endParaRPr lang="ko-KR" altLang="en-US" sz="2000" dirty="0">
              <a:solidFill>
                <a:srgbClr val="B57778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80EFE92-6D4A-47B5-4C6E-68BBF2FC984D}"/>
              </a:ext>
            </a:extLst>
          </p:cNvPr>
          <p:cNvSpPr txBox="1"/>
          <p:nvPr/>
        </p:nvSpPr>
        <p:spPr>
          <a:xfrm>
            <a:off x="7177124" y="5041998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제작 명세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D650439-C0E8-0A6F-ECD5-79C14C95A1F2}"/>
              </a:ext>
            </a:extLst>
          </p:cNvPr>
          <p:cNvSpPr txBox="1"/>
          <p:nvPr/>
        </p:nvSpPr>
        <p:spPr>
          <a:xfrm>
            <a:off x="7177124" y="5403636"/>
            <a:ext cx="1651414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예외 처리 및 안전 장치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데이터 항목 정의</a:t>
            </a:r>
            <a:endParaRPr lang="en-US" altLang="ko-KR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3)  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출처 및 제작 도구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C0ED3C8-9600-335C-FEFB-CD0D931F94EE}"/>
              </a:ext>
            </a:extLst>
          </p:cNvPr>
          <p:cNvSpPr txBox="1"/>
          <p:nvPr/>
        </p:nvSpPr>
        <p:spPr>
          <a:xfrm>
            <a:off x="9665306" y="5403636"/>
            <a:ext cx="418769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17p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18p</a:t>
            </a:r>
          </a:p>
          <a:p>
            <a:pPr algn="r">
              <a:lnSpc>
                <a:spcPct val="150000"/>
              </a:lnSpc>
            </a:pP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19p</a:t>
            </a:r>
          </a:p>
        </p:txBody>
      </p:sp>
    </p:spTree>
    <p:extLst>
      <p:ext uri="{BB962C8B-B14F-4D97-AF65-F5344CB8AC3E}">
        <p14:creationId xmlns:p14="http://schemas.microsoft.com/office/powerpoint/2010/main" val="340033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7DAF-63AF-0617-3E06-602AE626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15014C0C-FF87-A083-2160-989A7FED9CB9}"/>
              </a:ext>
            </a:extLst>
          </p:cNvPr>
          <p:cNvSpPr/>
          <p:nvPr/>
        </p:nvSpPr>
        <p:spPr>
          <a:xfrm>
            <a:off x="0" y="6599634"/>
            <a:ext cx="335755" cy="258366"/>
          </a:xfrm>
          <a:prstGeom prst="rect">
            <a:avLst/>
          </a:prstGeom>
          <a:solidFill>
            <a:srgbClr val="735C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F716D883-F7DA-50B6-53BF-A52F6C816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" b="12035"/>
          <a:stretch>
            <a:fillRect/>
          </a:stretch>
        </p:blipFill>
        <p:spPr>
          <a:xfrm>
            <a:off x="1" y="976844"/>
            <a:ext cx="6289798" cy="5881156"/>
          </a:xfrm>
          <a:prstGeom prst="rect">
            <a:avLst/>
          </a:prstGeom>
          <a:effectLst/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CD63A92-578F-EFCA-1C8D-D920C374A5EE}"/>
              </a:ext>
            </a:extLst>
          </p:cNvPr>
          <p:cNvSpPr txBox="1"/>
          <p:nvPr/>
        </p:nvSpPr>
        <p:spPr>
          <a:xfrm>
            <a:off x="300437" y="576734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 및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개요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0E186F-B818-9959-A560-F8223489E351}"/>
              </a:ext>
            </a:extLst>
          </p:cNvPr>
          <p:cNvSpPr txBox="1"/>
          <p:nvPr/>
        </p:nvSpPr>
        <p:spPr>
          <a:xfrm>
            <a:off x="300437" y="1061220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“</a:t>
            </a:r>
            <a:r>
              <a:rPr lang="ko-KR" altLang="en-US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</a:t>
            </a:r>
            <a:r>
              <a:rPr lang="ko-KR" altLang="en-US" sz="2000" dirty="0" err="1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쉬는순간조차</a:t>
            </a:r>
            <a:r>
              <a:rPr lang="ko-KR" altLang="en-US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선택이 된다</a:t>
            </a:r>
            <a:r>
              <a:rPr lang="en-US" altLang="ko-KR" sz="20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.”</a:t>
            </a:r>
            <a:endParaRPr lang="ko-KR" altLang="en-US" sz="20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4C27923-6A1F-77B6-3FB6-1D1949C91517}"/>
              </a:ext>
            </a:extLst>
          </p:cNvPr>
          <p:cNvSpPr/>
          <p:nvPr/>
        </p:nvSpPr>
        <p:spPr>
          <a:xfrm>
            <a:off x="710939" y="1543240"/>
            <a:ext cx="2289174" cy="371366"/>
          </a:xfrm>
          <a:prstGeom prst="roundRect">
            <a:avLst>
              <a:gd name="adj" fmla="val 50000"/>
            </a:avLst>
          </a:prstGeom>
          <a:solidFill>
            <a:srgbClr val="84719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AE669A-7D56-42A9-C580-C4E31171DCF3}"/>
              </a:ext>
            </a:extLst>
          </p:cNvPr>
          <p:cNvSpPr txBox="1"/>
          <p:nvPr/>
        </p:nvSpPr>
        <p:spPr>
          <a:xfrm>
            <a:off x="312341" y="260477"/>
            <a:ext cx="11288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pic>
        <p:nvPicPr>
          <p:cNvPr id="254" name="그림 253">
            <a:extLst>
              <a:ext uri="{FF2B5EF4-FFF2-40B4-BE49-F238E27FC236}">
                <a16:creationId xmlns:a16="http://schemas.microsoft.com/office/drawing/2014/main" id="{C4F15D30-9F87-4918-C46F-4A0DEC2D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4" t="3586" r="4994" b="6301"/>
          <a:stretch>
            <a:fillRect/>
          </a:stretch>
        </p:blipFill>
        <p:spPr>
          <a:xfrm>
            <a:off x="3000112" y="1600171"/>
            <a:ext cx="257359" cy="25750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56" name="그림 255">
            <a:extLst>
              <a:ext uri="{FF2B5EF4-FFF2-40B4-BE49-F238E27FC236}">
                <a16:creationId xmlns:a16="http://schemas.microsoft.com/office/drawing/2014/main" id="{C2BAC18F-481A-FB25-DC6A-8C855073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4" t="3586" r="4994" b="6301"/>
          <a:stretch>
            <a:fillRect/>
          </a:stretch>
        </p:blipFill>
        <p:spPr>
          <a:xfrm>
            <a:off x="453579" y="1600171"/>
            <a:ext cx="257359" cy="25750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5DBE14-F2CC-193A-A305-A3D16867B572}"/>
              </a:ext>
            </a:extLst>
          </p:cNvPr>
          <p:cNvSpPr txBox="1"/>
          <p:nvPr/>
        </p:nvSpPr>
        <p:spPr>
          <a:xfrm>
            <a:off x="847076" y="1567220"/>
            <a:ext cx="20168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인형 악몽 세계관 기반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70C74C-89AA-B1D3-46F6-C4EB48041704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3017848" y="738317"/>
            <a:ext cx="8757429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그림 160">
            <a:extLst>
              <a:ext uri="{FF2B5EF4-FFF2-40B4-BE49-F238E27FC236}">
                <a16:creationId xmlns:a16="http://schemas.microsoft.com/office/drawing/2014/main" id="{87CBFE8C-C74C-D83A-2FF0-FFEFE3E11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11996" r="45685" b="75209"/>
          <a:stretch>
            <a:fillRect/>
          </a:stretch>
        </p:blipFill>
        <p:spPr>
          <a:xfrm>
            <a:off x="6624554" y="1225653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20E921FC-BCB4-F2FF-13BE-2969CD69DD9D}"/>
              </a:ext>
            </a:extLst>
          </p:cNvPr>
          <p:cNvSpPr txBox="1"/>
          <p:nvPr/>
        </p:nvSpPr>
        <p:spPr>
          <a:xfrm>
            <a:off x="7216417" y="1374500"/>
            <a:ext cx="5533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배경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AD335D8-1D48-4AF3-9F6C-15BAA464FB5B}"/>
              </a:ext>
            </a:extLst>
          </p:cNvPr>
          <p:cNvSpPr txBox="1"/>
          <p:nvPr/>
        </p:nvSpPr>
        <p:spPr>
          <a:xfrm>
            <a:off x="8380519" y="1245884"/>
            <a:ext cx="3252867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부모가 자주 집을 비우는 아이가 악몽 속에서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뒤틀린 집과 인형들을 지나 현실로 돌아가는 여정</a:t>
            </a:r>
          </a:p>
        </p:txBody>
      </p:sp>
      <p:pic>
        <p:nvPicPr>
          <p:cNvPr id="167" name="그림 166">
            <a:extLst>
              <a:ext uri="{FF2B5EF4-FFF2-40B4-BE49-F238E27FC236}">
                <a16:creationId xmlns:a16="http://schemas.microsoft.com/office/drawing/2014/main" id="{894A7E5E-DB81-CCA0-38B2-A92151CD5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46856" r="45685" b="40349"/>
          <a:stretch>
            <a:fillRect/>
          </a:stretch>
        </p:blipFill>
        <p:spPr>
          <a:xfrm>
            <a:off x="6624554" y="2357796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786A3B12-576D-C558-AA4F-4B1D9257A29F}"/>
              </a:ext>
            </a:extLst>
          </p:cNvPr>
          <p:cNvSpPr txBox="1"/>
          <p:nvPr/>
        </p:nvSpPr>
        <p:spPr>
          <a:xfrm>
            <a:off x="7216417" y="2506644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설계 의도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AD5C7F3-22E0-C3E1-EB1F-DED6BCBA6E57}"/>
              </a:ext>
            </a:extLst>
          </p:cNvPr>
          <p:cNvSpPr txBox="1"/>
          <p:nvPr/>
        </p:nvSpPr>
        <p:spPr>
          <a:xfrm>
            <a:off x="8380519" y="2286070"/>
            <a:ext cx="3294054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031223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평소에는 의식하지 않는 호흡을 플레이어가 판단하고</a:t>
            </a:r>
            <a:b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</a:b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조절하는 행동으로 전환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lnSpc>
                <a:spcPct val="150000"/>
              </a:lnSpc>
              <a:buClr>
                <a:srgbClr val="031223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은폐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대응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이동이 하나의 입력으로 연결됨</a:t>
            </a: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010BEB44-FC7D-366D-9F47-474600EA9CD3}"/>
              </a:ext>
            </a:extLst>
          </p:cNvPr>
          <p:cNvSpPr/>
          <p:nvPr/>
        </p:nvSpPr>
        <p:spPr>
          <a:xfrm>
            <a:off x="6364941" y="1015316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9D31FD0A-3B60-4FDE-09D4-3BAFF87CE826}"/>
              </a:ext>
            </a:extLst>
          </p:cNvPr>
          <p:cNvSpPr/>
          <p:nvPr/>
        </p:nvSpPr>
        <p:spPr>
          <a:xfrm>
            <a:off x="6364940" y="2145418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714FBD4C-49D0-9AF8-83EC-FBB70BB3B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28773" r="45685" b="58432"/>
          <a:stretch>
            <a:fillRect/>
          </a:stretch>
        </p:blipFill>
        <p:spPr>
          <a:xfrm>
            <a:off x="6624554" y="3493071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0428EFEF-D3A9-D1A3-FB29-20EA0768A40E}"/>
              </a:ext>
            </a:extLst>
          </p:cNvPr>
          <p:cNvSpPr txBox="1"/>
          <p:nvPr/>
        </p:nvSpPr>
        <p:spPr>
          <a:xfrm>
            <a:off x="7216417" y="3646930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정의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96BAFBE-A5CD-4CD7-646E-75FD781BEC3F}"/>
              </a:ext>
            </a:extLst>
          </p:cNvPr>
          <p:cNvSpPr txBox="1"/>
          <p:nvPr/>
        </p:nvSpPr>
        <p:spPr>
          <a:xfrm>
            <a:off x="8380518" y="3421345"/>
            <a:ext cx="3252866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플레이어가 들숨 → 참기 → 날숨을 직접 조작하여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공기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이동을 하나의 호흡 자원으로 대응하는 핵심 시스템</a:t>
            </a: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C3DD74B9-DF9E-E533-338E-830E5BEE3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65432" r="45685" b="21773"/>
          <a:stretch>
            <a:fillRect/>
          </a:stretch>
        </p:blipFill>
        <p:spPr>
          <a:xfrm>
            <a:off x="6624554" y="4642632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8BB2BE77-B559-8800-B6AE-8AC333EE9E94}"/>
              </a:ext>
            </a:extLst>
          </p:cNvPr>
          <p:cNvSpPr txBox="1"/>
          <p:nvPr/>
        </p:nvSpPr>
        <p:spPr>
          <a:xfrm>
            <a:off x="7216417" y="4792471"/>
            <a:ext cx="979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재미 구조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B8995F9-6332-9D0E-4034-98F9607D5B90}"/>
              </a:ext>
            </a:extLst>
          </p:cNvPr>
          <p:cNvSpPr txBox="1"/>
          <p:nvPr/>
        </p:nvSpPr>
        <p:spPr>
          <a:xfrm>
            <a:off x="8380518" y="4686322"/>
            <a:ext cx="3252866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관찰과 준비 → 긴장 속 실행 → 안전 지점 도달의 해소 →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7DFE2E8D-BA8D-EEE0-562E-6FA0989A6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2" t="83762" r="45685" b="3443"/>
          <a:stretch>
            <a:fillRect/>
          </a:stretch>
        </p:blipFill>
        <p:spPr>
          <a:xfrm>
            <a:off x="6624555" y="5767887"/>
            <a:ext cx="604674" cy="620860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0DCF354D-9A01-A601-AC66-1F9184EEF340}"/>
              </a:ext>
            </a:extLst>
          </p:cNvPr>
          <p:cNvSpPr txBox="1"/>
          <p:nvPr/>
        </p:nvSpPr>
        <p:spPr>
          <a:xfrm>
            <a:off x="7216418" y="5911448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 효과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BB32255-C063-EA37-5B94-4A1AA775564D}"/>
              </a:ext>
            </a:extLst>
          </p:cNvPr>
          <p:cNvSpPr txBox="1"/>
          <p:nvPr/>
        </p:nvSpPr>
        <p:spPr>
          <a:xfrm>
            <a:off x="8380519" y="5806290"/>
            <a:ext cx="3252865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위치와 공기 상태를 확인하고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어디서 호흡을 확보할 지와 다음 안전 지점까지 갈 수 있는지를 판단하게 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3B0D947-E7FE-C0F7-04D4-46DF0098D255}"/>
              </a:ext>
            </a:extLst>
          </p:cNvPr>
          <p:cNvSpPr/>
          <p:nvPr/>
        </p:nvSpPr>
        <p:spPr>
          <a:xfrm>
            <a:off x="6364938" y="4409251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39569A-2FB9-EA84-9B36-5D165E725BB6}"/>
              </a:ext>
            </a:extLst>
          </p:cNvPr>
          <p:cNvSpPr/>
          <p:nvPr/>
        </p:nvSpPr>
        <p:spPr>
          <a:xfrm>
            <a:off x="6364939" y="3279149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06B2B5-CF49-0B9C-2AF0-D95CC1A0FFE3}"/>
              </a:ext>
            </a:extLst>
          </p:cNvPr>
          <p:cNvSpPr/>
          <p:nvPr/>
        </p:nvSpPr>
        <p:spPr>
          <a:xfrm>
            <a:off x="6364937" y="5539353"/>
            <a:ext cx="5519548" cy="1044048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32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7479-DBF1-C25C-A8B5-E515C72C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84">
            <a:extLst>
              <a:ext uri="{FF2B5EF4-FFF2-40B4-BE49-F238E27FC236}">
                <a16:creationId xmlns:a16="http://schemas.microsoft.com/office/drawing/2014/main" id="{ED72515C-50E6-A74A-0B74-F5D4C844FAC2}"/>
              </a:ext>
            </a:extLst>
          </p:cNvPr>
          <p:cNvSpPr txBox="1"/>
          <p:nvPr/>
        </p:nvSpPr>
        <p:spPr>
          <a:xfrm>
            <a:off x="312341" y="260477"/>
            <a:ext cx="11288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539E1E9B-5A26-2B70-6BEB-509AD8B341BD}"/>
              </a:ext>
            </a:extLst>
          </p:cNvPr>
          <p:cNvCxnSpPr>
            <a:cxnSpLocks/>
          </p:cNvCxnSpPr>
          <p:nvPr/>
        </p:nvCxnSpPr>
        <p:spPr>
          <a:xfrm>
            <a:off x="433150" y="1080878"/>
            <a:ext cx="0" cy="569386"/>
          </a:xfrm>
          <a:prstGeom prst="line">
            <a:avLst/>
          </a:prstGeom>
          <a:ln w="63500">
            <a:solidFill>
              <a:srgbClr val="AF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B370278C-BF0E-8050-2C94-A74A865709A9}"/>
              </a:ext>
            </a:extLst>
          </p:cNvPr>
          <p:cNvSpPr txBox="1"/>
          <p:nvPr/>
        </p:nvSpPr>
        <p:spPr>
          <a:xfrm>
            <a:off x="468867" y="1080878"/>
            <a:ext cx="16337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시스템이란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?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DF3380F-7B68-D4B0-32FC-B84F4F16918F}"/>
              </a:ext>
            </a:extLst>
          </p:cNvPr>
          <p:cNvSpPr txBox="1"/>
          <p:nvPr/>
        </p:nvSpPr>
        <p:spPr>
          <a:xfrm>
            <a:off x="468867" y="1404043"/>
            <a:ext cx="6797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호흡량을 확보하고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참기와 날숨으로 소비하며 위험 공기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이동에 대응하는 조작형 자원 시스템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8C138DF-A86D-0C9F-B4C9-D528F51C2EAA}"/>
              </a:ext>
            </a:extLst>
          </p:cNvPr>
          <p:cNvGrpSpPr/>
          <p:nvPr/>
        </p:nvGrpSpPr>
        <p:grpSpPr>
          <a:xfrm>
            <a:off x="1027327" y="2818903"/>
            <a:ext cx="732220" cy="689518"/>
            <a:chOff x="419306" y="2597772"/>
            <a:chExt cx="732220" cy="689518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D357794-EA5B-AB94-2EEA-B15C6C7B382D}"/>
                </a:ext>
              </a:extLst>
            </p:cNvPr>
            <p:cNvSpPr/>
            <p:nvPr/>
          </p:nvSpPr>
          <p:spPr>
            <a:xfrm>
              <a:off x="440656" y="2597772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7B8455C-7D1D-08C3-1E2A-C691EFE2798A}"/>
                </a:ext>
              </a:extLst>
            </p:cNvPr>
            <p:cNvSpPr txBox="1"/>
            <p:nvPr/>
          </p:nvSpPr>
          <p:spPr>
            <a:xfrm>
              <a:off x="419306" y="2819420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들숨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C635E8E-174D-05C1-4A1C-74AB0FCA51EA}"/>
              </a:ext>
            </a:extLst>
          </p:cNvPr>
          <p:cNvGrpSpPr/>
          <p:nvPr/>
        </p:nvGrpSpPr>
        <p:grpSpPr>
          <a:xfrm>
            <a:off x="1553934" y="1846223"/>
            <a:ext cx="732220" cy="689518"/>
            <a:chOff x="2196158" y="3199866"/>
            <a:chExt cx="732220" cy="689518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F5767CB-090F-3B7D-E1BA-B5CC431BF364}"/>
                </a:ext>
              </a:extLst>
            </p:cNvPr>
            <p:cNvSpPr/>
            <p:nvPr/>
          </p:nvSpPr>
          <p:spPr>
            <a:xfrm>
              <a:off x="2217508" y="3199866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647C96E-3229-5B84-B5D4-F2AFE142F7A5}"/>
                </a:ext>
              </a:extLst>
            </p:cNvPr>
            <p:cNvSpPr txBox="1"/>
            <p:nvPr/>
          </p:nvSpPr>
          <p:spPr>
            <a:xfrm>
              <a:off x="2196158" y="3421514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강제 호흡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0935C77-0A9B-A6BA-A4C4-D1136FD54235}"/>
              </a:ext>
            </a:extLst>
          </p:cNvPr>
          <p:cNvGrpSpPr/>
          <p:nvPr/>
        </p:nvGrpSpPr>
        <p:grpSpPr>
          <a:xfrm>
            <a:off x="1205207" y="4138325"/>
            <a:ext cx="732220" cy="689518"/>
            <a:chOff x="419305" y="3447601"/>
            <a:chExt cx="732220" cy="689518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271E1121-0D76-3BBE-165D-2F44EDBCA758}"/>
                </a:ext>
              </a:extLst>
            </p:cNvPr>
            <p:cNvSpPr/>
            <p:nvPr/>
          </p:nvSpPr>
          <p:spPr>
            <a:xfrm>
              <a:off x="440655" y="3447601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4AE702A-BCCE-E7D5-0A24-3B21FC62BBAE}"/>
                </a:ext>
              </a:extLst>
            </p:cNvPr>
            <p:cNvSpPr txBox="1"/>
            <p:nvPr/>
          </p:nvSpPr>
          <p:spPr>
            <a:xfrm>
              <a:off x="419305" y="3669249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참기</a:t>
              </a:r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BE4CC44-BA81-4200-1901-731849EAF532}"/>
              </a:ext>
            </a:extLst>
          </p:cNvPr>
          <p:cNvGrpSpPr/>
          <p:nvPr/>
        </p:nvGrpSpPr>
        <p:grpSpPr>
          <a:xfrm>
            <a:off x="1712720" y="2552321"/>
            <a:ext cx="732220" cy="689518"/>
            <a:chOff x="1132975" y="3986075"/>
            <a:chExt cx="732220" cy="689518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76158F9C-0A4B-68FE-3E3C-DADAFECE2F16}"/>
                </a:ext>
              </a:extLst>
            </p:cNvPr>
            <p:cNvSpPr/>
            <p:nvPr/>
          </p:nvSpPr>
          <p:spPr>
            <a:xfrm>
              <a:off x="1154325" y="3986075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3D58A02-82F5-E391-9570-EC1BA3C146DD}"/>
                </a:ext>
              </a:extLst>
            </p:cNvPr>
            <p:cNvSpPr txBox="1"/>
            <p:nvPr/>
          </p:nvSpPr>
          <p:spPr>
            <a:xfrm>
              <a:off x="1132975" y="4207723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날숨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5BCACC66-BD8D-7C21-3C39-FECCE532739B}"/>
              </a:ext>
            </a:extLst>
          </p:cNvPr>
          <p:cNvGrpSpPr/>
          <p:nvPr/>
        </p:nvGrpSpPr>
        <p:grpSpPr>
          <a:xfrm>
            <a:off x="808719" y="3518773"/>
            <a:ext cx="732220" cy="689518"/>
            <a:chOff x="1132975" y="2106012"/>
            <a:chExt cx="732220" cy="689518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CE470864-CE66-CA59-EBB7-6838E1E6F393}"/>
                </a:ext>
              </a:extLst>
            </p:cNvPr>
            <p:cNvSpPr/>
            <p:nvPr/>
          </p:nvSpPr>
          <p:spPr>
            <a:xfrm>
              <a:off x="1154325" y="2106012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DB1FED0-C5A0-A828-73CE-4A4349E0C906}"/>
                </a:ext>
              </a:extLst>
            </p:cNvPr>
            <p:cNvSpPr txBox="1"/>
            <p:nvPr/>
          </p:nvSpPr>
          <p:spPr>
            <a:xfrm>
              <a:off x="1132975" y="2327660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평상</a:t>
              </a:r>
              <a:r>
                <a:rPr lang="en-US" altLang="ko-KR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 </a:t>
              </a:r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호흡</a:t>
              </a:r>
            </a:p>
          </p:txBody>
        </p: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55A97417-0CB0-87D0-2DB4-BFF859992762}"/>
              </a:ext>
            </a:extLst>
          </p:cNvPr>
          <p:cNvGrpSpPr/>
          <p:nvPr/>
        </p:nvGrpSpPr>
        <p:grpSpPr>
          <a:xfrm>
            <a:off x="863461" y="2114709"/>
            <a:ext cx="732220" cy="689518"/>
            <a:chOff x="3035161" y="2321224"/>
            <a:chExt cx="732220" cy="68951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55566342-0B53-884F-87E7-B18BA2682A26}"/>
                </a:ext>
              </a:extLst>
            </p:cNvPr>
            <p:cNvSpPr/>
            <p:nvPr/>
          </p:nvSpPr>
          <p:spPr>
            <a:xfrm>
              <a:off x="3056511" y="2321224"/>
              <a:ext cx="689520" cy="689518"/>
            </a:xfrm>
            <a:prstGeom prst="ellipse">
              <a:avLst/>
            </a:prstGeom>
            <a:solidFill>
              <a:srgbClr val="AF727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DD49202-D98E-CCF9-811F-4D05D0306ADA}"/>
                </a:ext>
              </a:extLst>
            </p:cNvPr>
            <p:cNvSpPr txBox="1"/>
            <p:nvPr/>
          </p:nvSpPr>
          <p:spPr>
            <a:xfrm>
              <a:off x="3035161" y="2542872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err="1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과흡입</a:t>
              </a:r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3C5984F6-1B1F-03AE-8B22-89FEB9B8C498}"/>
              </a:ext>
            </a:extLst>
          </p:cNvPr>
          <p:cNvGrpSpPr/>
          <p:nvPr/>
        </p:nvGrpSpPr>
        <p:grpSpPr>
          <a:xfrm>
            <a:off x="1541841" y="3277782"/>
            <a:ext cx="957456" cy="957456"/>
            <a:chOff x="3713541" y="3484297"/>
            <a:chExt cx="957456" cy="957456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3C078C2-3513-BECC-EDF6-F9EEFA1383C0}"/>
                </a:ext>
              </a:extLst>
            </p:cNvPr>
            <p:cNvSpPr/>
            <p:nvPr/>
          </p:nvSpPr>
          <p:spPr>
            <a:xfrm>
              <a:off x="3713541" y="3484297"/>
              <a:ext cx="957456" cy="957456"/>
            </a:xfrm>
            <a:prstGeom prst="ellipse">
              <a:avLst/>
            </a:prstGeom>
            <a:solidFill>
              <a:srgbClr val="AF72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4996984-A955-E1AE-FB9A-8CF038D909DE}"/>
                </a:ext>
              </a:extLst>
            </p:cNvPr>
            <p:cNvSpPr txBox="1"/>
            <p:nvPr/>
          </p:nvSpPr>
          <p:spPr>
            <a:xfrm>
              <a:off x="3780937" y="4033474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행동</a:t>
              </a:r>
            </a:p>
          </p:txBody>
        </p:sp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3B363E59-01ED-0816-0647-12675598A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4" t="21019" r="77500" b="54259"/>
            <a:stretch>
              <a:fillRect/>
            </a:stretch>
          </p:blipFill>
          <p:spPr>
            <a:xfrm>
              <a:off x="3990319" y="3604526"/>
              <a:ext cx="403900" cy="445624"/>
            </a:xfrm>
            <a:prstGeom prst="rect">
              <a:avLst/>
            </a:prstGeom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AC4CD5C-8618-3087-3E0D-0AA6009461B3}"/>
              </a:ext>
            </a:extLst>
          </p:cNvPr>
          <p:cNvGrpSpPr/>
          <p:nvPr/>
        </p:nvGrpSpPr>
        <p:grpSpPr>
          <a:xfrm>
            <a:off x="4395781" y="4346327"/>
            <a:ext cx="732220" cy="689518"/>
            <a:chOff x="3961067" y="3891118"/>
            <a:chExt cx="732220" cy="689518"/>
          </a:xfrm>
        </p:grpSpPr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C076B405-C856-6247-A100-244E648AE475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0481ED9E-6703-EC3A-75E0-2ECB0344C70C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확보</a:t>
              </a: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D13DB25-D98B-77D6-151C-D28D79D0871F}"/>
              </a:ext>
            </a:extLst>
          </p:cNvPr>
          <p:cNvGrpSpPr/>
          <p:nvPr/>
        </p:nvGrpSpPr>
        <p:grpSpPr>
          <a:xfrm>
            <a:off x="4516208" y="3019521"/>
            <a:ext cx="732220" cy="689518"/>
            <a:chOff x="3961067" y="3891118"/>
            <a:chExt cx="732220" cy="689518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CD04EAE9-D512-BDA9-81E9-4FB79F5487A6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8E88FDA-EF2E-BE5D-FB05-51A3F8080BB3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소비</a:t>
              </a:r>
            </a:p>
          </p:txBody>
        </p:sp>
      </p:grp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A922D715-319B-36F1-A47E-55971C871A19}"/>
              </a:ext>
            </a:extLst>
          </p:cNvPr>
          <p:cNvGrpSpPr/>
          <p:nvPr/>
        </p:nvGrpSpPr>
        <p:grpSpPr>
          <a:xfrm>
            <a:off x="3797225" y="3478300"/>
            <a:ext cx="957456" cy="984862"/>
            <a:chOff x="5968925" y="3684815"/>
            <a:chExt cx="957456" cy="984862"/>
          </a:xfrm>
        </p:grpSpPr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3F68477-3372-2771-35B7-FD421966D881}"/>
                </a:ext>
              </a:extLst>
            </p:cNvPr>
            <p:cNvSpPr/>
            <p:nvPr/>
          </p:nvSpPr>
          <p:spPr>
            <a:xfrm>
              <a:off x="5968925" y="3712221"/>
              <a:ext cx="957456" cy="957456"/>
            </a:xfrm>
            <a:prstGeom prst="ellipse">
              <a:avLst/>
            </a:prstGeom>
            <a:solidFill>
              <a:srgbClr val="A07B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38C289C-1A62-E699-ABAE-61F572B96EDE}"/>
                </a:ext>
              </a:extLst>
            </p:cNvPr>
            <p:cNvSpPr txBox="1"/>
            <p:nvPr/>
          </p:nvSpPr>
          <p:spPr>
            <a:xfrm>
              <a:off x="6036321" y="4236833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게이지</a:t>
              </a:r>
            </a:p>
          </p:txBody>
        </p:sp>
        <p:pic>
          <p:nvPicPr>
            <p:cNvPr id="237" name="그림 236">
              <a:extLst>
                <a:ext uri="{FF2B5EF4-FFF2-40B4-BE49-F238E27FC236}">
                  <a16:creationId xmlns:a16="http://schemas.microsoft.com/office/drawing/2014/main" id="{28B957C5-4A56-5C2D-670E-19BD04F75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1972" y="3684815"/>
              <a:ext cx="704468" cy="704464"/>
            </a:xfrm>
            <a:prstGeom prst="rect">
              <a:avLst/>
            </a:prstGeom>
          </p:spPr>
        </p:pic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C82DA1E5-362C-74C1-2D75-02E2EAE4A558}"/>
              </a:ext>
            </a:extLst>
          </p:cNvPr>
          <p:cNvGrpSpPr/>
          <p:nvPr/>
        </p:nvGrpSpPr>
        <p:grpSpPr>
          <a:xfrm>
            <a:off x="1871552" y="5375739"/>
            <a:ext cx="732220" cy="689518"/>
            <a:chOff x="2191502" y="2691643"/>
            <a:chExt cx="732220" cy="689518"/>
          </a:xfrm>
        </p:grpSpPr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C98549DC-270A-ECE5-3817-508E20A57DFA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C5EAE4FC-0164-6813-6C7F-B7AE519240F3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정상</a:t>
              </a: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DC9FBEC3-8183-142E-5BCC-20615D366427}"/>
              </a:ext>
            </a:extLst>
          </p:cNvPr>
          <p:cNvGrpSpPr/>
          <p:nvPr/>
        </p:nvGrpSpPr>
        <p:grpSpPr>
          <a:xfrm>
            <a:off x="2485825" y="4788023"/>
            <a:ext cx="957456" cy="957456"/>
            <a:chOff x="4657525" y="4994538"/>
            <a:chExt cx="957456" cy="957456"/>
          </a:xfrm>
        </p:grpSpPr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06037E77-1062-675F-D794-0EFC88900E9B}"/>
                </a:ext>
              </a:extLst>
            </p:cNvPr>
            <p:cNvSpPr/>
            <p:nvPr/>
          </p:nvSpPr>
          <p:spPr>
            <a:xfrm>
              <a:off x="4657525" y="4994538"/>
              <a:ext cx="957456" cy="957456"/>
            </a:xfrm>
            <a:prstGeom prst="ellipse">
              <a:avLst/>
            </a:prstGeom>
            <a:solidFill>
              <a:srgbClr val="758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D25AF64-006C-B375-32CB-C57CBCF5020D}"/>
                </a:ext>
              </a:extLst>
            </p:cNvPr>
            <p:cNvSpPr txBox="1"/>
            <p:nvPr/>
          </p:nvSpPr>
          <p:spPr>
            <a:xfrm>
              <a:off x="4724921" y="5543715"/>
              <a:ext cx="8226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환경</a:t>
              </a:r>
            </a:p>
          </p:txBody>
        </p:sp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1423BC11-21DE-92E7-1534-D643BE9B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80" t="21019" r="29114" b="54259"/>
            <a:stretch>
              <a:fillRect/>
            </a:stretch>
          </p:blipFill>
          <p:spPr>
            <a:xfrm>
              <a:off x="4934303" y="5114767"/>
              <a:ext cx="403900" cy="445624"/>
            </a:xfrm>
            <a:prstGeom prst="rect">
              <a:avLst/>
            </a:prstGeom>
          </p:spPr>
        </p:pic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78055F7-AAA4-2B1A-0F1B-48DB551FB118}"/>
              </a:ext>
            </a:extLst>
          </p:cNvPr>
          <p:cNvGrpSpPr/>
          <p:nvPr/>
        </p:nvGrpSpPr>
        <p:grpSpPr>
          <a:xfrm>
            <a:off x="1852647" y="4501597"/>
            <a:ext cx="732220" cy="689518"/>
            <a:chOff x="2191502" y="2691643"/>
            <a:chExt cx="732220" cy="689518"/>
          </a:xfrm>
        </p:grpSpPr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044496E6-255C-099D-07B6-5070C01A4E60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235A821-59D9-77DC-8AC1-2DC4CFCD41EE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수중</a:t>
              </a: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6F43FC8F-97EF-6AD1-3AC6-65CEEDCCBAF5}"/>
              </a:ext>
            </a:extLst>
          </p:cNvPr>
          <p:cNvGrpSpPr/>
          <p:nvPr/>
        </p:nvGrpSpPr>
        <p:grpSpPr>
          <a:xfrm>
            <a:off x="3352937" y="5319547"/>
            <a:ext cx="732220" cy="689518"/>
            <a:chOff x="2191502" y="2691643"/>
            <a:chExt cx="732220" cy="689518"/>
          </a:xfrm>
        </p:grpSpPr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99FBD90C-9888-6559-524C-4D32426A420F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0BBFE771-03C4-402A-87C4-C78DB4637AB3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유해</a:t>
              </a: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3D07BC8-3E8B-CF6E-97FE-35468FAC5EEA}"/>
              </a:ext>
            </a:extLst>
          </p:cNvPr>
          <p:cNvGrpSpPr/>
          <p:nvPr/>
        </p:nvGrpSpPr>
        <p:grpSpPr>
          <a:xfrm>
            <a:off x="3397804" y="4599822"/>
            <a:ext cx="732220" cy="689518"/>
            <a:chOff x="2191502" y="2691643"/>
            <a:chExt cx="732220" cy="689518"/>
          </a:xfrm>
        </p:grpSpPr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B0CFCE41-07CD-5D66-7D0D-A2D448D4F005}"/>
                </a:ext>
              </a:extLst>
            </p:cNvPr>
            <p:cNvSpPr/>
            <p:nvPr/>
          </p:nvSpPr>
          <p:spPr>
            <a:xfrm>
              <a:off x="2212852" y="2691643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B8D0B568-B674-891B-6690-3B12348FAC89}"/>
                </a:ext>
              </a:extLst>
            </p:cNvPr>
            <p:cNvSpPr txBox="1"/>
            <p:nvPr/>
          </p:nvSpPr>
          <p:spPr>
            <a:xfrm>
              <a:off x="2191502" y="291329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자극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E6BA847E-4E89-7409-4D28-9CB84479DA08}"/>
              </a:ext>
            </a:extLst>
          </p:cNvPr>
          <p:cNvGrpSpPr/>
          <p:nvPr/>
        </p:nvGrpSpPr>
        <p:grpSpPr>
          <a:xfrm>
            <a:off x="4016565" y="4990710"/>
            <a:ext cx="732220" cy="689518"/>
            <a:chOff x="6153160" y="5382116"/>
            <a:chExt cx="732220" cy="689518"/>
          </a:xfrm>
        </p:grpSpPr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2247CD99-776D-94B0-B336-7828E22D5620}"/>
                </a:ext>
              </a:extLst>
            </p:cNvPr>
            <p:cNvSpPr/>
            <p:nvPr/>
          </p:nvSpPr>
          <p:spPr>
            <a:xfrm>
              <a:off x="6174510" y="5382116"/>
              <a:ext cx="689520" cy="689518"/>
            </a:xfrm>
            <a:prstGeom prst="ellipse">
              <a:avLst/>
            </a:prstGeom>
            <a:solidFill>
              <a:srgbClr val="75817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7CB1643-4147-5E04-2078-796D789C85EE}"/>
                </a:ext>
              </a:extLst>
            </p:cNvPr>
            <p:cNvSpPr txBox="1"/>
            <p:nvPr/>
          </p:nvSpPr>
          <p:spPr>
            <a:xfrm>
              <a:off x="6153160" y="5526820"/>
              <a:ext cx="7322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환경</a:t>
              </a:r>
              <a:endPara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게이지</a:t>
              </a: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7AA2F1AF-5722-5FE8-0EBE-D38EC44005EC}"/>
              </a:ext>
            </a:extLst>
          </p:cNvPr>
          <p:cNvGrpSpPr/>
          <p:nvPr/>
        </p:nvGrpSpPr>
        <p:grpSpPr>
          <a:xfrm>
            <a:off x="2805230" y="2511352"/>
            <a:ext cx="957456" cy="957456"/>
            <a:chOff x="8237415" y="3509328"/>
            <a:chExt cx="957456" cy="957456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57650027-BA61-6CAB-558A-E3994CD5EFB3}"/>
                </a:ext>
              </a:extLst>
            </p:cNvPr>
            <p:cNvSpPr/>
            <p:nvPr/>
          </p:nvSpPr>
          <p:spPr>
            <a:xfrm>
              <a:off x="8237415" y="3509328"/>
              <a:ext cx="957456" cy="957456"/>
            </a:xfrm>
            <a:prstGeom prst="ellipse">
              <a:avLst/>
            </a:prstGeom>
            <a:solidFill>
              <a:srgbClr val="847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22F6484A-FEDA-4DE6-A31C-EE2B7C288412}"/>
                </a:ext>
              </a:extLst>
            </p:cNvPr>
            <p:cNvSpPr txBox="1"/>
            <p:nvPr/>
          </p:nvSpPr>
          <p:spPr>
            <a:xfrm>
              <a:off x="8277173" y="4048977"/>
              <a:ext cx="8779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AI </a:t>
              </a:r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반응</a:t>
              </a:r>
            </a:p>
          </p:txBody>
        </p:sp>
        <p:pic>
          <p:nvPicPr>
            <p:cNvPr id="249" name="그림 248">
              <a:extLst>
                <a:ext uri="{FF2B5EF4-FFF2-40B4-BE49-F238E27FC236}">
                  <a16:creationId xmlns:a16="http://schemas.microsoft.com/office/drawing/2014/main" id="{5D97D8B8-0CB7-DB40-FDF0-65ED230E6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75" t="21019" r="6019" b="54259"/>
            <a:stretch>
              <a:fillRect/>
            </a:stretch>
          </p:blipFill>
          <p:spPr>
            <a:xfrm>
              <a:off x="8514193" y="3620029"/>
              <a:ext cx="403900" cy="445624"/>
            </a:xfrm>
            <a:prstGeom prst="rect">
              <a:avLst/>
            </a:prstGeom>
          </p:spPr>
        </p:pic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621C1EA2-CDA9-7836-CE76-A009EAEA5470}"/>
              </a:ext>
            </a:extLst>
          </p:cNvPr>
          <p:cNvGrpSpPr/>
          <p:nvPr/>
        </p:nvGrpSpPr>
        <p:grpSpPr>
          <a:xfrm>
            <a:off x="2270242" y="2076161"/>
            <a:ext cx="732220" cy="689518"/>
            <a:chOff x="8782427" y="2192213"/>
            <a:chExt cx="732220" cy="689518"/>
          </a:xfrm>
        </p:grpSpPr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A5ECE511-975C-9E60-59F7-78BA87D27A8B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6DA1748-2810-21C4-76B3-D51C0E3BC193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감지</a:t>
              </a:r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36A97815-66F7-E57C-FF0D-01FF453E7FBB}"/>
              </a:ext>
            </a:extLst>
          </p:cNvPr>
          <p:cNvGrpSpPr/>
          <p:nvPr/>
        </p:nvGrpSpPr>
        <p:grpSpPr>
          <a:xfrm>
            <a:off x="2947214" y="1793716"/>
            <a:ext cx="732220" cy="689518"/>
            <a:chOff x="8782427" y="2192213"/>
            <a:chExt cx="732220" cy="689518"/>
          </a:xfrm>
        </p:grpSpPr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90AA21F2-9D5F-5B6C-CD81-E212B1DFA6AC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1D72EEF2-FD98-D1F8-7053-E078F54CD1B7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추적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D13B611C-A971-7FC7-BEBF-F5160E19B16A}"/>
              </a:ext>
            </a:extLst>
          </p:cNvPr>
          <p:cNvGrpSpPr/>
          <p:nvPr/>
        </p:nvGrpSpPr>
        <p:grpSpPr>
          <a:xfrm>
            <a:off x="3802444" y="2654390"/>
            <a:ext cx="732220" cy="689518"/>
            <a:chOff x="8782427" y="2192213"/>
            <a:chExt cx="732220" cy="689518"/>
          </a:xfrm>
        </p:grpSpPr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22D39AE5-0874-3036-61A4-68130B11807B}"/>
                </a:ext>
              </a:extLst>
            </p:cNvPr>
            <p:cNvSpPr/>
            <p:nvPr/>
          </p:nvSpPr>
          <p:spPr>
            <a:xfrm>
              <a:off x="8803777" y="2192213"/>
              <a:ext cx="689520" cy="689518"/>
            </a:xfrm>
            <a:prstGeom prst="ellipse">
              <a:avLst/>
            </a:prstGeom>
            <a:solidFill>
              <a:srgbClr val="84719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EED3A99B-8EF3-3599-99FB-9787042AF2E6}"/>
                </a:ext>
              </a:extLst>
            </p:cNvPr>
            <p:cNvSpPr txBox="1"/>
            <p:nvPr/>
          </p:nvSpPr>
          <p:spPr>
            <a:xfrm>
              <a:off x="8782427" y="2413861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행동 변화</a:t>
              </a: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D842C054-4662-1DD1-580D-A3CC070E58A6}"/>
              </a:ext>
            </a:extLst>
          </p:cNvPr>
          <p:cNvGrpSpPr/>
          <p:nvPr/>
        </p:nvGrpSpPr>
        <p:grpSpPr>
          <a:xfrm>
            <a:off x="4762025" y="3708749"/>
            <a:ext cx="732220" cy="689518"/>
            <a:chOff x="3961067" y="3891118"/>
            <a:chExt cx="732220" cy="689518"/>
          </a:xfrm>
        </p:grpSpPr>
        <p:sp>
          <p:nvSpPr>
            <p:cNvPr id="283" name="타원 282">
              <a:extLst>
                <a:ext uri="{FF2B5EF4-FFF2-40B4-BE49-F238E27FC236}">
                  <a16:creationId xmlns:a16="http://schemas.microsoft.com/office/drawing/2014/main" id="{09CFFDEA-F913-958C-D82C-66A9D72B9232}"/>
                </a:ext>
              </a:extLst>
            </p:cNvPr>
            <p:cNvSpPr/>
            <p:nvPr/>
          </p:nvSpPr>
          <p:spPr>
            <a:xfrm>
              <a:off x="3982417" y="3891118"/>
              <a:ext cx="689520" cy="689518"/>
            </a:xfrm>
            <a:prstGeom prst="ellipse">
              <a:avLst/>
            </a:prstGeom>
            <a:solidFill>
              <a:srgbClr val="A07B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FF725D74-052B-0FC1-9038-3CA7A4891823}"/>
                </a:ext>
              </a:extLst>
            </p:cNvPr>
            <p:cNvSpPr txBox="1"/>
            <p:nvPr/>
          </p:nvSpPr>
          <p:spPr>
            <a:xfrm>
              <a:off x="3961067" y="4112766"/>
              <a:ext cx="73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31223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호흡량</a:t>
              </a:r>
            </a:p>
          </p:txBody>
        </p:sp>
      </p:grp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C3963123-55AE-28EB-ED9A-5A88146124A0}"/>
              </a:ext>
            </a:extLst>
          </p:cNvPr>
          <p:cNvGrpSpPr/>
          <p:nvPr/>
        </p:nvGrpSpPr>
        <p:grpSpPr>
          <a:xfrm>
            <a:off x="2468596" y="3481370"/>
            <a:ext cx="1294090" cy="1294091"/>
            <a:chOff x="3065610" y="3707861"/>
            <a:chExt cx="1763378" cy="1763378"/>
          </a:xfrm>
        </p:grpSpPr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983ACA2C-132D-D1BE-0CEB-91DC01713137}"/>
                </a:ext>
              </a:extLst>
            </p:cNvPr>
            <p:cNvSpPr/>
            <p:nvPr/>
          </p:nvSpPr>
          <p:spPr>
            <a:xfrm>
              <a:off x="3065610" y="3707861"/>
              <a:ext cx="1763378" cy="1763378"/>
            </a:xfrm>
            <a:prstGeom prst="ellipse">
              <a:avLst/>
            </a:prstGeom>
            <a:solidFill>
              <a:srgbClr val="637A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52735736-CB4A-11EE-7D9D-FDC55E778F8A}"/>
                </a:ext>
              </a:extLst>
            </p:cNvPr>
            <p:cNvSpPr txBox="1"/>
            <p:nvPr/>
          </p:nvSpPr>
          <p:spPr>
            <a:xfrm>
              <a:off x="3107444" y="4754102"/>
              <a:ext cx="1679708" cy="440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solidFill>
                    <a:srgbClr val="FDFDFE"/>
                  </a:solidFill>
                  <a:latin typeface="KoddiUD 온고딕 Bold" panose="020B0803000000000000" pitchFamily="50" charset="-127"/>
                  <a:ea typeface="KoddiUD 온고딕 Bold" panose="020B0803000000000000" pitchFamily="50" charset="-127"/>
                </a:rPr>
                <a:t>호흡 시스템</a:t>
              </a:r>
            </a:p>
          </p:txBody>
        </p:sp>
        <p:pic>
          <p:nvPicPr>
            <p:cNvPr id="291" name="그림 290">
              <a:extLst>
                <a:ext uri="{FF2B5EF4-FFF2-40B4-BE49-F238E27FC236}">
                  <a16:creationId xmlns:a16="http://schemas.microsoft.com/office/drawing/2014/main" id="{341942D2-5C25-C88A-3788-BE5008745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25" t="21019" r="53469" b="54259"/>
            <a:stretch>
              <a:fillRect/>
            </a:stretch>
          </p:blipFill>
          <p:spPr>
            <a:xfrm>
              <a:off x="3550526" y="3870896"/>
              <a:ext cx="800512" cy="883206"/>
            </a:xfrm>
            <a:prstGeom prst="rect">
              <a:avLst/>
            </a:prstGeom>
          </p:spPr>
        </p:pic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326F0BAF-1499-7F5E-9D55-4A42AAC806A7}"/>
              </a:ext>
            </a:extLst>
          </p:cNvPr>
          <p:cNvSpPr txBox="1"/>
          <p:nvPr/>
        </p:nvSpPr>
        <p:spPr>
          <a:xfrm>
            <a:off x="1476408" y="6177883"/>
            <a:ext cx="32784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시스템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볼륨맵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｜ 행동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· AI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반응의 연결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81C436B-C44B-A9BB-2C07-889117A57396}"/>
              </a:ext>
            </a:extLst>
          </p:cNvPr>
          <p:cNvSpPr txBox="1"/>
          <p:nvPr/>
        </p:nvSpPr>
        <p:spPr>
          <a:xfrm>
            <a:off x="6401045" y="1841737"/>
            <a:ext cx="11641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게이지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9F85FAB9-F073-D106-C0EC-8CC71C3E3DA8}"/>
              </a:ext>
            </a:extLst>
          </p:cNvPr>
          <p:cNvSpPr/>
          <p:nvPr/>
        </p:nvSpPr>
        <p:spPr>
          <a:xfrm>
            <a:off x="6672424" y="2355935"/>
            <a:ext cx="621345" cy="24195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200">
                <a:srgbClr val="B4BCC8"/>
              </a:gs>
              <a:gs pos="0">
                <a:srgbClr val="B1BCCA"/>
              </a:gs>
              <a:gs pos="100000">
                <a:srgbClr val="CFBD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6" name="사각형: 둥근 모서리 295">
            <a:extLst>
              <a:ext uri="{FF2B5EF4-FFF2-40B4-BE49-F238E27FC236}">
                <a16:creationId xmlns:a16="http://schemas.microsoft.com/office/drawing/2014/main" id="{7BA1104A-AE09-4151-B78A-7E060CB6FFE4}"/>
              </a:ext>
            </a:extLst>
          </p:cNvPr>
          <p:cNvSpPr/>
          <p:nvPr/>
        </p:nvSpPr>
        <p:spPr>
          <a:xfrm>
            <a:off x="10324391" y="2355935"/>
            <a:ext cx="553568" cy="241953"/>
          </a:xfrm>
          <a:prstGeom prst="roundRect">
            <a:avLst>
              <a:gd name="adj" fmla="val 50000"/>
            </a:avLst>
          </a:prstGeom>
          <a:gradFill>
            <a:gsLst>
              <a:gs pos="50400">
                <a:srgbClr val="D6B8B8"/>
              </a:gs>
              <a:gs pos="0">
                <a:srgbClr val="CFBDAF"/>
              </a:gs>
              <a:gs pos="100000">
                <a:srgbClr val="D7B8B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964FC945-449B-3E7F-DCA9-050703E8F78E}"/>
              </a:ext>
            </a:extLst>
          </p:cNvPr>
          <p:cNvSpPr/>
          <p:nvPr/>
        </p:nvSpPr>
        <p:spPr>
          <a:xfrm>
            <a:off x="7151046" y="2355935"/>
            <a:ext cx="3282400" cy="241418"/>
          </a:xfrm>
          <a:prstGeom prst="rect">
            <a:avLst/>
          </a:prstGeom>
          <a:gradFill>
            <a:gsLst>
              <a:gs pos="51700">
                <a:srgbClr val="CFBDAF"/>
              </a:gs>
              <a:gs pos="0">
                <a:srgbClr val="C0BCBD"/>
              </a:gs>
              <a:gs pos="100000">
                <a:srgbClr val="D2BBB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88EA1FFE-EE17-5285-156C-138D9E8A5BB3}"/>
              </a:ext>
            </a:extLst>
          </p:cNvPr>
          <p:cNvSpPr/>
          <p:nvPr/>
        </p:nvSpPr>
        <p:spPr>
          <a:xfrm>
            <a:off x="6345517" y="2318174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endParaRPr lang="ko-KR" altLang="en-US" sz="800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99" name="사각형: 둥근 모서리 298">
            <a:extLst>
              <a:ext uri="{FF2B5EF4-FFF2-40B4-BE49-F238E27FC236}">
                <a16:creationId xmlns:a16="http://schemas.microsoft.com/office/drawing/2014/main" id="{510A783F-9C1E-A660-B11F-6600F8DE720C}"/>
              </a:ext>
            </a:extLst>
          </p:cNvPr>
          <p:cNvSpPr/>
          <p:nvPr/>
        </p:nvSpPr>
        <p:spPr>
          <a:xfrm>
            <a:off x="10799468" y="2318174"/>
            <a:ext cx="495039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00" name="직선 화살표 연결선 299">
            <a:extLst>
              <a:ext uri="{FF2B5EF4-FFF2-40B4-BE49-F238E27FC236}">
                <a16:creationId xmlns:a16="http://schemas.microsoft.com/office/drawing/2014/main" id="{CCE0B64F-7E72-9A45-6D09-4CDA82CA3B4A}"/>
              </a:ext>
            </a:extLst>
          </p:cNvPr>
          <p:cNvCxnSpPr>
            <a:cxnSpLocks/>
          </p:cNvCxnSpPr>
          <p:nvPr/>
        </p:nvCxnSpPr>
        <p:spPr>
          <a:xfrm>
            <a:off x="6672423" y="2713097"/>
            <a:ext cx="0" cy="153253"/>
          </a:xfrm>
          <a:prstGeom prst="straightConnector1">
            <a:avLst/>
          </a:prstGeom>
          <a:ln>
            <a:solidFill>
              <a:srgbClr val="637A96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AE9CDD3F-6E18-3A83-FBC9-014F52C6A1D3}"/>
              </a:ext>
            </a:extLst>
          </p:cNvPr>
          <p:cNvCxnSpPr>
            <a:cxnSpLocks/>
          </p:cNvCxnSpPr>
          <p:nvPr/>
        </p:nvCxnSpPr>
        <p:spPr>
          <a:xfrm>
            <a:off x="8786665" y="2712614"/>
            <a:ext cx="0" cy="153253"/>
          </a:xfrm>
          <a:prstGeom prst="straightConnector1">
            <a:avLst/>
          </a:prstGeom>
          <a:ln>
            <a:solidFill>
              <a:srgbClr val="A07B60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63BFB6A3-749C-F1C0-4CA7-1615F188002C}"/>
              </a:ext>
            </a:extLst>
          </p:cNvPr>
          <p:cNvCxnSpPr>
            <a:cxnSpLocks/>
          </p:cNvCxnSpPr>
          <p:nvPr/>
        </p:nvCxnSpPr>
        <p:spPr>
          <a:xfrm>
            <a:off x="10877959" y="2712663"/>
            <a:ext cx="0" cy="153253"/>
          </a:xfrm>
          <a:prstGeom prst="straightConnector1">
            <a:avLst/>
          </a:prstGeom>
          <a:ln>
            <a:solidFill>
              <a:srgbClr val="AF7273"/>
            </a:solidFill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9A60DA28-F0D8-6730-071E-D43793E8DD49}"/>
              </a:ext>
            </a:extLst>
          </p:cNvPr>
          <p:cNvSpPr txBox="1"/>
          <p:nvPr/>
        </p:nvSpPr>
        <p:spPr>
          <a:xfrm>
            <a:off x="6565270" y="2925252"/>
            <a:ext cx="1058303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  <a:endParaRPr lang="en-US" altLang="ko-KR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보유 호흡 없음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지상 사망 조건 아님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999B096F-C3D7-046C-D0FB-154B68534AAB}"/>
              </a:ext>
            </a:extLst>
          </p:cNvPr>
          <p:cNvSpPr txBox="1"/>
          <p:nvPr/>
        </p:nvSpPr>
        <p:spPr>
          <a:xfrm>
            <a:off x="10086404" y="2925251"/>
            <a:ext cx="960583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최대 호흡량</a:t>
            </a:r>
            <a:endParaRPr lang="en-US" altLang="ko-KR" sz="10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 참기 최대 준비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주의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68A7AF23-B2F6-5FED-DD46-8FCE5ED2E630}"/>
              </a:ext>
            </a:extLst>
          </p:cNvPr>
          <p:cNvSpPr txBox="1"/>
          <p:nvPr/>
        </p:nvSpPr>
        <p:spPr>
          <a:xfrm>
            <a:off x="8321634" y="2925250"/>
            <a:ext cx="930063" cy="67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조절 구간</a:t>
            </a:r>
            <a:endParaRPr lang="en-US" altLang="ko-KR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필요한 양만 확보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부분 사용 가능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7A97172-A7C8-86DC-F6BC-8EE8364BDDF8}"/>
              </a:ext>
            </a:extLst>
          </p:cNvPr>
          <p:cNvSpPr txBox="1"/>
          <p:nvPr/>
        </p:nvSpPr>
        <p:spPr>
          <a:xfrm>
            <a:off x="6401045" y="3942393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 흐름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0DB1389A-33D9-1317-5BD9-707900F11692}"/>
              </a:ext>
            </a:extLst>
          </p:cNvPr>
          <p:cNvCxnSpPr>
            <a:cxnSpLocks/>
          </p:cNvCxnSpPr>
          <p:nvPr/>
        </p:nvCxnSpPr>
        <p:spPr>
          <a:xfrm>
            <a:off x="6345517" y="3747898"/>
            <a:ext cx="5308601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Box 344">
            <a:extLst>
              <a:ext uri="{FF2B5EF4-FFF2-40B4-BE49-F238E27FC236}">
                <a16:creationId xmlns:a16="http://schemas.microsoft.com/office/drawing/2014/main" id="{1DFD6E76-3DA7-D09D-8C28-360B82FF74BA}"/>
              </a:ext>
            </a:extLst>
          </p:cNvPr>
          <p:cNvSpPr txBox="1"/>
          <p:nvPr/>
        </p:nvSpPr>
        <p:spPr>
          <a:xfrm>
            <a:off x="6739143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en-US" altLang="ko-KR" sz="10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확보</a:t>
            </a:r>
          </a:p>
        </p:txBody>
      </p:sp>
      <p:sp>
        <p:nvSpPr>
          <p:cNvPr id="347" name="타원 346">
            <a:extLst>
              <a:ext uri="{FF2B5EF4-FFF2-40B4-BE49-F238E27FC236}">
                <a16:creationId xmlns:a16="http://schemas.microsoft.com/office/drawing/2014/main" id="{3D78A514-D0EB-76E8-33E4-B9B279879D0C}"/>
              </a:ext>
            </a:extLst>
          </p:cNvPr>
          <p:cNvSpPr/>
          <p:nvPr/>
        </p:nvSpPr>
        <p:spPr>
          <a:xfrm>
            <a:off x="6849340" y="4389610"/>
            <a:ext cx="483646" cy="483646"/>
          </a:xfrm>
          <a:prstGeom prst="ellipse">
            <a:avLst/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49" name="그림 348">
            <a:extLst>
              <a:ext uri="{FF2B5EF4-FFF2-40B4-BE49-F238E27FC236}">
                <a16:creationId xmlns:a16="http://schemas.microsoft.com/office/drawing/2014/main" id="{F44E62F0-4D99-9924-3D00-E6548AB9F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" t="57734" r="77157" b="20567"/>
          <a:stretch>
            <a:fillRect/>
          </a:stretch>
        </p:blipFill>
        <p:spPr>
          <a:xfrm>
            <a:off x="6905759" y="4450391"/>
            <a:ext cx="370808" cy="362084"/>
          </a:xfrm>
          <a:prstGeom prst="rect">
            <a:avLst/>
          </a:prstGeom>
        </p:spPr>
      </p:pic>
      <p:sp>
        <p:nvSpPr>
          <p:cNvPr id="363" name="TextBox 362">
            <a:extLst>
              <a:ext uri="{FF2B5EF4-FFF2-40B4-BE49-F238E27FC236}">
                <a16:creationId xmlns:a16="http://schemas.microsoft.com/office/drawing/2014/main" id="{B094DB9C-E17D-D297-FE3F-C90F726EF477}"/>
              </a:ext>
            </a:extLst>
          </p:cNvPr>
          <p:cNvSpPr txBox="1"/>
          <p:nvPr/>
        </p:nvSpPr>
        <p:spPr>
          <a:xfrm>
            <a:off x="8434645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en-US" altLang="ko-KR" sz="10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천천히 소비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89A014AE-791E-3C5D-5809-6D792E390888}"/>
              </a:ext>
            </a:extLst>
          </p:cNvPr>
          <p:cNvSpPr/>
          <p:nvPr/>
        </p:nvSpPr>
        <p:spPr>
          <a:xfrm>
            <a:off x="8544841" y="4389610"/>
            <a:ext cx="483646" cy="483646"/>
          </a:xfrm>
          <a:prstGeom prst="ellipse">
            <a:avLst/>
          </a:prstGeom>
          <a:solidFill>
            <a:srgbClr val="847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67" name="그림 366">
            <a:extLst>
              <a:ext uri="{FF2B5EF4-FFF2-40B4-BE49-F238E27FC236}">
                <a16:creationId xmlns:a16="http://schemas.microsoft.com/office/drawing/2014/main" id="{8F488909-F689-0E5A-6AF8-28A10D23A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0" t="57734" r="53253" b="20567"/>
          <a:stretch>
            <a:fillRect/>
          </a:stretch>
        </p:blipFill>
        <p:spPr>
          <a:xfrm>
            <a:off x="8601260" y="4450391"/>
            <a:ext cx="370808" cy="362084"/>
          </a:xfrm>
          <a:prstGeom prst="rect">
            <a:avLst/>
          </a:prstGeom>
        </p:spPr>
      </p:pic>
      <p:sp>
        <p:nvSpPr>
          <p:cNvPr id="373" name="TextBox 372">
            <a:extLst>
              <a:ext uri="{FF2B5EF4-FFF2-40B4-BE49-F238E27FC236}">
                <a16:creationId xmlns:a16="http://schemas.microsoft.com/office/drawing/2014/main" id="{B11FC839-738F-0E68-016E-00098C612B1C}"/>
              </a:ext>
            </a:extLst>
          </p:cNvPr>
          <p:cNvSpPr txBox="1"/>
          <p:nvPr/>
        </p:nvSpPr>
        <p:spPr>
          <a:xfrm>
            <a:off x="10240342" y="4874242"/>
            <a:ext cx="704039" cy="491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en-US" altLang="ko-KR" sz="10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 algn="ctr">
              <a:lnSpc>
                <a:spcPct val="150000"/>
              </a:lnSpc>
              <a:buClr>
                <a:srgbClr val="031223"/>
              </a:buClr>
            </a:pP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빠르게 소비</a:t>
            </a:r>
            <a:endParaRPr lang="en-US" altLang="ko-KR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75" name="타원 374">
            <a:extLst>
              <a:ext uri="{FF2B5EF4-FFF2-40B4-BE49-F238E27FC236}">
                <a16:creationId xmlns:a16="http://schemas.microsoft.com/office/drawing/2014/main" id="{59D84D0D-8DF6-4B43-1B05-078156E63243}"/>
              </a:ext>
            </a:extLst>
          </p:cNvPr>
          <p:cNvSpPr/>
          <p:nvPr/>
        </p:nvSpPr>
        <p:spPr>
          <a:xfrm>
            <a:off x="10350538" y="4388917"/>
            <a:ext cx="483646" cy="483646"/>
          </a:xfrm>
          <a:prstGeom prst="ellipse">
            <a:avLst/>
          </a:prstGeom>
          <a:solidFill>
            <a:srgbClr val="A07B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77" name="그림 376">
            <a:extLst>
              <a:ext uri="{FF2B5EF4-FFF2-40B4-BE49-F238E27FC236}">
                <a16:creationId xmlns:a16="http://schemas.microsoft.com/office/drawing/2014/main" id="{2F2C4CBD-83D4-5247-50ED-88CA07301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33" t="57734" r="28621" b="20567"/>
          <a:stretch>
            <a:fillRect/>
          </a:stretch>
        </p:blipFill>
        <p:spPr>
          <a:xfrm>
            <a:off x="10392723" y="4449698"/>
            <a:ext cx="399276" cy="362084"/>
          </a:xfrm>
          <a:prstGeom prst="rect">
            <a:avLst/>
          </a:prstGeom>
        </p:spPr>
      </p:pic>
      <p:cxnSp>
        <p:nvCxnSpPr>
          <p:cNvPr id="379" name="직선 화살표 연결선 378">
            <a:extLst>
              <a:ext uri="{FF2B5EF4-FFF2-40B4-BE49-F238E27FC236}">
                <a16:creationId xmlns:a16="http://schemas.microsoft.com/office/drawing/2014/main" id="{D248486C-B06C-5DD2-FEC4-89B9DEF85D5C}"/>
              </a:ext>
            </a:extLst>
          </p:cNvPr>
          <p:cNvCxnSpPr/>
          <p:nvPr/>
        </p:nvCxnSpPr>
        <p:spPr>
          <a:xfrm>
            <a:off x="7670800" y="4811782"/>
            <a:ext cx="495300" cy="0"/>
          </a:xfrm>
          <a:prstGeom prst="straightConnector1">
            <a:avLst/>
          </a:prstGeom>
          <a:ln w="12700">
            <a:gradFill flip="none" rotWithShape="1">
              <a:gsLst>
                <a:gs pos="0">
                  <a:srgbClr val="758171"/>
                </a:gs>
                <a:gs pos="100000">
                  <a:srgbClr val="847190"/>
                </a:gs>
              </a:gsLst>
              <a:lin ang="0" scaled="1"/>
              <a:tileRect/>
            </a:gra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EC80EEEC-5D04-7F9A-59B1-C8C5AD1038B5}"/>
              </a:ext>
            </a:extLst>
          </p:cNvPr>
          <p:cNvCxnSpPr/>
          <p:nvPr/>
        </p:nvCxnSpPr>
        <p:spPr>
          <a:xfrm>
            <a:off x="9467155" y="4811782"/>
            <a:ext cx="495300" cy="0"/>
          </a:xfrm>
          <a:prstGeom prst="straightConnector1">
            <a:avLst/>
          </a:prstGeom>
          <a:ln w="12700">
            <a:gradFill flip="none" rotWithShape="1">
              <a:gsLst>
                <a:gs pos="0">
                  <a:srgbClr val="847190"/>
                </a:gs>
                <a:gs pos="100000">
                  <a:srgbClr val="A07B60"/>
                </a:gs>
              </a:gsLst>
              <a:lin ang="0" scaled="1"/>
              <a:tileRect/>
            </a:gra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E3D06959-04AA-4E6C-22C5-7D364A10FC6B}"/>
              </a:ext>
            </a:extLst>
          </p:cNvPr>
          <p:cNvCxnSpPr>
            <a:cxnSpLocks/>
          </p:cNvCxnSpPr>
          <p:nvPr/>
        </p:nvCxnSpPr>
        <p:spPr>
          <a:xfrm>
            <a:off x="6345517" y="5490210"/>
            <a:ext cx="5308601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8D159185-FCD5-AF15-AEBD-C8C098F2F404}"/>
              </a:ext>
            </a:extLst>
          </p:cNvPr>
          <p:cNvSpPr txBox="1"/>
          <p:nvPr/>
        </p:nvSpPr>
        <p:spPr>
          <a:xfrm>
            <a:off x="6401045" y="5640894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기본 입력 구조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1583F427-EFCD-F532-F736-A9078A473EBA}"/>
              </a:ext>
            </a:extLst>
          </p:cNvPr>
          <p:cNvSpPr txBox="1"/>
          <p:nvPr/>
        </p:nvSpPr>
        <p:spPr>
          <a:xfrm>
            <a:off x="6401045" y="5922417"/>
            <a:ext cx="21900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상황에 맞춰 확보량과 소비량을 판단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620A4F1-6571-35CF-78F9-99DD3629F394}"/>
              </a:ext>
            </a:extLst>
          </p:cNvPr>
          <p:cNvSpPr txBox="1"/>
          <p:nvPr/>
        </p:nvSpPr>
        <p:spPr>
          <a:xfrm>
            <a:off x="6401045" y="6193272"/>
            <a:ext cx="4168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※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세부 수치와 예외 처리는 이후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&lt;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규칙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&gt;, &lt;</a:t>
            </a:r>
            <a:r>
              <a:rPr lang="ko-KR" altLang="en-US" sz="8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&gt;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페이지에서 설명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BCC9E-F8B8-2FFE-2331-7670C3E02C02}"/>
              </a:ext>
            </a:extLst>
          </p:cNvPr>
          <p:cNvSpPr txBox="1"/>
          <p:nvPr/>
        </p:nvSpPr>
        <p:spPr>
          <a:xfrm>
            <a:off x="4912659" y="600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9D2DE-4876-724F-3393-473FEF97A649}"/>
              </a:ext>
            </a:extLst>
          </p:cNvPr>
          <p:cNvSpPr txBox="1"/>
          <p:nvPr/>
        </p:nvSpPr>
        <p:spPr>
          <a:xfrm>
            <a:off x="300437" y="576734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시스템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EE35D06-4455-6FFA-7056-643D38B4DC6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123372" y="738317"/>
            <a:ext cx="9651905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9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8F8-0C21-059A-9E2B-4594507B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7EF96214-E7E9-4EB8-4C50-68B439587883}"/>
              </a:ext>
            </a:extLst>
          </p:cNvPr>
          <p:cNvSpPr txBox="1"/>
          <p:nvPr/>
        </p:nvSpPr>
        <p:spPr>
          <a:xfrm>
            <a:off x="300437" y="576734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핵심 플레이 순환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0B7C34-4C3D-3613-615D-1833DF946081}"/>
              </a:ext>
            </a:extLst>
          </p:cNvPr>
          <p:cNvSpPr txBox="1"/>
          <p:nvPr/>
        </p:nvSpPr>
        <p:spPr>
          <a:xfrm>
            <a:off x="312341" y="260477"/>
            <a:ext cx="11288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개요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D064AE-F51A-6428-9B4D-6D575A8C1C7B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2694041" y="738317"/>
            <a:ext cx="9081236" cy="38472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046702-9877-27A5-3B38-85A63CEE0A6A}"/>
              </a:ext>
            </a:extLst>
          </p:cNvPr>
          <p:cNvSpPr txBox="1"/>
          <p:nvPr/>
        </p:nvSpPr>
        <p:spPr>
          <a:xfrm>
            <a:off x="468867" y="1080878"/>
            <a:ext cx="54857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관찰과 준비 → 긴장 속 실행 → 안전 지점 도달의 해소 → </a:t>
            </a:r>
            <a:r>
              <a:rPr lang="ko-KR" altLang="en-US" sz="1500" dirty="0" err="1">
                <a:solidFill>
                  <a:srgbClr val="AF727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</a:t>
            </a:r>
            <a:endParaRPr lang="ko-KR" altLang="en-US" sz="1500" dirty="0">
              <a:solidFill>
                <a:srgbClr val="AF727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71271-BE2B-60A5-DCD8-4918222CD0AC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8F4989-C203-B531-CE0D-9F7F76EE28F3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38A4C-7D99-CC60-B822-5784AF328114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24AC9F-7750-580F-B0F7-9D893AC4A7AA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EAE02B9-24FF-80FA-C0A2-34FD778622AE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41C52-790A-D72F-4F70-859132DADCF5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65%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BFFF596-6A9D-B62F-6023-652E61424F1E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5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E856D7A-BA4F-FB9A-5937-4003DA8F23F3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A80D81E-6A79-87AF-0BEF-DE3959CEA1D9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64F3671-5650-CC2F-9C41-4F01805F4323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B44854C-7636-4977-F0D1-E25FF798069C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DDF8E43-B8EA-49F2-40AF-CD4B4D4C28B6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4697664-CBC9-2368-1ADC-F7CE0693B69D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99A8D97-3ECF-1431-7374-2BA4B30B0A6A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5C54E52-19FC-D780-2168-8068BB398DC1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CFE253-9329-35FE-4367-CE7BF4C870BB}"/>
              </a:ext>
            </a:extLst>
          </p:cNvPr>
          <p:cNvSpPr txBox="1"/>
          <p:nvPr/>
        </p:nvSpPr>
        <p:spPr>
          <a:xfrm>
            <a:off x="6434897" y="2794345"/>
            <a:ext cx="1279517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준비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필요한 호흡량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 확보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0C7546-B556-CB0C-CEB9-EF1D3B96D715}"/>
              </a:ext>
            </a:extLst>
          </p:cNvPr>
          <p:cNvSpPr txBox="1"/>
          <p:nvPr/>
        </p:nvSpPr>
        <p:spPr>
          <a:xfrm>
            <a:off x="6311465" y="4007606"/>
            <a:ext cx="1526380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실행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은폐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구조물 활용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소음 억제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19189E9-542E-22FB-2C94-A63AF1BD1F26}"/>
              </a:ext>
            </a:extLst>
          </p:cNvPr>
          <p:cNvCxnSpPr>
            <a:cxnSpLocks/>
          </p:cNvCxnSpPr>
          <p:nvPr/>
        </p:nvCxnSpPr>
        <p:spPr>
          <a:xfrm>
            <a:off x="7962900" y="1884984"/>
            <a:ext cx="3691218" cy="0"/>
          </a:xfrm>
          <a:prstGeom prst="line">
            <a:avLst/>
          </a:prstGeom>
          <a:ln w="12700">
            <a:solidFill>
              <a:srgbClr val="AF727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FBC5184-2554-CF00-D813-D96A6E9800B3}"/>
              </a:ext>
            </a:extLst>
          </p:cNvPr>
          <p:cNvSpPr txBox="1"/>
          <p:nvPr/>
        </p:nvSpPr>
        <p:spPr>
          <a:xfrm>
            <a:off x="8058476" y="1475632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순환의 의미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6F25F6-AB0A-D31D-6CA6-33AA9BD8075D}"/>
              </a:ext>
            </a:extLst>
          </p:cNvPr>
          <p:cNvSpPr txBox="1"/>
          <p:nvPr/>
        </p:nvSpPr>
        <p:spPr>
          <a:xfrm>
            <a:off x="8149215" y="2016743"/>
            <a:ext cx="3504903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플레이어는 먼저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‘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얼마나 숨을 확보할지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＇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를 판단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주변 상황을 관찰해 다음 행동에 필요한 호흡량을 미리 계산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A81A24-4B58-8386-70C6-5054B8221E5F}"/>
              </a:ext>
            </a:extLst>
          </p:cNvPr>
          <p:cNvSpPr txBox="1"/>
          <p:nvPr/>
        </p:nvSpPr>
        <p:spPr>
          <a:xfrm>
            <a:off x="8149214" y="2834666"/>
            <a:ext cx="3451261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호흡량은 이동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은폐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대응의 공통 자원으로 작동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모든 행동이 호흡과 연결되어 있어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항상 호흡량을 의식한 선택이 필요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9AC11D-16A1-28B8-2A82-F739B9D6C4FD}"/>
              </a:ext>
            </a:extLst>
          </p:cNvPr>
          <p:cNvSpPr txBox="1"/>
          <p:nvPr/>
        </p:nvSpPr>
        <p:spPr>
          <a:xfrm>
            <a:off x="8149213" y="3652589"/>
            <a:ext cx="3504903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 지점 도달 후 다시 다음 구간을 준비하는 반복 구조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번의 이동이 끝나면 호흡을 확보하고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구간의 위험을 다시 관찰하는 흐름</a:t>
            </a: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FE7D880-3862-13E5-45F8-B5627FF3541B}"/>
              </a:ext>
            </a:extLst>
          </p:cNvPr>
          <p:cNvSpPr/>
          <p:nvPr/>
        </p:nvSpPr>
        <p:spPr>
          <a:xfrm>
            <a:off x="8058477" y="2141220"/>
            <a:ext cx="112067" cy="112067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7FF246BA-F730-6408-85CA-C8B71E01FECC}"/>
              </a:ext>
            </a:extLst>
          </p:cNvPr>
          <p:cNvSpPr/>
          <p:nvPr/>
        </p:nvSpPr>
        <p:spPr>
          <a:xfrm>
            <a:off x="8058477" y="2954970"/>
            <a:ext cx="112067" cy="112067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199CA29-E942-81BA-8F0D-F425DD07CDD3}"/>
              </a:ext>
            </a:extLst>
          </p:cNvPr>
          <p:cNvSpPr/>
          <p:nvPr/>
        </p:nvSpPr>
        <p:spPr>
          <a:xfrm>
            <a:off x="8058476" y="3768212"/>
            <a:ext cx="112067" cy="112067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F4B23810-E786-545F-3E8C-332A99E73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384" y="4006863"/>
            <a:ext cx="1798616" cy="1348962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A15604B0-4462-1663-6A90-43436BFD4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383" y="2658644"/>
            <a:ext cx="1798616" cy="134896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7CEAEAC7-796D-254E-91B7-FEB22A481257}"/>
              </a:ext>
            </a:extLst>
          </p:cNvPr>
          <p:cNvSpPr txBox="1"/>
          <p:nvPr/>
        </p:nvSpPr>
        <p:spPr>
          <a:xfrm>
            <a:off x="1665681" y="1744822"/>
            <a:ext cx="1241045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관찰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위치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안전 지점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공기 상태 파악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8E7ABD5-085D-C095-BDCB-C192F692F8EA}"/>
              </a:ext>
            </a:extLst>
          </p:cNvPr>
          <p:cNvSpPr txBox="1"/>
          <p:nvPr/>
        </p:nvSpPr>
        <p:spPr>
          <a:xfrm>
            <a:off x="300437" y="2891775"/>
            <a:ext cx="1199367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재준비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구간 진입 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다시 관찰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확보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98D097D3-FA7F-F96E-28FC-85F0582E2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23" y="2657158"/>
            <a:ext cx="1798616" cy="1348962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AAAC574F-6D26-B191-16CA-358FF88EA809}"/>
              </a:ext>
            </a:extLst>
          </p:cNvPr>
          <p:cNvSpPr txBox="1"/>
          <p:nvPr/>
        </p:nvSpPr>
        <p:spPr>
          <a:xfrm>
            <a:off x="408521" y="4241480"/>
            <a:ext cx="1032655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도달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다음 안전 지점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또는 문에 도착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4135023F-725D-C5C8-80A5-A5A80CACD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23" y="4006863"/>
            <a:ext cx="1798616" cy="1348962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497F3FD9-EFE5-4232-A7EF-5B95AF14FA08}"/>
              </a:ext>
            </a:extLst>
          </p:cNvPr>
          <p:cNvSpPr txBox="1"/>
          <p:nvPr/>
        </p:nvSpPr>
        <p:spPr>
          <a:xfrm>
            <a:off x="1179971" y="5401538"/>
            <a:ext cx="1726755" cy="87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  </a:t>
            </a:r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대응</a:t>
            </a:r>
            <a:endParaRPr lang="en-US" altLang="ko-KR" sz="15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호흡 행동으로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  <a:buClr>
                <a:srgbClr val="031223"/>
              </a:buClr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 감지와 위험 공기에 대처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1B365D47-2E16-BB82-ADAB-21F2BF1C6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825" y="5023035"/>
            <a:ext cx="1756473" cy="13489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021928-25BB-6707-5E0D-1CC91264B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753" y="1641729"/>
            <a:ext cx="1798616" cy="13489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7949C2-BF3D-00F4-F54D-2DF2055655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0" t="40922" r="59074" b="45054"/>
          <a:stretch>
            <a:fillRect/>
          </a:stretch>
        </p:blipFill>
        <p:spPr>
          <a:xfrm>
            <a:off x="3311722" y="3562527"/>
            <a:ext cx="780678" cy="961756"/>
          </a:xfrm>
          <a:prstGeom prst="rect">
            <a:avLst/>
          </a:prstGeom>
        </p:spPr>
      </p:pic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D88367FF-C8E5-CEEB-6479-4F11720FAB14}"/>
              </a:ext>
            </a:extLst>
          </p:cNvPr>
          <p:cNvCxnSpPr>
            <a:cxnSpLocks/>
            <a:stCxn id="7" idx="1"/>
            <a:endCxn id="116" idx="0"/>
          </p:cNvCxnSpPr>
          <p:nvPr/>
        </p:nvCxnSpPr>
        <p:spPr>
          <a:xfrm rot="10800000" flipV="1">
            <a:off x="2207431" y="2316210"/>
            <a:ext cx="595322" cy="3409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7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25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754</Words>
  <Application>Microsoft Office PowerPoint</Application>
  <PresentationFormat>와이드스크린</PresentationFormat>
  <Paragraphs>193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KoddiUD 온고딕 Bold</vt:lpstr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2026-10-15T06:12:31Z</dcterms:created>
  <dcterms:modified xsi:type="dcterms:W3CDTF">2026-10-16T05:51:54Z</dcterms:modified>
</cp:coreProperties>
</file>