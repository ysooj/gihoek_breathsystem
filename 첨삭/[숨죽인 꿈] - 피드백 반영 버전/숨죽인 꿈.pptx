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83" r:id="rId2"/>
    <p:sldId id="258" r:id="rId3"/>
    <p:sldId id="263" r:id="rId4"/>
    <p:sldId id="281" r:id="rId5"/>
    <p:sldId id="282" r:id="rId6"/>
    <p:sldId id="312" r:id="rId7"/>
    <p:sldId id="313" r:id="rId8"/>
    <p:sldId id="300" r:id="rId9"/>
    <p:sldId id="301" r:id="rId10"/>
    <p:sldId id="302" r:id="rId11"/>
    <p:sldId id="314" r:id="rId12"/>
    <p:sldId id="303" r:id="rId13"/>
    <p:sldId id="304" r:id="rId14"/>
    <p:sldId id="305" r:id="rId15"/>
    <p:sldId id="306" r:id="rId16"/>
    <p:sldId id="307" r:id="rId17"/>
    <p:sldId id="308" r:id="rId18"/>
    <p:sldId id="309" r:id="rId19"/>
    <p:sldId id="310" r:id="rId20"/>
    <p:sldId id="311" r:id="rId21"/>
    <p:sldId id="315" r:id="rId2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37A96"/>
    <a:srgbClr val="AF7273"/>
    <a:srgbClr val="A07B60"/>
    <a:srgbClr val="758171"/>
    <a:srgbClr val="031223"/>
    <a:srgbClr val="FDFDFE"/>
    <a:srgbClr val="625654"/>
    <a:srgbClr val="B1B5BB"/>
    <a:srgbClr val="E7D4D5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B7719C2-7CBE-4D65-BF0A-ACFBA2196066}" v="144" dt="2026-10-18T06:59:19.24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FECB4D8-DB02-4DC6-A0A2-4F2EBAE1DC90}" styleName="보통 스타일 1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367" autoAdjust="0"/>
  </p:normalViewPr>
  <p:slideViewPr>
    <p:cSldViewPr snapToGrid="0">
      <p:cViewPr varScale="1">
        <p:scale>
          <a:sx n="80" d="100"/>
          <a:sy n="80" d="100"/>
        </p:scale>
        <p:origin x="462" y="69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sukie52@gmail.com" userId="017bd91f96aa8751" providerId="LiveId" clId="{5B2C3894-F97E-4CAB-8812-5BB4D83AAC6A}"/>
    <pc:docChg chg="undo redo custSel addSld delSld modSld sldOrd">
      <pc:chgData name="musukie52@gmail.com" userId="017bd91f96aa8751" providerId="LiveId" clId="{5B2C3894-F97E-4CAB-8812-5BB4D83AAC6A}" dt="2026-10-18T07:09:55.985" v="22248" actId="1035"/>
      <pc:docMkLst>
        <pc:docMk/>
      </pc:docMkLst>
      <pc:sldChg chg="addSp delSp modSp add del mod">
        <pc:chgData name="musukie52@gmail.com" userId="017bd91f96aa8751" providerId="LiveId" clId="{5B2C3894-F97E-4CAB-8812-5BB4D83AAC6A}" dt="2026-10-18T06:30:36.165" v="21555" actId="121"/>
        <pc:sldMkLst>
          <pc:docMk/>
          <pc:sldMk cId="3400334681" sldId="258"/>
        </pc:sldMkLst>
        <pc:spChg chg="add mod">
          <ac:chgData name="musukie52@gmail.com" userId="017bd91f96aa8751" providerId="LiveId" clId="{5B2C3894-F97E-4CAB-8812-5BB4D83AAC6A}" dt="2026-10-18T06:30:36.165" v="21555" actId="121"/>
          <ac:spMkLst>
            <pc:docMk/>
            <pc:sldMk cId="3400334681" sldId="258"/>
            <ac:spMk id="3" creationId="{13F474E6-E78A-32F9-7846-C70BE38D07E7}"/>
          </ac:spMkLst>
        </pc:spChg>
        <pc:spChg chg="add mod">
          <ac:chgData name="musukie52@gmail.com" userId="017bd91f96aa8751" providerId="LiveId" clId="{5B2C3894-F97E-4CAB-8812-5BB4D83AAC6A}" dt="2026-10-15T07:53:11.833" v="1286" actId="1076"/>
          <ac:spMkLst>
            <pc:docMk/>
            <pc:sldMk cId="3400334681" sldId="258"/>
            <ac:spMk id="19" creationId="{52248639-C052-E0C6-AF02-8978B3CEEE05}"/>
          </ac:spMkLst>
        </pc:spChg>
        <pc:spChg chg="add mod">
          <ac:chgData name="musukie52@gmail.com" userId="017bd91f96aa8751" providerId="LiveId" clId="{5B2C3894-F97E-4CAB-8812-5BB4D83AAC6A}" dt="2026-10-15T07:54:01.102" v="1343" actId="1076"/>
          <ac:spMkLst>
            <pc:docMk/>
            <pc:sldMk cId="3400334681" sldId="258"/>
            <ac:spMk id="21" creationId="{7487C5C5-4809-FFE8-4D1C-45FF6396B87C}"/>
          </ac:spMkLst>
        </pc:spChg>
        <pc:spChg chg="add mod">
          <ac:chgData name="musukie52@gmail.com" userId="017bd91f96aa8751" providerId="LiveId" clId="{5B2C3894-F97E-4CAB-8812-5BB4D83AAC6A}" dt="2026-10-15T08:29:37.348" v="2119" actId="2711"/>
          <ac:spMkLst>
            <pc:docMk/>
            <pc:sldMk cId="3400334681" sldId="258"/>
            <ac:spMk id="25" creationId="{7BF0E094-6810-4467-17C5-E528F2F1F702}"/>
          </ac:spMkLst>
        </pc:spChg>
        <pc:spChg chg="add del mod">
          <ac:chgData name="musukie52@gmail.com" userId="017bd91f96aa8751" providerId="LiveId" clId="{5B2C3894-F97E-4CAB-8812-5BB4D83AAC6A}" dt="2026-10-15T08:32:31.860" v="2351" actId="1035"/>
          <ac:spMkLst>
            <pc:docMk/>
            <pc:sldMk cId="3400334681" sldId="258"/>
            <ac:spMk id="27" creationId="{6DAE6371-2192-9DD2-F393-B5BA445E9E23}"/>
          </ac:spMkLst>
        </pc:spChg>
        <pc:spChg chg="mod">
          <ac:chgData name="musukie52@gmail.com" userId="017bd91f96aa8751" providerId="LiveId" clId="{5B2C3894-F97E-4CAB-8812-5BB4D83AAC6A}" dt="2026-10-15T08:33:15.091" v="2356" actId="207"/>
          <ac:spMkLst>
            <pc:docMk/>
            <pc:sldMk cId="3400334681" sldId="258"/>
            <ac:spMk id="137" creationId="{50513462-17C9-E507-9F60-D0C7F6FAC8CC}"/>
          </ac:spMkLst>
        </pc:spChg>
        <pc:spChg chg="add mod">
          <ac:chgData name="musukie52@gmail.com" userId="017bd91f96aa8751" providerId="LiveId" clId="{5B2C3894-F97E-4CAB-8812-5BB4D83AAC6A}" dt="2026-10-15T08:29:30.650" v="2118" actId="2711"/>
          <ac:spMkLst>
            <pc:docMk/>
            <pc:sldMk cId="3400334681" sldId="258"/>
            <ac:spMk id="139" creationId="{3B536110-0AC4-B786-FD3D-13D8D6DE8BC3}"/>
          </ac:spMkLst>
        </pc:spChg>
        <pc:spChg chg="mod">
          <ac:chgData name="musukie52@gmail.com" userId="017bd91f96aa8751" providerId="LiveId" clId="{5B2C3894-F97E-4CAB-8812-5BB4D83AAC6A}" dt="2026-10-17T15:08:04.441" v="17823" actId="20577"/>
          <ac:spMkLst>
            <pc:docMk/>
            <pc:sldMk cId="3400334681" sldId="258"/>
            <ac:spMk id="141" creationId="{032EDB9C-5B5B-232D-23A2-937E72FBD2CC}"/>
          </ac:spMkLst>
        </pc:spChg>
        <pc:spChg chg="mod">
          <ac:chgData name="musukie52@gmail.com" userId="017bd91f96aa8751" providerId="LiveId" clId="{5B2C3894-F97E-4CAB-8812-5BB4D83AAC6A}" dt="2026-10-15T08:47:45.734" v="2439" actId="2711"/>
          <ac:spMkLst>
            <pc:docMk/>
            <pc:sldMk cId="3400334681" sldId="258"/>
            <ac:spMk id="143" creationId="{4D6946D1-4B31-8A1A-5374-1F564924923C}"/>
          </ac:spMkLst>
        </pc:spChg>
        <pc:spChg chg="mod">
          <ac:chgData name="musukie52@gmail.com" userId="017bd91f96aa8751" providerId="LiveId" clId="{5B2C3894-F97E-4CAB-8812-5BB4D83AAC6A}" dt="2026-10-15T08:33:50.464" v="2361" actId="207"/>
          <ac:spMkLst>
            <pc:docMk/>
            <pc:sldMk cId="3400334681" sldId="258"/>
            <ac:spMk id="161" creationId="{44C1C729-B224-658E-09B2-286D9C9984DA}"/>
          </ac:spMkLst>
        </pc:spChg>
        <pc:spChg chg="add del mod">
          <ac:chgData name="musukie52@gmail.com" userId="017bd91f96aa8751" providerId="LiveId" clId="{5B2C3894-F97E-4CAB-8812-5BB4D83AAC6A}" dt="2026-10-15T08:32:31.860" v="2351" actId="1035"/>
          <ac:spMkLst>
            <pc:docMk/>
            <pc:sldMk cId="3400334681" sldId="258"/>
            <ac:spMk id="163" creationId="{25CD24E2-51C1-87AD-A2EC-DFE6C86B3412}"/>
          </ac:spMkLst>
        </pc:spChg>
        <pc:spChg chg="mod">
          <ac:chgData name="musukie52@gmail.com" userId="017bd91f96aa8751" providerId="LiveId" clId="{5B2C3894-F97E-4CAB-8812-5BB4D83AAC6A}" dt="2026-10-15T08:56:34.623" v="2545" actId="20577"/>
          <ac:spMkLst>
            <pc:docMk/>
            <pc:sldMk cId="3400334681" sldId="258"/>
            <ac:spMk id="165" creationId="{D6044542-B68F-D30A-80F7-1B9C1233C1EC}"/>
          </ac:spMkLst>
        </pc:spChg>
        <pc:spChg chg="mod">
          <ac:chgData name="musukie52@gmail.com" userId="017bd91f96aa8751" providerId="LiveId" clId="{5B2C3894-F97E-4CAB-8812-5BB4D83AAC6A}" dt="2026-10-15T08:47:45.734" v="2439" actId="2711"/>
          <ac:spMkLst>
            <pc:docMk/>
            <pc:sldMk cId="3400334681" sldId="258"/>
            <ac:spMk id="167" creationId="{4C21FD1E-A3D4-1A06-7CBD-18577DA124F7}"/>
          </ac:spMkLst>
        </pc:spChg>
        <pc:spChg chg="add mod">
          <ac:chgData name="musukie52@gmail.com" userId="017bd91f96aa8751" providerId="LiveId" clId="{5B2C3894-F97E-4CAB-8812-5BB4D83AAC6A}" dt="2026-10-15T08:32:58.294" v="2354" actId="207"/>
          <ac:spMkLst>
            <pc:docMk/>
            <pc:sldMk cId="3400334681" sldId="258"/>
            <ac:spMk id="169" creationId="{52C764E8-EE99-1FD8-727C-6444D7E68688}"/>
          </ac:spMkLst>
        </pc:spChg>
        <pc:spChg chg="add mod">
          <ac:chgData name="musukie52@gmail.com" userId="017bd91f96aa8751" providerId="LiveId" clId="{5B2C3894-F97E-4CAB-8812-5BB4D83AAC6A}" dt="2026-10-17T15:07:57.389" v="17819" actId="20577"/>
          <ac:spMkLst>
            <pc:docMk/>
            <pc:sldMk cId="3400334681" sldId="258"/>
            <ac:spMk id="171" creationId="{CEA05FE9-7E3A-045C-E83D-F1FC2973C86B}"/>
          </ac:spMkLst>
        </pc:spChg>
        <pc:spChg chg="add del mod">
          <ac:chgData name="musukie52@gmail.com" userId="017bd91f96aa8751" providerId="LiveId" clId="{5B2C3894-F97E-4CAB-8812-5BB4D83AAC6A}" dt="2026-10-15T08:56:06.873" v="2526" actId="20577"/>
          <ac:spMkLst>
            <pc:docMk/>
            <pc:sldMk cId="3400334681" sldId="258"/>
            <ac:spMk id="173" creationId="{35BE260E-4FA4-E511-0C64-BB3F71850DA4}"/>
          </ac:spMkLst>
        </pc:spChg>
        <pc:spChg chg="mod">
          <ac:chgData name="musukie52@gmail.com" userId="017bd91f96aa8751" providerId="LiveId" clId="{5B2C3894-F97E-4CAB-8812-5BB4D83AAC6A}" dt="2026-10-15T08:47:45.734" v="2439" actId="2711"/>
          <ac:spMkLst>
            <pc:docMk/>
            <pc:sldMk cId="3400334681" sldId="258"/>
            <ac:spMk id="175" creationId="{F2061BC4-A1B3-2E89-9637-45DE54AC3A2D}"/>
          </ac:spMkLst>
        </pc:spChg>
        <pc:spChg chg="add mod">
          <ac:chgData name="musukie52@gmail.com" userId="017bd91f96aa8751" providerId="LiveId" clId="{5B2C3894-F97E-4CAB-8812-5BB4D83AAC6A}" dt="2026-10-15T08:33:06.449" v="2355" actId="207"/>
          <ac:spMkLst>
            <pc:docMk/>
            <pc:sldMk cId="3400334681" sldId="258"/>
            <ac:spMk id="177" creationId="{35E38ADA-E332-A8B3-A107-A27A04994C1D}"/>
          </ac:spMkLst>
        </pc:spChg>
        <pc:spChg chg="add mod">
          <ac:chgData name="musukie52@gmail.com" userId="017bd91f96aa8751" providerId="LiveId" clId="{5B2C3894-F97E-4CAB-8812-5BB4D83AAC6A}" dt="2026-10-17T15:07:59.170" v="17821" actId="20577"/>
          <ac:spMkLst>
            <pc:docMk/>
            <pc:sldMk cId="3400334681" sldId="258"/>
            <ac:spMk id="179" creationId="{AB97011A-D1E6-0AD4-B727-42C941A6C0D1}"/>
          </ac:spMkLst>
        </pc:spChg>
        <pc:spChg chg="add del mod">
          <ac:chgData name="musukie52@gmail.com" userId="017bd91f96aa8751" providerId="LiveId" clId="{5B2C3894-F97E-4CAB-8812-5BB4D83AAC6A}" dt="2026-10-15T08:56:09.525" v="2527" actId="20577"/>
          <ac:spMkLst>
            <pc:docMk/>
            <pc:sldMk cId="3400334681" sldId="258"/>
            <ac:spMk id="181" creationId="{59E776B3-5F20-EDE8-E656-6877F9087951}"/>
          </ac:spMkLst>
        </pc:spChg>
        <pc:spChg chg="add mod">
          <ac:chgData name="musukie52@gmail.com" userId="017bd91f96aa8751" providerId="LiveId" clId="{5B2C3894-F97E-4CAB-8812-5BB4D83AAC6A}" dt="2026-10-15T08:47:45.734" v="2439" actId="2711"/>
          <ac:spMkLst>
            <pc:docMk/>
            <pc:sldMk cId="3400334681" sldId="258"/>
            <ac:spMk id="183" creationId="{642EAC70-4E9D-31A4-0E95-33483035ED95}"/>
          </ac:spMkLst>
        </pc:spChg>
        <pc:spChg chg="add del mod">
          <ac:chgData name="musukie52@gmail.com" userId="017bd91f96aa8751" providerId="LiveId" clId="{5B2C3894-F97E-4CAB-8812-5BB4D83AAC6A}" dt="2026-10-15T08:33:22.058" v="2357" actId="207"/>
          <ac:spMkLst>
            <pc:docMk/>
            <pc:sldMk cId="3400334681" sldId="258"/>
            <ac:spMk id="185" creationId="{6FE7FFC7-3042-F69C-AADA-1611F7FD5400}"/>
          </ac:spMkLst>
        </pc:spChg>
        <pc:spChg chg="mod">
          <ac:chgData name="musukie52@gmail.com" userId="017bd91f96aa8751" providerId="LiveId" clId="{5B2C3894-F97E-4CAB-8812-5BB4D83AAC6A}" dt="2026-10-15T08:29:30.650" v="2118" actId="2711"/>
          <ac:spMkLst>
            <pc:docMk/>
            <pc:sldMk cId="3400334681" sldId="258"/>
            <ac:spMk id="187" creationId="{74D42AA2-288F-3DCF-0614-EDFC51225F51}"/>
          </ac:spMkLst>
        </pc:spChg>
        <pc:spChg chg="add del mod">
          <ac:chgData name="musukie52@gmail.com" userId="017bd91f96aa8751" providerId="LiveId" clId="{5B2C3894-F97E-4CAB-8812-5BB4D83AAC6A}" dt="2026-10-15T08:56:19.966" v="2533" actId="20577"/>
          <ac:spMkLst>
            <pc:docMk/>
            <pc:sldMk cId="3400334681" sldId="258"/>
            <ac:spMk id="189" creationId="{A276E67E-4996-C818-1CAC-37FE6D3F7D6C}"/>
          </ac:spMkLst>
        </pc:spChg>
        <pc:spChg chg="add del mod">
          <ac:chgData name="musukie52@gmail.com" userId="017bd91f96aa8751" providerId="LiveId" clId="{5B2C3894-F97E-4CAB-8812-5BB4D83AAC6A}" dt="2026-10-15T08:47:45.734" v="2439" actId="2711"/>
          <ac:spMkLst>
            <pc:docMk/>
            <pc:sldMk cId="3400334681" sldId="258"/>
            <ac:spMk id="191" creationId="{81B5C5CA-9562-364F-21E4-0FEC478FE41A}"/>
          </ac:spMkLst>
        </pc:spChg>
        <pc:spChg chg="add del mod">
          <ac:chgData name="musukie52@gmail.com" userId="017bd91f96aa8751" providerId="LiveId" clId="{5B2C3894-F97E-4CAB-8812-5BB4D83AAC6A}" dt="2026-10-15T08:33:27.791" v="2358" actId="207"/>
          <ac:spMkLst>
            <pc:docMk/>
            <pc:sldMk cId="3400334681" sldId="258"/>
            <ac:spMk id="193" creationId="{7E6DBEB1-190C-E947-3B25-FBB9A0AB65D3}"/>
          </ac:spMkLst>
        </pc:spChg>
        <pc:spChg chg="add mod">
          <ac:chgData name="musukie52@gmail.com" userId="017bd91f96aa8751" providerId="LiveId" clId="{5B2C3894-F97E-4CAB-8812-5BB4D83AAC6A}" dt="2026-10-15T08:29:30.650" v="2118" actId="2711"/>
          <ac:spMkLst>
            <pc:docMk/>
            <pc:sldMk cId="3400334681" sldId="258"/>
            <ac:spMk id="195" creationId="{561244C9-1009-2F11-0752-91E7573ECB73}"/>
          </ac:spMkLst>
        </pc:spChg>
        <pc:spChg chg="add del mod">
          <ac:chgData name="musukie52@gmail.com" userId="017bd91f96aa8751" providerId="LiveId" clId="{5B2C3894-F97E-4CAB-8812-5BB4D83AAC6A}" dt="2026-10-17T15:08:07.420" v="17825" actId="20577"/>
          <ac:spMkLst>
            <pc:docMk/>
            <pc:sldMk cId="3400334681" sldId="258"/>
            <ac:spMk id="197" creationId="{19A480C2-A5AB-9140-31AD-C86B05C42630}"/>
          </ac:spMkLst>
        </pc:spChg>
        <pc:spChg chg="mod">
          <ac:chgData name="musukie52@gmail.com" userId="017bd91f96aa8751" providerId="LiveId" clId="{5B2C3894-F97E-4CAB-8812-5BB4D83AAC6A}" dt="2026-10-15T08:47:45.734" v="2439" actId="2711"/>
          <ac:spMkLst>
            <pc:docMk/>
            <pc:sldMk cId="3400334681" sldId="258"/>
            <ac:spMk id="199" creationId="{83C98CCF-41A8-172C-5AE5-EA70EE076F2E}"/>
          </ac:spMkLst>
        </pc:spChg>
        <pc:spChg chg="add mod">
          <ac:chgData name="musukie52@gmail.com" userId="017bd91f96aa8751" providerId="LiveId" clId="{5B2C3894-F97E-4CAB-8812-5BB4D83AAC6A}" dt="2026-10-15T08:33:54.975" v="2362" actId="207"/>
          <ac:spMkLst>
            <pc:docMk/>
            <pc:sldMk cId="3400334681" sldId="258"/>
            <ac:spMk id="201" creationId="{121BA8B2-2512-519A-39EE-DEA984B919BE}"/>
          </ac:spMkLst>
        </pc:spChg>
        <pc:spChg chg="add mod">
          <ac:chgData name="musukie52@gmail.com" userId="017bd91f96aa8751" providerId="LiveId" clId="{5B2C3894-F97E-4CAB-8812-5BB4D83AAC6A}" dt="2026-10-15T08:30:43.882" v="2211" actId="20577"/>
          <ac:spMkLst>
            <pc:docMk/>
            <pc:sldMk cId="3400334681" sldId="258"/>
            <ac:spMk id="203" creationId="{580EFE92-6D4A-47B5-4C6E-68BBF2FC984D}"/>
          </ac:spMkLst>
        </pc:spChg>
        <pc:spChg chg="add mod">
          <ac:chgData name="musukie52@gmail.com" userId="017bd91f96aa8751" providerId="LiveId" clId="{5B2C3894-F97E-4CAB-8812-5BB4D83AAC6A}" dt="2026-10-15T08:56:43.224" v="2557" actId="20577"/>
          <ac:spMkLst>
            <pc:docMk/>
            <pc:sldMk cId="3400334681" sldId="258"/>
            <ac:spMk id="205" creationId="{3D650439-C0E8-0A6F-ECD5-79C14C95A1F2}"/>
          </ac:spMkLst>
        </pc:spChg>
        <pc:spChg chg="add del mod">
          <ac:chgData name="musukie52@gmail.com" userId="017bd91f96aa8751" providerId="LiveId" clId="{5B2C3894-F97E-4CAB-8812-5BB4D83AAC6A}" dt="2026-10-15T08:47:45.734" v="2439" actId="2711"/>
          <ac:spMkLst>
            <pc:docMk/>
            <pc:sldMk cId="3400334681" sldId="258"/>
            <ac:spMk id="207" creationId="{3C0ED3C8-9600-335C-FEFB-CD0D931F94EE}"/>
          </ac:spMkLst>
        </pc:spChg>
        <pc:picChg chg="add mod modCrop">
          <ac:chgData name="musukie52@gmail.com" userId="017bd91f96aa8751" providerId="LiveId" clId="{5B2C3894-F97E-4CAB-8812-5BB4D83AAC6A}" dt="2026-10-15T08:46:37.458" v="2437" actId="732"/>
          <ac:picMkLst>
            <pc:docMk/>
            <pc:sldMk cId="3400334681" sldId="258"/>
            <ac:picMk id="23" creationId="{FDE4DECA-7C07-356E-3EB1-AE889977855A}"/>
          </ac:picMkLst>
        </pc:picChg>
      </pc:sldChg>
      <pc:sldChg chg="addSp delSp modSp add del mod">
        <pc:chgData name="musukie52@gmail.com" userId="017bd91f96aa8751" providerId="LiveId" clId="{5B2C3894-F97E-4CAB-8812-5BB4D83AAC6A}" dt="2026-10-18T06:30:40.990" v="21556" actId="121"/>
        <pc:sldMkLst>
          <pc:docMk/>
          <pc:sldMk cId="2921320208" sldId="263"/>
        </pc:sldMkLst>
        <pc:spChg chg="add">
          <ac:chgData name="musukie52@gmail.com" userId="017bd91f96aa8751" providerId="LiveId" clId="{5B2C3894-F97E-4CAB-8812-5BB4D83AAC6A}" dt="2026-10-16T01:22:55.396" v="5459" actId="22"/>
          <ac:spMkLst>
            <pc:docMk/>
            <pc:sldMk cId="2921320208" sldId="263"/>
            <ac:spMk id="3" creationId="{13B0D947-E7FE-C0F7-04D4-46DF0098D255}"/>
          </ac:spMkLst>
        </pc:spChg>
        <pc:spChg chg="add mod">
          <ac:chgData name="musukie52@gmail.com" userId="017bd91f96aa8751" providerId="LiveId" clId="{5B2C3894-F97E-4CAB-8812-5BB4D83AAC6A}" dt="2026-10-18T06:30:40.990" v="21556" actId="121"/>
          <ac:spMkLst>
            <pc:docMk/>
            <pc:sldMk cId="2921320208" sldId="263"/>
            <ac:spMk id="4" creationId="{6A8A539C-6176-A0AE-F8D8-D8835B806825}"/>
          </ac:spMkLst>
        </pc:spChg>
        <pc:spChg chg="mod">
          <ac:chgData name="musukie52@gmail.com" userId="017bd91f96aa8751" providerId="LiveId" clId="{5B2C3894-F97E-4CAB-8812-5BB4D83AAC6A}" dt="2026-10-15T11:09:44.128" v="4783" actId="1037"/>
          <ac:spMkLst>
            <pc:docMk/>
            <pc:sldMk cId="2921320208" sldId="263"/>
            <ac:spMk id="5" creationId="{C05DBE14-F2CC-193A-A305-A3D16867B572}"/>
          </ac:spMkLst>
        </pc:spChg>
        <pc:spChg chg="add">
          <ac:chgData name="musukie52@gmail.com" userId="017bd91f96aa8751" providerId="LiveId" clId="{5B2C3894-F97E-4CAB-8812-5BB4D83AAC6A}" dt="2026-10-16T01:23:31.076" v="5465" actId="22"/>
          <ac:spMkLst>
            <pc:docMk/>
            <pc:sldMk cId="2921320208" sldId="263"/>
            <ac:spMk id="7" creationId="{EC39569A-2FB9-EA84-9B36-5D165E725BB6}"/>
          </ac:spMkLst>
        </pc:spChg>
        <pc:spChg chg="add">
          <ac:chgData name="musukie52@gmail.com" userId="017bd91f96aa8751" providerId="LiveId" clId="{5B2C3894-F97E-4CAB-8812-5BB4D83AAC6A}" dt="2026-10-16T01:23:47.259" v="5473" actId="22"/>
          <ac:spMkLst>
            <pc:docMk/>
            <pc:sldMk cId="2921320208" sldId="263"/>
            <ac:spMk id="9" creationId="{8E06B2B5-CF49-0B9C-2AF0-D95CC1A0FFE3}"/>
          </ac:spMkLst>
        </pc:spChg>
        <pc:spChg chg="mod">
          <ac:chgData name="musukie52@gmail.com" userId="017bd91f96aa8751" providerId="LiveId" clId="{5B2C3894-F97E-4CAB-8812-5BB4D83AAC6A}" dt="2026-10-17T15:07:33.367" v="17811" actId="20577"/>
          <ac:spMkLst>
            <pc:docMk/>
            <pc:sldMk cId="2921320208" sldId="263"/>
            <ac:spMk id="46" creationId="{67AE669A-7D56-42A9-C580-C4E31171DCF3}"/>
          </ac:spMkLst>
        </pc:spChg>
        <pc:spChg chg="mod">
          <ac:chgData name="musukie52@gmail.com" userId="017bd91f96aa8751" providerId="LiveId" clId="{5B2C3894-F97E-4CAB-8812-5BB4D83AAC6A}" dt="2026-10-15T11:05:05.800" v="4732" actId="255"/>
          <ac:spMkLst>
            <pc:docMk/>
            <pc:sldMk cId="2921320208" sldId="263"/>
            <ac:spMk id="56" creationId="{2CD63A92-578F-EFCA-1C8D-D920C374A5EE}"/>
          </ac:spMkLst>
        </pc:spChg>
        <pc:spChg chg="mod">
          <ac:chgData name="musukie52@gmail.com" userId="017bd91f96aa8751" providerId="LiveId" clId="{5B2C3894-F97E-4CAB-8812-5BB4D83AAC6A}" dt="2026-10-15T11:05:33.992" v="4734" actId="1076"/>
          <ac:spMkLst>
            <pc:docMk/>
            <pc:sldMk cId="2921320208" sldId="263"/>
            <ac:spMk id="58" creationId="{210E186F-B818-9959-A560-F8223489E351}"/>
          </ac:spMkLst>
        </pc:spChg>
        <pc:spChg chg="mod">
          <ac:chgData name="musukie52@gmail.com" userId="017bd91f96aa8751" providerId="LiveId" clId="{5B2C3894-F97E-4CAB-8812-5BB4D83AAC6A}" dt="2026-10-15T11:09:44.128" v="4783" actId="1037"/>
          <ac:spMkLst>
            <pc:docMk/>
            <pc:sldMk cId="2921320208" sldId="263"/>
            <ac:spMk id="60" creationId="{F4C27923-6A1F-77B6-3FB6-1D1949C91517}"/>
          </ac:spMkLst>
        </pc:spChg>
        <pc:spChg chg="add mod ord">
          <ac:chgData name="musukie52@gmail.com" userId="017bd91f96aa8751" providerId="LiveId" clId="{5B2C3894-F97E-4CAB-8812-5BB4D83AAC6A}" dt="2026-10-15T11:07:46.014" v="4761" actId="14100"/>
          <ac:spMkLst>
            <pc:docMk/>
            <pc:sldMk cId="2921320208" sldId="263"/>
            <ac:spMk id="72" creationId="{15014C0C-FF87-A083-2160-989A7FED9CB9}"/>
          </ac:spMkLst>
        </pc:spChg>
        <pc:spChg chg="add mod">
          <ac:chgData name="musukie52@gmail.com" userId="017bd91f96aa8751" providerId="LiveId" clId="{5B2C3894-F97E-4CAB-8812-5BB4D83AAC6A}" dt="2026-10-15T11:13:37.723" v="4854" actId="1035"/>
          <ac:spMkLst>
            <pc:docMk/>
            <pc:sldMk cId="2921320208" sldId="263"/>
            <ac:spMk id="163" creationId="{20E921FC-BCB4-F2FF-13BE-2969CD69DD9D}"/>
          </ac:spMkLst>
        </pc:spChg>
        <pc:spChg chg="mod">
          <ac:chgData name="musukie52@gmail.com" userId="017bd91f96aa8751" providerId="LiveId" clId="{5B2C3894-F97E-4CAB-8812-5BB4D83AAC6A}" dt="2026-10-17T11:36:56.113" v="13458" actId="20577"/>
          <ac:spMkLst>
            <pc:docMk/>
            <pc:sldMk cId="2921320208" sldId="263"/>
            <ac:spMk id="165" creationId="{0AD335D8-1D48-4AF3-9F6C-15BAA464FB5B}"/>
          </ac:spMkLst>
        </pc:spChg>
        <pc:spChg chg="add mod">
          <ac:chgData name="musukie52@gmail.com" userId="017bd91f96aa8751" providerId="LiveId" clId="{5B2C3894-F97E-4CAB-8812-5BB4D83AAC6A}" dt="2026-10-17T15:07:48.706" v="17817" actId="20577"/>
          <ac:spMkLst>
            <pc:docMk/>
            <pc:sldMk cId="2921320208" sldId="263"/>
            <ac:spMk id="171" creationId="{7AD5C7F3-22E0-C3E1-EB1F-DED6BCBA6E57}"/>
          </ac:spMkLst>
        </pc:spChg>
        <pc:spChg chg="mod">
          <ac:chgData name="musukie52@gmail.com" userId="017bd91f96aa8751" providerId="LiveId" clId="{5B2C3894-F97E-4CAB-8812-5BB4D83AAC6A}" dt="2026-10-16T01:22:27.761" v="5454" actId="14100"/>
          <ac:spMkLst>
            <pc:docMk/>
            <pc:sldMk cId="2921320208" sldId="263"/>
            <ac:spMk id="173" creationId="{010BEB44-FC7D-366D-9F47-474600EA9CD3}"/>
          </ac:spMkLst>
        </pc:spChg>
        <pc:spChg chg="add mod">
          <ac:chgData name="musukie52@gmail.com" userId="017bd91f96aa8751" providerId="LiveId" clId="{5B2C3894-F97E-4CAB-8812-5BB4D83AAC6A}" dt="2026-10-16T01:22:27.761" v="5454" actId="14100"/>
          <ac:spMkLst>
            <pc:docMk/>
            <pc:sldMk cId="2921320208" sldId="263"/>
            <ac:spMk id="175" creationId="{9D31FD0A-3B60-4FDE-09D4-3BAFF87CE826}"/>
          </ac:spMkLst>
        </pc:spChg>
        <pc:spChg chg="add mod">
          <ac:chgData name="musukie52@gmail.com" userId="017bd91f96aa8751" providerId="LiveId" clId="{5B2C3894-F97E-4CAB-8812-5BB4D83AAC6A}" dt="2026-10-15T11:13:37.723" v="4854" actId="1035"/>
          <ac:spMkLst>
            <pc:docMk/>
            <pc:sldMk cId="2921320208" sldId="263"/>
            <ac:spMk id="179" creationId="{0428EFEF-D3A9-D1A3-FB29-20EA0768A40E}"/>
          </ac:spMkLst>
        </pc:spChg>
        <pc:spChg chg="add mod">
          <ac:chgData name="musukie52@gmail.com" userId="017bd91f96aa8751" providerId="LiveId" clId="{5B2C3894-F97E-4CAB-8812-5BB4D83AAC6A}" dt="2026-10-17T11:37:04.113" v="13461" actId="20577"/>
          <ac:spMkLst>
            <pc:docMk/>
            <pc:sldMk cId="2921320208" sldId="263"/>
            <ac:spMk id="181" creationId="{E96BAFBE-A5CD-4CD7-646E-75FD781BEC3F}"/>
          </ac:spMkLst>
        </pc:spChg>
        <pc:spChg chg="add mod">
          <ac:chgData name="musukie52@gmail.com" userId="017bd91f96aa8751" providerId="LiveId" clId="{5B2C3894-F97E-4CAB-8812-5BB4D83AAC6A}" dt="2026-10-15T11:13:37.723" v="4854" actId="1035"/>
          <ac:spMkLst>
            <pc:docMk/>
            <pc:sldMk cId="2921320208" sldId="263"/>
            <ac:spMk id="190" creationId="{8BB2BE77-B559-8800-B6AE-8AC333EE9E94}"/>
          </ac:spMkLst>
        </pc:spChg>
        <pc:spChg chg="add mod">
          <ac:chgData name="musukie52@gmail.com" userId="017bd91f96aa8751" providerId="LiveId" clId="{5B2C3894-F97E-4CAB-8812-5BB4D83AAC6A}" dt="2026-10-16T01:22:53.163" v="5458" actId="14100"/>
          <ac:spMkLst>
            <pc:docMk/>
            <pc:sldMk cId="2921320208" sldId="263"/>
            <ac:spMk id="192" creationId="{4B8995F9-6332-9D0E-4034-98F9607D5B90}"/>
          </ac:spMkLst>
        </pc:spChg>
        <pc:spChg chg="add mod">
          <ac:chgData name="musukie52@gmail.com" userId="017bd91f96aa8751" providerId="LiveId" clId="{5B2C3894-F97E-4CAB-8812-5BB4D83AAC6A}" dt="2026-10-17T11:37:11.153" v="13462" actId="20577"/>
          <ac:spMkLst>
            <pc:docMk/>
            <pc:sldMk cId="2921320208" sldId="263"/>
            <ac:spMk id="200" creationId="{6BB32255-C063-EA37-5B94-4A1AA775564D}"/>
          </ac:spMkLst>
        </pc:spChg>
        <pc:picChg chg="mod modCrop">
          <ac:chgData name="musukie52@gmail.com" userId="017bd91f96aa8751" providerId="LiveId" clId="{5B2C3894-F97E-4CAB-8812-5BB4D83AAC6A}" dt="2026-10-15T11:07:59.240" v="4763" actId="1076"/>
          <ac:picMkLst>
            <pc:docMk/>
            <pc:sldMk cId="2921320208" sldId="263"/>
            <ac:picMk id="96" creationId="{F716D883-F7DA-50B6-53BF-A52F6C816E84}"/>
          </ac:picMkLst>
        </pc:picChg>
        <pc:picChg chg="mod">
          <ac:chgData name="musukie52@gmail.com" userId="017bd91f96aa8751" providerId="LiveId" clId="{5B2C3894-F97E-4CAB-8812-5BB4D83AAC6A}" dt="2026-10-15T11:09:44.128" v="4783" actId="1037"/>
          <ac:picMkLst>
            <pc:docMk/>
            <pc:sldMk cId="2921320208" sldId="263"/>
            <ac:picMk id="254" creationId="{C4F15D30-9F87-4918-C46F-4A0DEC2D0C57}"/>
          </ac:picMkLst>
        </pc:picChg>
        <pc:picChg chg="mod">
          <ac:chgData name="musukie52@gmail.com" userId="017bd91f96aa8751" providerId="LiveId" clId="{5B2C3894-F97E-4CAB-8812-5BB4D83AAC6A}" dt="2026-10-15T11:09:44.128" v="4783" actId="1037"/>
          <ac:picMkLst>
            <pc:docMk/>
            <pc:sldMk cId="2921320208" sldId="263"/>
            <ac:picMk id="256" creationId="{C2BAC18F-481A-FB25-DC6A-8C855073F490}"/>
          </ac:picMkLst>
        </pc:picChg>
        <pc:cxnChg chg="mod">
          <ac:chgData name="musukie52@gmail.com" userId="017bd91f96aa8751" providerId="LiveId" clId="{5B2C3894-F97E-4CAB-8812-5BB4D83AAC6A}" dt="2026-10-15T11:05:05.800" v="4732" actId="255"/>
          <ac:cxnSpMkLst>
            <pc:docMk/>
            <pc:sldMk cId="2921320208" sldId="263"/>
            <ac:cxnSpMk id="6" creationId="{F570C74C-89AA-B1D3-46F6-C4EB48041704}"/>
          </ac:cxnSpMkLst>
        </pc:cxnChg>
      </pc:sldChg>
      <pc:sldChg chg="addSp delSp modSp add mod">
        <pc:chgData name="musukie52@gmail.com" userId="017bd91f96aa8751" providerId="LiveId" clId="{5B2C3894-F97E-4CAB-8812-5BB4D83AAC6A}" dt="2026-10-18T06:30:45.154" v="21559" actId="20577"/>
        <pc:sldMkLst>
          <pc:docMk/>
          <pc:sldMk cId="3798698139" sldId="281"/>
        </pc:sldMkLst>
        <pc:spChg chg="add del mod">
          <ac:chgData name="musukie52@gmail.com" userId="017bd91f96aa8751" providerId="LiveId" clId="{5B2C3894-F97E-4CAB-8812-5BB4D83AAC6A}" dt="2026-10-17T15:07:13.788" v="17807" actId="478"/>
          <ac:spMkLst>
            <pc:docMk/>
            <pc:sldMk cId="3798698139" sldId="281"/>
            <ac:spMk id="2" creationId="{6FABCC9E-F8B8-2FFE-2331-7670C3E02C02}"/>
          </ac:spMkLst>
        </pc:spChg>
        <pc:spChg chg="add mod">
          <ac:chgData name="musukie52@gmail.com" userId="017bd91f96aa8751" providerId="LiveId" clId="{5B2C3894-F97E-4CAB-8812-5BB4D83AAC6A}" dt="2026-10-16T03:12:21.210" v="8047"/>
          <ac:spMkLst>
            <pc:docMk/>
            <pc:sldMk cId="3798698139" sldId="281"/>
            <ac:spMk id="3" creationId="{F0B9D2DE-4876-724F-3393-473FEF97A649}"/>
          </ac:spMkLst>
        </pc:spChg>
        <pc:spChg chg="add mod">
          <ac:chgData name="musukie52@gmail.com" userId="017bd91f96aa8751" providerId="LiveId" clId="{5B2C3894-F97E-4CAB-8812-5BB4D83AAC6A}" dt="2026-10-18T06:30:45.154" v="21559" actId="20577"/>
          <ac:spMkLst>
            <pc:docMk/>
            <pc:sldMk cId="3798698139" sldId="281"/>
            <ac:spMk id="5" creationId="{2B5F25A4-3DD4-B8C1-983C-4777EDDE9F3A}"/>
          </ac:spMkLst>
        </pc:spChg>
        <pc:spChg chg="mod">
          <ac:chgData name="musukie52@gmail.com" userId="017bd91f96aa8751" providerId="LiveId" clId="{5B2C3894-F97E-4CAB-8812-5BB4D83AAC6A}" dt="2026-10-16T03:08:31.571" v="8015" actId="2085"/>
          <ac:spMkLst>
            <pc:docMk/>
            <pc:sldMk cId="3798698139" sldId="281"/>
            <ac:spMk id="81" creationId="{97B8455C-7D1D-08C3-1E2A-C691EFE2798A}"/>
          </ac:spMkLst>
        </pc:spChg>
        <pc:spChg chg="mod">
          <ac:chgData name="musukie52@gmail.com" userId="017bd91f96aa8751" providerId="LiveId" clId="{5B2C3894-F97E-4CAB-8812-5BB4D83AAC6A}" dt="2026-10-17T15:06:57.036" v="17796" actId="20577"/>
          <ac:spMkLst>
            <pc:docMk/>
            <pc:sldMk cId="3798698139" sldId="281"/>
            <ac:spMk id="85" creationId="{ED72515C-50E6-A74A-0B74-F5D4C844FAC2}"/>
          </ac:spMkLst>
        </pc:spChg>
        <pc:spChg chg="mod">
          <ac:chgData name="musukie52@gmail.com" userId="017bd91f96aa8751" providerId="LiveId" clId="{5B2C3894-F97E-4CAB-8812-5BB4D83AAC6A}" dt="2026-10-16T03:08:31.571" v="8015" actId="2085"/>
          <ac:spMkLst>
            <pc:docMk/>
            <pc:sldMk cId="3798698139" sldId="281"/>
            <ac:spMk id="89" creationId="{271E1121-0D76-3BBE-165D-2F44EDBCA758}"/>
          </ac:spMkLst>
        </pc:spChg>
        <pc:spChg chg="mod">
          <ac:chgData name="musukie52@gmail.com" userId="017bd91f96aa8751" providerId="LiveId" clId="{5B2C3894-F97E-4CAB-8812-5BB4D83AAC6A}" dt="2026-10-16T03:08:31.571" v="8015" actId="2085"/>
          <ac:spMkLst>
            <pc:docMk/>
            <pc:sldMk cId="3798698139" sldId="281"/>
            <ac:spMk id="103" creationId="{CE470864-CE66-CA59-EBB7-6838E1E6F393}"/>
          </ac:spMkLst>
        </pc:spChg>
        <pc:spChg chg="mod">
          <ac:chgData name="musukie52@gmail.com" userId="017bd91f96aa8751" providerId="LiveId" clId="{5B2C3894-F97E-4CAB-8812-5BB4D83AAC6A}" dt="2026-10-16T03:08:31.571" v="8015" actId="2085"/>
          <ac:spMkLst>
            <pc:docMk/>
            <pc:sldMk cId="3798698139" sldId="281"/>
            <ac:spMk id="104" creationId="{6DB1FED0-C5A0-A828-73CE-4A4349E0C906}"/>
          </ac:spMkLst>
        </pc:spChg>
        <pc:spChg chg="mod">
          <ac:chgData name="musukie52@gmail.com" userId="017bd91f96aa8751" providerId="LiveId" clId="{5B2C3894-F97E-4CAB-8812-5BB4D83AAC6A}" dt="2026-10-16T03:08:31.571" v="8015" actId="2085"/>
          <ac:spMkLst>
            <pc:docMk/>
            <pc:sldMk cId="3798698139" sldId="281"/>
            <ac:spMk id="107" creationId="{BDD49202-D98E-CCF9-811F-4D05D0306ADA}"/>
          </ac:spMkLst>
        </pc:spChg>
        <pc:spChg chg="mod">
          <ac:chgData name="musukie52@gmail.com" userId="017bd91f96aa8751" providerId="LiveId" clId="{5B2C3894-F97E-4CAB-8812-5BB4D83AAC6A}" dt="2026-10-17T15:07:01.687" v="17800" actId="20577"/>
          <ac:spMkLst>
            <pc:docMk/>
            <pc:sldMk cId="3798698139" sldId="281"/>
            <ac:spMk id="226" creationId="{3DF3380F-7B68-D4B0-32FC-B84F4F16918F}"/>
          </ac:spMkLst>
        </pc:spChg>
        <pc:spChg chg="mod">
          <ac:chgData name="musukie52@gmail.com" userId="017bd91f96aa8751" providerId="LiveId" clId="{5B2C3894-F97E-4CAB-8812-5BB4D83AAC6A}" dt="2026-10-16T03:08:31.571" v="8015" actId="2085"/>
          <ac:spMkLst>
            <pc:docMk/>
            <pc:sldMk cId="3798698139" sldId="281"/>
            <ac:spMk id="255" creationId="{A5ECE511-975C-9E60-59F7-78BA87D27A8B}"/>
          </ac:spMkLst>
        </pc:spChg>
        <pc:spChg chg="mod">
          <ac:chgData name="musukie52@gmail.com" userId="017bd91f96aa8751" providerId="LiveId" clId="{5B2C3894-F97E-4CAB-8812-5BB4D83AAC6A}" dt="2026-10-16T03:08:31.571" v="8015" actId="2085"/>
          <ac:spMkLst>
            <pc:docMk/>
            <pc:sldMk cId="3798698139" sldId="281"/>
            <ac:spMk id="273" creationId="{B8D0B568-B674-891B-6690-3B12348FAC89}"/>
          </ac:spMkLst>
        </pc:spChg>
        <pc:spChg chg="mod">
          <ac:chgData name="musukie52@gmail.com" userId="017bd91f96aa8751" providerId="LiveId" clId="{5B2C3894-F97E-4CAB-8812-5BB4D83AAC6A}" dt="2026-10-16T03:08:31.571" v="8015" actId="2085"/>
          <ac:spMkLst>
            <pc:docMk/>
            <pc:sldMk cId="3798698139" sldId="281"/>
            <ac:spMk id="277" creationId="{90AA21F2-9D5F-5B6C-CD81-E212B1DFA6AC}"/>
          </ac:spMkLst>
        </pc:spChg>
        <pc:spChg chg="mod">
          <ac:chgData name="musukie52@gmail.com" userId="017bd91f96aa8751" providerId="LiveId" clId="{5B2C3894-F97E-4CAB-8812-5BB4D83AAC6A}" dt="2026-10-16T03:08:31.571" v="8015" actId="2085"/>
          <ac:spMkLst>
            <pc:docMk/>
            <pc:sldMk cId="3798698139" sldId="281"/>
            <ac:spMk id="280" creationId="{22D39AE5-0874-3036-61A4-68130B11807B}"/>
          </ac:spMkLst>
        </pc:spChg>
        <pc:spChg chg="mod">
          <ac:chgData name="musukie52@gmail.com" userId="017bd91f96aa8751" providerId="LiveId" clId="{5B2C3894-F97E-4CAB-8812-5BB4D83AAC6A}" dt="2026-10-16T03:08:31.571" v="8015" actId="2085"/>
          <ac:spMkLst>
            <pc:docMk/>
            <pc:sldMk cId="3798698139" sldId="281"/>
            <ac:spMk id="284" creationId="{FF725D74-052B-0FC1-9038-3CA7A4891823}"/>
          </ac:spMkLst>
        </pc:spChg>
        <pc:spChg chg="mod">
          <ac:chgData name="musukie52@gmail.com" userId="017bd91f96aa8751" providerId="LiveId" clId="{5B2C3894-F97E-4CAB-8812-5BB4D83AAC6A}" dt="2026-10-17T15:07:09.766" v="17806" actId="20577"/>
          <ac:spMkLst>
            <pc:docMk/>
            <pc:sldMk cId="3798698139" sldId="281"/>
            <ac:spMk id="292" creationId="{326F0BAF-1499-7F5E-9D55-4A42AAC806A7}"/>
          </ac:spMkLst>
        </pc:spChg>
        <pc:spChg chg="mod">
          <ac:chgData name="musukie52@gmail.com" userId="017bd91f96aa8751" providerId="LiveId" clId="{5B2C3894-F97E-4CAB-8812-5BB4D83AAC6A}" dt="2026-10-17T11:37:28.098" v="13464" actId="20577"/>
          <ac:spMkLst>
            <pc:docMk/>
            <pc:sldMk cId="3798698139" sldId="281"/>
            <ac:spMk id="318" creationId="{9A60DA28-F0D8-6730-071E-D43793E8DD49}"/>
          </ac:spMkLst>
        </pc:spChg>
        <pc:spChg chg="mod">
          <ac:chgData name="musukie52@gmail.com" userId="017bd91f96aa8751" providerId="LiveId" clId="{5B2C3894-F97E-4CAB-8812-5BB4D83AAC6A}" dt="2026-10-17T11:37:34.571" v="13468" actId="20577"/>
          <ac:spMkLst>
            <pc:docMk/>
            <pc:sldMk cId="3798698139" sldId="281"/>
            <ac:spMk id="320" creationId="{999B096F-C3D7-046C-D0FB-154B68534AAB}"/>
          </ac:spMkLst>
        </pc:spChg>
        <pc:spChg chg="mod">
          <ac:chgData name="musukie52@gmail.com" userId="017bd91f96aa8751" providerId="LiveId" clId="{5B2C3894-F97E-4CAB-8812-5BB4D83AAC6A}" dt="2026-10-17T11:37:31.621" v="13466" actId="20577"/>
          <ac:spMkLst>
            <pc:docMk/>
            <pc:sldMk cId="3798698139" sldId="281"/>
            <ac:spMk id="322" creationId="{68A7AF23-B2F6-5FED-DD46-8FCE5ED2E630}"/>
          </ac:spMkLst>
        </pc:spChg>
        <pc:spChg chg="mod">
          <ac:chgData name="musukie52@gmail.com" userId="017bd91f96aa8751" providerId="LiveId" clId="{5B2C3894-F97E-4CAB-8812-5BB4D83AAC6A}" dt="2026-10-16T03:08:13.986" v="8014" actId="1076"/>
          <ac:spMkLst>
            <pc:docMk/>
            <pc:sldMk cId="3798698139" sldId="281"/>
            <ac:spMk id="383" creationId="{8D159185-FCD5-AF15-AEBD-C8C098F2F404}"/>
          </ac:spMkLst>
        </pc:spChg>
        <pc:spChg chg="mod">
          <ac:chgData name="musukie52@gmail.com" userId="017bd91f96aa8751" providerId="LiveId" clId="{5B2C3894-F97E-4CAB-8812-5BB4D83AAC6A}" dt="2026-10-17T11:37:42.223" v="13470" actId="20577"/>
          <ac:spMkLst>
            <pc:docMk/>
            <pc:sldMk cId="3798698139" sldId="281"/>
            <ac:spMk id="385" creationId="{1583F427-EFCD-F532-F736-A9078A473EBA}"/>
          </ac:spMkLst>
        </pc:spChg>
        <pc:spChg chg="mod">
          <ac:chgData name="musukie52@gmail.com" userId="017bd91f96aa8751" providerId="LiveId" clId="{5B2C3894-F97E-4CAB-8812-5BB4D83AAC6A}" dt="2026-10-17T15:07:22.858" v="17809" actId="20577"/>
          <ac:spMkLst>
            <pc:docMk/>
            <pc:sldMk cId="3798698139" sldId="281"/>
            <ac:spMk id="387" creationId="{8620A4F1-6571-35CF-78F9-99DD3629F394}"/>
          </ac:spMkLst>
        </pc:spChg>
        <pc:grpChg chg="mod">
          <ac:chgData name="musukie52@gmail.com" userId="017bd91f96aa8751" providerId="LiveId" clId="{5B2C3894-F97E-4CAB-8812-5BB4D83AAC6A}" dt="2026-10-16T03:09:32.126" v="8021" actId="1035"/>
          <ac:grpSpMkLst>
            <pc:docMk/>
            <pc:sldMk cId="3798698139" sldId="281"/>
            <ac:grpSpMk id="102" creationId="{5BCACC66-BD8D-7C21-3C39-FECCE532739B}"/>
          </ac:grpSpMkLst>
        </pc:grpChg>
        <pc:grpChg chg="mod">
          <ac:chgData name="musukie52@gmail.com" userId="017bd91f96aa8751" providerId="LiveId" clId="{5B2C3894-F97E-4CAB-8812-5BB4D83AAC6A}" dt="2026-10-16T03:09:32.126" v="8021" actId="1035"/>
          <ac:grpSpMkLst>
            <pc:docMk/>
            <pc:sldMk cId="3798698139" sldId="281"/>
            <ac:grpSpMk id="212" creationId="{5AC4CD5C-8618-3087-3E0D-0AA6009461B3}"/>
          </ac:grpSpMkLst>
        </pc:grpChg>
        <pc:grpChg chg="mod">
          <ac:chgData name="musukie52@gmail.com" userId="017bd91f96aa8751" providerId="LiveId" clId="{5B2C3894-F97E-4CAB-8812-5BB4D83AAC6A}" dt="2026-10-16T03:09:32.126" v="8021" actId="1035"/>
          <ac:grpSpMkLst>
            <pc:docMk/>
            <pc:sldMk cId="3798698139" sldId="281"/>
            <ac:grpSpMk id="250" creationId="{7AA2F1AF-5722-5FE8-0EBE-D38EC44005EC}"/>
          </ac:grpSpMkLst>
        </pc:grpChg>
        <pc:grpChg chg="mod">
          <ac:chgData name="musukie52@gmail.com" userId="017bd91f96aa8751" providerId="LiveId" clId="{5B2C3894-F97E-4CAB-8812-5BB4D83AAC6A}" dt="2026-10-16T03:09:32.126" v="8021" actId="1035"/>
          <ac:grpSpMkLst>
            <pc:docMk/>
            <pc:sldMk cId="3798698139" sldId="281"/>
            <ac:grpSpMk id="251" creationId="{A922D715-319B-36F1-A47E-55971C871A19}"/>
          </ac:grpSpMkLst>
        </pc:grpChg>
        <pc:grpChg chg="mod">
          <ac:chgData name="musukie52@gmail.com" userId="017bd91f96aa8751" providerId="LiveId" clId="{5B2C3894-F97E-4CAB-8812-5BB4D83AAC6A}" dt="2026-10-16T03:09:32.126" v="8021" actId="1035"/>
          <ac:grpSpMkLst>
            <pc:docMk/>
            <pc:sldMk cId="3798698139" sldId="281"/>
            <ac:grpSpMk id="253" creationId="{DC9FBEC3-8183-142E-5BCC-20615D366427}"/>
          </ac:grpSpMkLst>
        </pc:grpChg>
        <pc:grpChg chg="mod">
          <ac:chgData name="musukie52@gmail.com" userId="017bd91f96aa8751" providerId="LiveId" clId="{5B2C3894-F97E-4CAB-8812-5BB4D83AAC6A}" dt="2026-10-16T03:09:32.126" v="8021" actId="1035"/>
          <ac:grpSpMkLst>
            <pc:docMk/>
            <pc:sldMk cId="3798698139" sldId="281"/>
            <ac:grpSpMk id="265" creationId="{A78055F7-AAA4-2B1A-0F1B-48DB551FB118}"/>
          </ac:grpSpMkLst>
        </pc:grpChg>
        <pc:grpChg chg="mod">
          <ac:chgData name="musukie52@gmail.com" userId="017bd91f96aa8751" providerId="LiveId" clId="{5B2C3894-F97E-4CAB-8812-5BB4D83AAC6A}" dt="2026-10-16T03:09:32.126" v="8021" actId="1035"/>
          <ac:grpSpMkLst>
            <pc:docMk/>
            <pc:sldMk cId="3798698139" sldId="281"/>
            <ac:grpSpMk id="274" creationId="{55A97417-0CB0-87D0-2DB4-BFF859992762}"/>
          </ac:grpSpMkLst>
        </pc:grpChg>
        <pc:grpChg chg="mod">
          <ac:chgData name="musukie52@gmail.com" userId="017bd91f96aa8751" providerId="LiveId" clId="{5B2C3894-F97E-4CAB-8812-5BB4D83AAC6A}" dt="2026-10-16T03:09:32.126" v="8021" actId="1035"/>
          <ac:grpSpMkLst>
            <pc:docMk/>
            <pc:sldMk cId="3798698139" sldId="281"/>
            <ac:grpSpMk id="279" creationId="{D13B611C-A971-7FC7-BEBF-F5160E19B16A}"/>
          </ac:grpSpMkLst>
        </pc:grpChg>
        <pc:grpChg chg="mod">
          <ac:chgData name="musukie52@gmail.com" userId="017bd91f96aa8751" providerId="LiveId" clId="{5B2C3894-F97E-4CAB-8812-5BB4D83AAC6A}" dt="2026-10-16T03:09:32.126" v="8021" actId="1035"/>
          <ac:grpSpMkLst>
            <pc:docMk/>
            <pc:sldMk cId="3798698139" sldId="281"/>
            <ac:grpSpMk id="285" creationId="{E6BA847E-4E89-7409-4D28-9CB84479DA08}"/>
          </ac:grpSpMkLst>
        </pc:grpChg>
        <pc:grpChg chg="mod">
          <ac:chgData name="musukie52@gmail.com" userId="017bd91f96aa8751" providerId="LiveId" clId="{5B2C3894-F97E-4CAB-8812-5BB4D83AAC6A}" dt="2026-10-16T03:09:32.126" v="8021" actId="1035"/>
          <ac:grpSpMkLst>
            <pc:docMk/>
            <pc:sldMk cId="3798698139" sldId="281"/>
            <ac:grpSpMk id="288" creationId="{C3963123-55AE-28EB-ED9A-5A88146124A0}"/>
          </ac:grpSpMkLst>
        </pc:grpChg>
        <pc:cxnChg chg="add mod">
          <ac:chgData name="musukie52@gmail.com" userId="017bd91f96aa8751" providerId="LiveId" clId="{5B2C3894-F97E-4CAB-8812-5BB4D83AAC6A}" dt="2026-10-16T03:12:20.019" v="8045" actId="20577"/>
          <ac:cxnSpMkLst>
            <pc:docMk/>
            <pc:sldMk cId="3798698139" sldId="281"/>
            <ac:cxnSpMk id="4" creationId="{DEE35D06-4455-6FFA-7056-643D38B4DC66}"/>
          </ac:cxnSpMkLst>
        </pc:cxnChg>
      </pc:sldChg>
      <pc:sldChg chg="addSp delSp modSp add del mod">
        <pc:chgData name="musukie52@gmail.com" userId="017bd91f96aa8751" providerId="LiveId" clId="{5B2C3894-F97E-4CAB-8812-5BB4D83AAC6A}" dt="2026-10-18T06:31:03.096" v="21562" actId="207"/>
        <pc:sldMkLst>
          <pc:docMk/>
          <pc:sldMk cId="1721976728" sldId="282"/>
        </pc:sldMkLst>
        <pc:spChg chg="add mod">
          <ac:chgData name="musukie52@gmail.com" userId="017bd91f96aa8751" providerId="LiveId" clId="{5B2C3894-F97E-4CAB-8812-5BB4D83AAC6A}" dt="2026-10-18T06:31:03.096" v="21562" actId="207"/>
          <ac:spMkLst>
            <pc:docMk/>
            <pc:sldMk cId="1721976728" sldId="282"/>
            <ac:spMk id="3" creationId="{6A7BB86C-B82C-C431-C4D5-BB9D39C0E263}"/>
          </ac:spMkLst>
        </pc:spChg>
        <pc:spChg chg="add mod">
          <ac:chgData name="musukie52@gmail.com" userId="017bd91f96aa8751" providerId="LiveId" clId="{5B2C3894-F97E-4CAB-8812-5BB4D83AAC6A}" dt="2026-10-16T06:28:23.477" v="10830" actId="1076"/>
          <ac:spMkLst>
            <pc:docMk/>
            <pc:sldMk cId="1721976728" sldId="282"/>
            <ac:spMk id="42" creationId="{4DCFE253-9329-35FE-4367-CE7BF4C870BB}"/>
          </ac:spMkLst>
        </pc:spChg>
        <pc:spChg chg="add mod">
          <ac:chgData name="musukie52@gmail.com" userId="017bd91f96aa8751" providerId="LiveId" clId="{5B2C3894-F97E-4CAB-8812-5BB4D83AAC6A}" dt="2026-10-16T06:28:23.477" v="10830" actId="1076"/>
          <ac:spMkLst>
            <pc:docMk/>
            <pc:sldMk cId="1721976728" sldId="282"/>
            <ac:spMk id="44" creationId="{3D0C7546-B556-CB0C-CEB9-EF1D3B96D715}"/>
          </ac:spMkLst>
        </pc:spChg>
        <pc:spChg chg="mod">
          <ac:chgData name="musukie52@gmail.com" userId="017bd91f96aa8751" providerId="LiveId" clId="{5B2C3894-F97E-4CAB-8812-5BB4D83AAC6A}" dt="2026-10-17T15:06:52.905" v="17794" actId="20577"/>
          <ac:spMkLst>
            <pc:docMk/>
            <pc:sldMk cId="1721976728" sldId="282"/>
            <ac:spMk id="46" creationId="{FB0B7C34-4C3D-3613-615D-1833DF946081}"/>
          </ac:spMkLst>
        </pc:spChg>
        <pc:spChg chg="mod">
          <ac:chgData name="musukie52@gmail.com" userId="017bd91f96aa8751" providerId="LiveId" clId="{5B2C3894-F97E-4CAB-8812-5BB4D83AAC6A}" dt="2026-10-16T03:15:26.063" v="8093"/>
          <ac:spMkLst>
            <pc:docMk/>
            <pc:sldMk cId="1721976728" sldId="282"/>
            <ac:spMk id="56" creationId="{7EF96214-E7E9-4EB8-4C50-68B439587883}"/>
          </ac:spMkLst>
        </pc:spChg>
        <pc:spChg chg="add mod">
          <ac:chgData name="musukie52@gmail.com" userId="017bd91f96aa8751" providerId="LiveId" clId="{5B2C3894-F97E-4CAB-8812-5BB4D83AAC6A}" dt="2026-10-17T15:06:30.546" v="17784" actId="20577"/>
          <ac:spMkLst>
            <pc:docMk/>
            <pc:sldMk cId="1721976728" sldId="282"/>
            <ac:spMk id="89" creationId="{36442599-6EA5-BBAA-E781-C7DD9E50F89F}"/>
          </ac:spMkLst>
        </pc:spChg>
        <pc:spChg chg="add mod">
          <ac:chgData name="musukie52@gmail.com" userId="017bd91f96aa8751" providerId="LiveId" clId="{5B2C3894-F97E-4CAB-8812-5BB4D83AAC6A}" dt="2026-10-16T06:28:23.477" v="10830" actId="1076"/>
          <ac:spMkLst>
            <pc:docMk/>
            <pc:sldMk cId="1721976728" sldId="282"/>
            <ac:spMk id="91" creationId="{3382561A-E6E6-3DC4-219C-77BCD15A5F09}"/>
          </ac:spMkLst>
        </pc:spChg>
        <pc:spChg chg="add mod">
          <ac:chgData name="musukie52@gmail.com" userId="017bd91f96aa8751" providerId="LiveId" clId="{5B2C3894-F97E-4CAB-8812-5BB4D83AAC6A}" dt="2026-10-17T11:38:02.678" v="13474" actId="313"/>
          <ac:spMkLst>
            <pc:docMk/>
            <pc:sldMk cId="1721976728" sldId="282"/>
            <ac:spMk id="109" creationId="{E398C7A4-DD4F-BAB6-665F-D2BB8AC76071}"/>
          </ac:spMkLst>
        </pc:spChg>
        <pc:spChg chg="add mod">
          <ac:chgData name="musukie52@gmail.com" userId="017bd91f96aa8751" providerId="LiveId" clId="{5B2C3894-F97E-4CAB-8812-5BB4D83AAC6A}" dt="2026-10-16T06:28:23.477" v="10830" actId="1076"/>
          <ac:spMkLst>
            <pc:docMk/>
            <pc:sldMk cId="1721976728" sldId="282"/>
            <ac:spMk id="110" creationId="{7CEAEAC7-796D-254E-91B7-FEB22A481257}"/>
          </ac:spMkLst>
        </pc:spChg>
        <pc:spChg chg="add mod">
          <ac:chgData name="musukie52@gmail.com" userId="017bd91f96aa8751" providerId="LiveId" clId="{5B2C3894-F97E-4CAB-8812-5BB4D83AAC6A}" dt="2026-10-17T15:06:44.655" v="17792" actId="20577"/>
          <ac:spMkLst>
            <pc:docMk/>
            <pc:sldMk cId="1721976728" sldId="282"/>
            <ac:spMk id="112" creationId="{AA0FEDA1-BE9B-6C97-71BC-67F59E8C7F30}"/>
          </ac:spMkLst>
        </pc:spChg>
        <pc:spChg chg="add mod">
          <ac:chgData name="musukie52@gmail.com" userId="017bd91f96aa8751" providerId="LiveId" clId="{5B2C3894-F97E-4CAB-8812-5BB4D83AAC6A}" dt="2026-10-17T11:37:56.061" v="13471" actId="20577"/>
          <ac:spMkLst>
            <pc:docMk/>
            <pc:sldMk cId="1721976728" sldId="282"/>
            <ac:spMk id="115" creationId="{D885E38E-DB73-B4CC-1395-24AC6FBA9035}"/>
          </ac:spMkLst>
        </pc:spChg>
        <pc:spChg chg="add mod">
          <ac:chgData name="musukie52@gmail.com" userId="017bd91f96aa8751" providerId="LiveId" clId="{5B2C3894-F97E-4CAB-8812-5BB4D83AAC6A}" dt="2026-10-16T06:44:41.463" v="10938" actId="1076"/>
          <ac:spMkLst>
            <pc:docMk/>
            <pc:sldMk cId="1721976728" sldId="282"/>
            <ac:spMk id="119" creationId="{C4840EA4-C26E-23DD-1CD7-BCF54C2AAD02}"/>
          </ac:spMkLst>
        </pc:spChg>
        <pc:spChg chg="add mod">
          <ac:chgData name="musukie52@gmail.com" userId="017bd91f96aa8751" providerId="LiveId" clId="{5B2C3894-F97E-4CAB-8812-5BB4D83AAC6A}" dt="2026-10-17T15:06:34.082" v="17786" actId="20577"/>
          <ac:spMkLst>
            <pc:docMk/>
            <pc:sldMk cId="1721976728" sldId="282"/>
            <ac:spMk id="122" creationId="{497F3FD9-EFE5-4232-A7EF-5B95AF14FA08}"/>
          </ac:spMkLst>
        </pc:spChg>
        <pc:spChg chg="add mod">
          <ac:chgData name="musukie52@gmail.com" userId="017bd91f96aa8751" providerId="LiveId" clId="{5B2C3894-F97E-4CAB-8812-5BB4D83AAC6A}" dt="2026-10-16T06:44:41.463" v="10938" actId="1076"/>
          <ac:spMkLst>
            <pc:docMk/>
            <pc:sldMk cId="1721976728" sldId="282"/>
            <ac:spMk id="123" creationId="{50DE2DA8-8C90-EC78-B7EA-FF738ACE014C}"/>
          </ac:spMkLst>
        </pc:spChg>
        <pc:spChg chg="add mod">
          <ac:chgData name="musukie52@gmail.com" userId="017bd91f96aa8751" providerId="LiveId" clId="{5B2C3894-F97E-4CAB-8812-5BB4D83AAC6A}" dt="2026-10-16T06:44:41.463" v="10938" actId="1076"/>
          <ac:spMkLst>
            <pc:docMk/>
            <pc:sldMk cId="1721976728" sldId="282"/>
            <ac:spMk id="126" creationId="{BE227EE4-8171-87F2-D579-8C2E6C367E99}"/>
          </ac:spMkLst>
        </pc:spChg>
        <pc:spChg chg="add mod">
          <ac:chgData name="musukie52@gmail.com" userId="017bd91f96aa8751" providerId="LiveId" clId="{5B2C3894-F97E-4CAB-8812-5BB4D83AAC6A}" dt="2026-10-16T06:44:41.463" v="10938" actId="1076"/>
          <ac:spMkLst>
            <pc:docMk/>
            <pc:sldMk cId="1721976728" sldId="282"/>
            <ac:spMk id="128" creationId="{84C1ACF3-A3B1-0186-D79F-74BF05FC84F8}"/>
          </ac:spMkLst>
        </pc:spChg>
        <pc:spChg chg="add mod">
          <ac:chgData name="musukie52@gmail.com" userId="017bd91f96aa8751" providerId="LiveId" clId="{5B2C3894-F97E-4CAB-8812-5BB4D83AAC6A}" dt="2026-10-16T06:44:41.463" v="10938" actId="1076"/>
          <ac:spMkLst>
            <pc:docMk/>
            <pc:sldMk cId="1721976728" sldId="282"/>
            <ac:spMk id="130" creationId="{15B08713-84E3-A844-4858-1A2C6FFC55CF}"/>
          </ac:spMkLst>
        </pc:spChg>
        <pc:picChg chg="add mod">
          <ac:chgData name="musukie52@gmail.com" userId="017bd91f96aa8751" providerId="LiveId" clId="{5B2C3894-F97E-4CAB-8812-5BB4D83AAC6A}" dt="2026-10-16T06:28:23.477" v="10830" actId="1076"/>
          <ac:picMkLst>
            <pc:docMk/>
            <pc:sldMk cId="1721976728" sldId="282"/>
            <ac:picMk id="7" creationId="{FC021928-25BB-6707-5E0D-1CC91264BDB5}"/>
          </ac:picMkLst>
        </pc:picChg>
        <pc:picChg chg="add mod ord modCrop">
          <ac:chgData name="musukie52@gmail.com" userId="017bd91f96aa8751" providerId="LiveId" clId="{5B2C3894-F97E-4CAB-8812-5BB4D83AAC6A}" dt="2026-10-16T06:44:49.121" v="10939" actId="14100"/>
          <ac:picMkLst>
            <pc:docMk/>
            <pc:sldMk cId="1721976728" sldId="282"/>
            <ac:picMk id="93" creationId="{ADC82A9B-7D39-8BF0-FA78-AC71CEB518C3}"/>
          </ac:picMkLst>
        </pc:picChg>
        <pc:picChg chg="add mod modCrop">
          <ac:chgData name="musukie52@gmail.com" userId="017bd91f96aa8751" providerId="LiveId" clId="{5B2C3894-F97E-4CAB-8812-5BB4D83AAC6A}" dt="2026-10-16T06:28:23.477" v="10830" actId="1076"/>
          <ac:picMkLst>
            <pc:docMk/>
            <pc:sldMk cId="1721976728" sldId="282"/>
            <ac:picMk id="100" creationId="{F4B23810-E786-545F-3E8C-332A99E73790}"/>
          </ac:picMkLst>
        </pc:picChg>
        <pc:picChg chg="add mod">
          <ac:chgData name="musukie52@gmail.com" userId="017bd91f96aa8751" providerId="LiveId" clId="{5B2C3894-F97E-4CAB-8812-5BB4D83AAC6A}" dt="2026-10-16T06:28:23.477" v="10830" actId="1076"/>
          <ac:picMkLst>
            <pc:docMk/>
            <pc:sldMk cId="1721976728" sldId="282"/>
            <ac:picMk id="108" creationId="{A15604B0-4462-1663-6A90-43436BFD48C6}"/>
          </ac:picMkLst>
        </pc:picChg>
        <pc:picChg chg="add mod">
          <ac:chgData name="musukie52@gmail.com" userId="017bd91f96aa8751" providerId="LiveId" clId="{5B2C3894-F97E-4CAB-8812-5BB4D83AAC6A}" dt="2026-10-16T06:25:41.463" v="10753" actId="1037"/>
          <ac:picMkLst>
            <pc:docMk/>
            <pc:sldMk cId="1721976728" sldId="282"/>
            <ac:picMk id="116" creationId="{98D097D3-FA7F-F96E-28FC-85F0582E2A79}"/>
          </ac:picMkLst>
        </pc:picChg>
        <pc:picChg chg="add mod">
          <ac:chgData name="musukie52@gmail.com" userId="017bd91f96aa8751" providerId="LiveId" clId="{5B2C3894-F97E-4CAB-8812-5BB4D83AAC6A}" dt="2026-10-16T06:28:23.477" v="10830" actId="1076"/>
          <ac:picMkLst>
            <pc:docMk/>
            <pc:sldMk cId="1721976728" sldId="282"/>
            <ac:picMk id="120" creationId="{4135023F-725D-C5C8-80A5-A5A80CACDFF4}"/>
          </ac:picMkLst>
        </pc:picChg>
        <pc:picChg chg="add">
          <ac:chgData name="musukie52@gmail.com" userId="017bd91f96aa8751" providerId="LiveId" clId="{5B2C3894-F97E-4CAB-8812-5BB4D83AAC6A}" dt="2026-10-16T05:18:56.422" v="9604" actId="22"/>
          <ac:picMkLst>
            <pc:docMk/>
            <pc:sldMk cId="1721976728" sldId="282"/>
            <ac:picMk id="124" creationId="{1B365D47-2E16-BB82-ADAB-21F2BF1C6F33}"/>
          </ac:picMkLst>
        </pc:picChg>
        <pc:cxnChg chg="mod">
          <ac:chgData name="musukie52@gmail.com" userId="017bd91f96aa8751" providerId="LiveId" clId="{5B2C3894-F97E-4CAB-8812-5BB4D83AAC6A}" dt="2026-10-16T03:15:23.242" v="8090" actId="20577"/>
          <ac:cxnSpMkLst>
            <pc:docMk/>
            <pc:sldMk cId="1721976728" sldId="282"/>
            <ac:cxnSpMk id="6" creationId="{1DD064AE-F51A-6428-9B4D-6D575A8C1C7B}"/>
          </ac:cxnSpMkLst>
        </pc:cxnChg>
        <pc:cxnChg chg="add mod">
          <ac:chgData name="musukie52@gmail.com" userId="017bd91f96aa8751" providerId="LiveId" clId="{5B2C3894-F97E-4CAB-8812-5BB4D83AAC6A}" dt="2026-10-16T06:25:47.548" v="10773" actId="1038"/>
          <ac:cxnSpMkLst>
            <pc:docMk/>
            <pc:sldMk cId="1721976728" sldId="282"/>
            <ac:cxnSpMk id="10" creationId="{C5C02A41-290B-3240-7C01-3E5878FF8DD9}"/>
          </ac:cxnSpMkLst>
        </pc:cxnChg>
        <pc:cxnChg chg="add mod">
          <ac:chgData name="musukie52@gmail.com" userId="017bd91f96aa8751" providerId="LiveId" clId="{5B2C3894-F97E-4CAB-8812-5BB4D83AAC6A}" dt="2026-10-16T06:25:41.463" v="10753" actId="1037"/>
          <ac:cxnSpMkLst>
            <pc:docMk/>
            <pc:sldMk cId="1721976728" sldId="282"/>
            <ac:cxnSpMk id="11" creationId="{D88367FF-C8E5-CEEB-6479-4F11720FAB14}"/>
          </ac:cxnSpMkLst>
        </pc:cxnChg>
        <pc:cxnChg chg="add mod">
          <ac:chgData name="musukie52@gmail.com" userId="017bd91f96aa8751" providerId="LiveId" clId="{5B2C3894-F97E-4CAB-8812-5BB4D83AAC6A}" dt="2026-10-16T06:26:01.988" v="10803" actId="1038"/>
          <ac:cxnSpMkLst>
            <pc:docMk/>
            <pc:sldMk cId="1721976728" sldId="282"/>
            <ac:cxnSpMk id="19" creationId="{D050D6C2-DE1E-623E-D2AA-25F2398F47A1}"/>
          </ac:cxnSpMkLst>
        </pc:cxnChg>
        <pc:cxnChg chg="add mod">
          <ac:chgData name="musukie52@gmail.com" userId="017bd91f96aa8751" providerId="LiveId" clId="{5B2C3894-F97E-4CAB-8812-5BB4D83AAC6A}" dt="2026-10-16T05:59:49.436" v="10410" actId="1038"/>
          <ac:cxnSpMkLst>
            <pc:docMk/>
            <pc:sldMk cId="1721976728" sldId="282"/>
            <ac:cxnSpMk id="25" creationId="{55041B0A-612D-5350-895E-5890479C5382}"/>
          </ac:cxnSpMkLst>
        </pc:cxnChg>
        <pc:cxnChg chg="add mod">
          <ac:chgData name="musukie52@gmail.com" userId="017bd91f96aa8751" providerId="LiveId" clId="{5B2C3894-F97E-4CAB-8812-5BB4D83AAC6A}" dt="2026-10-16T06:00:22.769" v="10433" actId="1038"/>
          <ac:cxnSpMkLst>
            <pc:docMk/>
            <pc:sldMk cId="1721976728" sldId="282"/>
            <ac:cxnSpMk id="31" creationId="{650708A8-88AF-1D21-A430-522BD0B19FAA}"/>
          </ac:cxnSpMkLst>
        </pc:cxnChg>
        <pc:cxnChg chg="add mod">
          <ac:chgData name="musukie52@gmail.com" userId="017bd91f96aa8751" providerId="LiveId" clId="{5B2C3894-F97E-4CAB-8812-5BB4D83AAC6A}" dt="2026-10-16T06:25:56.734" v="10793" actId="1037"/>
          <ac:cxnSpMkLst>
            <pc:docMk/>
            <pc:sldMk cId="1721976728" sldId="282"/>
            <ac:cxnSpMk id="37" creationId="{6A713842-0578-F1EC-216B-BC0ED197CF2C}"/>
          </ac:cxnSpMkLst>
        </pc:cxnChg>
        <pc:cxnChg chg="add mod">
          <ac:chgData name="musukie52@gmail.com" userId="017bd91f96aa8751" providerId="LiveId" clId="{5B2C3894-F97E-4CAB-8812-5BB4D83AAC6A}" dt="2026-10-16T06:44:41.463" v="10938" actId="1076"/>
          <ac:cxnSpMkLst>
            <pc:docMk/>
            <pc:sldMk cId="1721976728" sldId="282"/>
            <ac:cxnSpMk id="65" creationId="{919189E9-542E-22FB-2C94-A63AF1BD1F26}"/>
          </ac:cxnSpMkLst>
        </pc:cxnChg>
      </pc:sldChg>
      <pc:sldChg chg="addSp delSp modSp new mod">
        <pc:chgData name="musukie52@gmail.com" userId="017bd91f96aa8751" providerId="LiveId" clId="{5B2C3894-F97E-4CAB-8812-5BB4D83AAC6A}" dt="2026-10-17T15:08:23.856" v="17831" actId="20577"/>
        <pc:sldMkLst>
          <pc:docMk/>
          <pc:sldMk cId="1873389943" sldId="283"/>
        </pc:sldMkLst>
        <pc:spChg chg="add">
          <ac:chgData name="musukie52@gmail.com" userId="017bd91f96aa8751" providerId="LiveId" clId="{5B2C3894-F97E-4CAB-8812-5BB4D83AAC6A}" dt="2026-10-16T06:15:12.849" v="10610" actId="22"/>
          <ac:spMkLst>
            <pc:docMk/>
            <pc:sldMk cId="1873389943" sldId="283"/>
            <ac:spMk id="3" creationId="{268CC40F-43B7-2F88-1B4E-345FA727DDBE}"/>
          </ac:spMkLst>
        </pc:spChg>
        <pc:spChg chg="add">
          <ac:chgData name="musukie52@gmail.com" userId="017bd91f96aa8751" providerId="LiveId" clId="{5B2C3894-F97E-4CAB-8812-5BB4D83AAC6A}" dt="2026-10-16T06:15:12.849" v="10610" actId="22"/>
          <ac:spMkLst>
            <pc:docMk/>
            <pc:sldMk cId="1873389943" sldId="283"/>
            <ac:spMk id="6" creationId="{7D511410-F0E4-B8A0-4C5A-C0570C0DF251}"/>
          </ac:spMkLst>
        </pc:spChg>
        <pc:spChg chg="add mod">
          <ac:chgData name="musukie52@gmail.com" userId="017bd91f96aa8751" providerId="LiveId" clId="{5B2C3894-F97E-4CAB-8812-5BB4D83AAC6A}" dt="2026-10-16T05:42:06.002" v="9880" actId="1036"/>
          <ac:spMkLst>
            <pc:docMk/>
            <pc:sldMk cId="1873389943" sldId="283"/>
            <ac:spMk id="7" creationId="{CC89D5E3-291A-A5D9-3FC1-62F5BAA1AF79}"/>
          </ac:spMkLst>
        </pc:spChg>
        <pc:spChg chg="add mod">
          <ac:chgData name="musukie52@gmail.com" userId="017bd91f96aa8751" providerId="LiveId" clId="{5B2C3894-F97E-4CAB-8812-5BB4D83AAC6A}" dt="2026-10-16T05:43:02.872" v="9884" actId="1076"/>
          <ac:spMkLst>
            <pc:docMk/>
            <pc:sldMk cId="1873389943" sldId="283"/>
            <ac:spMk id="9" creationId="{CF984707-3088-4D8D-426A-0C9605BEA85D}"/>
          </ac:spMkLst>
        </pc:spChg>
        <pc:spChg chg="add mod">
          <ac:chgData name="musukie52@gmail.com" userId="017bd91f96aa8751" providerId="LiveId" clId="{5B2C3894-F97E-4CAB-8812-5BB4D83AAC6A}" dt="2026-10-16T05:42:06.002" v="9880" actId="1036"/>
          <ac:spMkLst>
            <pc:docMk/>
            <pc:sldMk cId="1873389943" sldId="283"/>
            <ac:spMk id="11" creationId="{A082E7D8-36DE-640D-81CC-00E224449F4F}"/>
          </ac:spMkLst>
        </pc:spChg>
        <pc:spChg chg="add mod">
          <ac:chgData name="musukie52@gmail.com" userId="017bd91f96aa8751" providerId="LiveId" clId="{5B2C3894-F97E-4CAB-8812-5BB4D83AAC6A}" dt="2026-10-16T05:42:06.002" v="9880" actId="1036"/>
          <ac:spMkLst>
            <pc:docMk/>
            <pc:sldMk cId="1873389943" sldId="283"/>
            <ac:spMk id="13" creationId="{302C2C59-C94D-6354-0BF4-61D61909B524}"/>
          </ac:spMkLst>
        </pc:spChg>
        <pc:spChg chg="add">
          <ac:chgData name="musukie52@gmail.com" userId="017bd91f96aa8751" providerId="LiveId" clId="{5B2C3894-F97E-4CAB-8812-5BB4D83AAC6A}" dt="2026-10-16T06:15:12.849" v="10610" actId="22"/>
          <ac:spMkLst>
            <pc:docMk/>
            <pc:sldMk cId="1873389943" sldId="283"/>
            <ac:spMk id="14" creationId="{186331A8-6382-2709-18FD-8587163C7332}"/>
          </ac:spMkLst>
        </pc:spChg>
        <pc:spChg chg="add">
          <ac:chgData name="musukie52@gmail.com" userId="017bd91f96aa8751" providerId="LiveId" clId="{5B2C3894-F97E-4CAB-8812-5BB4D83AAC6A}" dt="2026-10-16T06:15:12.849" v="10610" actId="22"/>
          <ac:spMkLst>
            <pc:docMk/>
            <pc:sldMk cId="1873389943" sldId="283"/>
            <ac:spMk id="16" creationId="{FA8DCBFE-5F84-3285-A7C2-D322EDEC9013}"/>
          </ac:spMkLst>
        </pc:spChg>
        <pc:spChg chg="add">
          <ac:chgData name="musukie52@gmail.com" userId="017bd91f96aa8751" providerId="LiveId" clId="{5B2C3894-F97E-4CAB-8812-5BB4D83AAC6A}" dt="2026-10-16T06:15:12.849" v="10610" actId="22"/>
          <ac:spMkLst>
            <pc:docMk/>
            <pc:sldMk cId="1873389943" sldId="283"/>
            <ac:spMk id="18" creationId="{8D8417EB-39FB-0A64-6B6F-620CAE7DBC18}"/>
          </ac:spMkLst>
        </pc:spChg>
        <pc:spChg chg="add mod ord">
          <ac:chgData name="musukie52@gmail.com" userId="017bd91f96aa8751" providerId="LiveId" clId="{5B2C3894-F97E-4CAB-8812-5BB4D83AAC6A}" dt="2026-10-16T05:44:09.944" v="9898" actId="167"/>
          <ac:spMkLst>
            <pc:docMk/>
            <pc:sldMk cId="1873389943" sldId="283"/>
            <ac:spMk id="19" creationId="{52454496-C4A9-06A5-F832-C3452B17F802}"/>
          </ac:spMkLst>
        </pc:spChg>
        <pc:spChg chg="add mod">
          <ac:chgData name="musukie52@gmail.com" userId="017bd91f96aa8751" providerId="LiveId" clId="{5B2C3894-F97E-4CAB-8812-5BB4D83AAC6A}" dt="2026-10-16T05:51:30.863" v="10353" actId="1037"/>
          <ac:spMkLst>
            <pc:docMk/>
            <pc:sldMk cId="1873389943" sldId="283"/>
            <ac:spMk id="21" creationId="{9A6E6437-B49D-D658-E236-ADF8FCC1DA55}"/>
          </ac:spMkLst>
        </pc:spChg>
        <pc:spChg chg="add">
          <ac:chgData name="musukie52@gmail.com" userId="017bd91f96aa8751" providerId="LiveId" clId="{5B2C3894-F97E-4CAB-8812-5BB4D83AAC6A}" dt="2026-10-16T06:15:12.849" v="10610" actId="22"/>
          <ac:spMkLst>
            <pc:docMk/>
            <pc:sldMk cId="1873389943" sldId="283"/>
            <ac:spMk id="22" creationId="{AF617464-AEB9-4076-E72A-4F4EBA0EC45C}"/>
          </ac:spMkLst>
        </pc:spChg>
        <pc:spChg chg="add mod">
          <ac:chgData name="musukie52@gmail.com" userId="017bd91f96aa8751" providerId="LiveId" clId="{5B2C3894-F97E-4CAB-8812-5BB4D83AAC6A}" dt="2026-10-16T05:51:30.863" v="10353" actId="1037"/>
          <ac:spMkLst>
            <pc:docMk/>
            <pc:sldMk cId="1873389943" sldId="283"/>
            <ac:spMk id="23" creationId="{17177498-45E2-DF14-886F-F2C0B162FC98}"/>
          </ac:spMkLst>
        </pc:spChg>
        <pc:spChg chg="add mod">
          <ac:chgData name="musukie52@gmail.com" userId="017bd91f96aa8751" providerId="LiveId" clId="{5B2C3894-F97E-4CAB-8812-5BB4D83AAC6A}" dt="2026-10-16T05:51:50.244" v="10358" actId="1076"/>
          <ac:spMkLst>
            <pc:docMk/>
            <pc:sldMk cId="1873389943" sldId="283"/>
            <ac:spMk id="25" creationId="{18D31C82-C156-8BF6-645C-7E7645386FEC}"/>
          </ac:spMkLst>
        </pc:spChg>
        <pc:spChg chg="add">
          <ac:chgData name="musukie52@gmail.com" userId="017bd91f96aa8751" providerId="LiveId" clId="{5B2C3894-F97E-4CAB-8812-5BB4D83AAC6A}" dt="2026-10-16T06:15:12.849" v="10610" actId="22"/>
          <ac:spMkLst>
            <pc:docMk/>
            <pc:sldMk cId="1873389943" sldId="283"/>
            <ac:spMk id="26" creationId="{012344D8-A134-A19B-6B77-A6FFC6B5648B}"/>
          </ac:spMkLst>
        </pc:spChg>
        <pc:spChg chg="add mod">
          <ac:chgData name="musukie52@gmail.com" userId="017bd91f96aa8751" providerId="LiveId" clId="{5B2C3894-F97E-4CAB-8812-5BB4D83AAC6A}" dt="2026-10-16T05:51:50.244" v="10358" actId="1076"/>
          <ac:spMkLst>
            <pc:docMk/>
            <pc:sldMk cId="1873389943" sldId="283"/>
            <ac:spMk id="27" creationId="{45D3C041-4495-4DD8-6B13-EEA32C9C41A4}"/>
          </ac:spMkLst>
        </pc:spChg>
        <pc:spChg chg="add">
          <ac:chgData name="musukie52@gmail.com" userId="017bd91f96aa8751" providerId="LiveId" clId="{5B2C3894-F97E-4CAB-8812-5BB4D83AAC6A}" dt="2026-10-16T06:15:12.849" v="10610" actId="22"/>
          <ac:spMkLst>
            <pc:docMk/>
            <pc:sldMk cId="1873389943" sldId="283"/>
            <ac:spMk id="31" creationId="{B5D46567-F674-81DD-70DE-67747815493D}"/>
          </ac:spMkLst>
        </pc:spChg>
        <pc:spChg chg="add mod">
          <ac:chgData name="musukie52@gmail.com" userId="017bd91f96aa8751" providerId="LiveId" clId="{5B2C3894-F97E-4CAB-8812-5BB4D83AAC6A}" dt="2026-10-17T15:08:23.856" v="17831" actId="20577"/>
          <ac:spMkLst>
            <pc:docMk/>
            <pc:sldMk cId="1873389943" sldId="283"/>
            <ac:spMk id="32" creationId="{A254C4CB-E5D4-5864-5762-1FF5C13F6A35}"/>
          </ac:spMkLst>
        </pc:spChg>
        <pc:spChg chg="add mod">
          <ac:chgData name="musukie52@gmail.com" userId="017bd91f96aa8751" providerId="LiveId" clId="{5B2C3894-F97E-4CAB-8812-5BB4D83AAC6A}" dt="2026-10-16T05:51:30.863" v="10353" actId="1037"/>
          <ac:spMkLst>
            <pc:docMk/>
            <pc:sldMk cId="1873389943" sldId="283"/>
            <ac:spMk id="34" creationId="{864258C0-9135-9BA2-EE6D-439DCEF1C1C0}"/>
          </ac:spMkLst>
        </pc:spChg>
        <pc:spChg chg="add">
          <ac:chgData name="musukie52@gmail.com" userId="017bd91f96aa8751" providerId="LiveId" clId="{5B2C3894-F97E-4CAB-8812-5BB4D83AAC6A}" dt="2026-10-16T06:15:12.849" v="10610" actId="22"/>
          <ac:spMkLst>
            <pc:docMk/>
            <pc:sldMk cId="1873389943" sldId="283"/>
            <ac:spMk id="37" creationId="{8EC3BEAC-4672-0943-1153-B491995BAD40}"/>
          </ac:spMkLst>
        </pc:spChg>
        <pc:spChg chg="add">
          <ac:chgData name="musukie52@gmail.com" userId="017bd91f96aa8751" providerId="LiveId" clId="{5B2C3894-F97E-4CAB-8812-5BB4D83AAC6A}" dt="2026-10-16T06:15:12.849" v="10610" actId="22"/>
          <ac:spMkLst>
            <pc:docMk/>
            <pc:sldMk cId="1873389943" sldId="283"/>
            <ac:spMk id="39" creationId="{CA5658AE-2ECD-6D1F-8C67-E8F7C547FC89}"/>
          </ac:spMkLst>
        </pc:spChg>
        <pc:picChg chg="add mod modCrop">
          <ac:chgData name="musukie52@gmail.com" userId="017bd91f96aa8751" providerId="LiveId" clId="{5B2C3894-F97E-4CAB-8812-5BB4D83AAC6A}" dt="2026-10-16T05:43:23.475" v="9885" actId="732"/>
          <ac:picMkLst>
            <pc:docMk/>
            <pc:sldMk cId="1873389943" sldId="283"/>
            <ac:picMk id="5" creationId="{395DE32F-E4DD-C000-D585-4EBE2E5D12EB}"/>
          </ac:picMkLst>
        </pc:picChg>
      </pc:sldChg>
      <pc:sldChg chg="addSp delSp modSp new del mod">
        <pc:chgData name="musukie52@gmail.com" userId="017bd91f96aa8751" providerId="LiveId" clId="{5B2C3894-F97E-4CAB-8812-5BB4D83AAC6A}" dt="2026-10-17T15:05:05.159" v="17765" actId="47"/>
        <pc:sldMkLst>
          <pc:docMk/>
          <pc:sldMk cId="3721402572" sldId="284"/>
        </pc:sldMkLst>
        <pc:spChg chg="add del mod">
          <ac:chgData name="musukie52@gmail.com" userId="017bd91f96aa8751" providerId="LiveId" clId="{5B2C3894-F97E-4CAB-8812-5BB4D83AAC6A}" dt="2026-10-17T15:04:53.568" v="17764" actId="20577"/>
          <ac:spMkLst>
            <pc:docMk/>
            <pc:sldMk cId="3721402572" sldId="284"/>
            <ac:spMk id="78" creationId="{2E760DB9-4062-E3E5-6201-03B92E669B46}"/>
          </ac:spMkLst>
        </pc:spChg>
        <pc:spChg chg="add mod ord">
          <ac:chgData name="musukie52@gmail.com" userId="017bd91f96aa8751" providerId="LiveId" clId="{5B2C3894-F97E-4CAB-8812-5BB4D83AAC6A}" dt="2026-10-17T11:38:15.873" v="13475" actId="20577"/>
          <ac:spMkLst>
            <pc:docMk/>
            <pc:sldMk cId="3721402572" sldId="284"/>
            <ac:spMk id="89" creationId="{81A5B2E2-3D8A-88D9-7B03-D04B9EE662B4}"/>
          </ac:spMkLst>
        </pc:spChg>
        <pc:spChg chg="add mod">
          <ac:chgData name="musukie52@gmail.com" userId="017bd91f96aa8751" providerId="LiveId" clId="{5B2C3894-F97E-4CAB-8812-5BB4D83AAC6A}" dt="2026-10-17T03:56:40.007" v="12547" actId="1037"/>
          <ac:spMkLst>
            <pc:docMk/>
            <pc:sldMk cId="3721402572" sldId="284"/>
            <ac:spMk id="109" creationId="{F3F09717-D17F-EE3E-9F8E-04DFE7AE6A19}"/>
          </ac:spMkLst>
        </pc:spChg>
        <pc:spChg chg="add mod">
          <ac:chgData name="musukie52@gmail.com" userId="017bd91f96aa8751" providerId="LiveId" clId="{5B2C3894-F97E-4CAB-8812-5BB4D83AAC6A}" dt="2026-10-17T03:52:22.771" v="12443" actId="1076"/>
          <ac:spMkLst>
            <pc:docMk/>
            <pc:sldMk cId="3721402572" sldId="284"/>
            <ac:spMk id="133" creationId="{637B432F-1D34-C798-3EDD-71B3CD6525E5}"/>
          </ac:spMkLst>
        </pc:spChg>
        <pc:graphicFrameChg chg="add mod modGraphic">
          <ac:chgData name="musukie52@gmail.com" userId="017bd91f96aa8751" providerId="LiveId" clId="{5B2C3894-F97E-4CAB-8812-5BB4D83AAC6A}" dt="2026-10-17T12:27:22.127" v="14792" actId="255"/>
          <ac:graphicFrameMkLst>
            <pc:docMk/>
            <pc:sldMk cId="3721402572" sldId="284"/>
            <ac:graphicFrameMk id="96" creationId="{D2091276-4919-CAF3-4A94-17E8DAA39014}"/>
          </ac:graphicFrameMkLst>
        </pc:graphicFrameChg>
        <pc:picChg chg="add mod modCrop">
          <ac:chgData name="musukie52@gmail.com" userId="017bd91f96aa8751" providerId="LiveId" clId="{5B2C3894-F97E-4CAB-8812-5BB4D83AAC6A}" dt="2026-10-17T03:56:40.007" v="12547" actId="1037"/>
          <ac:picMkLst>
            <pc:docMk/>
            <pc:sldMk cId="3721402572" sldId="284"/>
            <ac:picMk id="100" creationId="{0D4F39A5-1B34-D33A-2BB5-2CDF0E8E4562}"/>
          </ac:picMkLst>
        </pc:picChg>
        <pc:picChg chg="add mod">
          <ac:chgData name="musukie52@gmail.com" userId="017bd91f96aa8751" providerId="LiveId" clId="{5B2C3894-F97E-4CAB-8812-5BB4D83AAC6A}" dt="2026-10-17T03:56:18.795" v="12523" actId="1036"/>
          <ac:picMkLst>
            <pc:docMk/>
            <pc:sldMk cId="3721402572" sldId="284"/>
            <ac:picMk id="102" creationId="{02F4223E-9460-6D3E-D0BA-0F2D99BA01EF}"/>
          </ac:picMkLst>
        </pc:picChg>
        <pc:picChg chg="add mod">
          <ac:chgData name="musukie52@gmail.com" userId="017bd91f96aa8751" providerId="LiveId" clId="{5B2C3894-F97E-4CAB-8812-5BB4D83AAC6A}" dt="2026-10-17T03:56:18.795" v="12523" actId="1036"/>
          <ac:picMkLst>
            <pc:docMk/>
            <pc:sldMk cId="3721402572" sldId="284"/>
            <ac:picMk id="104" creationId="{759BE836-CFEF-0C73-74B4-96EC5B700019}"/>
          </ac:picMkLst>
        </pc:picChg>
        <pc:picChg chg="add mod">
          <ac:chgData name="musukie52@gmail.com" userId="017bd91f96aa8751" providerId="LiveId" clId="{5B2C3894-F97E-4CAB-8812-5BB4D83AAC6A}" dt="2026-10-17T03:56:29.044" v="12525" actId="1036"/>
          <ac:picMkLst>
            <pc:docMk/>
            <pc:sldMk cId="3721402572" sldId="284"/>
            <ac:picMk id="106" creationId="{9B9BE28B-5A8B-9936-E375-13352A45A67D}"/>
          </ac:picMkLst>
        </pc:picChg>
        <pc:picChg chg="add mod modCrop">
          <ac:chgData name="musukie52@gmail.com" userId="017bd91f96aa8751" providerId="LiveId" clId="{5B2C3894-F97E-4CAB-8812-5BB4D83AAC6A}" dt="2026-10-17T03:56:40.007" v="12547" actId="1037"/>
          <ac:picMkLst>
            <pc:docMk/>
            <pc:sldMk cId="3721402572" sldId="284"/>
            <ac:picMk id="121" creationId="{4B5BF240-4464-E69D-6291-F6E4A27B6FD7}"/>
          </ac:picMkLst>
        </pc:picChg>
        <pc:picChg chg="add mod modCrop">
          <ac:chgData name="musukie52@gmail.com" userId="017bd91f96aa8751" providerId="LiveId" clId="{5B2C3894-F97E-4CAB-8812-5BB4D83AAC6A}" dt="2026-10-17T03:56:40.007" v="12547" actId="1037"/>
          <ac:picMkLst>
            <pc:docMk/>
            <pc:sldMk cId="3721402572" sldId="284"/>
            <ac:picMk id="123" creationId="{B2A864C8-070C-035C-4213-D505F2DC8BA4}"/>
          </ac:picMkLst>
        </pc:picChg>
        <pc:picChg chg="add mod modCrop">
          <ac:chgData name="musukie52@gmail.com" userId="017bd91f96aa8751" providerId="LiveId" clId="{5B2C3894-F97E-4CAB-8812-5BB4D83AAC6A}" dt="2026-10-17T03:56:40.007" v="12547" actId="1037"/>
          <ac:picMkLst>
            <pc:docMk/>
            <pc:sldMk cId="3721402572" sldId="284"/>
            <ac:picMk id="125" creationId="{FAF7A5C2-D4CF-A4D6-465D-E416320FF803}"/>
          </ac:picMkLst>
        </pc:picChg>
        <pc:picChg chg="add mod modCrop">
          <ac:chgData name="musukie52@gmail.com" userId="017bd91f96aa8751" providerId="LiveId" clId="{5B2C3894-F97E-4CAB-8812-5BB4D83AAC6A}" dt="2026-10-17T03:56:40.007" v="12547" actId="1037"/>
          <ac:picMkLst>
            <pc:docMk/>
            <pc:sldMk cId="3721402572" sldId="284"/>
            <ac:picMk id="127" creationId="{93133791-9C59-46EA-EA53-413A36A4C21E}"/>
          </ac:picMkLst>
        </pc:picChg>
      </pc:sldChg>
      <pc:sldChg chg="addSp delSp modSp add del mod">
        <pc:chgData name="musukie52@gmail.com" userId="017bd91f96aa8751" providerId="LiveId" clId="{5B2C3894-F97E-4CAB-8812-5BB4D83AAC6A}" dt="2026-10-17T13:21:03.530" v="15863" actId="47"/>
        <pc:sldMkLst>
          <pc:docMk/>
          <pc:sldMk cId="4011932507" sldId="285"/>
        </pc:sldMkLst>
        <pc:spChg chg="add del mod">
          <ac:chgData name="musukie52@gmail.com" userId="017bd91f96aa8751" providerId="LiveId" clId="{5B2C3894-F97E-4CAB-8812-5BB4D83AAC6A}" dt="2026-10-17T11:04:30.505" v="12556" actId="478"/>
          <ac:spMkLst>
            <pc:docMk/>
            <pc:sldMk cId="4011932507" sldId="285"/>
            <ac:spMk id="3" creationId="{E23879C2-D729-B17C-2AD0-46B7708E9746}"/>
          </ac:spMkLst>
        </pc:spChg>
        <pc:spChg chg="add mod">
          <ac:chgData name="musukie52@gmail.com" userId="017bd91f96aa8751" providerId="LiveId" clId="{5B2C3894-F97E-4CAB-8812-5BB4D83AAC6A}" dt="2026-10-17T12:50:20.663" v="15459" actId="1076"/>
          <ac:spMkLst>
            <pc:docMk/>
            <pc:sldMk cId="4011932507" sldId="285"/>
            <ac:spMk id="5" creationId="{8E1A83FE-E84A-EE3F-8D04-F5F8D22E6CED}"/>
          </ac:spMkLst>
        </pc:spChg>
        <pc:spChg chg="add mod">
          <ac:chgData name="musukie52@gmail.com" userId="017bd91f96aa8751" providerId="LiveId" clId="{5B2C3894-F97E-4CAB-8812-5BB4D83AAC6A}" dt="2026-10-17T12:50:40.782" v="15474" actId="1035"/>
          <ac:spMkLst>
            <pc:docMk/>
            <pc:sldMk cId="4011932507" sldId="285"/>
            <ac:spMk id="7" creationId="{5D8869CD-1050-D606-4B3C-08BD7034C7D5}"/>
          </ac:spMkLst>
        </pc:spChg>
        <pc:spChg chg="add mod">
          <ac:chgData name="musukie52@gmail.com" userId="017bd91f96aa8751" providerId="LiveId" clId="{5B2C3894-F97E-4CAB-8812-5BB4D83AAC6A}" dt="2026-10-17T12:50:40.782" v="15474" actId="1035"/>
          <ac:spMkLst>
            <pc:docMk/>
            <pc:sldMk cId="4011932507" sldId="285"/>
            <ac:spMk id="9" creationId="{9E6A9FEA-6296-F2E3-4EE6-2A2EF6510272}"/>
          </ac:spMkLst>
        </pc:spChg>
        <pc:spChg chg="add del mod">
          <ac:chgData name="musukie52@gmail.com" userId="017bd91f96aa8751" providerId="LiveId" clId="{5B2C3894-F97E-4CAB-8812-5BB4D83AAC6A}" dt="2026-10-17T11:08:49.415" v="12788" actId="478"/>
          <ac:spMkLst>
            <pc:docMk/>
            <pc:sldMk cId="4011932507" sldId="285"/>
            <ac:spMk id="11" creationId="{957D7F75-BE10-0E0D-3462-793837743A25}"/>
          </ac:spMkLst>
        </pc:spChg>
        <pc:spChg chg="add mod">
          <ac:chgData name="musukie52@gmail.com" userId="017bd91f96aa8751" providerId="LiveId" clId="{5B2C3894-F97E-4CAB-8812-5BB4D83AAC6A}" dt="2026-10-17T12:50:40.782" v="15474" actId="1035"/>
          <ac:spMkLst>
            <pc:docMk/>
            <pc:sldMk cId="4011932507" sldId="285"/>
            <ac:spMk id="12" creationId="{AC4ABE1D-6E10-F49C-BA21-F7D6084B16D7}"/>
          </ac:spMkLst>
        </pc:spChg>
        <pc:spChg chg="add mod">
          <ac:chgData name="musukie52@gmail.com" userId="017bd91f96aa8751" providerId="LiveId" clId="{5B2C3894-F97E-4CAB-8812-5BB4D83AAC6A}" dt="2026-10-17T12:50:40.782" v="15474" actId="1035"/>
          <ac:spMkLst>
            <pc:docMk/>
            <pc:sldMk cId="4011932507" sldId="285"/>
            <ac:spMk id="14" creationId="{18D20872-6899-4052-7008-EF5A681FF18A}"/>
          </ac:spMkLst>
        </pc:spChg>
        <pc:spChg chg="add mod">
          <ac:chgData name="musukie52@gmail.com" userId="017bd91f96aa8751" providerId="LiveId" clId="{5B2C3894-F97E-4CAB-8812-5BB4D83AAC6A}" dt="2026-10-17T12:50:40.782" v="15474" actId="1035"/>
          <ac:spMkLst>
            <pc:docMk/>
            <pc:sldMk cId="4011932507" sldId="285"/>
            <ac:spMk id="16" creationId="{576C3E5E-B353-D4A5-B69A-DD709E1E57C8}"/>
          </ac:spMkLst>
        </pc:spChg>
        <pc:spChg chg="add mod">
          <ac:chgData name="musukie52@gmail.com" userId="017bd91f96aa8751" providerId="LiveId" clId="{5B2C3894-F97E-4CAB-8812-5BB4D83AAC6A}" dt="2026-10-17T12:50:40.782" v="15474" actId="1035"/>
          <ac:spMkLst>
            <pc:docMk/>
            <pc:sldMk cId="4011932507" sldId="285"/>
            <ac:spMk id="18" creationId="{9C87B743-AA81-DB68-3A20-0EB8D9DE9541}"/>
          </ac:spMkLst>
        </pc:spChg>
        <pc:spChg chg="add del mod">
          <ac:chgData name="musukie52@gmail.com" userId="017bd91f96aa8751" providerId="LiveId" clId="{5B2C3894-F97E-4CAB-8812-5BB4D83AAC6A}" dt="2026-10-17T11:13:07.476" v="12945" actId="478"/>
          <ac:spMkLst>
            <pc:docMk/>
            <pc:sldMk cId="4011932507" sldId="285"/>
            <ac:spMk id="19" creationId="{28A300A4-E8D5-2177-EC8E-FA067137D5BA}"/>
          </ac:spMkLst>
        </pc:spChg>
        <pc:spChg chg="add del mod">
          <ac:chgData name="musukie52@gmail.com" userId="017bd91f96aa8751" providerId="LiveId" clId="{5B2C3894-F97E-4CAB-8812-5BB4D83AAC6A}" dt="2026-10-17T11:13:07.476" v="12945" actId="478"/>
          <ac:spMkLst>
            <pc:docMk/>
            <pc:sldMk cId="4011932507" sldId="285"/>
            <ac:spMk id="21" creationId="{48FF0D79-1729-CFA0-2244-AD5C1C76A855}"/>
          </ac:spMkLst>
        </pc:spChg>
        <pc:spChg chg="add del mod">
          <ac:chgData name="musukie52@gmail.com" userId="017bd91f96aa8751" providerId="LiveId" clId="{5B2C3894-F97E-4CAB-8812-5BB4D83AAC6A}" dt="2026-10-17T11:18:01.967" v="13024" actId="478"/>
          <ac:spMkLst>
            <pc:docMk/>
            <pc:sldMk cId="4011932507" sldId="285"/>
            <ac:spMk id="37" creationId="{31962FC1-FA6D-4F5E-B61A-6541F502D404}"/>
          </ac:spMkLst>
        </pc:spChg>
        <pc:spChg chg="add del mod">
          <ac:chgData name="musukie52@gmail.com" userId="017bd91f96aa8751" providerId="LiveId" clId="{5B2C3894-F97E-4CAB-8812-5BB4D83AAC6A}" dt="2026-10-17T11:16:13.653" v="12990" actId="21"/>
          <ac:spMkLst>
            <pc:docMk/>
            <pc:sldMk cId="4011932507" sldId="285"/>
            <ac:spMk id="39" creationId="{1C32AFEE-379B-41DC-EA88-09C3E5BDB9F1}"/>
          </ac:spMkLst>
        </pc:spChg>
        <pc:spChg chg="mod">
          <ac:chgData name="musukie52@gmail.com" userId="017bd91f96aa8751" providerId="LiveId" clId="{5B2C3894-F97E-4CAB-8812-5BB4D83AAC6A}" dt="2026-10-17T11:05:16.843" v="12601" actId="20577"/>
          <ac:spMkLst>
            <pc:docMk/>
            <pc:sldMk cId="4011932507" sldId="285"/>
            <ac:spMk id="44" creationId="{00587FCB-BC51-D315-0924-6B0B02214975}"/>
          </ac:spMkLst>
        </pc:spChg>
        <pc:spChg chg="mod">
          <ac:chgData name="musukie52@gmail.com" userId="017bd91f96aa8751" providerId="LiveId" clId="{5B2C3894-F97E-4CAB-8812-5BB4D83AAC6A}" dt="2026-10-17T11:05:02.953" v="12575" actId="20577"/>
          <ac:spMkLst>
            <pc:docMk/>
            <pc:sldMk cId="4011932507" sldId="285"/>
            <ac:spMk id="45" creationId="{A6E8F622-3451-0ADA-E2F7-8F3583493A52}"/>
          </ac:spMkLst>
        </pc:spChg>
        <pc:spChg chg="add del mod">
          <ac:chgData name="musukie52@gmail.com" userId="017bd91f96aa8751" providerId="LiveId" clId="{5B2C3894-F97E-4CAB-8812-5BB4D83AAC6A}" dt="2026-10-17T11:18:01.967" v="13024" actId="478"/>
          <ac:spMkLst>
            <pc:docMk/>
            <pc:sldMk cId="4011932507" sldId="285"/>
            <ac:spMk id="51" creationId="{3078245E-62BD-F56C-6920-D8A192A7D446}"/>
          </ac:spMkLst>
        </pc:spChg>
        <pc:spChg chg="add del mod">
          <ac:chgData name="musukie52@gmail.com" userId="017bd91f96aa8751" providerId="LiveId" clId="{5B2C3894-F97E-4CAB-8812-5BB4D83AAC6A}" dt="2026-10-17T11:16:54.115" v="13005"/>
          <ac:spMkLst>
            <pc:docMk/>
            <pc:sldMk cId="4011932507" sldId="285"/>
            <ac:spMk id="55" creationId="{F757D600-4AE5-5995-5441-3A4B11B4276F}"/>
          </ac:spMkLst>
        </pc:spChg>
        <pc:spChg chg="mod">
          <ac:chgData name="musukie52@gmail.com" userId="017bd91f96aa8751" providerId="LiveId" clId="{5B2C3894-F97E-4CAB-8812-5BB4D83AAC6A}" dt="2026-10-17T11:09:33.874" v="12797" actId="20577"/>
          <ac:spMkLst>
            <pc:docMk/>
            <pc:sldMk cId="4011932507" sldId="285"/>
            <ac:spMk id="58" creationId="{AEF05A4C-85BA-E277-167F-3B77227F95D1}"/>
          </ac:spMkLst>
        </pc:spChg>
        <pc:spChg chg="mod">
          <ac:chgData name="musukie52@gmail.com" userId="017bd91f96aa8751" providerId="LiveId" clId="{5B2C3894-F97E-4CAB-8812-5BB4D83AAC6A}" dt="2026-10-17T11:09:28.941" v="12793" actId="207"/>
          <ac:spMkLst>
            <pc:docMk/>
            <pc:sldMk cId="4011932507" sldId="285"/>
            <ac:spMk id="60" creationId="{9E21992D-F372-510D-5BBA-BC3D62ED423F}"/>
          </ac:spMkLst>
        </pc:spChg>
        <pc:spChg chg="add del mod">
          <ac:chgData name="musukie52@gmail.com" userId="017bd91f96aa8751" providerId="LiveId" clId="{5B2C3894-F97E-4CAB-8812-5BB4D83AAC6A}" dt="2026-10-17T11:22:40.151" v="13169" actId="478"/>
          <ac:spMkLst>
            <pc:docMk/>
            <pc:sldMk cId="4011932507" sldId="285"/>
            <ac:spMk id="63" creationId="{DEDA8D2D-4302-36C3-32D0-8008233EC8D8}"/>
          </ac:spMkLst>
        </pc:spChg>
        <pc:spChg chg="add mod">
          <ac:chgData name="musukie52@gmail.com" userId="017bd91f96aa8751" providerId="LiveId" clId="{5B2C3894-F97E-4CAB-8812-5BB4D83AAC6A}" dt="2026-10-17T12:50:40.782" v="15474" actId="1035"/>
          <ac:spMkLst>
            <pc:docMk/>
            <pc:sldMk cId="4011932507" sldId="285"/>
            <ac:spMk id="67" creationId="{99F50ED5-095E-1CF2-F9DD-5C9B19AC1D71}"/>
          </ac:spMkLst>
        </pc:spChg>
        <pc:spChg chg="add mod">
          <ac:chgData name="musukie52@gmail.com" userId="017bd91f96aa8751" providerId="LiveId" clId="{5B2C3894-F97E-4CAB-8812-5BB4D83AAC6A}" dt="2026-10-17T12:50:40.782" v="15474" actId="1035"/>
          <ac:spMkLst>
            <pc:docMk/>
            <pc:sldMk cId="4011932507" sldId="285"/>
            <ac:spMk id="71" creationId="{F3AA948D-2427-67A6-8BA9-E97C76B4965A}"/>
          </ac:spMkLst>
        </pc:spChg>
        <pc:spChg chg="add del mod">
          <ac:chgData name="musukie52@gmail.com" userId="017bd91f96aa8751" providerId="LiveId" clId="{5B2C3894-F97E-4CAB-8812-5BB4D83AAC6A}" dt="2026-10-17T11:33:32.549" v="13245" actId="478"/>
          <ac:spMkLst>
            <pc:docMk/>
            <pc:sldMk cId="4011932507" sldId="285"/>
            <ac:spMk id="78" creationId="{F526A612-7D8F-3660-86B8-FF385EB2E713}"/>
          </ac:spMkLst>
        </pc:spChg>
        <pc:spChg chg="add del mod">
          <ac:chgData name="musukie52@gmail.com" userId="017bd91f96aa8751" providerId="LiveId" clId="{5B2C3894-F97E-4CAB-8812-5BB4D83AAC6A}" dt="2026-10-17T11:33:24.621" v="13243" actId="478"/>
          <ac:spMkLst>
            <pc:docMk/>
            <pc:sldMk cId="4011932507" sldId="285"/>
            <ac:spMk id="80" creationId="{8B09500F-B9EF-6744-F1AA-247E8DA765E3}"/>
          </ac:spMkLst>
        </pc:spChg>
        <pc:spChg chg="add mod">
          <ac:chgData name="musukie52@gmail.com" userId="017bd91f96aa8751" providerId="LiveId" clId="{5B2C3894-F97E-4CAB-8812-5BB4D83AAC6A}" dt="2026-10-17T12:50:55.201" v="15476" actId="1076"/>
          <ac:spMkLst>
            <pc:docMk/>
            <pc:sldMk cId="4011932507" sldId="285"/>
            <ac:spMk id="84" creationId="{13C664C6-D16D-5DE1-A158-D639A9E0820C}"/>
          </ac:spMkLst>
        </pc:spChg>
        <pc:spChg chg="add del mod">
          <ac:chgData name="musukie52@gmail.com" userId="017bd91f96aa8751" providerId="LiveId" clId="{5B2C3894-F97E-4CAB-8812-5BB4D83AAC6A}" dt="2026-10-17T12:15:06.963" v="14639" actId="21"/>
          <ac:spMkLst>
            <pc:docMk/>
            <pc:sldMk cId="4011932507" sldId="285"/>
            <ac:spMk id="86" creationId="{CA8E874D-5579-B2E9-088A-73B1762DDE73}"/>
          </ac:spMkLst>
        </pc:spChg>
        <pc:spChg chg="add del mod">
          <ac:chgData name="musukie52@gmail.com" userId="017bd91f96aa8751" providerId="LiveId" clId="{5B2C3894-F97E-4CAB-8812-5BB4D83AAC6A}" dt="2026-10-17T12:15:06.963" v="14639" actId="21"/>
          <ac:spMkLst>
            <pc:docMk/>
            <pc:sldMk cId="4011932507" sldId="285"/>
            <ac:spMk id="88" creationId="{0D615AF3-C5CB-F165-44F8-AD28CC4D863D}"/>
          </ac:spMkLst>
        </pc:spChg>
        <pc:spChg chg="add del mod">
          <ac:chgData name="musukie52@gmail.com" userId="017bd91f96aa8751" providerId="LiveId" clId="{5B2C3894-F97E-4CAB-8812-5BB4D83AAC6A}" dt="2026-10-17T12:16:42.050" v="14654" actId="21"/>
          <ac:spMkLst>
            <pc:docMk/>
            <pc:sldMk cId="4011932507" sldId="285"/>
            <ac:spMk id="90" creationId="{1FB6F9F9-65E0-7AAA-4EF4-1CCBAB64858E}"/>
          </ac:spMkLst>
        </pc:spChg>
        <pc:spChg chg="add del mod">
          <ac:chgData name="musukie52@gmail.com" userId="017bd91f96aa8751" providerId="LiveId" clId="{5B2C3894-F97E-4CAB-8812-5BB4D83AAC6A}" dt="2026-10-17T12:17:14.030" v="14662" actId="21"/>
          <ac:spMkLst>
            <pc:docMk/>
            <pc:sldMk cId="4011932507" sldId="285"/>
            <ac:spMk id="92" creationId="{A5BF0618-4208-CBCF-DC06-8E4977CFE045}"/>
          </ac:spMkLst>
        </pc:spChg>
        <pc:spChg chg="add del mod">
          <ac:chgData name="musukie52@gmail.com" userId="017bd91f96aa8751" providerId="LiveId" clId="{5B2C3894-F97E-4CAB-8812-5BB4D83AAC6A}" dt="2026-10-17T12:07:48.619" v="14529" actId="478"/>
          <ac:spMkLst>
            <pc:docMk/>
            <pc:sldMk cId="4011932507" sldId="285"/>
            <ac:spMk id="93" creationId="{42EB9E18-3495-60D6-CB13-E120E668AF01}"/>
          </ac:spMkLst>
        </pc:spChg>
        <pc:spChg chg="add del mod">
          <ac:chgData name="musukie52@gmail.com" userId="017bd91f96aa8751" providerId="LiveId" clId="{5B2C3894-F97E-4CAB-8812-5BB4D83AAC6A}" dt="2026-10-17T11:40:39.132" v="13525" actId="478"/>
          <ac:spMkLst>
            <pc:docMk/>
            <pc:sldMk cId="4011932507" sldId="285"/>
            <ac:spMk id="95" creationId="{F0AD53C9-5C5A-B213-1BE0-41CB0A9A2127}"/>
          </ac:spMkLst>
        </pc:spChg>
        <pc:spChg chg="add del mod">
          <ac:chgData name="musukie52@gmail.com" userId="017bd91f96aa8751" providerId="LiveId" clId="{5B2C3894-F97E-4CAB-8812-5BB4D83AAC6A}" dt="2026-10-17T11:42:33.336" v="13554" actId="478"/>
          <ac:spMkLst>
            <pc:docMk/>
            <pc:sldMk cId="4011932507" sldId="285"/>
            <ac:spMk id="97" creationId="{F131186D-1BC4-C641-12FA-40C82EE9DDA8}"/>
          </ac:spMkLst>
        </pc:spChg>
        <pc:spChg chg="add del mod">
          <ac:chgData name="musukie52@gmail.com" userId="017bd91f96aa8751" providerId="LiveId" clId="{5B2C3894-F97E-4CAB-8812-5BB4D83AAC6A}" dt="2026-10-17T11:42:33.336" v="13554" actId="478"/>
          <ac:spMkLst>
            <pc:docMk/>
            <pc:sldMk cId="4011932507" sldId="285"/>
            <ac:spMk id="99" creationId="{F973849A-51BB-E94C-EA80-E72888ECC853}"/>
          </ac:spMkLst>
        </pc:spChg>
        <pc:spChg chg="add del mod">
          <ac:chgData name="musukie52@gmail.com" userId="017bd91f96aa8751" providerId="LiveId" clId="{5B2C3894-F97E-4CAB-8812-5BB4D83AAC6A}" dt="2026-10-17T12:07:48.619" v="14529" actId="478"/>
          <ac:spMkLst>
            <pc:docMk/>
            <pc:sldMk cId="4011932507" sldId="285"/>
            <ac:spMk id="101" creationId="{CD3156BD-0A98-DD1B-259F-8D5849C9C268}"/>
          </ac:spMkLst>
        </pc:spChg>
        <pc:spChg chg="add del mod">
          <ac:chgData name="musukie52@gmail.com" userId="017bd91f96aa8751" providerId="LiveId" clId="{5B2C3894-F97E-4CAB-8812-5BB4D83AAC6A}" dt="2026-10-17T12:07:48.619" v="14529" actId="478"/>
          <ac:spMkLst>
            <pc:docMk/>
            <pc:sldMk cId="4011932507" sldId="285"/>
            <ac:spMk id="103" creationId="{515883C2-AB20-6F28-5F0C-6516D366CB29}"/>
          </ac:spMkLst>
        </pc:spChg>
        <pc:spChg chg="add del mod">
          <ac:chgData name="musukie52@gmail.com" userId="017bd91f96aa8751" providerId="LiveId" clId="{5B2C3894-F97E-4CAB-8812-5BB4D83AAC6A}" dt="2026-10-17T11:50:10.806" v="13932" actId="478"/>
          <ac:spMkLst>
            <pc:docMk/>
            <pc:sldMk cId="4011932507" sldId="285"/>
            <ac:spMk id="115" creationId="{62AAE588-C36B-A9F5-4CB2-ABDE84B928AA}"/>
          </ac:spMkLst>
        </pc:spChg>
        <pc:spChg chg="add mod">
          <ac:chgData name="musukie52@gmail.com" userId="017bd91f96aa8751" providerId="LiveId" clId="{5B2C3894-F97E-4CAB-8812-5BB4D83AAC6A}" dt="2026-10-17T12:51:18.059" v="15478" actId="1076"/>
          <ac:spMkLst>
            <pc:docMk/>
            <pc:sldMk cId="4011932507" sldId="285"/>
            <ac:spMk id="117" creationId="{E98ED3C7-28B0-E2E5-C5C8-98155F431171}"/>
          </ac:spMkLst>
        </pc:spChg>
        <pc:spChg chg="add del mod">
          <ac:chgData name="musukie52@gmail.com" userId="017bd91f96aa8751" providerId="LiveId" clId="{5B2C3894-F97E-4CAB-8812-5BB4D83AAC6A}" dt="2026-10-17T11:50:10.806" v="13932" actId="478"/>
          <ac:spMkLst>
            <pc:docMk/>
            <pc:sldMk cId="4011932507" sldId="285"/>
            <ac:spMk id="119" creationId="{EF34ECFD-E747-486D-1355-1A35AF002330}"/>
          </ac:spMkLst>
        </pc:spChg>
        <pc:spChg chg="add mod">
          <ac:chgData name="musukie52@gmail.com" userId="017bd91f96aa8751" providerId="LiveId" clId="{5B2C3894-F97E-4CAB-8812-5BB4D83AAC6A}" dt="2026-10-17T12:51:18.059" v="15478" actId="1076"/>
          <ac:spMkLst>
            <pc:docMk/>
            <pc:sldMk cId="4011932507" sldId="285"/>
            <ac:spMk id="121" creationId="{E3B8876D-18C4-FA41-7FD4-89A2D87793F6}"/>
          </ac:spMkLst>
        </pc:spChg>
        <pc:spChg chg="add mod">
          <ac:chgData name="musukie52@gmail.com" userId="017bd91f96aa8751" providerId="LiveId" clId="{5B2C3894-F97E-4CAB-8812-5BB4D83AAC6A}" dt="2026-10-17T12:51:18.059" v="15478" actId="1076"/>
          <ac:spMkLst>
            <pc:docMk/>
            <pc:sldMk cId="4011932507" sldId="285"/>
            <ac:spMk id="123" creationId="{A2AA430D-4C48-F9C4-D665-20EF91FD9FC3}"/>
          </ac:spMkLst>
        </pc:spChg>
        <pc:spChg chg="add del mod">
          <ac:chgData name="musukie52@gmail.com" userId="017bd91f96aa8751" providerId="LiveId" clId="{5B2C3894-F97E-4CAB-8812-5BB4D83AAC6A}" dt="2026-10-17T11:55:49.016" v="14216" actId="21"/>
          <ac:spMkLst>
            <pc:docMk/>
            <pc:sldMk cId="4011932507" sldId="285"/>
            <ac:spMk id="125" creationId="{B1C4F1F0-350A-21D7-F350-33CD6F5A87E0}"/>
          </ac:spMkLst>
        </pc:spChg>
        <pc:spChg chg="add del mod">
          <ac:chgData name="musukie52@gmail.com" userId="017bd91f96aa8751" providerId="LiveId" clId="{5B2C3894-F97E-4CAB-8812-5BB4D83AAC6A}" dt="2026-10-17T11:55:49.016" v="14216" actId="21"/>
          <ac:spMkLst>
            <pc:docMk/>
            <pc:sldMk cId="4011932507" sldId="285"/>
            <ac:spMk id="127" creationId="{F79A3CD3-9BAE-0669-27A9-98DE652A613D}"/>
          </ac:spMkLst>
        </pc:spChg>
        <pc:spChg chg="add mod">
          <ac:chgData name="musukie52@gmail.com" userId="017bd91f96aa8751" providerId="LiveId" clId="{5B2C3894-F97E-4CAB-8812-5BB4D83AAC6A}" dt="2026-10-17T12:51:18.059" v="15478" actId="1076"/>
          <ac:spMkLst>
            <pc:docMk/>
            <pc:sldMk cId="4011932507" sldId="285"/>
            <ac:spMk id="129" creationId="{F28EA65A-9128-EB21-1224-08D7DF5F4A64}"/>
          </ac:spMkLst>
        </pc:spChg>
        <pc:spChg chg="add mod">
          <ac:chgData name="musukie52@gmail.com" userId="017bd91f96aa8751" providerId="LiveId" clId="{5B2C3894-F97E-4CAB-8812-5BB4D83AAC6A}" dt="2026-10-17T12:51:18.059" v="15478" actId="1076"/>
          <ac:spMkLst>
            <pc:docMk/>
            <pc:sldMk cId="4011932507" sldId="285"/>
            <ac:spMk id="131" creationId="{EE54B0E5-B025-0A0E-AF7C-B6278A5FEB54}"/>
          </ac:spMkLst>
        </pc:spChg>
        <pc:spChg chg="add del mod">
          <ac:chgData name="musukie52@gmail.com" userId="017bd91f96aa8751" providerId="LiveId" clId="{5B2C3894-F97E-4CAB-8812-5BB4D83AAC6A}" dt="2026-10-17T12:41:43.417" v="15156" actId="478"/>
          <ac:spMkLst>
            <pc:docMk/>
            <pc:sldMk cId="4011932507" sldId="285"/>
            <ac:spMk id="133" creationId="{9731B234-74EF-B723-A1C9-E699A6BCC1DF}"/>
          </ac:spMkLst>
        </pc:spChg>
        <pc:spChg chg="add del mod">
          <ac:chgData name="musukie52@gmail.com" userId="017bd91f96aa8751" providerId="LiveId" clId="{5B2C3894-F97E-4CAB-8812-5BB4D83AAC6A}" dt="2026-10-17T12:41:43.417" v="15156" actId="478"/>
          <ac:spMkLst>
            <pc:docMk/>
            <pc:sldMk cId="4011932507" sldId="285"/>
            <ac:spMk id="135" creationId="{111D9F43-666A-105B-C12A-B6E0E4D06FD9}"/>
          </ac:spMkLst>
        </pc:spChg>
        <pc:spChg chg="add del mod">
          <ac:chgData name="musukie52@gmail.com" userId="017bd91f96aa8751" providerId="LiveId" clId="{5B2C3894-F97E-4CAB-8812-5BB4D83AAC6A}" dt="2026-10-17T11:55:02.276" v="14209" actId="21"/>
          <ac:spMkLst>
            <pc:docMk/>
            <pc:sldMk cId="4011932507" sldId="285"/>
            <ac:spMk id="137" creationId="{EA90D424-9B18-5FCF-5AAB-9DE725F44E58}"/>
          </ac:spMkLst>
        </pc:spChg>
        <pc:spChg chg="add del mod">
          <ac:chgData name="musukie52@gmail.com" userId="017bd91f96aa8751" providerId="LiveId" clId="{5B2C3894-F97E-4CAB-8812-5BB4D83AAC6A}" dt="2026-10-17T11:55:02.276" v="14209" actId="21"/>
          <ac:spMkLst>
            <pc:docMk/>
            <pc:sldMk cId="4011932507" sldId="285"/>
            <ac:spMk id="139" creationId="{A6D9B154-18F1-3E3D-68F8-FDD81CB34A9B}"/>
          </ac:spMkLst>
        </pc:spChg>
        <pc:spChg chg="add del">
          <ac:chgData name="musukie52@gmail.com" userId="017bd91f96aa8751" providerId="LiveId" clId="{5B2C3894-F97E-4CAB-8812-5BB4D83AAC6A}" dt="2026-10-17T11:55:49.016" v="14216" actId="21"/>
          <ac:spMkLst>
            <pc:docMk/>
            <pc:sldMk cId="4011932507" sldId="285"/>
            <ac:spMk id="141" creationId="{F764D7A7-6BB7-25F1-1C94-9081F4D49D8A}"/>
          </ac:spMkLst>
        </pc:spChg>
        <pc:spChg chg="add del">
          <ac:chgData name="musukie52@gmail.com" userId="017bd91f96aa8751" providerId="LiveId" clId="{5B2C3894-F97E-4CAB-8812-5BB4D83AAC6A}" dt="2026-10-17T11:55:49.016" v="14216" actId="21"/>
          <ac:spMkLst>
            <pc:docMk/>
            <pc:sldMk cId="4011932507" sldId="285"/>
            <ac:spMk id="143" creationId="{73CC8595-B5B3-C024-9974-646C8D511809}"/>
          </ac:spMkLst>
        </pc:spChg>
        <pc:spChg chg="add mod">
          <ac:chgData name="musukie52@gmail.com" userId="017bd91f96aa8751" providerId="LiveId" clId="{5B2C3894-F97E-4CAB-8812-5BB4D83AAC6A}" dt="2026-10-17T12:51:18.059" v="15478" actId="1076"/>
          <ac:spMkLst>
            <pc:docMk/>
            <pc:sldMk cId="4011932507" sldId="285"/>
            <ac:spMk id="145" creationId="{5E572BEC-EF21-D2CA-75C6-22CA66807D5E}"/>
          </ac:spMkLst>
        </pc:spChg>
        <pc:spChg chg="add mod">
          <ac:chgData name="musukie52@gmail.com" userId="017bd91f96aa8751" providerId="LiveId" clId="{5B2C3894-F97E-4CAB-8812-5BB4D83AAC6A}" dt="2026-10-17T12:51:18.059" v="15478" actId="1076"/>
          <ac:spMkLst>
            <pc:docMk/>
            <pc:sldMk cId="4011932507" sldId="285"/>
            <ac:spMk id="147" creationId="{06A31BB4-A82C-FAD1-3ADA-4A5C312D8137}"/>
          </ac:spMkLst>
        </pc:spChg>
        <pc:spChg chg="add del mod">
          <ac:chgData name="musukie52@gmail.com" userId="017bd91f96aa8751" providerId="LiveId" clId="{5B2C3894-F97E-4CAB-8812-5BB4D83AAC6A}" dt="2026-10-17T11:58:22.122" v="14245" actId="478"/>
          <ac:spMkLst>
            <pc:docMk/>
            <pc:sldMk cId="4011932507" sldId="285"/>
            <ac:spMk id="149" creationId="{1D3680B5-DC9B-A87C-6FFB-0852EE3A5893}"/>
          </ac:spMkLst>
        </pc:spChg>
        <pc:spChg chg="add mod">
          <ac:chgData name="musukie52@gmail.com" userId="017bd91f96aa8751" providerId="LiveId" clId="{5B2C3894-F97E-4CAB-8812-5BB4D83AAC6A}" dt="2026-10-17T12:51:18.059" v="15478" actId="1076"/>
          <ac:spMkLst>
            <pc:docMk/>
            <pc:sldMk cId="4011932507" sldId="285"/>
            <ac:spMk id="151" creationId="{A0A7203B-B878-C50F-3259-D33CA0AD313D}"/>
          </ac:spMkLst>
        </pc:spChg>
        <pc:spChg chg="add mod">
          <ac:chgData name="musukie52@gmail.com" userId="017bd91f96aa8751" providerId="LiveId" clId="{5B2C3894-F97E-4CAB-8812-5BB4D83AAC6A}" dt="2026-10-17T12:51:18.059" v="15478" actId="1076"/>
          <ac:spMkLst>
            <pc:docMk/>
            <pc:sldMk cId="4011932507" sldId="285"/>
            <ac:spMk id="153" creationId="{71705682-FD58-9422-66F6-69B3652A329E}"/>
          </ac:spMkLst>
        </pc:spChg>
        <pc:spChg chg="add del mod">
          <ac:chgData name="musukie52@gmail.com" userId="017bd91f96aa8751" providerId="LiveId" clId="{5B2C3894-F97E-4CAB-8812-5BB4D83AAC6A}" dt="2026-10-17T11:58:22.122" v="14245" actId="478"/>
          <ac:spMkLst>
            <pc:docMk/>
            <pc:sldMk cId="4011932507" sldId="285"/>
            <ac:spMk id="155" creationId="{D7B5AB87-F48A-9EE3-0A30-62714B4C6FE0}"/>
          </ac:spMkLst>
        </pc:spChg>
        <pc:spChg chg="add del">
          <ac:chgData name="musukie52@gmail.com" userId="017bd91f96aa8751" providerId="LiveId" clId="{5B2C3894-F97E-4CAB-8812-5BB4D83AAC6A}" dt="2026-10-17T11:58:31.635" v="14247" actId="478"/>
          <ac:spMkLst>
            <pc:docMk/>
            <pc:sldMk cId="4011932507" sldId="285"/>
            <ac:spMk id="157" creationId="{4D61556C-9E1C-1BEF-842E-15B90E6881F5}"/>
          </ac:spMkLst>
        </pc:spChg>
        <pc:spChg chg="add del mod">
          <ac:chgData name="musukie52@gmail.com" userId="017bd91f96aa8751" providerId="LiveId" clId="{5B2C3894-F97E-4CAB-8812-5BB4D83AAC6A}" dt="2026-10-17T12:03:52.768" v="14285" actId="478"/>
          <ac:spMkLst>
            <pc:docMk/>
            <pc:sldMk cId="4011932507" sldId="285"/>
            <ac:spMk id="159" creationId="{D8BF58AE-835C-38B5-431B-1D1D3E6DBE9B}"/>
          </ac:spMkLst>
        </pc:spChg>
        <pc:spChg chg="add del mod">
          <ac:chgData name="musukie52@gmail.com" userId="017bd91f96aa8751" providerId="LiveId" clId="{5B2C3894-F97E-4CAB-8812-5BB4D83AAC6A}" dt="2026-10-17T12:03:52.768" v="14285" actId="478"/>
          <ac:spMkLst>
            <pc:docMk/>
            <pc:sldMk cId="4011932507" sldId="285"/>
            <ac:spMk id="161" creationId="{76B7091F-15A7-F086-972D-C47DD11C0A64}"/>
          </ac:spMkLst>
        </pc:spChg>
        <pc:spChg chg="add del mod">
          <ac:chgData name="musukie52@gmail.com" userId="017bd91f96aa8751" providerId="LiveId" clId="{5B2C3894-F97E-4CAB-8812-5BB4D83AAC6A}" dt="2026-10-17T12:03:52.768" v="14285" actId="478"/>
          <ac:spMkLst>
            <pc:docMk/>
            <pc:sldMk cId="4011932507" sldId="285"/>
            <ac:spMk id="163" creationId="{5BC32061-1317-A0E8-62C6-92C34D80A5BE}"/>
          </ac:spMkLst>
        </pc:spChg>
        <pc:spChg chg="add del">
          <ac:chgData name="musukie52@gmail.com" userId="017bd91f96aa8751" providerId="LiveId" clId="{5B2C3894-F97E-4CAB-8812-5BB4D83AAC6A}" dt="2026-10-17T12:06:26.536" v="14520" actId="478"/>
          <ac:spMkLst>
            <pc:docMk/>
            <pc:sldMk cId="4011932507" sldId="285"/>
            <ac:spMk id="165" creationId="{3848E575-98E3-A3ED-2FA6-96D2DF7162DB}"/>
          </ac:spMkLst>
        </pc:spChg>
        <pc:spChg chg="add del mod">
          <ac:chgData name="musukie52@gmail.com" userId="017bd91f96aa8751" providerId="LiveId" clId="{5B2C3894-F97E-4CAB-8812-5BB4D83AAC6A}" dt="2026-10-17T12:06:26.536" v="14520" actId="478"/>
          <ac:spMkLst>
            <pc:docMk/>
            <pc:sldMk cId="4011932507" sldId="285"/>
            <ac:spMk id="167" creationId="{58732860-6902-A09F-BD21-37653D546F26}"/>
          </ac:spMkLst>
        </pc:spChg>
        <pc:spChg chg="add del">
          <ac:chgData name="musukie52@gmail.com" userId="017bd91f96aa8751" providerId="LiveId" clId="{5B2C3894-F97E-4CAB-8812-5BB4D83AAC6A}" dt="2026-10-17T12:06:26.536" v="14520" actId="478"/>
          <ac:spMkLst>
            <pc:docMk/>
            <pc:sldMk cId="4011932507" sldId="285"/>
            <ac:spMk id="169" creationId="{F055017A-E6D7-8B70-6FD5-035042A6A732}"/>
          </ac:spMkLst>
        </pc:spChg>
        <pc:spChg chg="add del mod">
          <ac:chgData name="musukie52@gmail.com" userId="017bd91f96aa8751" providerId="LiveId" clId="{5B2C3894-F97E-4CAB-8812-5BB4D83AAC6A}" dt="2026-10-17T12:15:06.963" v="14639" actId="21"/>
          <ac:spMkLst>
            <pc:docMk/>
            <pc:sldMk cId="4011932507" sldId="285"/>
            <ac:spMk id="171" creationId="{231B8586-60ED-17DF-7F5B-DE184C5D1F85}"/>
          </ac:spMkLst>
        </pc:spChg>
        <pc:spChg chg="add del mod ord">
          <ac:chgData name="musukie52@gmail.com" userId="017bd91f96aa8751" providerId="LiveId" clId="{5B2C3894-F97E-4CAB-8812-5BB4D83AAC6A}" dt="2026-10-17T12:15:06.963" v="14639" actId="21"/>
          <ac:spMkLst>
            <pc:docMk/>
            <pc:sldMk cId="4011932507" sldId="285"/>
            <ac:spMk id="172" creationId="{1450B255-29EE-46E4-EAB0-CBC25CBF2485}"/>
          </ac:spMkLst>
        </pc:spChg>
        <pc:spChg chg="add del mod">
          <ac:chgData name="musukie52@gmail.com" userId="017bd91f96aa8751" providerId="LiveId" clId="{5B2C3894-F97E-4CAB-8812-5BB4D83AAC6A}" dt="2026-10-17T12:09:48.601" v="14586" actId="478"/>
          <ac:spMkLst>
            <pc:docMk/>
            <pc:sldMk cId="4011932507" sldId="285"/>
            <ac:spMk id="174" creationId="{4533FDEC-B55A-7EDB-B270-A01A284451A2}"/>
          </ac:spMkLst>
        </pc:spChg>
        <pc:spChg chg="add del mod">
          <ac:chgData name="musukie52@gmail.com" userId="017bd91f96aa8751" providerId="LiveId" clId="{5B2C3894-F97E-4CAB-8812-5BB4D83AAC6A}" dt="2026-10-17T12:15:06.963" v="14639" actId="21"/>
          <ac:spMkLst>
            <pc:docMk/>
            <pc:sldMk cId="4011932507" sldId="285"/>
            <ac:spMk id="178" creationId="{F94DF2DF-BCB6-927F-1DEE-6285E7D411B7}"/>
          </ac:spMkLst>
        </pc:spChg>
        <pc:spChg chg="add del mod">
          <ac:chgData name="musukie52@gmail.com" userId="017bd91f96aa8751" providerId="LiveId" clId="{5B2C3894-F97E-4CAB-8812-5BB4D83AAC6A}" dt="2026-10-17T12:16:42.050" v="14654" actId="21"/>
          <ac:spMkLst>
            <pc:docMk/>
            <pc:sldMk cId="4011932507" sldId="285"/>
            <ac:spMk id="180" creationId="{40B56962-61F8-C970-EB4E-F6BF830DFB41}"/>
          </ac:spMkLst>
        </pc:spChg>
        <pc:spChg chg="add del mod">
          <ac:chgData name="musukie52@gmail.com" userId="017bd91f96aa8751" providerId="LiveId" clId="{5B2C3894-F97E-4CAB-8812-5BB4D83AAC6A}" dt="2026-10-17T12:17:14.030" v="14662" actId="21"/>
          <ac:spMkLst>
            <pc:docMk/>
            <pc:sldMk cId="4011932507" sldId="285"/>
            <ac:spMk id="182" creationId="{84EBBF65-694D-7EC2-4F57-C37E958E9235}"/>
          </ac:spMkLst>
        </pc:spChg>
        <pc:spChg chg="add del mod">
          <ac:chgData name="musukie52@gmail.com" userId="017bd91f96aa8751" providerId="LiveId" clId="{5B2C3894-F97E-4CAB-8812-5BB4D83AAC6A}" dt="2026-10-17T12:14:58.292" v="14638" actId="478"/>
          <ac:spMkLst>
            <pc:docMk/>
            <pc:sldMk cId="4011932507" sldId="285"/>
            <ac:spMk id="184" creationId="{81A451FF-8CE5-0406-4D4C-FFD18D8EB8E6}"/>
          </ac:spMkLst>
        </pc:spChg>
        <pc:spChg chg="add del mod">
          <ac:chgData name="musukie52@gmail.com" userId="017bd91f96aa8751" providerId="LiveId" clId="{5B2C3894-F97E-4CAB-8812-5BB4D83AAC6A}" dt="2026-10-17T12:14:58.292" v="14638" actId="478"/>
          <ac:spMkLst>
            <pc:docMk/>
            <pc:sldMk cId="4011932507" sldId="285"/>
            <ac:spMk id="186" creationId="{1C4AC483-2509-5FA7-48C9-A2A3FDDB6AE4}"/>
          </ac:spMkLst>
        </pc:spChg>
        <pc:spChg chg="add del mod">
          <ac:chgData name="musukie52@gmail.com" userId="017bd91f96aa8751" providerId="LiveId" clId="{5B2C3894-F97E-4CAB-8812-5BB4D83AAC6A}" dt="2026-10-17T12:14:58.292" v="14638" actId="478"/>
          <ac:spMkLst>
            <pc:docMk/>
            <pc:sldMk cId="4011932507" sldId="285"/>
            <ac:spMk id="188" creationId="{D6ADCD94-48F3-8B50-9EBE-EC0429673AE5}"/>
          </ac:spMkLst>
        </pc:spChg>
        <pc:spChg chg="add del mod">
          <ac:chgData name="musukie52@gmail.com" userId="017bd91f96aa8751" providerId="LiveId" clId="{5B2C3894-F97E-4CAB-8812-5BB4D83AAC6A}" dt="2026-10-17T12:16:42.050" v="14654" actId="21"/>
          <ac:spMkLst>
            <pc:docMk/>
            <pc:sldMk cId="4011932507" sldId="285"/>
            <ac:spMk id="189" creationId="{F94DF2DF-BCB6-927F-1DEE-6285E7D411B7}"/>
          </ac:spMkLst>
        </pc:spChg>
        <pc:spChg chg="add mod">
          <ac:chgData name="musukie52@gmail.com" userId="017bd91f96aa8751" providerId="LiveId" clId="{5B2C3894-F97E-4CAB-8812-5BB4D83AAC6A}" dt="2026-10-17T12:50:55.201" v="15476" actId="1076"/>
          <ac:spMkLst>
            <pc:docMk/>
            <pc:sldMk cId="4011932507" sldId="285"/>
            <ac:spMk id="190" creationId="{1450B255-29EE-46E4-EAB0-CBC25CBF2485}"/>
          </ac:spMkLst>
        </pc:spChg>
        <pc:spChg chg="add mod">
          <ac:chgData name="musukie52@gmail.com" userId="017bd91f96aa8751" providerId="LiveId" clId="{5B2C3894-F97E-4CAB-8812-5BB4D83AAC6A}" dt="2026-10-17T12:50:55.201" v="15476" actId="1076"/>
          <ac:spMkLst>
            <pc:docMk/>
            <pc:sldMk cId="4011932507" sldId="285"/>
            <ac:spMk id="191" creationId="{CA8E874D-5579-B2E9-088A-73B1762DDE73}"/>
          </ac:spMkLst>
        </pc:spChg>
        <pc:spChg chg="add del mod">
          <ac:chgData name="musukie52@gmail.com" userId="017bd91f96aa8751" providerId="LiveId" clId="{5B2C3894-F97E-4CAB-8812-5BB4D83AAC6A}" dt="2026-10-17T12:16:42.050" v="14654" actId="21"/>
          <ac:spMkLst>
            <pc:docMk/>
            <pc:sldMk cId="4011932507" sldId="285"/>
            <ac:spMk id="192" creationId="{0D615AF3-C5CB-F165-44F8-AD28CC4D863D}"/>
          </ac:spMkLst>
        </pc:spChg>
        <pc:spChg chg="add del mod">
          <ac:chgData name="musukie52@gmail.com" userId="017bd91f96aa8751" providerId="LiveId" clId="{5B2C3894-F97E-4CAB-8812-5BB4D83AAC6A}" dt="2026-10-17T12:25:09.980" v="14786" actId="478"/>
          <ac:spMkLst>
            <pc:docMk/>
            <pc:sldMk cId="4011932507" sldId="285"/>
            <ac:spMk id="194" creationId="{231B8586-60ED-17DF-7F5B-DE184C5D1F85}"/>
          </ac:spMkLst>
        </pc:spChg>
        <pc:spChg chg="add del mod">
          <ac:chgData name="musukie52@gmail.com" userId="017bd91f96aa8751" providerId="LiveId" clId="{5B2C3894-F97E-4CAB-8812-5BB4D83AAC6A}" dt="2026-10-17T12:17:14.030" v="14662" actId="21"/>
          <ac:spMkLst>
            <pc:docMk/>
            <pc:sldMk cId="4011932507" sldId="285"/>
            <ac:spMk id="196" creationId="{40B56962-61F8-C970-EB4E-F6BF830DFB41}"/>
          </ac:spMkLst>
        </pc:spChg>
        <pc:spChg chg="add del mod">
          <ac:chgData name="musukie52@gmail.com" userId="017bd91f96aa8751" providerId="LiveId" clId="{5B2C3894-F97E-4CAB-8812-5BB4D83AAC6A}" dt="2026-10-17T12:17:14.030" v="14662" actId="21"/>
          <ac:spMkLst>
            <pc:docMk/>
            <pc:sldMk cId="4011932507" sldId="285"/>
            <ac:spMk id="197" creationId="{1FB6F9F9-65E0-7AAA-4EF4-1CCBAB64858E}"/>
          </ac:spMkLst>
        </pc:spChg>
        <pc:spChg chg="add mod">
          <ac:chgData name="musukie52@gmail.com" userId="017bd91f96aa8751" providerId="LiveId" clId="{5B2C3894-F97E-4CAB-8812-5BB4D83AAC6A}" dt="2026-10-17T12:50:55.201" v="15476" actId="1076"/>
          <ac:spMkLst>
            <pc:docMk/>
            <pc:sldMk cId="4011932507" sldId="285"/>
            <ac:spMk id="199" creationId="{F94DF2DF-BCB6-927F-1DEE-6285E7D411B7}"/>
          </ac:spMkLst>
        </pc:spChg>
        <pc:spChg chg="add mod">
          <ac:chgData name="musukie52@gmail.com" userId="017bd91f96aa8751" providerId="LiveId" clId="{5B2C3894-F97E-4CAB-8812-5BB4D83AAC6A}" dt="2026-10-17T12:50:55.201" v="15476" actId="1076"/>
          <ac:spMkLst>
            <pc:docMk/>
            <pc:sldMk cId="4011932507" sldId="285"/>
            <ac:spMk id="200" creationId="{0D615AF3-C5CB-F165-44F8-AD28CC4D863D}"/>
          </ac:spMkLst>
        </pc:spChg>
        <pc:spChg chg="add mod">
          <ac:chgData name="musukie52@gmail.com" userId="017bd91f96aa8751" providerId="LiveId" clId="{5B2C3894-F97E-4CAB-8812-5BB4D83AAC6A}" dt="2026-10-17T12:50:55.201" v="15476" actId="1076"/>
          <ac:spMkLst>
            <pc:docMk/>
            <pc:sldMk cId="4011932507" sldId="285"/>
            <ac:spMk id="202" creationId="{84EBBF65-694D-7EC2-4F57-C37E958E9235}"/>
          </ac:spMkLst>
        </pc:spChg>
        <pc:spChg chg="add mod">
          <ac:chgData name="musukie52@gmail.com" userId="017bd91f96aa8751" providerId="LiveId" clId="{5B2C3894-F97E-4CAB-8812-5BB4D83AAC6A}" dt="2026-10-17T12:50:55.201" v="15476" actId="1076"/>
          <ac:spMkLst>
            <pc:docMk/>
            <pc:sldMk cId="4011932507" sldId="285"/>
            <ac:spMk id="203" creationId="{A5BF0618-4208-CBCF-DC06-8E4977CFE045}"/>
          </ac:spMkLst>
        </pc:spChg>
        <pc:spChg chg="add mod">
          <ac:chgData name="musukie52@gmail.com" userId="017bd91f96aa8751" providerId="LiveId" clId="{5B2C3894-F97E-4CAB-8812-5BB4D83AAC6A}" dt="2026-10-17T12:50:55.201" v="15476" actId="1076"/>
          <ac:spMkLst>
            <pc:docMk/>
            <pc:sldMk cId="4011932507" sldId="285"/>
            <ac:spMk id="205" creationId="{40B56962-61F8-C970-EB4E-F6BF830DFB41}"/>
          </ac:spMkLst>
        </pc:spChg>
        <pc:spChg chg="add mod">
          <ac:chgData name="musukie52@gmail.com" userId="017bd91f96aa8751" providerId="LiveId" clId="{5B2C3894-F97E-4CAB-8812-5BB4D83AAC6A}" dt="2026-10-17T12:50:55.201" v="15476" actId="1076"/>
          <ac:spMkLst>
            <pc:docMk/>
            <pc:sldMk cId="4011932507" sldId="285"/>
            <ac:spMk id="206" creationId="{1FB6F9F9-65E0-7AAA-4EF4-1CCBAB64858E}"/>
          </ac:spMkLst>
        </pc:spChg>
        <pc:spChg chg="add del mod">
          <ac:chgData name="musukie52@gmail.com" userId="017bd91f96aa8751" providerId="LiveId" clId="{5B2C3894-F97E-4CAB-8812-5BB4D83AAC6A}" dt="2026-10-17T12:25:09.980" v="14786" actId="478"/>
          <ac:spMkLst>
            <pc:docMk/>
            <pc:sldMk cId="4011932507" sldId="285"/>
            <ac:spMk id="213" creationId="{934F6C2A-2151-3766-F2DA-45B0D53B3E71}"/>
          </ac:spMkLst>
        </pc:spChg>
        <pc:spChg chg="add del mod">
          <ac:chgData name="musukie52@gmail.com" userId="017bd91f96aa8751" providerId="LiveId" clId="{5B2C3894-F97E-4CAB-8812-5BB4D83AAC6A}" dt="2026-10-17T12:25:09.980" v="14786" actId="478"/>
          <ac:spMkLst>
            <pc:docMk/>
            <pc:sldMk cId="4011932507" sldId="285"/>
            <ac:spMk id="215" creationId="{3DC43E84-1082-0B91-1F99-08382B129C20}"/>
          </ac:spMkLst>
        </pc:spChg>
        <pc:spChg chg="add del mod">
          <ac:chgData name="musukie52@gmail.com" userId="017bd91f96aa8751" providerId="LiveId" clId="{5B2C3894-F97E-4CAB-8812-5BB4D83AAC6A}" dt="2026-10-17T12:25:09.980" v="14786" actId="478"/>
          <ac:spMkLst>
            <pc:docMk/>
            <pc:sldMk cId="4011932507" sldId="285"/>
            <ac:spMk id="217" creationId="{9D191C47-19FB-3104-7F78-EC597E0B54D0}"/>
          </ac:spMkLst>
        </pc:spChg>
        <pc:spChg chg="add mod">
          <ac:chgData name="musukie52@gmail.com" userId="017bd91f96aa8751" providerId="LiveId" clId="{5B2C3894-F97E-4CAB-8812-5BB4D83AAC6A}" dt="2026-10-17T12:51:23.690" v="15479" actId="1076"/>
          <ac:spMkLst>
            <pc:docMk/>
            <pc:sldMk cId="4011932507" sldId="285"/>
            <ac:spMk id="227" creationId="{5810584B-E904-7216-A60F-8A0BA87379D9}"/>
          </ac:spMkLst>
        </pc:spChg>
        <pc:spChg chg="add mod">
          <ac:chgData name="musukie52@gmail.com" userId="017bd91f96aa8751" providerId="LiveId" clId="{5B2C3894-F97E-4CAB-8812-5BB4D83AAC6A}" dt="2026-10-17T12:51:23.690" v="15479" actId="1076"/>
          <ac:spMkLst>
            <pc:docMk/>
            <pc:sldMk cId="4011932507" sldId="285"/>
            <ac:spMk id="230" creationId="{6876C236-B53B-B0B0-D41F-FD1826F405DB}"/>
          </ac:spMkLst>
        </pc:spChg>
        <pc:picChg chg="add del mod modCrop">
          <ac:chgData name="musukie52@gmail.com" userId="017bd91f96aa8751" providerId="LiveId" clId="{5B2C3894-F97E-4CAB-8812-5BB4D83AAC6A}" dt="2026-10-17T13:03:37.901" v="15554" actId="21"/>
          <ac:picMkLst>
            <pc:docMk/>
            <pc:sldMk cId="4011932507" sldId="285"/>
            <ac:picMk id="232" creationId="{D52AB849-A10D-9307-DFFA-99D1B755BBB7}"/>
          </ac:picMkLst>
        </pc:picChg>
        <pc:picChg chg="add del mod">
          <ac:chgData name="musukie52@gmail.com" userId="017bd91f96aa8751" providerId="LiveId" clId="{5B2C3894-F97E-4CAB-8812-5BB4D83AAC6A}" dt="2026-10-17T12:55:37.024" v="15493" actId="478"/>
          <ac:picMkLst>
            <pc:docMk/>
            <pc:sldMk cId="4011932507" sldId="285"/>
            <ac:picMk id="234" creationId="{1AA9D14D-D867-1ACC-F5DD-8068DC2686A9}"/>
          </ac:picMkLst>
        </pc:picChg>
        <pc:picChg chg="add del mod modCrop">
          <ac:chgData name="musukie52@gmail.com" userId="017bd91f96aa8751" providerId="LiveId" clId="{5B2C3894-F97E-4CAB-8812-5BB4D83AAC6A}" dt="2026-10-17T13:03:37.901" v="15554" actId="21"/>
          <ac:picMkLst>
            <pc:docMk/>
            <pc:sldMk cId="4011932507" sldId="285"/>
            <ac:picMk id="236" creationId="{A5849647-DB28-CFF9-B38E-4BD474F03D86}"/>
          </ac:picMkLst>
        </pc:picChg>
        <pc:picChg chg="add del mod modCrop">
          <ac:chgData name="musukie52@gmail.com" userId="017bd91f96aa8751" providerId="LiveId" clId="{5B2C3894-F97E-4CAB-8812-5BB4D83AAC6A}" dt="2026-10-17T13:03:37.901" v="15554" actId="21"/>
          <ac:picMkLst>
            <pc:docMk/>
            <pc:sldMk cId="4011932507" sldId="285"/>
            <ac:picMk id="238" creationId="{38290F26-0DF3-FB55-443A-13942744AC4D}"/>
          </ac:picMkLst>
        </pc:picChg>
        <pc:picChg chg="add del mod">
          <ac:chgData name="musukie52@gmail.com" userId="017bd91f96aa8751" providerId="LiveId" clId="{5B2C3894-F97E-4CAB-8812-5BB4D83AAC6A}" dt="2026-10-17T12:59:27.688" v="15529" actId="21"/>
          <ac:picMkLst>
            <pc:docMk/>
            <pc:sldMk cId="4011932507" sldId="285"/>
            <ac:picMk id="240" creationId="{76A76224-5B4B-F90B-8B45-B291E69A203D}"/>
          </ac:picMkLst>
        </pc:picChg>
        <pc:picChg chg="add del mod">
          <ac:chgData name="musukie52@gmail.com" userId="017bd91f96aa8751" providerId="LiveId" clId="{5B2C3894-F97E-4CAB-8812-5BB4D83AAC6A}" dt="2026-10-17T12:59:27.688" v="15529" actId="21"/>
          <ac:picMkLst>
            <pc:docMk/>
            <pc:sldMk cId="4011932507" sldId="285"/>
            <ac:picMk id="242" creationId="{51337372-19CB-DBF1-4FF8-C22AFCC010A7}"/>
          </ac:picMkLst>
        </pc:picChg>
        <pc:picChg chg="add del mod">
          <ac:chgData name="musukie52@gmail.com" userId="017bd91f96aa8751" providerId="LiveId" clId="{5B2C3894-F97E-4CAB-8812-5BB4D83AAC6A}" dt="2026-10-17T12:59:27.688" v="15529" actId="21"/>
          <ac:picMkLst>
            <pc:docMk/>
            <pc:sldMk cId="4011932507" sldId="285"/>
            <ac:picMk id="244" creationId="{94E569EE-0D6E-0FC3-D4AC-F4E2AA492AE0}"/>
          </ac:picMkLst>
        </pc:picChg>
        <pc:picChg chg="add del mod">
          <ac:chgData name="musukie52@gmail.com" userId="017bd91f96aa8751" providerId="LiveId" clId="{5B2C3894-F97E-4CAB-8812-5BB4D83AAC6A}" dt="2026-10-17T12:59:27.688" v="15529" actId="21"/>
          <ac:picMkLst>
            <pc:docMk/>
            <pc:sldMk cId="4011932507" sldId="285"/>
            <ac:picMk id="246" creationId="{D099408D-C309-2EF1-3D4D-839CEB70D381}"/>
          </ac:picMkLst>
        </pc:picChg>
        <pc:picChg chg="add mod modCrop">
          <ac:chgData name="musukie52@gmail.com" userId="017bd91f96aa8751" providerId="LiveId" clId="{5B2C3894-F97E-4CAB-8812-5BB4D83AAC6A}" dt="2026-10-17T13:09:50.156" v="15585" actId="732"/>
          <ac:picMkLst>
            <pc:docMk/>
            <pc:sldMk cId="4011932507" sldId="285"/>
            <ac:picMk id="248" creationId="{D38AC3B2-8108-7515-E6A5-449E55E651C3}"/>
          </ac:picMkLst>
        </pc:picChg>
        <pc:picChg chg="add del mod">
          <ac:chgData name="musukie52@gmail.com" userId="017bd91f96aa8751" providerId="LiveId" clId="{5B2C3894-F97E-4CAB-8812-5BB4D83AAC6A}" dt="2026-10-17T13:04:31.639" v="15567" actId="21"/>
          <ac:picMkLst>
            <pc:docMk/>
            <pc:sldMk cId="4011932507" sldId="285"/>
            <ac:picMk id="250" creationId="{F81516FE-C755-FB99-12C1-8BB6F8CDEF75}"/>
          </ac:picMkLst>
        </pc:picChg>
        <pc:picChg chg="add del mod">
          <ac:chgData name="musukie52@gmail.com" userId="017bd91f96aa8751" providerId="LiveId" clId="{5B2C3894-F97E-4CAB-8812-5BB4D83AAC6A}" dt="2026-10-17T13:04:31.639" v="15567" actId="21"/>
          <ac:picMkLst>
            <pc:docMk/>
            <pc:sldMk cId="4011932507" sldId="285"/>
            <ac:picMk id="252" creationId="{98D60AD7-B6A6-A04E-8AB7-E096ADBC68B8}"/>
          </ac:picMkLst>
        </pc:picChg>
        <pc:picChg chg="add del mod">
          <ac:chgData name="musukie52@gmail.com" userId="017bd91f96aa8751" providerId="LiveId" clId="{5B2C3894-F97E-4CAB-8812-5BB4D83AAC6A}" dt="2026-10-17T13:04:31.639" v="15567" actId="21"/>
          <ac:picMkLst>
            <pc:docMk/>
            <pc:sldMk cId="4011932507" sldId="285"/>
            <ac:picMk id="254" creationId="{1C9DECCC-417A-E800-A5D6-2839109D036F}"/>
          </ac:picMkLst>
        </pc:picChg>
        <pc:picChg chg="add">
          <ac:chgData name="musukie52@gmail.com" userId="017bd91f96aa8751" providerId="LiveId" clId="{5B2C3894-F97E-4CAB-8812-5BB4D83AAC6A}" dt="2026-10-17T13:04:48.179" v="15573" actId="22"/>
          <ac:picMkLst>
            <pc:docMk/>
            <pc:sldMk cId="4011932507" sldId="285"/>
            <ac:picMk id="256" creationId="{74F9A989-27C8-02A7-D06A-FCB236F3C924}"/>
          </ac:picMkLst>
        </pc:picChg>
        <pc:picChg chg="add">
          <ac:chgData name="musukie52@gmail.com" userId="017bd91f96aa8751" providerId="LiveId" clId="{5B2C3894-F97E-4CAB-8812-5BB4D83AAC6A}" dt="2026-10-17T13:04:48.179" v="15573" actId="22"/>
          <ac:picMkLst>
            <pc:docMk/>
            <pc:sldMk cId="4011932507" sldId="285"/>
            <ac:picMk id="258" creationId="{4FB9481B-DE6C-62D8-0ECD-D1958595D146}"/>
          </ac:picMkLst>
        </pc:picChg>
        <pc:picChg chg="add">
          <ac:chgData name="musukie52@gmail.com" userId="017bd91f96aa8751" providerId="LiveId" clId="{5B2C3894-F97E-4CAB-8812-5BB4D83AAC6A}" dt="2026-10-17T13:04:48.179" v="15573" actId="22"/>
          <ac:picMkLst>
            <pc:docMk/>
            <pc:sldMk cId="4011932507" sldId="285"/>
            <ac:picMk id="260" creationId="{88B38EE8-03BD-1626-F391-A4B4FC438FFA}"/>
          </ac:picMkLst>
        </pc:picChg>
        <pc:picChg chg="add del mod">
          <ac:chgData name="musukie52@gmail.com" userId="017bd91f96aa8751" providerId="LiveId" clId="{5B2C3894-F97E-4CAB-8812-5BB4D83AAC6A}" dt="2026-10-17T13:05:54.538" v="15576" actId="478"/>
          <ac:picMkLst>
            <pc:docMk/>
            <pc:sldMk cId="4011932507" sldId="285"/>
            <ac:picMk id="262" creationId="{FF4F8D96-7C6A-10D0-0C9B-C3FB7C7CF1C6}"/>
          </ac:picMkLst>
        </pc:picChg>
        <pc:picChg chg="add mod modCrop">
          <ac:chgData name="musukie52@gmail.com" userId="017bd91f96aa8751" providerId="LiveId" clId="{5B2C3894-F97E-4CAB-8812-5BB4D83AAC6A}" dt="2026-10-17T13:10:09.655" v="15588" actId="18131"/>
          <ac:picMkLst>
            <pc:docMk/>
            <pc:sldMk cId="4011932507" sldId="285"/>
            <ac:picMk id="264" creationId="{7ECD62EC-A2FA-BE7F-85E5-58CD7BE9FCCA}"/>
          </ac:picMkLst>
        </pc:picChg>
        <pc:picChg chg="add mod modCrop">
          <ac:chgData name="musukie52@gmail.com" userId="017bd91f96aa8751" providerId="LiveId" clId="{5B2C3894-F97E-4CAB-8812-5BB4D83AAC6A}" dt="2026-10-17T13:10:22.974" v="15592" actId="1076"/>
          <ac:picMkLst>
            <pc:docMk/>
            <pc:sldMk cId="4011932507" sldId="285"/>
            <ac:picMk id="266" creationId="{4BEB5F33-7BB7-9747-907E-ABE3F8BC79C5}"/>
          </ac:picMkLst>
        </pc:picChg>
        <pc:picChg chg="add del mod">
          <ac:chgData name="musukie52@gmail.com" userId="017bd91f96aa8751" providerId="LiveId" clId="{5B2C3894-F97E-4CAB-8812-5BB4D83AAC6A}" dt="2026-10-17T13:11:31.763" v="15597" actId="478"/>
          <ac:picMkLst>
            <pc:docMk/>
            <pc:sldMk cId="4011932507" sldId="285"/>
            <ac:picMk id="268" creationId="{18295370-B87A-6F24-49BA-B275F6607F05}"/>
          </ac:picMkLst>
        </pc:picChg>
        <pc:cxnChg chg="add mod">
          <ac:chgData name="musukie52@gmail.com" userId="017bd91f96aa8751" providerId="LiveId" clId="{5B2C3894-F97E-4CAB-8812-5BB4D83AAC6A}" dt="2026-10-17T11:23:36.214" v="13176" actId="692"/>
          <ac:cxnSpMkLst>
            <pc:docMk/>
            <pc:sldMk cId="4011932507" sldId="285"/>
            <ac:cxnSpMk id="22" creationId="{CB043DB9-A03D-17BC-E12F-E01EAB5D67C9}"/>
          </ac:cxnSpMkLst>
        </pc:cxnChg>
        <pc:cxnChg chg="add mod">
          <ac:chgData name="musukie52@gmail.com" userId="017bd91f96aa8751" providerId="LiveId" clId="{5B2C3894-F97E-4CAB-8812-5BB4D83AAC6A}" dt="2026-10-17T12:50:40.782" v="15474" actId="1035"/>
          <ac:cxnSpMkLst>
            <pc:docMk/>
            <pc:sldMk cId="4011932507" sldId="285"/>
            <ac:cxnSpMk id="25" creationId="{E4164A22-C327-E53D-25A0-2159CCE88D62}"/>
          </ac:cxnSpMkLst>
        </pc:cxnChg>
        <pc:cxnChg chg="add mod">
          <ac:chgData name="musukie52@gmail.com" userId="017bd91f96aa8751" providerId="LiveId" clId="{5B2C3894-F97E-4CAB-8812-5BB4D83AAC6A}" dt="2026-10-17T11:23:52.685" v="13177" actId="692"/>
          <ac:cxnSpMkLst>
            <pc:docMk/>
            <pc:sldMk cId="4011932507" sldId="285"/>
            <ac:cxnSpMk id="28" creationId="{8846C0D4-E0A3-ACBF-1371-8DA6EE543F13}"/>
          </ac:cxnSpMkLst>
        </pc:cxnChg>
        <pc:cxnChg chg="add mod">
          <ac:chgData name="musukie52@gmail.com" userId="017bd91f96aa8751" providerId="LiveId" clId="{5B2C3894-F97E-4CAB-8812-5BB4D83AAC6A}" dt="2026-10-17T12:50:40.782" v="15474" actId="1035"/>
          <ac:cxnSpMkLst>
            <pc:docMk/>
            <pc:sldMk cId="4011932507" sldId="285"/>
            <ac:cxnSpMk id="31" creationId="{DE132B94-DB09-3C45-A075-947236981500}"/>
          </ac:cxnSpMkLst>
        </pc:cxnChg>
        <pc:cxnChg chg="add mod">
          <ac:chgData name="musukie52@gmail.com" userId="017bd91f96aa8751" providerId="LiveId" clId="{5B2C3894-F97E-4CAB-8812-5BB4D83AAC6A}" dt="2026-10-17T11:24:54.951" v="13194" actId="1037"/>
          <ac:cxnSpMkLst>
            <pc:docMk/>
            <pc:sldMk cId="4011932507" sldId="285"/>
            <ac:cxnSpMk id="34" creationId="{879B2741-6F35-AC90-423C-E41B2BDDC6BB}"/>
          </ac:cxnSpMkLst>
        </pc:cxnChg>
        <pc:cxnChg chg="mod">
          <ac:chgData name="musukie52@gmail.com" userId="017bd91f96aa8751" providerId="LiveId" clId="{5B2C3894-F97E-4CAB-8812-5BB4D83AAC6A}" dt="2026-10-17T11:08:22.005" v="12786" actId="208"/>
          <ac:cxnSpMkLst>
            <pc:docMk/>
            <pc:sldMk cId="4011932507" sldId="285"/>
            <ac:cxnSpMk id="46" creationId="{C356CFF2-AE3B-D33A-83E0-ECDCFDED9141}"/>
          </ac:cxnSpMkLst>
        </pc:cxnChg>
        <pc:cxnChg chg="add mod">
          <ac:chgData name="musukie52@gmail.com" userId="017bd91f96aa8751" providerId="LiveId" clId="{5B2C3894-F97E-4CAB-8812-5BB4D83AAC6A}" dt="2026-10-17T11:24:54.951" v="13194" actId="1037"/>
          <ac:cxnSpMkLst>
            <pc:docMk/>
            <pc:sldMk cId="4011932507" sldId="285"/>
            <ac:cxnSpMk id="59" creationId="{A5316C51-C2C2-20B8-76C0-9390470D84B6}"/>
          </ac:cxnSpMkLst>
        </pc:cxnChg>
        <pc:cxnChg chg="add mod">
          <ac:chgData name="musukie52@gmail.com" userId="017bd91f96aa8751" providerId="LiveId" clId="{5B2C3894-F97E-4CAB-8812-5BB4D83AAC6A}" dt="2026-10-17T12:51:48.365" v="15482" actId="1035"/>
          <ac:cxnSpMkLst>
            <pc:docMk/>
            <pc:sldMk cId="4011932507" sldId="285"/>
            <ac:cxnSpMk id="73" creationId="{621956EA-0FE9-82FA-47D8-946F50E4FCBC}"/>
          </ac:cxnSpMkLst>
        </pc:cxnChg>
        <pc:cxnChg chg="add del mod">
          <ac:chgData name="musukie52@gmail.com" userId="017bd91f96aa8751" providerId="LiveId" clId="{5B2C3894-F97E-4CAB-8812-5BB4D83AAC6A}" dt="2026-10-17T11:44:59.204" v="13612" actId="478"/>
          <ac:cxnSpMkLst>
            <pc:docMk/>
            <pc:sldMk cId="4011932507" sldId="285"/>
            <ac:cxnSpMk id="105" creationId="{80F16835-59F9-894F-1EF2-16AE20759CCE}"/>
          </ac:cxnSpMkLst>
        </pc:cxnChg>
        <pc:cxnChg chg="add del mod">
          <ac:chgData name="musukie52@gmail.com" userId="017bd91f96aa8751" providerId="LiveId" clId="{5B2C3894-F97E-4CAB-8812-5BB4D83AAC6A}" dt="2026-10-17T11:46:50.843" v="13715" actId="21"/>
          <ac:cxnSpMkLst>
            <pc:docMk/>
            <pc:sldMk cId="4011932507" sldId="285"/>
            <ac:cxnSpMk id="108" creationId="{80F16835-59F9-894F-1EF2-16AE20759CCE}"/>
          </ac:cxnSpMkLst>
        </pc:cxnChg>
        <pc:cxnChg chg="add del mod">
          <ac:chgData name="musukie52@gmail.com" userId="017bd91f96aa8751" providerId="LiveId" clId="{5B2C3894-F97E-4CAB-8812-5BB4D83AAC6A}" dt="2026-10-17T12:15:06.963" v="14639" actId="21"/>
          <ac:cxnSpMkLst>
            <pc:docMk/>
            <pc:sldMk cId="4011932507" sldId="285"/>
            <ac:cxnSpMk id="113" creationId="{80F16835-59F9-894F-1EF2-16AE20759CCE}"/>
          </ac:cxnSpMkLst>
        </pc:cxnChg>
        <pc:cxnChg chg="add del mod">
          <ac:chgData name="musukie52@gmail.com" userId="017bd91f96aa8751" providerId="LiveId" clId="{5B2C3894-F97E-4CAB-8812-5BB4D83AAC6A}" dt="2026-10-17T12:15:06.963" v="14639" actId="21"/>
          <ac:cxnSpMkLst>
            <pc:docMk/>
            <pc:sldMk cId="4011932507" sldId="285"/>
            <ac:cxnSpMk id="179" creationId="{14DFD02E-C784-3F60-B693-604CE1DB8C0F}"/>
          </ac:cxnSpMkLst>
        </pc:cxnChg>
        <pc:cxnChg chg="add del mod">
          <ac:chgData name="musukie52@gmail.com" userId="017bd91f96aa8751" providerId="LiveId" clId="{5B2C3894-F97E-4CAB-8812-5BB4D83AAC6A}" dt="2026-10-17T12:16:42.050" v="14654" actId="21"/>
          <ac:cxnSpMkLst>
            <pc:docMk/>
            <pc:sldMk cId="4011932507" sldId="285"/>
            <ac:cxnSpMk id="181" creationId="{40B782BE-09D2-A020-D0F3-FCC698DE9C77}"/>
          </ac:cxnSpMkLst>
        </pc:cxnChg>
        <pc:cxnChg chg="add del mod">
          <ac:chgData name="musukie52@gmail.com" userId="017bd91f96aa8751" providerId="LiveId" clId="{5B2C3894-F97E-4CAB-8812-5BB4D83AAC6A}" dt="2026-10-17T12:17:14.030" v="14662" actId="21"/>
          <ac:cxnSpMkLst>
            <pc:docMk/>
            <pc:sldMk cId="4011932507" sldId="285"/>
            <ac:cxnSpMk id="183" creationId="{F958360E-279F-F912-83EB-502CCDFD353F}"/>
          </ac:cxnSpMkLst>
        </pc:cxnChg>
        <pc:cxnChg chg="add mod">
          <ac:chgData name="musukie52@gmail.com" userId="017bd91f96aa8751" providerId="LiveId" clId="{5B2C3894-F97E-4CAB-8812-5BB4D83AAC6A}" dt="2026-10-17T12:43:36.366" v="15197" actId="1076"/>
          <ac:cxnSpMkLst>
            <pc:docMk/>
            <pc:sldMk cId="4011932507" sldId="285"/>
            <ac:cxnSpMk id="193" creationId="{80F16835-59F9-894F-1EF2-16AE20759CCE}"/>
          </ac:cxnSpMkLst>
        </pc:cxnChg>
        <pc:cxnChg chg="add del mod">
          <ac:chgData name="musukie52@gmail.com" userId="017bd91f96aa8751" providerId="LiveId" clId="{5B2C3894-F97E-4CAB-8812-5BB4D83AAC6A}" dt="2026-10-17T12:16:42.050" v="14654" actId="21"/>
          <ac:cxnSpMkLst>
            <pc:docMk/>
            <pc:sldMk cId="4011932507" sldId="285"/>
            <ac:cxnSpMk id="195" creationId="{14DFD02E-C784-3F60-B693-604CE1DB8C0F}"/>
          </ac:cxnSpMkLst>
        </pc:cxnChg>
        <pc:cxnChg chg="add del mod">
          <ac:chgData name="musukie52@gmail.com" userId="017bd91f96aa8751" providerId="LiveId" clId="{5B2C3894-F97E-4CAB-8812-5BB4D83AAC6A}" dt="2026-10-17T12:17:14.030" v="14662" actId="21"/>
          <ac:cxnSpMkLst>
            <pc:docMk/>
            <pc:sldMk cId="4011932507" sldId="285"/>
            <ac:cxnSpMk id="198" creationId="{40B782BE-09D2-A020-D0F3-FCC698DE9C77}"/>
          </ac:cxnSpMkLst>
        </pc:cxnChg>
        <pc:cxnChg chg="add mod">
          <ac:chgData name="musukie52@gmail.com" userId="017bd91f96aa8751" providerId="LiveId" clId="{5B2C3894-F97E-4CAB-8812-5BB4D83AAC6A}" dt="2026-10-17T12:50:55.201" v="15476" actId="1076"/>
          <ac:cxnSpMkLst>
            <pc:docMk/>
            <pc:sldMk cId="4011932507" sldId="285"/>
            <ac:cxnSpMk id="201" creationId="{14DFD02E-C784-3F60-B693-604CE1DB8C0F}"/>
          </ac:cxnSpMkLst>
        </pc:cxnChg>
        <pc:cxnChg chg="add mod">
          <ac:chgData name="musukie52@gmail.com" userId="017bd91f96aa8751" providerId="LiveId" clId="{5B2C3894-F97E-4CAB-8812-5BB4D83AAC6A}" dt="2026-10-17T12:43:43.873" v="15198" actId="1076"/>
          <ac:cxnSpMkLst>
            <pc:docMk/>
            <pc:sldMk cId="4011932507" sldId="285"/>
            <ac:cxnSpMk id="204" creationId="{F958360E-279F-F912-83EB-502CCDFD353F}"/>
          </ac:cxnSpMkLst>
        </pc:cxnChg>
        <pc:cxnChg chg="add mod">
          <ac:chgData name="musukie52@gmail.com" userId="017bd91f96aa8751" providerId="LiveId" clId="{5B2C3894-F97E-4CAB-8812-5BB4D83AAC6A}" dt="2026-10-17T12:44:07.533" v="15204" actId="1038"/>
          <ac:cxnSpMkLst>
            <pc:docMk/>
            <pc:sldMk cId="4011932507" sldId="285"/>
            <ac:cxnSpMk id="207" creationId="{40B782BE-09D2-A020-D0F3-FCC698DE9C77}"/>
          </ac:cxnSpMkLst>
        </pc:cxnChg>
        <pc:cxnChg chg="add mod">
          <ac:chgData name="musukie52@gmail.com" userId="017bd91f96aa8751" providerId="LiveId" clId="{5B2C3894-F97E-4CAB-8812-5BB4D83AAC6A}" dt="2026-10-17T12:51:48.365" v="15482" actId="1035"/>
          <ac:cxnSpMkLst>
            <pc:docMk/>
            <pc:sldMk cId="4011932507" sldId="285"/>
            <ac:cxnSpMk id="228" creationId="{F6351039-504B-71E7-066E-4DB65510F5A5}"/>
          </ac:cxnSpMkLst>
        </pc:cxnChg>
      </pc:sldChg>
      <pc:sldChg chg="add del">
        <pc:chgData name="musukie52@gmail.com" userId="017bd91f96aa8751" providerId="LiveId" clId="{5B2C3894-F97E-4CAB-8812-5BB4D83AAC6A}" dt="2026-10-17T11:09:45.412" v="12798" actId="47"/>
        <pc:sldMkLst>
          <pc:docMk/>
          <pc:sldMk cId="4079997256" sldId="286"/>
        </pc:sldMkLst>
      </pc:sldChg>
      <pc:sldChg chg="add del">
        <pc:chgData name="musukie52@gmail.com" userId="017bd91f96aa8751" providerId="LiveId" clId="{5B2C3894-F97E-4CAB-8812-5BB4D83AAC6A}" dt="2026-10-17T11:09:45.907" v="12799" actId="47"/>
        <pc:sldMkLst>
          <pc:docMk/>
          <pc:sldMk cId="3114257703" sldId="287"/>
        </pc:sldMkLst>
      </pc:sldChg>
      <pc:sldChg chg="add del">
        <pc:chgData name="musukie52@gmail.com" userId="017bd91f96aa8751" providerId="LiveId" clId="{5B2C3894-F97E-4CAB-8812-5BB4D83AAC6A}" dt="2026-10-17T11:09:45.947" v="12800" actId="47"/>
        <pc:sldMkLst>
          <pc:docMk/>
          <pc:sldMk cId="4149035088" sldId="288"/>
        </pc:sldMkLst>
      </pc:sldChg>
      <pc:sldChg chg="add del">
        <pc:chgData name="musukie52@gmail.com" userId="017bd91f96aa8751" providerId="LiveId" clId="{5B2C3894-F97E-4CAB-8812-5BB4D83AAC6A}" dt="2026-10-17T11:09:45.980" v="12801" actId="47"/>
        <pc:sldMkLst>
          <pc:docMk/>
          <pc:sldMk cId="3672932148" sldId="289"/>
        </pc:sldMkLst>
      </pc:sldChg>
      <pc:sldChg chg="add del">
        <pc:chgData name="musukie52@gmail.com" userId="017bd91f96aa8751" providerId="LiveId" clId="{5B2C3894-F97E-4CAB-8812-5BB4D83AAC6A}" dt="2026-10-17T11:09:46.021" v="12802" actId="47"/>
        <pc:sldMkLst>
          <pc:docMk/>
          <pc:sldMk cId="1409381229" sldId="290"/>
        </pc:sldMkLst>
      </pc:sldChg>
      <pc:sldChg chg="add del">
        <pc:chgData name="musukie52@gmail.com" userId="017bd91f96aa8751" providerId="LiveId" clId="{5B2C3894-F97E-4CAB-8812-5BB4D83AAC6A}" dt="2026-10-17T11:09:46.064" v="12803" actId="47"/>
        <pc:sldMkLst>
          <pc:docMk/>
          <pc:sldMk cId="1631677817" sldId="291"/>
        </pc:sldMkLst>
      </pc:sldChg>
      <pc:sldChg chg="add del">
        <pc:chgData name="musukie52@gmail.com" userId="017bd91f96aa8751" providerId="LiveId" clId="{5B2C3894-F97E-4CAB-8812-5BB4D83AAC6A}" dt="2026-10-17T11:09:46.098" v="12804" actId="47"/>
        <pc:sldMkLst>
          <pc:docMk/>
          <pc:sldMk cId="960579038" sldId="292"/>
        </pc:sldMkLst>
      </pc:sldChg>
      <pc:sldChg chg="add del">
        <pc:chgData name="musukie52@gmail.com" userId="017bd91f96aa8751" providerId="LiveId" clId="{5B2C3894-F97E-4CAB-8812-5BB4D83AAC6A}" dt="2026-10-17T11:09:46.124" v="12805" actId="47"/>
        <pc:sldMkLst>
          <pc:docMk/>
          <pc:sldMk cId="2666740380" sldId="293"/>
        </pc:sldMkLst>
      </pc:sldChg>
      <pc:sldChg chg="add del">
        <pc:chgData name="musukie52@gmail.com" userId="017bd91f96aa8751" providerId="LiveId" clId="{5B2C3894-F97E-4CAB-8812-5BB4D83AAC6A}" dt="2026-10-17T11:09:46.153" v="12806" actId="47"/>
        <pc:sldMkLst>
          <pc:docMk/>
          <pc:sldMk cId="117668469" sldId="294"/>
        </pc:sldMkLst>
      </pc:sldChg>
      <pc:sldChg chg="add del">
        <pc:chgData name="musukie52@gmail.com" userId="017bd91f96aa8751" providerId="LiveId" clId="{5B2C3894-F97E-4CAB-8812-5BB4D83AAC6A}" dt="2026-10-17T11:09:46.186" v="12807" actId="47"/>
        <pc:sldMkLst>
          <pc:docMk/>
          <pc:sldMk cId="3392440988" sldId="295"/>
        </pc:sldMkLst>
      </pc:sldChg>
      <pc:sldChg chg="add del">
        <pc:chgData name="musukie52@gmail.com" userId="017bd91f96aa8751" providerId="LiveId" clId="{5B2C3894-F97E-4CAB-8812-5BB4D83AAC6A}" dt="2026-10-17T11:09:46.807" v="12808" actId="47"/>
        <pc:sldMkLst>
          <pc:docMk/>
          <pc:sldMk cId="452017663" sldId="296"/>
        </pc:sldMkLst>
      </pc:sldChg>
      <pc:sldChg chg="add del">
        <pc:chgData name="musukie52@gmail.com" userId="017bd91f96aa8751" providerId="LiveId" clId="{5B2C3894-F97E-4CAB-8812-5BB4D83AAC6A}" dt="2026-10-17T11:09:47.101" v="12809" actId="47"/>
        <pc:sldMkLst>
          <pc:docMk/>
          <pc:sldMk cId="1792737968" sldId="297"/>
        </pc:sldMkLst>
      </pc:sldChg>
      <pc:sldChg chg="add del">
        <pc:chgData name="musukie52@gmail.com" userId="017bd91f96aa8751" providerId="LiveId" clId="{5B2C3894-F97E-4CAB-8812-5BB4D83AAC6A}" dt="2026-10-17T11:09:48.067" v="12810" actId="47"/>
        <pc:sldMkLst>
          <pc:docMk/>
          <pc:sldMk cId="2373557988" sldId="298"/>
        </pc:sldMkLst>
      </pc:sldChg>
      <pc:sldChg chg="addSp delSp modSp new del mod ord">
        <pc:chgData name="musukie52@gmail.com" userId="017bd91f96aa8751" providerId="LiveId" clId="{5B2C3894-F97E-4CAB-8812-5BB4D83AAC6A}" dt="2026-10-17T14:27:18.463" v="17154" actId="47"/>
        <pc:sldMkLst>
          <pc:docMk/>
          <pc:sldMk cId="2696151100" sldId="299"/>
        </pc:sldMkLst>
        <pc:spChg chg="add del">
          <ac:chgData name="musukie52@gmail.com" userId="017bd91f96aa8751" providerId="LiveId" clId="{5B2C3894-F97E-4CAB-8812-5BB4D83AAC6A}" dt="2026-10-17T11:55:23.606" v="14213" actId="21"/>
          <ac:spMkLst>
            <pc:docMk/>
            <pc:sldMk cId="2696151100" sldId="299"/>
            <ac:spMk id="3" creationId="{4CB32184-1B6E-B19E-2866-2E973D48555A}"/>
          </ac:spMkLst>
        </pc:spChg>
        <pc:spChg chg="add del mod">
          <ac:chgData name="musukie52@gmail.com" userId="017bd91f96aa8751" providerId="LiveId" clId="{5B2C3894-F97E-4CAB-8812-5BB4D83AAC6A}" dt="2026-10-17T11:55:23.606" v="14213" actId="21"/>
          <ac:spMkLst>
            <pc:docMk/>
            <pc:sldMk cId="2696151100" sldId="299"/>
            <ac:spMk id="5" creationId="{4CE5E191-C692-3BAC-FCCF-1F9C37AAA1B9}"/>
          </ac:spMkLst>
        </pc:spChg>
        <pc:spChg chg="add del mod">
          <ac:chgData name="musukie52@gmail.com" userId="017bd91f96aa8751" providerId="LiveId" clId="{5B2C3894-F97E-4CAB-8812-5BB4D83AAC6A}" dt="2026-10-17T11:56:04.317" v="14220" actId="21"/>
          <ac:spMkLst>
            <pc:docMk/>
            <pc:sldMk cId="2696151100" sldId="299"/>
            <ac:spMk id="7" creationId="{6D7A67F8-7085-818C-A672-CC034B9A775B}"/>
          </ac:spMkLst>
        </pc:spChg>
        <pc:spChg chg="add del mod">
          <ac:chgData name="musukie52@gmail.com" userId="017bd91f96aa8751" providerId="LiveId" clId="{5B2C3894-F97E-4CAB-8812-5BB4D83AAC6A}" dt="2026-10-17T11:56:04.317" v="14220" actId="21"/>
          <ac:spMkLst>
            <pc:docMk/>
            <pc:sldMk cId="2696151100" sldId="299"/>
            <ac:spMk id="9" creationId="{C13C90FD-03A8-93AE-77AB-2A6CA58842D1}"/>
          </ac:spMkLst>
        </pc:spChg>
        <pc:spChg chg="add del">
          <ac:chgData name="musukie52@gmail.com" userId="017bd91f96aa8751" providerId="LiveId" clId="{5B2C3894-F97E-4CAB-8812-5BB4D83AAC6A}" dt="2026-10-17T12:15:09.471" v="14640" actId="478"/>
          <ac:spMkLst>
            <pc:docMk/>
            <pc:sldMk cId="2696151100" sldId="299"/>
            <ac:spMk id="11" creationId="{888EA35D-F3E7-6479-A917-41E482B28A25}"/>
          </ac:spMkLst>
        </pc:spChg>
        <pc:spChg chg="add del">
          <ac:chgData name="musukie52@gmail.com" userId="017bd91f96aa8751" providerId="LiveId" clId="{5B2C3894-F97E-4CAB-8812-5BB4D83AAC6A}" dt="2026-10-17T12:15:09.471" v="14640" actId="478"/>
          <ac:spMkLst>
            <pc:docMk/>
            <pc:sldMk cId="2696151100" sldId="299"/>
            <ac:spMk id="13" creationId="{0B4E5CE5-D425-9F1E-B4A9-5E0547E12973}"/>
          </ac:spMkLst>
        </pc:spChg>
        <pc:spChg chg="add del mod">
          <ac:chgData name="musukie52@gmail.com" userId="017bd91f96aa8751" providerId="LiveId" clId="{5B2C3894-F97E-4CAB-8812-5BB4D83AAC6A}" dt="2026-10-17T11:56:28.669" v="14229" actId="21"/>
          <ac:spMkLst>
            <pc:docMk/>
            <pc:sldMk cId="2696151100" sldId="299"/>
            <ac:spMk id="15" creationId="{DF9253C1-D81A-61C1-6ED8-7FC6FAB6D326}"/>
          </ac:spMkLst>
        </pc:spChg>
        <pc:spChg chg="add del mod">
          <ac:chgData name="musukie52@gmail.com" userId="017bd91f96aa8751" providerId="LiveId" clId="{5B2C3894-F97E-4CAB-8812-5BB4D83AAC6A}" dt="2026-10-17T11:56:28.669" v="14229" actId="21"/>
          <ac:spMkLst>
            <pc:docMk/>
            <pc:sldMk cId="2696151100" sldId="299"/>
            <ac:spMk id="17" creationId="{8E8F29B3-16F9-0B82-8D25-2DE28D51AD46}"/>
          </ac:spMkLst>
        </pc:spChg>
        <pc:spChg chg="add del mod">
          <ac:chgData name="musukie52@gmail.com" userId="017bd91f96aa8751" providerId="LiveId" clId="{5B2C3894-F97E-4CAB-8812-5BB4D83AAC6A}" dt="2026-10-17T12:15:09.471" v="14640" actId="478"/>
          <ac:spMkLst>
            <pc:docMk/>
            <pc:sldMk cId="2696151100" sldId="299"/>
            <ac:spMk id="19" creationId="{D381E232-E649-D6D9-15CC-AFC423570D87}"/>
          </ac:spMkLst>
        </pc:spChg>
        <pc:spChg chg="add del">
          <ac:chgData name="musukie52@gmail.com" userId="017bd91f96aa8751" providerId="LiveId" clId="{5B2C3894-F97E-4CAB-8812-5BB4D83AAC6A}" dt="2026-10-17T12:15:09.471" v="14640" actId="478"/>
          <ac:spMkLst>
            <pc:docMk/>
            <pc:sldMk cId="2696151100" sldId="299"/>
            <ac:spMk id="21" creationId="{51620D51-8005-C956-361F-B72385FE708F}"/>
          </ac:spMkLst>
        </pc:spChg>
        <pc:spChg chg="add del mod ord">
          <ac:chgData name="musukie52@gmail.com" userId="017bd91f96aa8751" providerId="LiveId" clId="{5B2C3894-F97E-4CAB-8812-5BB4D83AAC6A}" dt="2026-10-17T12:17:08.289" v="14660" actId="21"/>
          <ac:spMkLst>
            <pc:docMk/>
            <pc:sldMk cId="2696151100" sldId="299"/>
            <ac:spMk id="22" creationId="{40B56962-61F8-C970-EB4E-F6BF830DFB41}"/>
          </ac:spMkLst>
        </pc:spChg>
        <pc:spChg chg="add del mod">
          <ac:chgData name="musukie52@gmail.com" userId="017bd91f96aa8751" providerId="LiveId" clId="{5B2C3894-F97E-4CAB-8812-5BB4D83AAC6A}" dt="2026-10-17T12:17:08.289" v="14660" actId="21"/>
          <ac:spMkLst>
            <pc:docMk/>
            <pc:sldMk cId="2696151100" sldId="299"/>
            <ac:spMk id="24" creationId="{F94DF2DF-BCB6-927F-1DEE-6285E7D411B7}"/>
          </ac:spMkLst>
        </pc:spChg>
        <pc:spChg chg="add del">
          <ac:chgData name="musukie52@gmail.com" userId="017bd91f96aa8751" providerId="LiveId" clId="{5B2C3894-F97E-4CAB-8812-5BB4D83AAC6A}" dt="2026-10-17T13:35:12.758" v="16257" actId="21"/>
          <ac:spMkLst>
            <pc:docMk/>
            <pc:sldMk cId="2696151100" sldId="299"/>
            <ac:spMk id="47" creationId="{401C7D29-5230-CC16-67E2-7D3E584546DE}"/>
          </ac:spMkLst>
        </pc:spChg>
        <pc:spChg chg="add del mod">
          <ac:chgData name="musukie52@gmail.com" userId="017bd91f96aa8751" providerId="LiveId" clId="{5B2C3894-F97E-4CAB-8812-5BB4D83AAC6A}" dt="2026-10-17T13:35:12.758" v="16257" actId="21"/>
          <ac:spMkLst>
            <pc:docMk/>
            <pc:sldMk cId="2696151100" sldId="299"/>
            <ac:spMk id="49" creationId="{60C10259-2A5A-37B3-3C29-1A7B66A31DFC}"/>
          </ac:spMkLst>
        </pc:spChg>
        <pc:spChg chg="add del">
          <ac:chgData name="musukie52@gmail.com" userId="017bd91f96aa8751" providerId="LiveId" clId="{5B2C3894-F97E-4CAB-8812-5BB4D83AAC6A}" dt="2026-10-17T13:36:29.169" v="16318" actId="21"/>
          <ac:spMkLst>
            <pc:docMk/>
            <pc:sldMk cId="2696151100" sldId="299"/>
            <ac:spMk id="51" creationId="{6F36298B-EAA8-105A-2602-D664AC563F9B}"/>
          </ac:spMkLst>
        </pc:spChg>
        <pc:spChg chg="add del">
          <ac:chgData name="musukie52@gmail.com" userId="017bd91f96aa8751" providerId="LiveId" clId="{5B2C3894-F97E-4CAB-8812-5BB4D83AAC6A}" dt="2026-10-17T13:36:29.169" v="16318" actId="21"/>
          <ac:spMkLst>
            <pc:docMk/>
            <pc:sldMk cId="2696151100" sldId="299"/>
            <ac:spMk id="53" creationId="{C3A64773-2FA9-9AB2-FE9C-A51CAB0A4BFC}"/>
          </ac:spMkLst>
        </pc:spChg>
        <pc:spChg chg="add del mod">
          <ac:chgData name="musukie52@gmail.com" userId="017bd91f96aa8751" providerId="LiveId" clId="{5B2C3894-F97E-4CAB-8812-5BB4D83AAC6A}" dt="2026-10-17T13:36:29.169" v="16318" actId="21"/>
          <ac:spMkLst>
            <pc:docMk/>
            <pc:sldMk cId="2696151100" sldId="299"/>
            <ac:spMk id="55" creationId="{846ABC54-A801-728F-89D7-4F1BCC5F4491}"/>
          </ac:spMkLst>
        </pc:spChg>
        <pc:spChg chg="add del">
          <ac:chgData name="musukie52@gmail.com" userId="017bd91f96aa8751" providerId="LiveId" clId="{5B2C3894-F97E-4CAB-8812-5BB4D83AAC6A}" dt="2026-10-17T13:38:58.773" v="16418" actId="21"/>
          <ac:spMkLst>
            <pc:docMk/>
            <pc:sldMk cId="2696151100" sldId="299"/>
            <ac:spMk id="57" creationId="{D8E30208-0E75-70EC-8EE3-DEB690273BA7}"/>
          </ac:spMkLst>
        </pc:spChg>
        <pc:spChg chg="add del mod">
          <ac:chgData name="musukie52@gmail.com" userId="017bd91f96aa8751" providerId="LiveId" clId="{5B2C3894-F97E-4CAB-8812-5BB4D83AAC6A}" dt="2026-10-17T13:38:58.773" v="16418" actId="21"/>
          <ac:spMkLst>
            <pc:docMk/>
            <pc:sldMk cId="2696151100" sldId="299"/>
            <ac:spMk id="59" creationId="{46F855B2-D0AB-E9B2-EDFD-441B8514D57E}"/>
          </ac:spMkLst>
        </pc:spChg>
        <pc:spChg chg="add del mod">
          <ac:chgData name="musukie52@gmail.com" userId="017bd91f96aa8751" providerId="LiveId" clId="{5B2C3894-F97E-4CAB-8812-5BB4D83AAC6A}" dt="2026-10-17T13:38:58.773" v="16418" actId="21"/>
          <ac:spMkLst>
            <pc:docMk/>
            <pc:sldMk cId="2696151100" sldId="299"/>
            <ac:spMk id="61" creationId="{84B6383B-6FFF-4DA3-58A5-1A80A4A12EA0}"/>
          </ac:spMkLst>
        </pc:spChg>
        <pc:spChg chg="add del">
          <ac:chgData name="musukie52@gmail.com" userId="017bd91f96aa8751" providerId="LiveId" clId="{5B2C3894-F97E-4CAB-8812-5BB4D83AAC6A}" dt="2026-10-17T13:40:25.916" v="16493" actId="21"/>
          <ac:spMkLst>
            <pc:docMk/>
            <pc:sldMk cId="2696151100" sldId="299"/>
            <ac:spMk id="63" creationId="{BF8EF2FA-CB7E-6AC0-752B-D7B247C4607F}"/>
          </ac:spMkLst>
        </pc:spChg>
        <pc:spChg chg="add del">
          <ac:chgData name="musukie52@gmail.com" userId="017bd91f96aa8751" providerId="LiveId" clId="{5B2C3894-F97E-4CAB-8812-5BB4D83AAC6A}" dt="2026-10-17T13:40:25.916" v="16493" actId="21"/>
          <ac:spMkLst>
            <pc:docMk/>
            <pc:sldMk cId="2696151100" sldId="299"/>
            <ac:spMk id="65" creationId="{A21E87E7-8DAE-F3FA-CFB9-C9B7D146ED3A}"/>
          </ac:spMkLst>
        </pc:spChg>
        <pc:spChg chg="add del">
          <ac:chgData name="musukie52@gmail.com" userId="017bd91f96aa8751" providerId="LiveId" clId="{5B2C3894-F97E-4CAB-8812-5BB4D83AAC6A}" dt="2026-10-17T13:40:25.916" v="16493" actId="21"/>
          <ac:spMkLst>
            <pc:docMk/>
            <pc:sldMk cId="2696151100" sldId="299"/>
            <ac:spMk id="67" creationId="{319B378F-D939-EBFD-8852-8A96F4B74903}"/>
          </ac:spMkLst>
        </pc:spChg>
        <pc:spChg chg="add del mod">
          <ac:chgData name="musukie52@gmail.com" userId="017bd91f96aa8751" providerId="LiveId" clId="{5B2C3894-F97E-4CAB-8812-5BB4D83AAC6A}" dt="2026-10-17T13:40:25.916" v="16493" actId="21"/>
          <ac:spMkLst>
            <pc:docMk/>
            <pc:sldMk cId="2696151100" sldId="299"/>
            <ac:spMk id="69" creationId="{C3DB54D2-C144-D159-C9FA-34F1A21651BE}"/>
          </ac:spMkLst>
        </pc:spChg>
        <pc:spChg chg="add del mod">
          <ac:chgData name="musukie52@gmail.com" userId="017bd91f96aa8751" providerId="LiveId" clId="{5B2C3894-F97E-4CAB-8812-5BB4D83AAC6A}" dt="2026-10-17T13:40:25.916" v="16493" actId="21"/>
          <ac:spMkLst>
            <pc:docMk/>
            <pc:sldMk cId="2696151100" sldId="299"/>
            <ac:spMk id="71" creationId="{65E1635D-FE8B-44D1-F608-75749104CA44}"/>
          </ac:spMkLst>
        </pc:spChg>
        <pc:spChg chg="add del mod">
          <ac:chgData name="musukie52@gmail.com" userId="017bd91f96aa8751" providerId="LiveId" clId="{5B2C3894-F97E-4CAB-8812-5BB4D83AAC6A}" dt="2026-10-17T13:40:25.916" v="16493" actId="21"/>
          <ac:spMkLst>
            <pc:docMk/>
            <pc:sldMk cId="2696151100" sldId="299"/>
            <ac:spMk id="73" creationId="{6F544C49-38F5-C0C3-9B0D-4F1ACFB4161B}"/>
          </ac:spMkLst>
        </pc:spChg>
        <pc:spChg chg="add del mod">
          <ac:chgData name="musukie52@gmail.com" userId="017bd91f96aa8751" providerId="LiveId" clId="{5B2C3894-F97E-4CAB-8812-5BB4D83AAC6A}" dt="2026-10-17T13:40:25.916" v="16493" actId="21"/>
          <ac:spMkLst>
            <pc:docMk/>
            <pc:sldMk cId="2696151100" sldId="299"/>
            <ac:spMk id="75" creationId="{BDE2F376-443E-BB3A-CCA7-38908DF391B1}"/>
          </ac:spMkLst>
        </pc:spChg>
        <pc:spChg chg="add del mod">
          <ac:chgData name="musukie52@gmail.com" userId="017bd91f96aa8751" providerId="LiveId" clId="{5B2C3894-F97E-4CAB-8812-5BB4D83AAC6A}" dt="2026-10-17T13:40:25.916" v="16493" actId="21"/>
          <ac:spMkLst>
            <pc:docMk/>
            <pc:sldMk cId="2696151100" sldId="299"/>
            <ac:spMk id="77" creationId="{0C661DBA-0EDB-9147-8374-41BCBB2828E6}"/>
          </ac:spMkLst>
        </pc:spChg>
        <pc:spChg chg="add del mod">
          <ac:chgData name="musukie52@gmail.com" userId="017bd91f96aa8751" providerId="LiveId" clId="{5B2C3894-F97E-4CAB-8812-5BB4D83AAC6A}" dt="2026-10-17T13:40:25.916" v="16493" actId="21"/>
          <ac:spMkLst>
            <pc:docMk/>
            <pc:sldMk cId="2696151100" sldId="299"/>
            <ac:spMk id="79" creationId="{09E99415-5147-F680-4DAD-A3DDD6F1BDC1}"/>
          </ac:spMkLst>
        </pc:spChg>
        <pc:spChg chg="add del mod">
          <ac:chgData name="musukie52@gmail.com" userId="017bd91f96aa8751" providerId="LiveId" clId="{5B2C3894-F97E-4CAB-8812-5BB4D83AAC6A}" dt="2026-10-17T14:06:49.123" v="16892" actId="21"/>
          <ac:spMkLst>
            <pc:docMk/>
            <pc:sldMk cId="2696151100" sldId="299"/>
            <ac:spMk id="81" creationId="{4D483EBA-F2A9-2448-3F82-60DC535CBC61}"/>
          </ac:spMkLst>
        </pc:spChg>
        <pc:spChg chg="add del mod">
          <ac:chgData name="musukie52@gmail.com" userId="017bd91f96aa8751" providerId="LiveId" clId="{5B2C3894-F97E-4CAB-8812-5BB4D83AAC6A}" dt="2026-10-17T14:06:49.123" v="16892" actId="21"/>
          <ac:spMkLst>
            <pc:docMk/>
            <pc:sldMk cId="2696151100" sldId="299"/>
            <ac:spMk id="83" creationId="{F1B97258-92FD-18D3-1BC8-8C2D2D87CEE0}"/>
          </ac:spMkLst>
        </pc:spChg>
        <pc:spChg chg="add del mod">
          <ac:chgData name="musukie52@gmail.com" userId="017bd91f96aa8751" providerId="LiveId" clId="{5B2C3894-F97E-4CAB-8812-5BB4D83AAC6A}" dt="2026-10-17T14:06:49.123" v="16892" actId="21"/>
          <ac:spMkLst>
            <pc:docMk/>
            <pc:sldMk cId="2696151100" sldId="299"/>
            <ac:spMk id="85" creationId="{D8F97289-CC0B-8DDB-4F54-CCA63A33413B}"/>
          </ac:spMkLst>
        </pc:spChg>
        <pc:spChg chg="add del mod">
          <ac:chgData name="musukie52@gmail.com" userId="017bd91f96aa8751" providerId="LiveId" clId="{5B2C3894-F97E-4CAB-8812-5BB4D83AAC6A}" dt="2026-10-17T12:16:17.079" v="14647" actId="21"/>
          <ac:spMkLst>
            <pc:docMk/>
            <pc:sldMk cId="2696151100" sldId="299"/>
            <ac:spMk id="86" creationId="{CA8E874D-5579-B2E9-088A-73B1762DDE73}"/>
          </ac:spMkLst>
        </pc:spChg>
        <pc:spChg chg="add del mod">
          <ac:chgData name="musukie52@gmail.com" userId="017bd91f96aa8751" providerId="LiveId" clId="{5B2C3894-F97E-4CAB-8812-5BB4D83AAC6A}" dt="2026-10-17T12:16:17.079" v="14647" actId="21"/>
          <ac:spMkLst>
            <pc:docMk/>
            <pc:sldMk cId="2696151100" sldId="299"/>
            <ac:spMk id="88" creationId="{0D615AF3-C5CB-F165-44F8-AD28CC4D863D}"/>
          </ac:spMkLst>
        </pc:spChg>
        <pc:spChg chg="add del mod">
          <ac:chgData name="musukie52@gmail.com" userId="017bd91f96aa8751" providerId="LiveId" clId="{5B2C3894-F97E-4CAB-8812-5BB4D83AAC6A}" dt="2026-10-17T14:06:49.123" v="16892" actId="21"/>
          <ac:spMkLst>
            <pc:docMk/>
            <pc:sldMk cId="2696151100" sldId="299"/>
            <ac:spMk id="89" creationId="{F092AE69-6F9B-72A8-6A34-D1FF030FCCC6}"/>
          </ac:spMkLst>
        </pc:spChg>
        <pc:spChg chg="add del mod">
          <ac:chgData name="musukie52@gmail.com" userId="017bd91f96aa8751" providerId="LiveId" clId="{5B2C3894-F97E-4CAB-8812-5BB4D83AAC6A}" dt="2026-10-17T12:17:08.289" v="14660" actId="21"/>
          <ac:spMkLst>
            <pc:docMk/>
            <pc:sldMk cId="2696151100" sldId="299"/>
            <ac:spMk id="90" creationId="{1FB6F9F9-65E0-7AAA-4EF4-1CCBAB64858E}"/>
          </ac:spMkLst>
        </pc:spChg>
        <pc:spChg chg="add del mod">
          <ac:chgData name="musukie52@gmail.com" userId="017bd91f96aa8751" providerId="LiveId" clId="{5B2C3894-F97E-4CAB-8812-5BB4D83AAC6A}" dt="2026-10-17T12:17:44.283" v="14666" actId="21"/>
          <ac:spMkLst>
            <pc:docMk/>
            <pc:sldMk cId="2696151100" sldId="299"/>
            <ac:spMk id="92" creationId="{A5BF0618-4208-CBCF-DC06-8E4977CFE045}"/>
          </ac:spMkLst>
        </pc:spChg>
        <pc:spChg chg="add del mod">
          <ac:chgData name="musukie52@gmail.com" userId="017bd91f96aa8751" providerId="LiveId" clId="{5B2C3894-F97E-4CAB-8812-5BB4D83AAC6A}" dt="2026-10-17T14:06:49.123" v="16892" actId="21"/>
          <ac:spMkLst>
            <pc:docMk/>
            <pc:sldMk cId="2696151100" sldId="299"/>
            <ac:spMk id="93" creationId="{C82A4E30-C85D-5AC5-F8D4-09FFFBDE09D3}"/>
          </ac:spMkLst>
        </pc:spChg>
        <pc:spChg chg="add del mod">
          <ac:chgData name="musukie52@gmail.com" userId="017bd91f96aa8751" providerId="LiveId" clId="{5B2C3894-F97E-4CAB-8812-5BB4D83AAC6A}" dt="2026-10-17T14:06:49.123" v="16892" actId="21"/>
          <ac:spMkLst>
            <pc:docMk/>
            <pc:sldMk cId="2696151100" sldId="299"/>
            <ac:spMk id="95" creationId="{60E961B5-1B4A-E76F-23C0-E207680886B6}"/>
          </ac:spMkLst>
        </pc:spChg>
        <pc:spChg chg="add del mod">
          <ac:chgData name="musukie52@gmail.com" userId="017bd91f96aa8751" providerId="LiveId" clId="{5B2C3894-F97E-4CAB-8812-5BB4D83AAC6A}" dt="2026-10-17T14:06:49.123" v="16892" actId="21"/>
          <ac:spMkLst>
            <pc:docMk/>
            <pc:sldMk cId="2696151100" sldId="299"/>
            <ac:spMk id="97" creationId="{4937CC97-9F83-7322-0146-03FC02A6B0BD}"/>
          </ac:spMkLst>
        </pc:spChg>
        <pc:spChg chg="add del mod">
          <ac:chgData name="musukie52@gmail.com" userId="017bd91f96aa8751" providerId="LiveId" clId="{5B2C3894-F97E-4CAB-8812-5BB4D83AAC6A}" dt="2026-10-17T14:04:30.343" v="16842" actId="21"/>
          <ac:spMkLst>
            <pc:docMk/>
            <pc:sldMk cId="2696151100" sldId="299"/>
            <ac:spMk id="99" creationId="{B8908F35-0D7D-4738-7752-499F53EB5F1B}"/>
          </ac:spMkLst>
        </pc:spChg>
        <pc:spChg chg="add del mod">
          <ac:chgData name="musukie52@gmail.com" userId="017bd91f96aa8751" providerId="LiveId" clId="{5B2C3894-F97E-4CAB-8812-5BB4D83AAC6A}" dt="2026-10-17T14:06:49.123" v="16892" actId="21"/>
          <ac:spMkLst>
            <pc:docMk/>
            <pc:sldMk cId="2696151100" sldId="299"/>
            <ac:spMk id="101" creationId="{31B9EA88-B75D-0148-57BD-5DC0A5C8A0FB}"/>
          </ac:spMkLst>
        </pc:spChg>
        <pc:spChg chg="add del mod">
          <ac:chgData name="musukie52@gmail.com" userId="017bd91f96aa8751" providerId="LiveId" clId="{5B2C3894-F97E-4CAB-8812-5BB4D83AAC6A}" dt="2026-10-17T14:06:49.123" v="16892" actId="21"/>
          <ac:spMkLst>
            <pc:docMk/>
            <pc:sldMk cId="2696151100" sldId="299"/>
            <ac:spMk id="108" creationId="{0D5E500A-E869-13DE-F1A1-1715819C9210}"/>
          </ac:spMkLst>
        </pc:spChg>
        <pc:spChg chg="add mod">
          <ac:chgData name="musukie52@gmail.com" userId="017bd91f96aa8751" providerId="LiveId" clId="{5B2C3894-F97E-4CAB-8812-5BB4D83AAC6A}" dt="2026-10-17T14:06:22.826" v="16884" actId="1076"/>
          <ac:spMkLst>
            <pc:docMk/>
            <pc:sldMk cId="2696151100" sldId="299"/>
            <ac:spMk id="112" creationId="{7F0DE4C9-324A-7210-9A38-D21494377FB8}"/>
          </ac:spMkLst>
        </pc:spChg>
        <pc:spChg chg="add del mod">
          <ac:chgData name="musukie52@gmail.com" userId="017bd91f96aa8751" providerId="LiveId" clId="{5B2C3894-F97E-4CAB-8812-5BB4D83AAC6A}" dt="2026-10-17T14:06:49.123" v="16892" actId="21"/>
          <ac:spMkLst>
            <pc:docMk/>
            <pc:sldMk cId="2696151100" sldId="299"/>
            <ac:spMk id="115" creationId="{A26BB8B8-7B17-50DD-8613-E94F1C63DCCC}"/>
          </ac:spMkLst>
        </pc:spChg>
        <pc:spChg chg="add del">
          <ac:chgData name="musukie52@gmail.com" userId="017bd91f96aa8751" providerId="LiveId" clId="{5B2C3894-F97E-4CAB-8812-5BB4D83AAC6A}" dt="2026-10-17T14:10:27.039" v="16959" actId="21"/>
          <ac:spMkLst>
            <pc:docMk/>
            <pc:sldMk cId="2696151100" sldId="299"/>
            <ac:spMk id="119" creationId="{AB90EB13-CAB0-0571-B496-27BA5567ABD8}"/>
          </ac:spMkLst>
        </pc:spChg>
        <pc:spChg chg="add del">
          <ac:chgData name="musukie52@gmail.com" userId="017bd91f96aa8751" providerId="LiveId" clId="{5B2C3894-F97E-4CAB-8812-5BB4D83AAC6A}" dt="2026-10-17T14:10:27.039" v="16959" actId="21"/>
          <ac:spMkLst>
            <pc:docMk/>
            <pc:sldMk cId="2696151100" sldId="299"/>
            <ac:spMk id="121" creationId="{47D4E3FF-6AD0-6389-5D40-310DBA2C23C1}"/>
          </ac:spMkLst>
        </pc:spChg>
        <pc:spChg chg="add del mod">
          <ac:chgData name="musukie52@gmail.com" userId="017bd91f96aa8751" providerId="LiveId" clId="{5B2C3894-F97E-4CAB-8812-5BB4D83AAC6A}" dt="2026-10-17T14:10:27.039" v="16959" actId="21"/>
          <ac:spMkLst>
            <pc:docMk/>
            <pc:sldMk cId="2696151100" sldId="299"/>
            <ac:spMk id="123" creationId="{C1936E9F-4E7A-B2D5-2710-142E9A660590}"/>
          </ac:spMkLst>
        </pc:spChg>
        <pc:spChg chg="add del mod">
          <ac:chgData name="musukie52@gmail.com" userId="017bd91f96aa8751" providerId="LiveId" clId="{5B2C3894-F97E-4CAB-8812-5BB4D83AAC6A}" dt="2026-10-17T14:10:27.039" v="16959" actId="21"/>
          <ac:spMkLst>
            <pc:docMk/>
            <pc:sldMk cId="2696151100" sldId="299"/>
            <ac:spMk id="125" creationId="{F44A85CB-1DAA-E369-5585-77E432FE356E}"/>
          </ac:spMkLst>
        </pc:spChg>
        <pc:spChg chg="add del mod">
          <ac:chgData name="musukie52@gmail.com" userId="017bd91f96aa8751" providerId="LiveId" clId="{5B2C3894-F97E-4CAB-8812-5BB4D83AAC6A}" dt="2026-10-17T14:10:27.039" v="16959" actId="21"/>
          <ac:spMkLst>
            <pc:docMk/>
            <pc:sldMk cId="2696151100" sldId="299"/>
            <ac:spMk id="127" creationId="{8101ADB5-04D5-CB9A-95CC-0AB47B586876}"/>
          </ac:spMkLst>
        </pc:spChg>
        <pc:spChg chg="mod">
          <ac:chgData name="musukie52@gmail.com" userId="017bd91f96aa8751" providerId="LiveId" clId="{5B2C3894-F97E-4CAB-8812-5BB4D83AAC6A}" dt="2026-10-17T14:09:25.709" v="16926" actId="1035"/>
          <ac:spMkLst>
            <pc:docMk/>
            <pc:sldMk cId="2696151100" sldId="299"/>
            <ac:spMk id="129" creationId="{886C2EFF-57F1-44EB-DB64-30BCBCF19FFE}"/>
          </ac:spMkLst>
        </pc:spChg>
        <pc:spChg chg="add del mod">
          <ac:chgData name="musukie52@gmail.com" userId="017bd91f96aa8751" providerId="LiveId" clId="{5B2C3894-F97E-4CAB-8812-5BB4D83AAC6A}" dt="2026-10-17T14:10:27.039" v="16959" actId="21"/>
          <ac:spMkLst>
            <pc:docMk/>
            <pc:sldMk cId="2696151100" sldId="299"/>
            <ac:spMk id="131" creationId="{0075DE61-D2E7-B42C-664C-F1CC238C656D}"/>
          </ac:spMkLst>
        </pc:spChg>
        <pc:spChg chg="add del mod">
          <ac:chgData name="musukie52@gmail.com" userId="017bd91f96aa8751" providerId="LiveId" clId="{5B2C3894-F97E-4CAB-8812-5BB4D83AAC6A}" dt="2026-10-17T14:10:27.039" v="16959" actId="21"/>
          <ac:spMkLst>
            <pc:docMk/>
            <pc:sldMk cId="2696151100" sldId="299"/>
            <ac:spMk id="133" creationId="{A90D2F93-62B0-358E-CD1A-49C7AA1E5711}"/>
          </ac:spMkLst>
        </pc:spChg>
        <pc:spChg chg="add del">
          <ac:chgData name="musukie52@gmail.com" userId="017bd91f96aa8751" providerId="LiveId" clId="{5B2C3894-F97E-4CAB-8812-5BB4D83AAC6A}" dt="2026-10-17T14:10:27.039" v="16959" actId="21"/>
          <ac:spMkLst>
            <pc:docMk/>
            <pc:sldMk cId="2696151100" sldId="299"/>
            <ac:spMk id="139" creationId="{2067F7F5-C2CB-B70A-1915-4DBDF5B365BE}"/>
          </ac:spMkLst>
        </pc:spChg>
        <pc:spChg chg="add del mod">
          <ac:chgData name="musukie52@gmail.com" userId="017bd91f96aa8751" providerId="LiveId" clId="{5B2C3894-F97E-4CAB-8812-5BB4D83AAC6A}" dt="2026-10-17T14:10:27.039" v="16959" actId="21"/>
          <ac:spMkLst>
            <pc:docMk/>
            <pc:sldMk cId="2696151100" sldId="299"/>
            <ac:spMk id="143" creationId="{01B08333-78CA-9A44-ADE9-FA39599343E9}"/>
          </ac:spMkLst>
        </pc:spChg>
        <pc:spChg chg="add del mod">
          <ac:chgData name="musukie52@gmail.com" userId="017bd91f96aa8751" providerId="LiveId" clId="{5B2C3894-F97E-4CAB-8812-5BB4D83AAC6A}" dt="2026-10-17T14:10:27.039" v="16959" actId="21"/>
          <ac:spMkLst>
            <pc:docMk/>
            <pc:sldMk cId="2696151100" sldId="299"/>
            <ac:spMk id="145" creationId="{1EC12301-C8D7-654B-3737-6AAE6B6A2BFC}"/>
          </ac:spMkLst>
        </pc:spChg>
        <pc:spChg chg="add del mod">
          <ac:chgData name="musukie52@gmail.com" userId="017bd91f96aa8751" providerId="LiveId" clId="{5B2C3894-F97E-4CAB-8812-5BB4D83AAC6A}" dt="2026-10-17T14:10:19.299" v="16956" actId="478"/>
          <ac:spMkLst>
            <pc:docMk/>
            <pc:sldMk cId="2696151100" sldId="299"/>
            <ac:spMk id="146" creationId="{A8B4399E-FA73-8BE7-C371-C9508E076413}"/>
          </ac:spMkLst>
        </pc:spChg>
        <pc:spChg chg="add del mod">
          <ac:chgData name="musukie52@gmail.com" userId="017bd91f96aa8751" providerId="LiveId" clId="{5B2C3894-F97E-4CAB-8812-5BB4D83AAC6A}" dt="2026-10-17T12:16:17.079" v="14647" actId="21"/>
          <ac:spMkLst>
            <pc:docMk/>
            <pc:sldMk cId="2696151100" sldId="299"/>
            <ac:spMk id="171" creationId="{231B8586-60ED-17DF-7F5B-DE184C5D1F85}"/>
          </ac:spMkLst>
        </pc:spChg>
        <pc:spChg chg="add del mod">
          <ac:chgData name="musukie52@gmail.com" userId="017bd91f96aa8751" providerId="LiveId" clId="{5B2C3894-F97E-4CAB-8812-5BB4D83AAC6A}" dt="2026-10-17T12:16:17.079" v="14647" actId="21"/>
          <ac:spMkLst>
            <pc:docMk/>
            <pc:sldMk cId="2696151100" sldId="299"/>
            <ac:spMk id="172" creationId="{1450B255-29EE-46E4-EAB0-CBC25CBF2485}"/>
          </ac:spMkLst>
        </pc:spChg>
        <pc:spChg chg="add del mod ord">
          <ac:chgData name="musukie52@gmail.com" userId="017bd91f96aa8751" providerId="LiveId" clId="{5B2C3894-F97E-4CAB-8812-5BB4D83AAC6A}" dt="2026-10-17T12:16:17.079" v="14647" actId="21"/>
          <ac:spMkLst>
            <pc:docMk/>
            <pc:sldMk cId="2696151100" sldId="299"/>
            <ac:spMk id="178" creationId="{F94DF2DF-BCB6-927F-1DEE-6285E7D411B7}"/>
          </ac:spMkLst>
        </pc:spChg>
        <pc:spChg chg="add mod">
          <ac:chgData name="musukie52@gmail.com" userId="017bd91f96aa8751" providerId="LiveId" clId="{5B2C3894-F97E-4CAB-8812-5BB4D83AAC6A}" dt="2026-10-17T12:16:29.825" v="14650"/>
          <ac:spMkLst>
            <pc:docMk/>
            <pc:sldMk cId="2696151100" sldId="299"/>
            <ac:spMk id="180" creationId="{40B56962-61F8-C970-EB4E-F6BF830DFB41}"/>
          </ac:spMkLst>
        </pc:spChg>
        <pc:spChg chg="add del mod ord">
          <ac:chgData name="musukie52@gmail.com" userId="017bd91f96aa8751" providerId="LiveId" clId="{5B2C3894-F97E-4CAB-8812-5BB4D83AAC6A}" dt="2026-10-17T12:17:44.283" v="14666" actId="21"/>
          <ac:spMkLst>
            <pc:docMk/>
            <pc:sldMk cId="2696151100" sldId="299"/>
            <ac:spMk id="182" creationId="{84EBBF65-694D-7EC2-4F57-C37E958E9235}"/>
          </ac:spMkLst>
        </pc:spChg>
        <pc:spChg chg="add mod">
          <ac:chgData name="musukie52@gmail.com" userId="017bd91f96aa8751" providerId="LiveId" clId="{5B2C3894-F97E-4CAB-8812-5BB4D83AAC6A}" dt="2026-10-17T12:16:29.825" v="14650"/>
          <ac:spMkLst>
            <pc:docMk/>
            <pc:sldMk cId="2696151100" sldId="299"/>
            <ac:spMk id="189" creationId="{F94DF2DF-BCB6-927F-1DEE-6285E7D411B7}"/>
          </ac:spMkLst>
        </pc:spChg>
        <pc:spChg chg="add del mod">
          <ac:chgData name="musukie52@gmail.com" userId="017bd91f96aa8751" providerId="LiveId" clId="{5B2C3894-F97E-4CAB-8812-5BB4D83AAC6A}" dt="2026-10-17T12:17:08.289" v="14660" actId="21"/>
          <ac:spMkLst>
            <pc:docMk/>
            <pc:sldMk cId="2696151100" sldId="299"/>
            <ac:spMk id="192" creationId="{0D615AF3-C5CB-F165-44F8-AD28CC4D863D}"/>
          </ac:spMkLst>
        </pc:spChg>
        <pc:spChg chg="add del mod">
          <ac:chgData name="musukie52@gmail.com" userId="017bd91f96aa8751" providerId="LiveId" clId="{5B2C3894-F97E-4CAB-8812-5BB4D83AAC6A}" dt="2026-10-17T12:17:44.283" v="14666" actId="21"/>
          <ac:spMkLst>
            <pc:docMk/>
            <pc:sldMk cId="2696151100" sldId="299"/>
            <ac:spMk id="196" creationId="{40B56962-61F8-C970-EB4E-F6BF830DFB41}"/>
          </ac:spMkLst>
        </pc:spChg>
        <pc:spChg chg="add del mod">
          <ac:chgData name="musukie52@gmail.com" userId="017bd91f96aa8751" providerId="LiveId" clId="{5B2C3894-F97E-4CAB-8812-5BB4D83AAC6A}" dt="2026-10-17T12:17:44.283" v="14666" actId="21"/>
          <ac:spMkLst>
            <pc:docMk/>
            <pc:sldMk cId="2696151100" sldId="299"/>
            <ac:spMk id="197" creationId="{1FB6F9F9-65E0-7AAA-4EF4-1CCBAB64858E}"/>
          </ac:spMkLst>
        </pc:spChg>
        <pc:picChg chg="add del">
          <ac:chgData name="musukie52@gmail.com" userId="017bd91f96aa8751" providerId="LiveId" clId="{5B2C3894-F97E-4CAB-8812-5BB4D83AAC6A}" dt="2026-10-17T13:01:13.882" v="15533" actId="21"/>
          <ac:picMkLst>
            <pc:docMk/>
            <pc:sldMk cId="2696151100" sldId="299"/>
            <ac:picMk id="27" creationId="{3233307F-3862-EB64-4ADE-B73242ACEE59}"/>
          </ac:picMkLst>
        </pc:picChg>
        <pc:picChg chg="add del mod">
          <ac:chgData name="musukie52@gmail.com" userId="017bd91f96aa8751" providerId="LiveId" clId="{5B2C3894-F97E-4CAB-8812-5BB4D83AAC6A}" dt="2026-10-17T14:08:32.428" v="16903" actId="21"/>
          <ac:picMkLst>
            <pc:docMk/>
            <pc:sldMk cId="2696151100" sldId="299"/>
            <ac:picMk id="29" creationId="{B82E4F56-0185-942E-9287-EACF77C67875}"/>
          </ac:picMkLst>
        </pc:picChg>
        <pc:picChg chg="add del">
          <ac:chgData name="musukie52@gmail.com" userId="017bd91f96aa8751" providerId="LiveId" clId="{5B2C3894-F97E-4CAB-8812-5BB4D83AAC6A}" dt="2026-10-17T13:24:12.089" v="16089" actId="21"/>
          <ac:picMkLst>
            <pc:docMk/>
            <pc:sldMk cId="2696151100" sldId="299"/>
            <ac:picMk id="31" creationId="{BBA2CB16-2C9E-5E8C-31B8-9994576ABBBE}"/>
          </ac:picMkLst>
        </pc:picChg>
        <pc:picChg chg="add del mod">
          <ac:chgData name="musukie52@gmail.com" userId="017bd91f96aa8751" providerId="LiveId" clId="{5B2C3894-F97E-4CAB-8812-5BB4D83AAC6A}" dt="2026-10-17T14:08:32.428" v="16903" actId="21"/>
          <ac:picMkLst>
            <pc:docMk/>
            <pc:sldMk cId="2696151100" sldId="299"/>
            <ac:picMk id="33" creationId="{861A20A5-6B10-15A5-E82E-464A92532D2D}"/>
          </ac:picMkLst>
        </pc:picChg>
        <pc:picChg chg="add del mod">
          <ac:chgData name="musukie52@gmail.com" userId="017bd91f96aa8751" providerId="LiveId" clId="{5B2C3894-F97E-4CAB-8812-5BB4D83AAC6A}" dt="2026-10-17T13:03:50.712" v="15558" actId="21"/>
          <ac:picMkLst>
            <pc:docMk/>
            <pc:sldMk cId="2696151100" sldId="299"/>
            <ac:picMk id="35" creationId="{D98BD096-FAC4-AE93-7EB4-F28DC3DEDAF0}"/>
          </ac:picMkLst>
        </pc:picChg>
        <pc:picChg chg="add del mod">
          <ac:chgData name="musukie52@gmail.com" userId="017bd91f96aa8751" providerId="LiveId" clId="{5B2C3894-F97E-4CAB-8812-5BB4D83AAC6A}" dt="2026-10-17T13:03:50.712" v="15558" actId="21"/>
          <ac:picMkLst>
            <pc:docMk/>
            <pc:sldMk cId="2696151100" sldId="299"/>
            <ac:picMk id="37" creationId="{9598E8E5-024F-95DB-9F35-53A5175925E9}"/>
          </ac:picMkLst>
        </pc:picChg>
        <pc:picChg chg="add del mod">
          <ac:chgData name="musukie52@gmail.com" userId="017bd91f96aa8751" providerId="LiveId" clId="{5B2C3894-F97E-4CAB-8812-5BB4D83AAC6A}" dt="2026-10-17T13:03:50.712" v="15558" actId="21"/>
          <ac:picMkLst>
            <pc:docMk/>
            <pc:sldMk cId="2696151100" sldId="299"/>
            <ac:picMk id="39" creationId="{BD99B05A-1AB5-36AE-0455-877B857F1911}"/>
          </ac:picMkLst>
        </pc:picChg>
        <pc:picChg chg="add del">
          <ac:chgData name="musukie52@gmail.com" userId="017bd91f96aa8751" providerId="LiveId" clId="{5B2C3894-F97E-4CAB-8812-5BB4D83AAC6A}" dt="2026-10-17T13:04:46.291" v="15572" actId="21"/>
          <ac:picMkLst>
            <pc:docMk/>
            <pc:sldMk cId="2696151100" sldId="299"/>
            <ac:picMk id="41" creationId="{B1C4789D-907E-8546-80F9-B5B08A7B28AB}"/>
          </ac:picMkLst>
        </pc:picChg>
        <pc:picChg chg="add del mod">
          <ac:chgData name="musukie52@gmail.com" userId="017bd91f96aa8751" providerId="LiveId" clId="{5B2C3894-F97E-4CAB-8812-5BB4D83AAC6A}" dt="2026-10-17T13:04:46.291" v="15572" actId="21"/>
          <ac:picMkLst>
            <pc:docMk/>
            <pc:sldMk cId="2696151100" sldId="299"/>
            <ac:picMk id="43" creationId="{80BCBC62-4A6F-B871-9178-AD882D353356}"/>
          </ac:picMkLst>
        </pc:picChg>
        <pc:picChg chg="add del mod">
          <ac:chgData name="musukie52@gmail.com" userId="017bd91f96aa8751" providerId="LiveId" clId="{5B2C3894-F97E-4CAB-8812-5BB4D83AAC6A}" dt="2026-10-17T13:04:46.291" v="15572" actId="21"/>
          <ac:picMkLst>
            <pc:docMk/>
            <pc:sldMk cId="2696151100" sldId="299"/>
            <ac:picMk id="45" creationId="{3118FD7F-D12D-96F2-748B-1E92998EE763}"/>
          </ac:picMkLst>
        </pc:picChg>
        <pc:picChg chg="add del mod">
          <ac:chgData name="musukie52@gmail.com" userId="017bd91f96aa8751" providerId="LiveId" clId="{5B2C3894-F97E-4CAB-8812-5BB4D83AAC6A}" dt="2026-10-17T14:05:21.685" v="16860" actId="21"/>
          <ac:picMkLst>
            <pc:docMk/>
            <pc:sldMk cId="2696151100" sldId="299"/>
            <ac:picMk id="103" creationId="{DCC19673-88BA-A24F-DC34-3033E5475DEB}"/>
          </ac:picMkLst>
        </pc:picChg>
        <pc:picChg chg="add mod modCrop">
          <ac:chgData name="musukie52@gmail.com" userId="017bd91f96aa8751" providerId="LiveId" clId="{5B2C3894-F97E-4CAB-8812-5BB4D83AAC6A}" dt="2026-10-17T14:05:59.621" v="16876" actId="1036"/>
          <ac:picMkLst>
            <pc:docMk/>
            <pc:sldMk cId="2696151100" sldId="299"/>
            <ac:picMk id="105" creationId="{C57B14A2-0FC9-4CF4-A44D-764EB47100B1}"/>
          </ac:picMkLst>
        </pc:picChg>
        <pc:picChg chg="add mod modCrop">
          <ac:chgData name="musukie52@gmail.com" userId="017bd91f96aa8751" providerId="LiveId" clId="{5B2C3894-F97E-4CAB-8812-5BB4D83AAC6A}" dt="2026-10-17T14:05:59.621" v="16876" actId="1036"/>
          <ac:picMkLst>
            <pc:docMk/>
            <pc:sldMk cId="2696151100" sldId="299"/>
            <ac:picMk id="107" creationId="{6DB895B8-F461-53B8-BEC3-4BE3BE4BBCD4}"/>
          </ac:picMkLst>
        </pc:picChg>
        <pc:picChg chg="add mod">
          <ac:chgData name="musukie52@gmail.com" userId="017bd91f96aa8751" providerId="LiveId" clId="{5B2C3894-F97E-4CAB-8812-5BB4D83AAC6A}" dt="2026-10-17T14:05:59.621" v="16876" actId="1036"/>
          <ac:picMkLst>
            <pc:docMk/>
            <pc:sldMk cId="2696151100" sldId="299"/>
            <ac:picMk id="110" creationId="{3DA629C7-BC58-D9A4-F994-D697F2E18353}"/>
          </ac:picMkLst>
        </pc:picChg>
        <pc:picChg chg="add del mod">
          <ac:chgData name="musukie52@gmail.com" userId="017bd91f96aa8751" providerId="LiveId" clId="{5B2C3894-F97E-4CAB-8812-5BB4D83AAC6A}" dt="2026-10-17T14:08:32.428" v="16903" actId="21"/>
          <ac:picMkLst>
            <pc:docMk/>
            <pc:sldMk cId="2696151100" sldId="299"/>
            <ac:picMk id="135" creationId="{D72F8F30-D0A4-4A40-7959-E95C9BED89C3}"/>
          </ac:picMkLst>
        </pc:picChg>
        <pc:picChg chg="add del">
          <ac:chgData name="musukie52@gmail.com" userId="017bd91f96aa8751" providerId="LiveId" clId="{5B2C3894-F97E-4CAB-8812-5BB4D83AAC6A}" dt="2026-10-17T14:08:32.428" v="16903" actId="21"/>
          <ac:picMkLst>
            <pc:docMk/>
            <pc:sldMk cId="2696151100" sldId="299"/>
            <ac:picMk id="137" creationId="{A6A8E3B5-3B57-C85B-5B7C-90D5F42AA401}"/>
          </ac:picMkLst>
        </pc:picChg>
        <pc:picChg chg="add del">
          <ac:chgData name="musukie52@gmail.com" userId="017bd91f96aa8751" providerId="LiveId" clId="{5B2C3894-F97E-4CAB-8812-5BB4D83AAC6A}" dt="2026-10-17T14:08:32.428" v="16903" actId="21"/>
          <ac:picMkLst>
            <pc:docMk/>
            <pc:sldMk cId="2696151100" sldId="299"/>
            <ac:picMk id="141" creationId="{DBD3AF4F-F0E7-37B7-419B-C1B36D1B377B}"/>
          </ac:picMkLst>
        </pc:picChg>
        <pc:picChg chg="add mod">
          <ac:chgData name="musukie52@gmail.com" userId="017bd91f96aa8751" providerId="LiveId" clId="{5B2C3894-F97E-4CAB-8812-5BB4D83AAC6A}" dt="2026-10-17T14:10:24.743" v="16958" actId="1076"/>
          <ac:picMkLst>
            <pc:docMk/>
            <pc:sldMk cId="2696151100" sldId="299"/>
            <ac:picMk id="148" creationId="{0125B053-7641-3678-AF66-ED0246DC1C9B}"/>
          </ac:picMkLst>
        </pc:picChg>
        <pc:picChg chg="add mod">
          <ac:chgData name="musukie52@gmail.com" userId="017bd91f96aa8751" providerId="LiveId" clId="{5B2C3894-F97E-4CAB-8812-5BB4D83AAC6A}" dt="2026-10-17T14:10:24.743" v="16958" actId="1076"/>
          <ac:picMkLst>
            <pc:docMk/>
            <pc:sldMk cId="2696151100" sldId="299"/>
            <ac:picMk id="150" creationId="{94B2EE3B-16B5-165A-CE6B-D1F75E525985}"/>
          </ac:picMkLst>
        </pc:picChg>
        <pc:picChg chg="add mod">
          <ac:chgData name="musukie52@gmail.com" userId="017bd91f96aa8751" providerId="LiveId" clId="{5B2C3894-F97E-4CAB-8812-5BB4D83AAC6A}" dt="2026-10-17T14:10:24.743" v="16958" actId="1076"/>
          <ac:picMkLst>
            <pc:docMk/>
            <pc:sldMk cId="2696151100" sldId="299"/>
            <ac:picMk id="152" creationId="{CCE594EE-3CF9-BBB0-13B3-BD0AC12C071F}"/>
          </ac:picMkLst>
        </pc:picChg>
        <pc:picChg chg="add mod">
          <ac:chgData name="musukie52@gmail.com" userId="017bd91f96aa8751" providerId="LiveId" clId="{5B2C3894-F97E-4CAB-8812-5BB4D83AAC6A}" dt="2026-10-17T14:10:24.743" v="16958" actId="1076"/>
          <ac:picMkLst>
            <pc:docMk/>
            <pc:sldMk cId="2696151100" sldId="299"/>
            <ac:picMk id="154" creationId="{04459E01-90D4-9275-2C51-109E933E33B9}"/>
          </ac:picMkLst>
        </pc:picChg>
        <pc:picChg chg="add mod">
          <ac:chgData name="musukie52@gmail.com" userId="017bd91f96aa8751" providerId="LiveId" clId="{5B2C3894-F97E-4CAB-8812-5BB4D83AAC6A}" dt="2026-10-17T14:10:24.743" v="16958" actId="1076"/>
          <ac:picMkLst>
            <pc:docMk/>
            <pc:sldMk cId="2696151100" sldId="299"/>
            <ac:picMk id="156" creationId="{7F23B81A-1D14-5F55-4572-2DAF57C79020}"/>
          </ac:picMkLst>
        </pc:picChg>
        <pc:cxnChg chg="add del mod">
          <ac:chgData name="musukie52@gmail.com" userId="017bd91f96aa8751" providerId="LiveId" clId="{5B2C3894-F97E-4CAB-8812-5BB4D83AAC6A}" dt="2026-10-17T12:17:08.289" v="14660" actId="21"/>
          <ac:cxnSpMkLst>
            <pc:docMk/>
            <pc:sldMk cId="2696151100" sldId="299"/>
            <ac:cxnSpMk id="23" creationId="{40B782BE-09D2-A020-D0F3-FCC698DE9C77}"/>
          </ac:cxnSpMkLst>
        </pc:cxnChg>
        <pc:cxnChg chg="add del mod">
          <ac:chgData name="musukie52@gmail.com" userId="017bd91f96aa8751" providerId="LiveId" clId="{5B2C3894-F97E-4CAB-8812-5BB4D83AAC6A}" dt="2026-10-17T12:17:08.289" v="14660" actId="21"/>
          <ac:cxnSpMkLst>
            <pc:docMk/>
            <pc:sldMk cId="2696151100" sldId="299"/>
            <ac:cxnSpMk id="25" creationId="{14DFD02E-C784-3F60-B693-604CE1DB8C0F}"/>
          </ac:cxnSpMkLst>
        </pc:cxnChg>
        <pc:cxnChg chg="add del mod">
          <ac:chgData name="musukie52@gmail.com" userId="017bd91f96aa8751" providerId="LiveId" clId="{5B2C3894-F97E-4CAB-8812-5BB4D83AAC6A}" dt="2026-10-17T12:16:17.079" v="14647" actId="21"/>
          <ac:cxnSpMkLst>
            <pc:docMk/>
            <pc:sldMk cId="2696151100" sldId="299"/>
            <ac:cxnSpMk id="113" creationId="{80F16835-59F9-894F-1EF2-16AE20759CCE}"/>
          </ac:cxnSpMkLst>
        </pc:cxnChg>
        <pc:cxnChg chg="add del mod">
          <ac:chgData name="musukie52@gmail.com" userId="017bd91f96aa8751" providerId="LiveId" clId="{5B2C3894-F97E-4CAB-8812-5BB4D83AAC6A}" dt="2026-10-17T12:16:17.079" v="14647" actId="21"/>
          <ac:cxnSpMkLst>
            <pc:docMk/>
            <pc:sldMk cId="2696151100" sldId="299"/>
            <ac:cxnSpMk id="179" creationId="{14DFD02E-C784-3F60-B693-604CE1DB8C0F}"/>
          </ac:cxnSpMkLst>
        </pc:cxnChg>
        <pc:cxnChg chg="add mod">
          <ac:chgData name="musukie52@gmail.com" userId="017bd91f96aa8751" providerId="LiveId" clId="{5B2C3894-F97E-4CAB-8812-5BB4D83AAC6A}" dt="2026-10-17T12:16:29.825" v="14650"/>
          <ac:cxnSpMkLst>
            <pc:docMk/>
            <pc:sldMk cId="2696151100" sldId="299"/>
            <ac:cxnSpMk id="181" creationId="{40B782BE-09D2-A020-D0F3-FCC698DE9C77}"/>
          </ac:cxnSpMkLst>
        </pc:cxnChg>
        <pc:cxnChg chg="add del mod">
          <ac:chgData name="musukie52@gmail.com" userId="017bd91f96aa8751" providerId="LiveId" clId="{5B2C3894-F97E-4CAB-8812-5BB4D83AAC6A}" dt="2026-10-17T12:17:44.283" v="14666" actId="21"/>
          <ac:cxnSpMkLst>
            <pc:docMk/>
            <pc:sldMk cId="2696151100" sldId="299"/>
            <ac:cxnSpMk id="183" creationId="{F958360E-279F-F912-83EB-502CCDFD353F}"/>
          </ac:cxnSpMkLst>
        </pc:cxnChg>
        <pc:cxnChg chg="add mod">
          <ac:chgData name="musukie52@gmail.com" userId="017bd91f96aa8751" providerId="LiveId" clId="{5B2C3894-F97E-4CAB-8812-5BB4D83AAC6A}" dt="2026-10-17T12:16:29.825" v="14650"/>
          <ac:cxnSpMkLst>
            <pc:docMk/>
            <pc:sldMk cId="2696151100" sldId="299"/>
            <ac:cxnSpMk id="195" creationId="{14DFD02E-C784-3F60-B693-604CE1DB8C0F}"/>
          </ac:cxnSpMkLst>
        </pc:cxnChg>
        <pc:cxnChg chg="add del mod">
          <ac:chgData name="musukie52@gmail.com" userId="017bd91f96aa8751" providerId="LiveId" clId="{5B2C3894-F97E-4CAB-8812-5BB4D83AAC6A}" dt="2026-10-17T12:17:44.283" v="14666" actId="21"/>
          <ac:cxnSpMkLst>
            <pc:docMk/>
            <pc:sldMk cId="2696151100" sldId="299"/>
            <ac:cxnSpMk id="198" creationId="{40B782BE-09D2-A020-D0F3-FCC698DE9C77}"/>
          </ac:cxnSpMkLst>
        </pc:cxnChg>
      </pc:sldChg>
      <pc:sldChg chg="addSp delSp modSp add mod">
        <pc:chgData name="musukie52@gmail.com" userId="017bd91f96aa8751" providerId="LiveId" clId="{5B2C3894-F97E-4CAB-8812-5BB4D83AAC6A}" dt="2026-10-18T06:31:22.355" v="21571" actId="20577"/>
        <pc:sldMkLst>
          <pc:docMk/>
          <pc:sldMk cId="3746318518" sldId="300"/>
        </pc:sldMkLst>
        <pc:spChg chg="add mod">
          <ac:chgData name="musukie52@gmail.com" userId="017bd91f96aa8751" providerId="LiveId" clId="{5B2C3894-F97E-4CAB-8812-5BB4D83AAC6A}" dt="2026-10-17T15:27:32.686" v="18267" actId="1076"/>
          <ac:spMkLst>
            <pc:docMk/>
            <pc:sldMk cId="3746318518" sldId="300"/>
            <ac:spMk id="3" creationId="{DECCEDA6-2248-BE5E-45CB-9D377EA4BFE8}"/>
          </ac:spMkLst>
        </pc:spChg>
        <pc:spChg chg="add mod ord">
          <ac:chgData name="musukie52@gmail.com" userId="017bd91f96aa8751" providerId="LiveId" clId="{5B2C3894-F97E-4CAB-8812-5BB4D83AAC6A}" dt="2026-10-17T15:27:37.726" v="18268" actId="1076"/>
          <ac:spMkLst>
            <pc:docMk/>
            <pc:sldMk cId="3746318518" sldId="300"/>
            <ac:spMk id="4" creationId="{B139DA04-0E14-3C90-32AB-1F6C1B4CD09D}"/>
          </ac:spMkLst>
        </pc:spChg>
        <pc:spChg chg="mod">
          <ac:chgData name="musukie52@gmail.com" userId="017bd91f96aa8751" providerId="LiveId" clId="{5B2C3894-F97E-4CAB-8812-5BB4D83AAC6A}" dt="2026-10-17T15:05:30.158" v="17768" actId="20577"/>
          <ac:spMkLst>
            <pc:docMk/>
            <pc:sldMk cId="3746318518" sldId="300"/>
            <ac:spMk id="5" creationId="{A0CCBEC7-41B9-2D1B-6770-99C4F4D789ED}"/>
          </ac:spMkLst>
        </pc:spChg>
        <pc:spChg chg="del">
          <ac:chgData name="musukie52@gmail.com" userId="017bd91f96aa8751" providerId="LiveId" clId="{5B2C3894-F97E-4CAB-8812-5BB4D83AAC6A}" dt="2026-10-17T11:10:03.434" v="12812" actId="478"/>
          <ac:spMkLst>
            <pc:docMk/>
            <pc:sldMk cId="3746318518" sldId="300"/>
            <ac:spMk id="7" creationId="{85FFF386-908E-C6EE-618B-7E6E63CD03F0}"/>
          </ac:spMkLst>
        </pc:spChg>
        <pc:spChg chg="add del mod">
          <ac:chgData name="musukie52@gmail.com" userId="017bd91f96aa8751" providerId="LiveId" clId="{5B2C3894-F97E-4CAB-8812-5BB4D83AAC6A}" dt="2026-10-18T04:40:07.993" v="19803" actId="1035"/>
          <ac:spMkLst>
            <pc:docMk/>
            <pc:sldMk cId="3746318518" sldId="300"/>
            <ac:spMk id="8" creationId="{1F771E45-906C-A1D9-A6F4-6A04BA265DD1}"/>
          </ac:spMkLst>
        </pc:spChg>
        <pc:spChg chg="add del mod ord">
          <ac:chgData name="musukie52@gmail.com" userId="017bd91f96aa8751" providerId="LiveId" clId="{5B2C3894-F97E-4CAB-8812-5BB4D83AAC6A}" dt="2026-10-17T15:15:19.827" v="17962" actId="478"/>
          <ac:spMkLst>
            <pc:docMk/>
            <pc:sldMk cId="3746318518" sldId="300"/>
            <ac:spMk id="8" creationId="{509CCC15-7ABF-BCB9-24DA-17EC150056B1}"/>
          </ac:spMkLst>
        </pc:spChg>
        <pc:spChg chg="add mod">
          <ac:chgData name="musukie52@gmail.com" userId="017bd91f96aa8751" providerId="LiveId" clId="{5B2C3894-F97E-4CAB-8812-5BB4D83AAC6A}" dt="2026-10-18T04:40:07.993" v="19803" actId="1035"/>
          <ac:spMkLst>
            <pc:docMk/>
            <pc:sldMk cId="3746318518" sldId="300"/>
            <ac:spMk id="9" creationId="{516C99AB-874A-1FD2-A9FD-2EEFA1AC4E88}"/>
          </ac:spMkLst>
        </pc:spChg>
        <pc:spChg chg="del">
          <ac:chgData name="musukie52@gmail.com" userId="017bd91f96aa8751" providerId="LiveId" clId="{5B2C3894-F97E-4CAB-8812-5BB4D83AAC6A}" dt="2026-10-17T11:10:03.434" v="12812" actId="478"/>
          <ac:spMkLst>
            <pc:docMk/>
            <pc:sldMk cId="3746318518" sldId="300"/>
            <ac:spMk id="9" creationId="{9CD87F56-D3E3-17CB-CE03-1C90386E450F}"/>
          </ac:spMkLst>
        </pc:spChg>
        <pc:spChg chg="add del mod">
          <ac:chgData name="musukie52@gmail.com" userId="017bd91f96aa8751" providerId="LiveId" clId="{5B2C3894-F97E-4CAB-8812-5BB4D83AAC6A}" dt="2026-10-17T15:11:59.121" v="17932" actId="478"/>
          <ac:spMkLst>
            <pc:docMk/>
            <pc:sldMk cId="3746318518" sldId="300"/>
            <ac:spMk id="10" creationId="{9BD02296-E925-F53D-66C7-02EB842A1750}"/>
          </ac:spMkLst>
        </pc:spChg>
        <pc:spChg chg="add del">
          <ac:chgData name="musukie52@gmail.com" userId="017bd91f96aa8751" providerId="LiveId" clId="{5B2C3894-F97E-4CAB-8812-5BB4D83AAC6A}" dt="2026-10-18T04:29:14.160" v="19368" actId="478"/>
          <ac:spMkLst>
            <pc:docMk/>
            <pc:sldMk cId="3746318518" sldId="300"/>
            <ac:spMk id="11" creationId="{FBD68A7D-B0E4-1AC1-E719-FA806EAF250A}"/>
          </ac:spMkLst>
        </pc:spChg>
        <pc:spChg chg="del">
          <ac:chgData name="musukie52@gmail.com" userId="017bd91f96aa8751" providerId="LiveId" clId="{5B2C3894-F97E-4CAB-8812-5BB4D83AAC6A}" dt="2026-10-17T11:10:03.434" v="12812" actId="478"/>
          <ac:spMkLst>
            <pc:docMk/>
            <pc:sldMk cId="3746318518" sldId="300"/>
            <ac:spMk id="12" creationId="{349D36F5-3517-B5E8-EDF2-3E4E7BD35EBF}"/>
          </ac:spMkLst>
        </pc:spChg>
        <pc:spChg chg="add mod">
          <ac:chgData name="musukie52@gmail.com" userId="017bd91f96aa8751" providerId="LiveId" clId="{5B2C3894-F97E-4CAB-8812-5BB4D83AAC6A}" dt="2026-10-18T04:40:07.993" v="19803" actId="1035"/>
          <ac:spMkLst>
            <pc:docMk/>
            <pc:sldMk cId="3746318518" sldId="300"/>
            <ac:spMk id="13" creationId="{D13B11DB-9996-031D-F3FD-A740AE8571DF}"/>
          </ac:spMkLst>
        </pc:spChg>
        <pc:spChg chg="add del mod">
          <ac:chgData name="musukie52@gmail.com" userId="017bd91f96aa8751" providerId="LiveId" clId="{5B2C3894-F97E-4CAB-8812-5BB4D83AAC6A}" dt="2026-10-17T15:11:50.826" v="17930" actId="478"/>
          <ac:spMkLst>
            <pc:docMk/>
            <pc:sldMk cId="3746318518" sldId="300"/>
            <ac:spMk id="13" creationId="{D2C01B7A-FA05-CB9A-67D0-4FF08488D01E}"/>
          </ac:spMkLst>
        </pc:spChg>
        <pc:spChg chg="add mod">
          <ac:chgData name="musukie52@gmail.com" userId="017bd91f96aa8751" providerId="LiveId" clId="{5B2C3894-F97E-4CAB-8812-5BB4D83AAC6A}" dt="2026-10-18T04:40:07.993" v="19803" actId="1035"/>
          <ac:spMkLst>
            <pc:docMk/>
            <pc:sldMk cId="3746318518" sldId="300"/>
            <ac:spMk id="15" creationId="{A1621609-6428-007A-E4B2-175E11D1D506}"/>
          </ac:spMkLst>
        </pc:spChg>
        <pc:spChg chg="add del mod">
          <ac:chgData name="musukie52@gmail.com" userId="017bd91f96aa8751" providerId="LiveId" clId="{5B2C3894-F97E-4CAB-8812-5BB4D83AAC6A}" dt="2026-10-17T15:15:19.827" v="17962" actId="478"/>
          <ac:spMkLst>
            <pc:docMk/>
            <pc:sldMk cId="3746318518" sldId="300"/>
            <ac:spMk id="15" creationId="{B4B628C4-E443-F05B-79CC-FCD5858C54CF}"/>
          </ac:spMkLst>
        </pc:spChg>
        <pc:spChg chg="add mod">
          <ac:chgData name="musukie52@gmail.com" userId="017bd91f96aa8751" providerId="LiveId" clId="{5B2C3894-F97E-4CAB-8812-5BB4D83AAC6A}" dt="2026-10-17T15:27:37.726" v="18268" actId="1076"/>
          <ac:spMkLst>
            <pc:docMk/>
            <pc:sldMk cId="3746318518" sldId="300"/>
            <ac:spMk id="16" creationId="{916E9066-CE00-4AD8-DB0F-47F6D4A29615}"/>
          </ac:spMkLst>
        </pc:spChg>
        <pc:spChg chg="add mod">
          <ac:chgData name="musukie52@gmail.com" userId="017bd91f96aa8751" providerId="LiveId" clId="{5B2C3894-F97E-4CAB-8812-5BB4D83AAC6A}" dt="2026-10-17T15:27:37.726" v="18268" actId="1076"/>
          <ac:spMkLst>
            <pc:docMk/>
            <pc:sldMk cId="3746318518" sldId="300"/>
            <ac:spMk id="18" creationId="{2E8F25D4-6EB3-324B-F7C2-AF97EA94390E}"/>
          </ac:spMkLst>
        </pc:spChg>
        <pc:spChg chg="add mod">
          <ac:chgData name="musukie52@gmail.com" userId="017bd91f96aa8751" providerId="LiveId" clId="{5B2C3894-F97E-4CAB-8812-5BB4D83AAC6A}" dt="2026-10-17T15:27:37.726" v="18268" actId="1076"/>
          <ac:spMkLst>
            <pc:docMk/>
            <pc:sldMk cId="3746318518" sldId="300"/>
            <ac:spMk id="19" creationId="{E4518E3E-DE5F-D7C3-B0FA-1E2CCB49A582}"/>
          </ac:spMkLst>
        </pc:spChg>
        <pc:spChg chg="add mod">
          <ac:chgData name="musukie52@gmail.com" userId="017bd91f96aa8751" providerId="LiveId" clId="{5B2C3894-F97E-4CAB-8812-5BB4D83AAC6A}" dt="2026-10-18T04:39:36.874" v="19797" actId="1076"/>
          <ac:spMkLst>
            <pc:docMk/>
            <pc:sldMk cId="3746318518" sldId="300"/>
            <ac:spMk id="20" creationId="{DED2F407-10E6-8ACF-1409-F332A15306BA}"/>
          </ac:spMkLst>
        </pc:spChg>
        <pc:spChg chg="add mod">
          <ac:chgData name="musukie52@gmail.com" userId="017bd91f96aa8751" providerId="LiveId" clId="{5B2C3894-F97E-4CAB-8812-5BB4D83AAC6A}" dt="2026-10-17T15:27:37.726" v="18268" actId="1076"/>
          <ac:spMkLst>
            <pc:docMk/>
            <pc:sldMk cId="3746318518" sldId="300"/>
            <ac:spMk id="21" creationId="{54F54ABF-C5DF-3E50-2C4C-44EFBAB0A734}"/>
          </ac:spMkLst>
        </pc:spChg>
        <pc:spChg chg="add mod">
          <ac:chgData name="musukie52@gmail.com" userId="017bd91f96aa8751" providerId="LiveId" clId="{5B2C3894-F97E-4CAB-8812-5BB4D83AAC6A}" dt="2026-10-18T04:39:36.874" v="19797" actId="1076"/>
          <ac:spMkLst>
            <pc:docMk/>
            <pc:sldMk cId="3746318518" sldId="300"/>
            <ac:spMk id="24" creationId="{7A53CA48-6B70-33D4-2327-05DE95CE189E}"/>
          </ac:spMkLst>
        </pc:spChg>
        <pc:spChg chg="add mod ord">
          <ac:chgData name="musukie52@gmail.com" userId="017bd91f96aa8751" providerId="LiveId" clId="{5B2C3894-F97E-4CAB-8812-5BB4D83AAC6A}" dt="2026-10-18T04:32:37.697" v="19479" actId="1076"/>
          <ac:spMkLst>
            <pc:docMk/>
            <pc:sldMk cId="3746318518" sldId="300"/>
            <ac:spMk id="25" creationId="{4D70BC99-5A1B-71B7-6C43-D066E964B90D}"/>
          </ac:spMkLst>
        </pc:spChg>
        <pc:spChg chg="add mod">
          <ac:chgData name="musukie52@gmail.com" userId="017bd91f96aa8751" providerId="LiveId" clId="{5B2C3894-F97E-4CAB-8812-5BB4D83AAC6A}" dt="2026-10-18T04:40:07.993" v="19803" actId="1035"/>
          <ac:spMkLst>
            <pc:docMk/>
            <pc:sldMk cId="3746318518" sldId="300"/>
            <ac:spMk id="27" creationId="{6F52B18E-EC55-3ED8-92CA-9D19DBA0725D}"/>
          </ac:spMkLst>
        </pc:spChg>
        <pc:spChg chg="add del mod">
          <ac:chgData name="musukie52@gmail.com" userId="017bd91f96aa8751" providerId="LiveId" clId="{5B2C3894-F97E-4CAB-8812-5BB4D83AAC6A}" dt="2026-10-17T15:22:49.239" v="18061" actId="21"/>
          <ac:spMkLst>
            <pc:docMk/>
            <pc:sldMk cId="3746318518" sldId="300"/>
            <ac:spMk id="28" creationId="{46CC383B-67B1-6620-2A0B-384D5BF6C6B3}"/>
          </ac:spMkLst>
        </pc:spChg>
        <pc:spChg chg="add mod">
          <ac:chgData name="musukie52@gmail.com" userId="017bd91f96aa8751" providerId="LiveId" clId="{5B2C3894-F97E-4CAB-8812-5BB4D83AAC6A}" dt="2026-10-18T04:40:07.993" v="19803" actId="1035"/>
          <ac:spMkLst>
            <pc:docMk/>
            <pc:sldMk cId="3746318518" sldId="300"/>
            <ac:spMk id="29" creationId="{B46014DB-6AEA-D3A4-05BD-9085B23127D6}"/>
          </ac:spMkLst>
        </pc:spChg>
        <pc:spChg chg="add mod">
          <ac:chgData name="musukie52@gmail.com" userId="017bd91f96aa8751" providerId="LiveId" clId="{5B2C3894-F97E-4CAB-8812-5BB4D83AAC6A}" dt="2026-10-18T04:40:07.993" v="19803" actId="1035"/>
          <ac:spMkLst>
            <pc:docMk/>
            <pc:sldMk cId="3746318518" sldId="300"/>
            <ac:spMk id="32" creationId="{353C035D-0789-8C44-46CF-B7076069418A}"/>
          </ac:spMkLst>
        </pc:spChg>
        <pc:spChg chg="add mod">
          <ac:chgData name="musukie52@gmail.com" userId="017bd91f96aa8751" providerId="LiveId" clId="{5B2C3894-F97E-4CAB-8812-5BB4D83AAC6A}" dt="2026-10-18T04:32:37.697" v="19479" actId="1076"/>
          <ac:spMkLst>
            <pc:docMk/>
            <pc:sldMk cId="3746318518" sldId="300"/>
            <ac:spMk id="34" creationId="{46CC383B-67B1-6620-2A0B-384D5BF6C6B3}"/>
          </ac:spMkLst>
        </pc:spChg>
        <pc:spChg chg="add mod">
          <ac:chgData name="musukie52@gmail.com" userId="017bd91f96aa8751" providerId="LiveId" clId="{5B2C3894-F97E-4CAB-8812-5BB4D83AAC6A}" dt="2026-10-18T04:32:37.697" v="19479" actId="1076"/>
          <ac:spMkLst>
            <pc:docMk/>
            <pc:sldMk cId="3746318518" sldId="300"/>
            <ac:spMk id="37" creationId="{FE4848C1-3DF9-282E-7042-29BF600350E3}"/>
          </ac:spMkLst>
        </pc:spChg>
        <pc:spChg chg="add mod">
          <ac:chgData name="musukie52@gmail.com" userId="017bd91f96aa8751" providerId="LiveId" clId="{5B2C3894-F97E-4CAB-8812-5BB4D83AAC6A}" dt="2026-10-18T04:40:07.993" v="19803" actId="1035"/>
          <ac:spMkLst>
            <pc:docMk/>
            <pc:sldMk cId="3746318518" sldId="300"/>
            <ac:spMk id="38" creationId="{C05DEB59-99A5-858A-0BD0-D356C827772B}"/>
          </ac:spMkLst>
        </pc:spChg>
        <pc:spChg chg="add mod">
          <ac:chgData name="musukie52@gmail.com" userId="017bd91f96aa8751" providerId="LiveId" clId="{5B2C3894-F97E-4CAB-8812-5BB4D83AAC6A}" dt="2026-10-18T04:32:37.697" v="19479" actId="1076"/>
          <ac:spMkLst>
            <pc:docMk/>
            <pc:sldMk cId="3746318518" sldId="300"/>
            <ac:spMk id="39" creationId="{E9943A3F-1A01-A84B-CDB0-A9B1F7838974}"/>
          </ac:spMkLst>
        </pc:spChg>
        <pc:spChg chg="add mod">
          <ac:chgData name="musukie52@gmail.com" userId="017bd91f96aa8751" providerId="LiveId" clId="{5B2C3894-F97E-4CAB-8812-5BB4D83AAC6A}" dt="2026-10-18T04:32:37.697" v="19479" actId="1076"/>
          <ac:spMkLst>
            <pc:docMk/>
            <pc:sldMk cId="3746318518" sldId="300"/>
            <ac:spMk id="41" creationId="{29C1E580-5CC6-EA05-3CE5-F5001EB53FD7}"/>
          </ac:spMkLst>
        </pc:spChg>
        <pc:spChg chg="add mod">
          <ac:chgData name="musukie52@gmail.com" userId="017bd91f96aa8751" providerId="LiveId" clId="{5B2C3894-F97E-4CAB-8812-5BB4D83AAC6A}" dt="2026-10-18T04:40:07.993" v="19803" actId="1035"/>
          <ac:spMkLst>
            <pc:docMk/>
            <pc:sldMk cId="3746318518" sldId="300"/>
            <ac:spMk id="42" creationId="{EED19EC8-62D9-DE68-D5DA-D091D8DB3CBB}"/>
          </ac:spMkLst>
        </pc:spChg>
        <pc:spChg chg="add mod">
          <ac:chgData name="musukie52@gmail.com" userId="017bd91f96aa8751" providerId="LiveId" clId="{5B2C3894-F97E-4CAB-8812-5BB4D83AAC6A}" dt="2026-10-18T04:32:37.697" v="19479" actId="1076"/>
          <ac:spMkLst>
            <pc:docMk/>
            <pc:sldMk cId="3746318518" sldId="300"/>
            <ac:spMk id="43" creationId="{15121B0E-E894-4594-018E-9CE3EE34F824}"/>
          </ac:spMkLst>
        </pc:spChg>
        <pc:spChg chg="mod">
          <ac:chgData name="musukie52@gmail.com" userId="017bd91f96aa8751" providerId="LiveId" clId="{5B2C3894-F97E-4CAB-8812-5BB4D83AAC6A}" dt="2026-10-17T15:08:32.831" v="17833" actId="20577"/>
          <ac:spMkLst>
            <pc:docMk/>
            <pc:sldMk cId="3746318518" sldId="300"/>
            <ac:spMk id="44" creationId="{164F8428-2554-39CE-A593-B8F2E3F41ACF}"/>
          </ac:spMkLst>
        </pc:spChg>
        <pc:spChg chg="add mod">
          <ac:chgData name="musukie52@gmail.com" userId="017bd91f96aa8751" providerId="LiveId" clId="{5B2C3894-F97E-4CAB-8812-5BB4D83AAC6A}" dt="2026-10-18T04:39:15.208" v="19794" actId="207"/>
          <ac:spMkLst>
            <pc:docMk/>
            <pc:sldMk cId="3746318518" sldId="300"/>
            <ac:spMk id="51" creationId="{E4DCF3CA-9786-06A6-0D1E-484E2A72782F}"/>
          </ac:spMkLst>
        </pc:spChg>
        <pc:spChg chg="add mod">
          <ac:chgData name="musukie52@gmail.com" userId="017bd91f96aa8751" providerId="LiveId" clId="{5B2C3894-F97E-4CAB-8812-5BB4D83AAC6A}" dt="2026-10-18T04:40:07.993" v="19803" actId="1035"/>
          <ac:spMkLst>
            <pc:docMk/>
            <pc:sldMk cId="3746318518" sldId="300"/>
            <ac:spMk id="53" creationId="{DA5D2F3D-FE25-A5E7-8158-6C7D56E62F57}"/>
          </ac:spMkLst>
        </pc:spChg>
        <pc:spChg chg="add mod">
          <ac:chgData name="musukie52@gmail.com" userId="017bd91f96aa8751" providerId="LiveId" clId="{5B2C3894-F97E-4CAB-8812-5BB4D83AAC6A}" dt="2026-10-18T04:39:18.967" v="19795" actId="1076"/>
          <ac:spMkLst>
            <pc:docMk/>
            <pc:sldMk cId="3746318518" sldId="300"/>
            <ac:spMk id="55" creationId="{4BACDD44-6C53-55CF-A97C-FB2D8B75B9BE}"/>
          </ac:spMkLst>
        </pc:spChg>
        <pc:spChg chg="add mod">
          <ac:chgData name="musukie52@gmail.com" userId="017bd91f96aa8751" providerId="LiveId" clId="{5B2C3894-F97E-4CAB-8812-5BB4D83AAC6A}" dt="2026-10-17T15:54:50.397" v="18935" actId="113"/>
          <ac:spMkLst>
            <pc:docMk/>
            <pc:sldMk cId="3746318518" sldId="300"/>
            <ac:spMk id="57" creationId="{7F73B3E7-6C81-2D9D-C1F5-7328ED588CB0}"/>
          </ac:spMkLst>
        </pc:spChg>
        <pc:spChg chg="del">
          <ac:chgData name="musukie52@gmail.com" userId="017bd91f96aa8751" providerId="LiveId" clId="{5B2C3894-F97E-4CAB-8812-5BB4D83AAC6A}" dt="2026-10-17T15:28:34.159" v="18302" actId="478"/>
          <ac:spMkLst>
            <pc:docMk/>
            <pc:sldMk cId="3746318518" sldId="300"/>
            <ac:spMk id="64" creationId="{7A8D6F5F-9545-E75D-893F-D7C2D4A1D882}"/>
          </ac:spMkLst>
        </pc:spChg>
        <pc:spChg chg="add mod">
          <ac:chgData name="musukie52@gmail.com" userId="017bd91f96aa8751" providerId="LiveId" clId="{5B2C3894-F97E-4CAB-8812-5BB4D83AAC6A}" dt="2026-10-18T06:31:22.355" v="21571" actId="20577"/>
          <ac:spMkLst>
            <pc:docMk/>
            <pc:sldMk cId="3746318518" sldId="300"/>
            <ac:spMk id="65" creationId="{B962EE41-0A55-4BA9-FC5F-CD589B44862A}"/>
          </ac:spMkLst>
        </pc:spChg>
        <pc:spChg chg="del">
          <ac:chgData name="musukie52@gmail.com" userId="017bd91f96aa8751" providerId="LiveId" clId="{5B2C3894-F97E-4CAB-8812-5BB4D83AAC6A}" dt="2026-10-17T15:28:34.159" v="18302" actId="478"/>
          <ac:spMkLst>
            <pc:docMk/>
            <pc:sldMk cId="3746318518" sldId="300"/>
            <ac:spMk id="66" creationId="{F860AE1E-2D1D-D623-0A98-1A8E77E42F00}"/>
          </ac:spMkLst>
        </pc:spChg>
        <pc:spChg chg="del">
          <ac:chgData name="musukie52@gmail.com" userId="017bd91f96aa8751" providerId="LiveId" clId="{5B2C3894-F97E-4CAB-8812-5BB4D83AAC6A}" dt="2026-10-17T15:28:34.159" v="18302" actId="478"/>
          <ac:spMkLst>
            <pc:docMk/>
            <pc:sldMk cId="3746318518" sldId="300"/>
            <ac:spMk id="68" creationId="{B7B500EF-FD5B-9C18-546B-7AD67CC2CB79}"/>
          </ac:spMkLst>
        </pc:spChg>
        <pc:spChg chg="del">
          <ac:chgData name="musukie52@gmail.com" userId="017bd91f96aa8751" providerId="LiveId" clId="{5B2C3894-F97E-4CAB-8812-5BB4D83AAC6A}" dt="2026-10-17T15:28:34.159" v="18302" actId="478"/>
          <ac:spMkLst>
            <pc:docMk/>
            <pc:sldMk cId="3746318518" sldId="300"/>
            <ac:spMk id="70" creationId="{B972A841-9BF1-688F-7762-7AF30C303E63}"/>
          </ac:spMkLst>
        </pc:spChg>
        <pc:spChg chg="del">
          <ac:chgData name="musukie52@gmail.com" userId="017bd91f96aa8751" providerId="LiveId" clId="{5B2C3894-F97E-4CAB-8812-5BB4D83AAC6A}" dt="2026-10-17T15:28:34.159" v="18302" actId="478"/>
          <ac:spMkLst>
            <pc:docMk/>
            <pc:sldMk cId="3746318518" sldId="300"/>
            <ac:spMk id="72" creationId="{1C0F6EE1-5F39-4A0A-E7A5-CAF25E10051E}"/>
          </ac:spMkLst>
        </pc:spChg>
        <pc:spChg chg="del">
          <ac:chgData name="musukie52@gmail.com" userId="017bd91f96aa8751" providerId="LiveId" clId="{5B2C3894-F97E-4CAB-8812-5BB4D83AAC6A}" dt="2026-10-17T15:28:34.159" v="18302" actId="478"/>
          <ac:spMkLst>
            <pc:docMk/>
            <pc:sldMk cId="3746318518" sldId="300"/>
            <ac:spMk id="74" creationId="{7B35DFEF-0E5D-F1DA-53B6-521B2BCDE1CF}"/>
          </ac:spMkLst>
        </pc:spChg>
        <pc:spChg chg="del">
          <ac:chgData name="musukie52@gmail.com" userId="017bd91f96aa8751" providerId="LiveId" clId="{5B2C3894-F97E-4CAB-8812-5BB4D83AAC6A}" dt="2026-10-17T15:28:34.159" v="18302" actId="478"/>
          <ac:spMkLst>
            <pc:docMk/>
            <pc:sldMk cId="3746318518" sldId="300"/>
            <ac:spMk id="76" creationId="{B33AA3FE-8011-A276-B56A-55A025C45E5E}"/>
          </ac:spMkLst>
        </pc:spChg>
        <pc:graphicFrameChg chg="add mod modGraphic">
          <ac:chgData name="musukie52@gmail.com" userId="017bd91f96aa8751" providerId="LiveId" clId="{5B2C3894-F97E-4CAB-8812-5BB4D83AAC6A}" dt="2026-10-18T04:39:36.874" v="19797" actId="1076"/>
          <ac:graphicFrameMkLst>
            <pc:docMk/>
            <pc:sldMk cId="3746318518" sldId="300"/>
            <ac:graphicFrameMk id="7" creationId="{FF2785D8-415A-E441-B7C9-E4976F6E3DB2}"/>
          </ac:graphicFrameMkLst>
        </pc:graphicFrameChg>
        <pc:picChg chg="add del mod modCrop">
          <ac:chgData name="musukie52@gmail.com" userId="017bd91f96aa8751" providerId="LiveId" clId="{5B2C3894-F97E-4CAB-8812-5BB4D83AAC6A}" dt="2026-10-18T04:20:57.914" v="18952" actId="478"/>
          <ac:picMkLst>
            <pc:docMk/>
            <pc:sldMk cId="3746318518" sldId="300"/>
            <ac:picMk id="6" creationId="{94D7C544-EFEE-BC52-6CF7-0BC31F689141}"/>
          </ac:picMkLst>
        </pc:picChg>
        <pc:picChg chg="add mod modCrop">
          <ac:chgData name="musukie52@gmail.com" userId="017bd91f96aa8751" providerId="LiveId" clId="{5B2C3894-F97E-4CAB-8812-5BB4D83AAC6A}" dt="2026-10-18T04:32:37.697" v="19479" actId="1076"/>
          <ac:picMkLst>
            <pc:docMk/>
            <pc:sldMk cId="3746318518" sldId="300"/>
            <ac:picMk id="31" creationId="{9904BFA6-BB79-A94F-0EC7-40E80C92AB03}"/>
          </ac:picMkLst>
        </pc:picChg>
        <pc:picChg chg="add mod modCrop">
          <ac:chgData name="musukie52@gmail.com" userId="017bd91f96aa8751" providerId="LiveId" clId="{5B2C3894-F97E-4CAB-8812-5BB4D83AAC6A}" dt="2026-10-18T04:32:37.697" v="19479" actId="1076"/>
          <ac:picMkLst>
            <pc:docMk/>
            <pc:sldMk cId="3746318518" sldId="300"/>
            <ac:picMk id="33" creationId="{F33E8FE5-41BA-2F5A-9505-145C8C6E075A}"/>
          </ac:picMkLst>
        </pc:picChg>
        <pc:cxnChg chg="add mod">
          <ac:chgData name="musukie52@gmail.com" userId="017bd91f96aa8751" providerId="LiveId" clId="{5B2C3894-F97E-4CAB-8812-5BB4D83AAC6A}" dt="2026-10-18T04:32:37.697" v="19479" actId="1076"/>
          <ac:cxnSpMkLst>
            <pc:docMk/>
            <pc:sldMk cId="3746318518" sldId="300"/>
            <ac:cxnSpMk id="22" creationId="{5862F1DF-434C-4316-BC55-4A0417DC3BB5}"/>
          </ac:cxnSpMkLst>
        </pc:cxnChg>
        <pc:cxnChg chg="add del mod">
          <ac:chgData name="musukie52@gmail.com" userId="017bd91f96aa8751" providerId="LiveId" clId="{5B2C3894-F97E-4CAB-8812-5BB4D83AAC6A}" dt="2026-10-17T15:22:49.239" v="18061" actId="21"/>
          <ac:cxnSpMkLst>
            <pc:docMk/>
            <pc:sldMk cId="3746318518" sldId="300"/>
            <ac:cxnSpMk id="29" creationId="{C169F0EC-69A0-991A-B43E-FA7D0F02E3A6}"/>
          </ac:cxnSpMkLst>
        </pc:cxnChg>
        <pc:cxnChg chg="add mod">
          <ac:chgData name="musukie52@gmail.com" userId="017bd91f96aa8751" providerId="LiveId" clId="{5B2C3894-F97E-4CAB-8812-5BB4D83AAC6A}" dt="2026-10-18T04:32:37.697" v="19479" actId="1076"/>
          <ac:cxnSpMkLst>
            <pc:docMk/>
            <pc:sldMk cId="3746318518" sldId="300"/>
            <ac:cxnSpMk id="35" creationId="{C169F0EC-69A0-991A-B43E-FA7D0F02E3A6}"/>
          </ac:cxnSpMkLst>
        </pc:cxnChg>
        <pc:cxnChg chg="mod">
          <ac:chgData name="musukie52@gmail.com" userId="017bd91f96aa8751" providerId="LiveId" clId="{5B2C3894-F97E-4CAB-8812-5BB4D83AAC6A}" dt="2026-10-17T15:08:32.831" v="17833" actId="20577"/>
          <ac:cxnSpMkLst>
            <pc:docMk/>
            <pc:sldMk cId="3746318518" sldId="300"/>
            <ac:cxnSpMk id="46" creationId="{146C40F3-FCEF-3FAB-FF2B-0326A0230013}"/>
          </ac:cxnSpMkLst>
        </pc:cxnChg>
        <pc:cxnChg chg="add mod">
          <ac:chgData name="musukie52@gmail.com" userId="017bd91f96aa8751" providerId="LiveId" clId="{5B2C3894-F97E-4CAB-8812-5BB4D83AAC6A}" dt="2026-10-18T04:32:58.793" v="19481" actId="1076"/>
          <ac:cxnSpMkLst>
            <pc:docMk/>
            <pc:sldMk cId="3746318518" sldId="300"/>
            <ac:cxnSpMk id="47" creationId="{24F6CB78-0ABD-179F-7C28-91324BA79434}"/>
          </ac:cxnSpMkLst>
        </pc:cxnChg>
        <pc:cxnChg chg="add mod">
          <ac:chgData name="musukie52@gmail.com" userId="017bd91f96aa8751" providerId="LiveId" clId="{5B2C3894-F97E-4CAB-8812-5BB4D83AAC6A}" dt="2026-10-18T04:39:41.661" v="19800" actId="1035"/>
          <ac:cxnSpMkLst>
            <pc:docMk/>
            <pc:sldMk cId="3746318518" sldId="300"/>
            <ac:cxnSpMk id="59" creationId="{20C83436-5C87-E9E0-4E2E-81DAB66E81A8}"/>
          </ac:cxnSpMkLst>
        </pc:cxnChg>
        <pc:cxnChg chg="add mod">
          <ac:chgData name="musukie52@gmail.com" userId="017bd91f96aa8751" providerId="LiveId" clId="{5B2C3894-F97E-4CAB-8812-5BB4D83AAC6A}" dt="2026-10-18T04:39:41.661" v="19800" actId="1035"/>
          <ac:cxnSpMkLst>
            <pc:docMk/>
            <pc:sldMk cId="3746318518" sldId="300"/>
            <ac:cxnSpMk id="61" creationId="{0833B09E-00F1-0E07-EED0-56B4B40107C1}"/>
          </ac:cxnSpMkLst>
        </pc:cxnChg>
        <pc:cxnChg chg="add mod">
          <ac:chgData name="musukie52@gmail.com" userId="017bd91f96aa8751" providerId="LiveId" clId="{5B2C3894-F97E-4CAB-8812-5BB4D83AAC6A}" dt="2026-10-18T04:39:41.661" v="19800" actId="1035"/>
          <ac:cxnSpMkLst>
            <pc:docMk/>
            <pc:sldMk cId="3746318518" sldId="300"/>
            <ac:cxnSpMk id="63" creationId="{B0C231ED-17AC-ADE7-F9E8-4338CDCFA3B1}"/>
          </ac:cxnSpMkLst>
        </pc:cxnChg>
      </pc:sldChg>
      <pc:sldChg chg="addSp delSp modSp add mod">
        <pc:chgData name="musukie52@gmail.com" userId="017bd91f96aa8751" providerId="LiveId" clId="{5B2C3894-F97E-4CAB-8812-5BB4D83AAC6A}" dt="2026-10-18T06:55:40.809" v="21613" actId="2711"/>
        <pc:sldMkLst>
          <pc:docMk/>
          <pc:sldMk cId="2363351053" sldId="301"/>
        </pc:sldMkLst>
        <pc:spChg chg="mod">
          <ac:chgData name="musukie52@gmail.com" userId="017bd91f96aa8751" providerId="LiveId" clId="{5B2C3894-F97E-4CAB-8812-5BB4D83AAC6A}" dt="2026-10-18T04:41:27.054" v="19911" actId="20577"/>
          <ac:spMkLst>
            <pc:docMk/>
            <pc:sldMk cId="2363351053" sldId="301"/>
            <ac:spMk id="5" creationId="{FC66A49B-F892-2AE3-8770-1C19A99C1AC5}"/>
          </ac:spMkLst>
        </pc:spChg>
        <pc:spChg chg="add mod">
          <ac:chgData name="musukie52@gmail.com" userId="017bd91f96aa8751" providerId="LiveId" clId="{5B2C3894-F97E-4CAB-8812-5BB4D83AAC6A}" dt="2026-10-18T06:17:11.154" v="21451" actId="1076"/>
          <ac:spMkLst>
            <pc:docMk/>
            <pc:sldMk cId="2363351053" sldId="301"/>
            <ac:spMk id="6" creationId="{8FB64CC5-1D67-15D3-A2B9-2AF1DC274C94}"/>
          </ac:spMkLst>
        </pc:spChg>
        <pc:spChg chg="add mod">
          <ac:chgData name="musukie52@gmail.com" userId="017bd91f96aa8751" providerId="LiveId" clId="{5B2C3894-F97E-4CAB-8812-5BB4D83AAC6A}" dt="2026-10-18T06:17:11.154" v="21451" actId="1076"/>
          <ac:spMkLst>
            <pc:docMk/>
            <pc:sldMk cId="2363351053" sldId="301"/>
            <ac:spMk id="8" creationId="{F653D2B1-1103-34F9-C7AD-78A422CF9817}"/>
          </ac:spMkLst>
        </pc:spChg>
        <pc:spChg chg="add del mod">
          <ac:chgData name="musukie52@gmail.com" userId="017bd91f96aa8751" providerId="LiveId" clId="{5B2C3894-F97E-4CAB-8812-5BB4D83AAC6A}" dt="2026-10-18T05:20:20.344" v="20875" actId="478"/>
          <ac:spMkLst>
            <pc:docMk/>
            <pc:sldMk cId="2363351053" sldId="301"/>
            <ac:spMk id="10" creationId="{30E88662-9EE1-B44F-7697-EC4352BB2339}"/>
          </ac:spMkLst>
        </pc:spChg>
        <pc:spChg chg="add mod">
          <ac:chgData name="musukie52@gmail.com" userId="017bd91f96aa8751" providerId="LiveId" clId="{5B2C3894-F97E-4CAB-8812-5BB4D83AAC6A}" dt="2026-10-18T06:20:44.194" v="21505" actId="1076"/>
          <ac:spMkLst>
            <pc:docMk/>
            <pc:sldMk cId="2363351053" sldId="301"/>
            <ac:spMk id="12" creationId="{43C8CF91-D357-3A29-1759-A6F68DA72F43}"/>
          </ac:spMkLst>
        </pc:spChg>
        <pc:spChg chg="add del mod">
          <ac:chgData name="musukie52@gmail.com" userId="017bd91f96aa8751" providerId="LiveId" clId="{5B2C3894-F97E-4CAB-8812-5BB4D83AAC6A}" dt="2026-10-18T06:09:06.366" v="21409" actId="21"/>
          <ac:spMkLst>
            <pc:docMk/>
            <pc:sldMk cId="2363351053" sldId="301"/>
            <ac:spMk id="14" creationId="{157B2A34-13DE-81D7-57EC-D4DC632991FC}"/>
          </ac:spMkLst>
        </pc:spChg>
        <pc:spChg chg="mod">
          <ac:chgData name="musukie52@gmail.com" userId="017bd91f96aa8751" providerId="LiveId" clId="{5B2C3894-F97E-4CAB-8812-5BB4D83AAC6A}" dt="2026-10-18T06:20:44.194" v="21505" actId="1076"/>
          <ac:spMkLst>
            <pc:docMk/>
            <pc:sldMk cId="2363351053" sldId="301"/>
            <ac:spMk id="16" creationId="{12000A8E-6F45-678C-EC49-62E01F5E420C}"/>
          </ac:spMkLst>
        </pc:spChg>
        <pc:spChg chg="add mod">
          <ac:chgData name="musukie52@gmail.com" userId="017bd91f96aa8751" providerId="LiveId" clId="{5B2C3894-F97E-4CAB-8812-5BB4D83AAC6A}" dt="2026-10-18T06:20:44.194" v="21505" actId="1076"/>
          <ac:spMkLst>
            <pc:docMk/>
            <pc:sldMk cId="2363351053" sldId="301"/>
            <ac:spMk id="18" creationId="{DA9EAA2F-3E6F-1A66-ECFB-E8F06D0B7E90}"/>
          </ac:spMkLst>
        </pc:spChg>
        <pc:spChg chg="add del mod">
          <ac:chgData name="musukie52@gmail.com" userId="017bd91f96aa8751" providerId="LiveId" clId="{5B2C3894-F97E-4CAB-8812-5BB4D83AAC6A}" dt="2026-10-18T04:44:51.093" v="19981" actId="478"/>
          <ac:spMkLst>
            <pc:docMk/>
            <pc:sldMk cId="2363351053" sldId="301"/>
            <ac:spMk id="20" creationId="{D39F91AF-4A77-1C2C-A386-E9144BB17901}"/>
          </ac:spMkLst>
        </pc:spChg>
        <pc:spChg chg="add mod">
          <ac:chgData name="musukie52@gmail.com" userId="017bd91f96aa8751" providerId="LiveId" clId="{5B2C3894-F97E-4CAB-8812-5BB4D83AAC6A}" dt="2026-10-18T06:20:44.194" v="21505" actId="1076"/>
          <ac:spMkLst>
            <pc:docMk/>
            <pc:sldMk cId="2363351053" sldId="301"/>
            <ac:spMk id="22" creationId="{1D89F98C-E42B-743F-2A27-A5D97FE2E6CF}"/>
          </ac:spMkLst>
        </pc:spChg>
        <pc:spChg chg="del mod">
          <ac:chgData name="musukie52@gmail.com" userId="017bd91f96aa8751" providerId="LiveId" clId="{5B2C3894-F97E-4CAB-8812-5BB4D83AAC6A}" dt="2026-10-18T04:44:51.093" v="19981" actId="478"/>
          <ac:spMkLst>
            <pc:docMk/>
            <pc:sldMk cId="2363351053" sldId="301"/>
            <ac:spMk id="24" creationId="{0C9A5449-C22F-9D8A-D797-2B308F806332}"/>
          </ac:spMkLst>
        </pc:spChg>
        <pc:spChg chg="del mod">
          <ac:chgData name="musukie52@gmail.com" userId="017bd91f96aa8751" providerId="LiveId" clId="{5B2C3894-F97E-4CAB-8812-5BB4D83AAC6A}" dt="2026-10-18T06:14:41.402" v="21427" actId="21"/>
          <ac:spMkLst>
            <pc:docMk/>
            <pc:sldMk cId="2363351053" sldId="301"/>
            <ac:spMk id="26" creationId="{4664E262-E52D-D287-68E7-CE4EEF8E1AAB}"/>
          </ac:spMkLst>
        </pc:spChg>
        <pc:spChg chg="del mod">
          <ac:chgData name="musukie52@gmail.com" userId="017bd91f96aa8751" providerId="LiveId" clId="{5B2C3894-F97E-4CAB-8812-5BB4D83AAC6A}" dt="2026-10-18T06:09:06.366" v="21409" actId="21"/>
          <ac:spMkLst>
            <pc:docMk/>
            <pc:sldMk cId="2363351053" sldId="301"/>
            <ac:spMk id="28" creationId="{17CF3737-3AD4-2E99-F473-83C3D67BCFEE}"/>
          </ac:spMkLst>
        </pc:spChg>
        <pc:spChg chg="add del mod">
          <ac:chgData name="musukie52@gmail.com" userId="017bd91f96aa8751" providerId="LiveId" clId="{5B2C3894-F97E-4CAB-8812-5BB4D83AAC6A}" dt="2026-10-18T04:44:51.093" v="19981" actId="478"/>
          <ac:spMkLst>
            <pc:docMk/>
            <pc:sldMk cId="2363351053" sldId="301"/>
            <ac:spMk id="30" creationId="{4331AF80-07AE-064E-8882-1D6456DE950B}"/>
          </ac:spMkLst>
        </pc:spChg>
        <pc:spChg chg="add del mod">
          <ac:chgData name="musukie52@gmail.com" userId="017bd91f96aa8751" providerId="LiveId" clId="{5B2C3894-F97E-4CAB-8812-5BB4D83AAC6A}" dt="2026-10-18T04:44:51.093" v="19981" actId="478"/>
          <ac:spMkLst>
            <pc:docMk/>
            <pc:sldMk cId="2363351053" sldId="301"/>
            <ac:spMk id="32" creationId="{E968ADCD-5EE0-B9FD-B914-E62F7AEA411A}"/>
          </ac:spMkLst>
        </pc:spChg>
        <pc:spChg chg="mod">
          <ac:chgData name="musukie52@gmail.com" userId="017bd91f96aa8751" providerId="LiveId" clId="{5B2C3894-F97E-4CAB-8812-5BB4D83AAC6A}" dt="2026-10-18T06:55:40.809" v="21613" actId="2711"/>
          <ac:spMkLst>
            <pc:docMk/>
            <pc:sldMk cId="2363351053" sldId="301"/>
            <ac:spMk id="44" creationId="{4FFE0C4A-B6AE-196C-1A7F-F2D409C14907}"/>
          </ac:spMkLst>
        </pc:spChg>
        <pc:spChg chg="mod">
          <ac:chgData name="musukie52@gmail.com" userId="017bd91f96aa8751" providerId="LiveId" clId="{5B2C3894-F97E-4CAB-8812-5BB4D83AAC6A}" dt="2026-10-18T04:42:56.694" v="19941" actId="2711"/>
          <ac:spMkLst>
            <pc:docMk/>
            <pc:sldMk cId="2363351053" sldId="301"/>
            <ac:spMk id="50" creationId="{8CA8457C-45D7-2649-FFD8-E99A31DD6B82}"/>
          </ac:spMkLst>
        </pc:spChg>
        <pc:spChg chg="mod">
          <ac:chgData name="musukie52@gmail.com" userId="017bd91f96aa8751" providerId="LiveId" clId="{5B2C3894-F97E-4CAB-8812-5BB4D83AAC6A}" dt="2026-10-18T04:42:56.694" v="19941" actId="2711"/>
          <ac:spMkLst>
            <pc:docMk/>
            <pc:sldMk cId="2363351053" sldId="301"/>
            <ac:spMk id="54" creationId="{2811905F-F451-CDF1-335E-D770F44911FC}"/>
          </ac:spMkLst>
        </pc:spChg>
        <pc:spChg chg="mod">
          <ac:chgData name="musukie52@gmail.com" userId="017bd91f96aa8751" providerId="LiveId" clId="{5B2C3894-F97E-4CAB-8812-5BB4D83AAC6A}" dt="2026-10-18T04:42:56.694" v="19941" actId="2711"/>
          <ac:spMkLst>
            <pc:docMk/>
            <pc:sldMk cId="2363351053" sldId="301"/>
            <ac:spMk id="62" creationId="{E244D753-5CED-950D-5132-8021FF18C83F}"/>
          </ac:spMkLst>
        </pc:spChg>
        <pc:spChg chg="mod">
          <ac:chgData name="musukie52@gmail.com" userId="017bd91f96aa8751" providerId="LiveId" clId="{5B2C3894-F97E-4CAB-8812-5BB4D83AAC6A}" dt="2026-10-18T04:42:56.694" v="19941" actId="2711"/>
          <ac:spMkLst>
            <pc:docMk/>
            <pc:sldMk cId="2363351053" sldId="301"/>
            <ac:spMk id="66" creationId="{B3EFDA05-2B56-F6C8-D34B-7F2E74C19D6F}"/>
          </ac:spMkLst>
        </pc:spChg>
        <pc:spChg chg="add del mod">
          <ac:chgData name="musukie52@gmail.com" userId="017bd91f96aa8751" providerId="LiveId" clId="{5B2C3894-F97E-4CAB-8812-5BB4D83AAC6A}" dt="2026-10-18T06:14:41.402" v="21427" actId="21"/>
          <ac:spMkLst>
            <pc:docMk/>
            <pc:sldMk cId="2363351053" sldId="301"/>
            <ac:spMk id="67" creationId="{F8AAEF57-B5C8-FBAA-8411-92836DDD54F1}"/>
          </ac:spMkLst>
        </pc:spChg>
        <pc:spChg chg="mod">
          <ac:chgData name="musukie52@gmail.com" userId="017bd91f96aa8751" providerId="LiveId" clId="{5B2C3894-F97E-4CAB-8812-5BB4D83AAC6A}" dt="2026-10-18T04:42:56.694" v="19941" actId="2711"/>
          <ac:spMkLst>
            <pc:docMk/>
            <pc:sldMk cId="2363351053" sldId="301"/>
            <ac:spMk id="70" creationId="{90428247-1E5E-AFB7-A1B1-480B4CF39E11}"/>
          </ac:spMkLst>
        </pc:spChg>
        <pc:spChg chg="add mod">
          <ac:chgData name="musukie52@gmail.com" userId="017bd91f96aa8751" providerId="LiveId" clId="{5B2C3894-F97E-4CAB-8812-5BB4D83AAC6A}" dt="2026-10-18T06:20:44.194" v="21505" actId="1076"/>
          <ac:spMkLst>
            <pc:docMk/>
            <pc:sldMk cId="2363351053" sldId="301"/>
            <ac:spMk id="71" creationId="{D617CEA6-9DF6-C741-A3D9-8A826F205F6E}"/>
          </ac:spMkLst>
        </pc:spChg>
        <pc:spChg chg="add mod">
          <ac:chgData name="musukie52@gmail.com" userId="017bd91f96aa8751" providerId="LiveId" clId="{5B2C3894-F97E-4CAB-8812-5BB4D83AAC6A}" dt="2026-10-18T06:17:11.154" v="21451" actId="1076"/>
          <ac:spMkLst>
            <pc:docMk/>
            <pc:sldMk cId="2363351053" sldId="301"/>
            <ac:spMk id="75" creationId="{EBF0E27C-702B-A004-F0BF-AE6FF496EEB3}"/>
          </ac:spMkLst>
        </pc:spChg>
        <pc:spChg chg="add mod">
          <ac:chgData name="musukie52@gmail.com" userId="017bd91f96aa8751" providerId="LiveId" clId="{5B2C3894-F97E-4CAB-8812-5BB4D83AAC6A}" dt="2026-10-18T06:17:11.154" v="21451" actId="1076"/>
          <ac:spMkLst>
            <pc:docMk/>
            <pc:sldMk cId="2363351053" sldId="301"/>
            <ac:spMk id="78" creationId="{1B064052-57FF-6BE3-49FB-D15AB6CFDB5C}"/>
          </ac:spMkLst>
        </pc:spChg>
        <pc:spChg chg="add mod">
          <ac:chgData name="musukie52@gmail.com" userId="017bd91f96aa8751" providerId="LiveId" clId="{5B2C3894-F97E-4CAB-8812-5BB4D83AAC6A}" dt="2026-10-18T06:20:44.194" v="21505" actId="1076"/>
          <ac:spMkLst>
            <pc:docMk/>
            <pc:sldMk cId="2363351053" sldId="301"/>
            <ac:spMk id="80" creationId="{736F3A36-0B09-77ED-F8A2-732A55081857}"/>
          </ac:spMkLst>
        </pc:spChg>
        <pc:spChg chg="add mod">
          <ac:chgData name="musukie52@gmail.com" userId="017bd91f96aa8751" providerId="LiveId" clId="{5B2C3894-F97E-4CAB-8812-5BB4D83AAC6A}" dt="2026-10-18T06:18:40.403" v="21476" actId="1076"/>
          <ac:spMkLst>
            <pc:docMk/>
            <pc:sldMk cId="2363351053" sldId="301"/>
            <ac:spMk id="92" creationId="{9152AECD-EF7D-98AF-A87D-9D11AF9080F0}"/>
          </ac:spMkLst>
        </pc:spChg>
        <pc:spChg chg="add mod">
          <ac:chgData name="musukie52@gmail.com" userId="017bd91f96aa8751" providerId="LiveId" clId="{5B2C3894-F97E-4CAB-8812-5BB4D83AAC6A}" dt="2026-10-18T06:20:44.194" v="21505" actId="1076"/>
          <ac:spMkLst>
            <pc:docMk/>
            <pc:sldMk cId="2363351053" sldId="301"/>
            <ac:spMk id="93" creationId="{D621EA26-A9CB-6C8B-32D2-382D1A339918}"/>
          </ac:spMkLst>
        </pc:spChg>
        <pc:spChg chg="add mod">
          <ac:chgData name="musukie52@gmail.com" userId="017bd91f96aa8751" providerId="LiveId" clId="{5B2C3894-F97E-4CAB-8812-5BB4D83AAC6A}" dt="2026-10-18T06:20:44.194" v="21505" actId="1076"/>
          <ac:spMkLst>
            <pc:docMk/>
            <pc:sldMk cId="2363351053" sldId="301"/>
            <ac:spMk id="129" creationId="{8BFE3919-8062-9BE4-4794-37404A564527}"/>
          </ac:spMkLst>
        </pc:spChg>
        <pc:spChg chg="add mod">
          <ac:chgData name="musukie52@gmail.com" userId="017bd91f96aa8751" providerId="LiveId" clId="{5B2C3894-F97E-4CAB-8812-5BB4D83AAC6A}" dt="2026-10-18T06:20:44.194" v="21505" actId="1076"/>
          <ac:spMkLst>
            <pc:docMk/>
            <pc:sldMk cId="2363351053" sldId="301"/>
            <ac:spMk id="131" creationId="{4CA3549B-B494-A4C6-02F1-795976E18E14}"/>
          </ac:spMkLst>
        </pc:spChg>
        <pc:spChg chg="add mod">
          <ac:chgData name="musukie52@gmail.com" userId="017bd91f96aa8751" providerId="LiveId" clId="{5B2C3894-F97E-4CAB-8812-5BB4D83AAC6A}" dt="2026-10-18T06:20:44.194" v="21505" actId="1076"/>
          <ac:spMkLst>
            <pc:docMk/>
            <pc:sldMk cId="2363351053" sldId="301"/>
            <ac:spMk id="136" creationId="{D21FA53C-FB07-DF72-9B27-9A23DA5E19BB}"/>
          </ac:spMkLst>
        </pc:spChg>
        <pc:spChg chg="add mod">
          <ac:chgData name="musukie52@gmail.com" userId="017bd91f96aa8751" providerId="LiveId" clId="{5B2C3894-F97E-4CAB-8812-5BB4D83AAC6A}" dt="2026-10-18T06:19:48.596" v="21485" actId="1076"/>
          <ac:spMkLst>
            <pc:docMk/>
            <pc:sldMk cId="2363351053" sldId="301"/>
            <ac:spMk id="140" creationId="{27194832-D6E3-0B10-DE91-4709B09F2612}"/>
          </ac:spMkLst>
        </pc:spChg>
        <pc:spChg chg="add del mod">
          <ac:chgData name="musukie52@gmail.com" userId="017bd91f96aa8751" providerId="LiveId" clId="{5B2C3894-F97E-4CAB-8812-5BB4D83AAC6A}" dt="2026-10-18T06:16:45.654" v="21449" actId="478"/>
          <ac:spMkLst>
            <pc:docMk/>
            <pc:sldMk cId="2363351053" sldId="301"/>
            <ac:spMk id="141" creationId="{C4CE0D34-6081-1E18-9091-BEC5ED117ACC}"/>
          </ac:spMkLst>
        </pc:spChg>
        <pc:spChg chg="add del mod">
          <ac:chgData name="musukie52@gmail.com" userId="017bd91f96aa8751" providerId="LiveId" clId="{5B2C3894-F97E-4CAB-8812-5BB4D83AAC6A}" dt="2026-10-18T06:18:43.287" v="21478" actId="478"/>
          <ac:spMkLst>
            <pc:docMk/>
            <pc:sldMk cId="2363351053" sldId="301"/>
            <ac:spMk id="142" creationId="{ECA81CE6-2192-388D-B6AF-877CB79C34F2}"/>
          </ac:spMkLst>
        </pc:spChg>
        <pc:spChg chg="add del mod">
          <ac:chgData name="musukie52@gmail.com" userId="017bd91f96aa8751" providerId="LiveId" clId="{5B2C3894-F97E-4CAB-8812-5BB4D83AAC6A}" dt="2026-10-18T06:20:46.714" v="21506" actId="478"/>
          <ac:spMkLst>
            <pc:docMk/>
            <pc:sldMk cId="2363351053" sldId="301"/>
            <ac:spMk id="143" creationId="{461FBA19-0770-1B5A-9F14-73EB81F5A009}"/>
          </ac:spMkLst>
        </pc:spChg>
        <pc:spChg chg="add del mod">
          <ac:chgData name="musukie52@gmail.com" userId="017bd91f96aa8751" providerId="LiveId" clId="{5B2C3894-F97E-4CAB-8812-5BB4D83AAC6A}" dt="2026-10-18T06:20:46.714" v="21506" actId="478"/>
          <ac:spMkLst>
            <pc:docMk/>
            <pc:sldMk cId="2363351053" sldId="301"/>
            <ac:spMk id="145" creationId="{0E0E0233-005A-F537-F7FE-A3164E508C10}"/>
          </ac:spMkLst>
        </pc:spChg>
        <pc:spChg chg="add mod">
          <ac:chgData name="musukie52@gmail.com" userId="017bd91f96aa8751" providerId="LiveId" clId="{5B2C3894-F97E-4CAB-8812-5BB4D83AAC6A}" dt="2026-10-18T06:31:25.965" v="21574" actId="20577"/>
          <ac:spMkLst>
            <pc:docMk/>
            <pc:sldMk cId="2363351053" sldId="301"/>
            <ac:spMk id="147" creationId="{E111AAE1-804F-0868-697A-2F3E2E18D401}"/>
          </ac:spMkLst>
        </pc:spChg>
        <pc:grpChg chg="add del mod ord">
          <ac:chgData name="musukie52@gmail.com" userId="017bd91f96aa8751" providerId="LiveId" clId="{5B2C3894-F97E-4CAB-8812-5BB4D83AAC6A}" dt="2026-10-18T05:11:18.529" v="20715" actId="165"/>
          <ac:grpSpMkLst>
            <pc:docMk/>
            <pc:sldMk cId="2363351053" sldId="301"/>
            <ac:grpSpMk id="51" creationId="{F6E564DD-ACF3-CC6B-94A5-6C38DCA9B693}"/>
          </ac:grpSpMkLst>
        </pc:grpChg>
        <pc:picChg chg="del mod ord">
          <ac:chgData name="musukie52@gmail.com" userId="017bd91f96aa8751" providerId="LiveId" clId="{5B2C3894-F97E-4CAB-8812-5BB4D83AAC6A}" dt="2026-10-18T05:10:39.299" v="20710" actId="478"/>
          <ac:picMkLst>
            <pc:docMk/>
            <pc:sldMk cId="2363351053" sldId="301"/>
            <ac:picMk id="3" creationId="{78EFFC64-91D9-3A8F-31DC-F8AE16FC3AC9}"/>
          </ac:picMkLst>
        </pc:picChg>
        <pc:picChg chg="add del mod modCrop">
          <ac:chgData name="musukie52@gmail.com" userId="017bd91f96aa8751" providerId="LiveId" clId="{5B2C3894-F97E-4CAB-8812-5BB4D83AAC6A}" dt="2026-10-18T04:52:47.452" v="20034" actId="478"/>
          <ac:picMkLst>
            <pc:docMk/>
            <pc:sldMk cId="2363351053" sldId="301"/>
            <ac:picMk id="34" creationId="{F4846715-39C8-F83E-0054-CB026A138578}"/>
          </ac:picMkLst>
        </pc:picChg>
        <pc:picChg chg="add del mod">
          <ac:chgData name="musukie52@gmail.com" userId="017bd91f96aa8751" providerId="LiveId" clId="{5B2C3894-F97E-4CAB-8812-5BB4D83AAC6A}" dt="2026-10-18T04:52:52.046" v="20037" actId="21"/>
          <ac:picMkLst>
            <pc:docMk/>
            <pc:sldMk cId="2363351053" sldId="301"/>
            <ac:picMk id="36" creationId="{8A42913D-5D6D-EDF7-404F-CB3D22AE2B7E}"/>
          </ac:picMkLst>
        </pc:picChg>
        <pc:picChg chg="add del mod">
          <ac:chgData name="musukie52@gmail.com" userId="017bd91f96aa8751" providerId="LiveId" clId="{5B2C3894-F97E-4CAB-8812-5BB4D83AAC6A}" dt="2026-10-18T05:10:39.299" v="20710" actId="478"/>
          <ac:picMkLst>
            <pc:docMk/>
            <pc:sldMk cId="2363351053" sldId="301"/>
            <ac:picMk id="38" creationId="{A18286D3-BE8E-6BC2-8E62-8D4167E4433D}"/>
          </ac:picMkLst>
        </pc:picChg>
        <pc:picChg chg="add del mod">
          <ac:chgData name="musukie52@gmail.com" userId="017bd91f96aa8751" providerId="LiveId" clId="{5B2C3894-F97E-4CAB-8812-5BB4D83AAC6A}" dt="2026-10-18T06:14:41.402" v="21427" actId="21"/>
          <ac:picMkLst>
            <pc:docMk/>
            <pc:sldMk cId="2363351053" sldId="301"/>
            <ac:picMk id="40" creationId="{8749B668-CCD7-AB90-9947-D26262DDF8DE}"/>
          </ac:picMkLst>
        </pc:picChg>
        <pc:picChg chg="add mod">
          <ac:chgData name="musukie52@gmail.com" userId="017bd91f96aa8751" providerId="LiveId" clId="{5B2C3894-F97E-4CAB-8812-5BB4D83AAC6A}" dt="2026-10-18T04:57:07.753" v="20095" actId="571"/>
          <ac:picMkLst>
            <pc:docMk/>
            <pc:sldMk cId="2363351053" sldId="301"/>
            <ac:picMk id="41" creationId="{C02F5045-2CDE-DF01-4459-C658820CD3CF}"/>
          </ac:picMkLst>
        </pc:picChg>
        <pc:picChg chg="add mod">
          <ac:chgData name="musukie52@gmail.com" userId="017bd91f96aa8751" providerId="LiveId" clId="{5B2C3894-F97E-4CAB-8812-5BB4D83AAC6A}" dt="2026-10-18T04:57:07.753" v="20095" actId="571"/>
          <ac:picMkLst>
            <pc:docMk/>
            <pc:sldMk cId="2363351053" sldId="301"/>
            <ac:picMk id="42" creationId="{CFE88A36-AC27-09C5-0D27-BD4512350FFB}"/>
          </ac:picMkLst>
        </pc:picChg>
        <pc:picChg chg="add mod">
          <ac:chgData name="musukie52@gmail.com" userId="017bd91f96aa8751" providerId="LiveId" clId="{5B2C3894-F97E-4CAB-8812-5BB4D83AAC6A}" dt="2026-10-18T04:57:07.753" v="20095" actId="571"/>
          <ac:picMkLst>
            <pc:docMk/>
            <pc:sldMk cId="2363351053" sldId="301"/>
            <ac:picMk id="43" creationId="{2AFA8DC4-7B0B-4124-9648-96F0648C8460}"/>
          </ac:picMkLst>
        </pc:picChg>
        <pc:picChg chg="add del mod">
          <ac:chgData name="musukie52@gmail.com" userId="017bd91f96aa8751" providerId="LiveId" clId="{5B2C3894-F97E-4CAB-8812-5BB4D83AAC6A}" dt="2026-10-18T05:02:59.485" v="20170" actId="21"/>
          <ac:picMkLst>
            <pc:docMk/>
            <pc:sldMk cId="2363351053" sldId="301"/>
            <ac:picMk id="49" creationId="{4D6C2F67-F99E-8791-6245-EBF2AC271A1A}"/>
          </ac:picMkLst>
        </pc:picChg>
        <pc:picChg chg="mod topLvl">
          <ac:chgData name="musukie52@gmail.com" userId="017bd91f96aa8751" providerId="LiveId" clId="{5B2C3894-F97E-4CAB-8812-5BB4D83AAC6A}" dt="2026-10-18T06:19:59.620" v="21494" actId="1035"/>
          <ac:picMkLst>
            <pc:docMk/>
            <pc:sldMk cId="2363351053" sldId="301"/>
            <ac:picMk id="53" creationId="{D0CCDDBD-43FE-5AD1-944F-1835E4CF6359}"/>
          </ac:picMkLst>
        </pc:picChg>
        <pc:picChg chg="mod topLvl">
          <ac:chgData name="musukie52@gmail.com" userId="017bd91f96aa8751" providerId="LiveId" clId="{5B2C3894-F97E-4CAB-8812-5BB4D83AAC6A}" dt="2026-10-18T05:13:47.640" v="20737" actId="1076"/>
          <ac:picMkLst>
            <pc:docMk/>
            <pc:sldMk cId="2363351053" sldId="301"/>
            <ac:picMk id="55" creationId="{BB6FBDA4-84AF-7A8E-1B1C-17415A9BB819}"/>
          </ac:picMkLst>
        </pc:picChg>
        <pc:picChg chg="mod topLvl">
          <ac:chgData name="musukie52@gmail.com" userId="017bd91f96aa8751" providerId="LiveId" clId="{5B2C3894-F97E-4CAB-8812-5BB4D83AAC6A}" dt="2026-10-18T05:14:00.677" v="20740" actId="1076"/>
          <ac:picMkLst>
            <pc:docMk/>
            <pc:sldMk cId="2363351053" sldId="301"/>
            <ac:picMk id="57" creationId="{78B37CA1-B246-9173-CBFE-D01DF5F8FA86}"/>
          </ac:picMkLst>
        </pc:picChg>
        <pc:picChg chg="mod topLvl">
          <ac:chgData name="musukie52@gmail.com" userId="017bd91f96aa8751" providerId="LiveId" clId="{5B2C3894-F97E-4CAB-8812-5BB4D83AAC6A}" dt="2026-10-18T05:13:41.191" v="20736" actId="1076"/>
          <ac:picMkLst>
            <pc:docMk/>
            <pc:sldMk cId="2363351053" sldId="301"/>
            <ac:picMk id="59" creationId="{92CC064D-A94E-4F5C-3367-F7D7D0A20168}"/>
          </ac:picMkLst>
        </pc:picChg>
        <pc:picChg chg="mod topLvl">
          <ac:chgData name="musukie52@gmail.com" userId="017bd91f96aa8751" providerId="LiveId" clId="{5B2C3894-F97E-4CAB-8812-5BB4D83AAC6A}" dt="2026-10-18T05:20:30.391" v="20889" actId="1076"/>
          <ac:picMkLst>
            <pc:docMk/>
            <pc:sldMk cId="2363351053" sldId="301"/>
            <ac:picMk id="61" creationId="{F9C533F6-246F-DD80-4362-C7D55593BEDB}"/>
          </ac:picMkLst>
        </pc:picChg>
        <pc:picChg chg="del mod topLvl">
          <ac:chgData name="musukie52@gmail.com" userId="017bd91f96aa8751" providerId="LiveId" clId="{5B2C3894-F97E-4CAB-8812-5BB4D83AAC6A}" dt="2026-10-18T06:14:41.402" v="21427" actId="21"/>
          <ac:picMkLst>
            <pc:docMk/>
            <pc:sldMk cId="2363351053" sldId="301"/>
            <ac:picMk id="63" creationId="{DEE88453-6F87-A497-D79A-18ED29EBBB68}"/>
          </ac:picMkLst>
        </pc:picChg>
        <pc:picChg chg="add mod modCrop">
          <ac:chgData name="musukie52@gmail.com" userId="017bd91f96aa8751" providerId="LiveId" clId="{5B2C3894-F97E-4CAB-8812-5BB4D83AAC6A}" dt="2026-10-18T06:19:32.464" v="21482" actId="732"/>
          <ac:picMkLst>
            <pc:docMk/>
            <pc:sldMk cId="2363351053" sldId="301"/>
            <ac:picMk id="134" creationId="{DF3DEF39-4572-00F3-C7CD-0DD164448CF0}"/>
          </ac:picMkLst>
        </pc:picChg>
        <pc:picChg chg="add">
          <ac:chgData name="musukie52@gmail.com" userId="017bd91f96aa8751" providerId="LiveId" clId="{5B2C3894-F97E-4CAB-8812-5BB4D83AAC6A}" dt="2026-10-18T06:15:31.626" v="21445" actId="22"/>
          <ac:picMkLst>
            <pc:docMk/>
            <pc:sldMk cId="2363351053" sldId="301"/>
            <ac:picMk id="138" creationId="{D98691ED-92F4-F650-7AEB-FB9D8F1BDE15}"/>
          </ac:picMkLst>
        </pc:picChg>
        <pc:cxnChg chg="mod">
          <ac:chgData name="musukie52@gmail.com" userId="017bd91f96aa8751" providerId="LiveId" clId="{5B2C3894-F97E-4CAB-8812-5BB4D83AAC6A}" dt="2026-10-18T04:41:15.838" v="19825" actId="20577"/>
          <ac:cxnSpMkLst>
            <pc:docMk/>
            <pc:sldMk cId="2363351053" sldId="301"/>
            <ac:cxnSpMk id="46" creationId="{C1566634-B2F9-0728-8DCA-00AC418E227F}"/>
          </ac:cxnSpMkLst>
        </pc:cxnChg>
        <pc:cxnChg chg="add mod">
          <ac:chgData name="musukie52@gmail.com" userId="017bd91f96aa8751" providerId="LiveId" clId="{5B2C3894-F97E-4CAB-8812-5BB4D83AAC6A}" dt="2026-10-18T05:58:18.242" v="21336" actId="1076"/>
          <ac:cxnSpMkLst>
            <pc:docMk/>
            <pc:sldMk cId="2363351053" sldId="301"/>
            <ac:cxnSpMk id="82" creationId="{B7A9D5B9-D839-8A7B-9F8F-D17566D148DD}"/>
          </ac:cxnSpMkLst>
        </pc:cxnChg>
        <pc:cxnChg chg="add mod">
          <ac:chgData name="musukie52@gmail.com" userId="017bd91f96aa8751" providerId="LiveId" clId="{5B2C3894-F97E-4CAB-8812-5BB4D83AAC6A}" dt="2026-10-18T05:55:46.650" v="21297" actId="692"/>
          <ac:cxnSpMkLst>
            <pc:docMk/>
            <pc:sldMk cId="2363351053" sldId="301"/>
            <ac:cxnSpMk id="84" creationId="{F61FF51A-FDB9-D3B4-5CF2-0ADB7C65148A}"/>
          </ac:cxnSpMkLst>
        </pc:cxnChg>
        <pc:cxnChg chg="add mod">
          <ac:chgData name="musukie52@gmail.com" userId="017bd91f96aa8751" providerId="LiveId" clId="{5B2C3894-F97E-4CAB-8812-5BB4D83AAC6A}" dt="2026-10-18T06:19:09.401" v="21481" actId="1076"/>
          <ac:cxnSpMkLst>
            <pc:docMk/>
            <pc:sldMk cId="2363351053" sldId="301"/>
            <ac:cxnSpMk id="90" creationId="{D2AFEAD3-BF53-DC61-76DF-576755C1079D}"/>
          </ac:cxnSpMkLst>
        </pc:cxnChg>
        <pc:cxnChg chg="add del mod">
          <ac:chgData name="musukie52@gmail.com" userId="017bd91f96aa8751" providerId="LiveId" clId="{5B2C3894-F97E-4CAB-8812-5BB4D83AAC6A}" dt="2026-10-18T05:56:49.585" v="21307" actId="478"/>
          <ac:cxnSpMkLst>
            <pc:docMk/>
            <pc:sldMk cId="2363351053" sldId="301"/>
            <ac:cxnSpMk id="94" creationId="{255F568E-1CE8-C5FB-22AF-FF4EB1E561D9}"/>
          </ac:cxnSpMkLst>
        </pc:cxnChg>
        <pc:cxnChg chg="add mod">
          <ac:chgData name="musukie52@gmail.com" userId="017bd91f96aa8751" providerId="LiveId" clId="{5B2C3894-F97E-4CAB-8812-5BB4D83AAC6A}" dt="2026-10-18T05:58:40.173" v="21342" actId="1076"/>
          <ac:cxnSpMkLst>
            <pc:docMk/>
            <pc:sldMk cId="2363351053" sldId="301"/>
            <ac:cxnSpMk id="95" creationId="{4906EA70-3C81-4269-ED35-D1C813A61B45}"/>
          </ac:cxnSpMkLst>
        </pc:cxnChg>
        <pc:cxnChg chg="add mod">
          <ac:chgData name="musukie52@gmail.com" userId="017bd91f96aa8751" providerId="LiveId" clId="{5B2C3894-F97E-4CAB-8812-5BB4D83AAC6A}" dt="2026-10-18T06:03:18.768" v="21356" actId="14100"/>
          <ac:cxnSpMkLst>
            <pc:docMk/>
            <pc:sldMk cId="2363351053" sldId="301"/>
            <ac:cxnSpMk id="96" creationId="{EB101C80-3A1B-E370-85E5-143A459E7D30}"/>
          </ac:cxnSpMkLst>
        </pc:cxnChg>
        <pc:cxnChg chg="add mod">
          <ac:chgData name="musukie52@gmail.com" userId="017bd91f96aa8751" providerId="LiveId" clId="{5B2C3894-F97E-4CAB-8812-5BB4D83AAC6A}" dt="2026-10-18T06:04:33.102" v="21369" actId="14100"/>
          <ac:cxnSpMkLst>
            <pc:docMk/>
            <pc:sldMk cId="2363351053" sldId="301"/>
            <ac:cxnSpMk id="102" creationId="{02838520-DD1B-9349-4C8E-28CDF7790069}"/>
          </ac:cxnSpMkLst>
        </pc:cxnChg>
        <pc:cxnChg chg="add mod">
          <ac:chgData name="musukie52@gmail.com" userId="017bd91f96aa8751" providerId="LiveId" clId="{5B2C3894-F97E-4CAB-8812-5BB4D83AAC6A}" dt="2026-10-18T06:07:28.313" v="21373" actId="14100"/>
          <ac:cxnSpMkLst>
            <pc:docMk/>
            <pc:sldMk cId="2363351053" sldId="301"/>
            <ac:cxnSpMk id="103" creationId="{F0213AFE-C515-696A-A8D0-254B82D0B2D8}"/>
          </ac:cxnSpMkLst>
        </pc:cxnChg>
        <pc:cxnChg chg="add mod">
          <ac:chgData name="musukie52@gmail.com" userId="017bd91f96aa8751" providerId="LiveId" clId="{5B2C3894-F97E-4CAB-8812-5BB4D83AAC6A}" dt="2026-10-18T06:08:11.068" v="21389" actId="692"/>
          <ac:cxnSpMkLst>
            <pc:docMk/>
            <pc:sldMk cId="2363351053" sldId="301"/>
            <ac:cxnSpMk id="114" creationId="{4505790C-E7A6-3A80-D22C-D178900BCF88}"/>
          </ac:cxnSpMkLst>
        </pc:cxnChg>
        <pc:cxnChg chg="add mod">
          <ac:chgData name="musukie52@gmail.com" userId="017bd91f96aa8751" providerId="LiveId" clId="{5B2C3894-F97E-4CAB-8812-5BB4D83AAC6A}" dt="2026-10-18T06:08:11.068" v="21389" actId="692"/>
          <ac:cxnSpMkLst>
            <pc:docMk/>
            <pc:sldMk cId="2363351053" sldId="301"/>
            <ac:cxnSpMk id="115" creationId="{B8C31184-2528-15E0-0424-DF3C220BE5B1}"/>
          </ac:cxnSpMkLst>
        </pc:cxnChg>
        <pc:cxnChg chg="add mod">
          <ac:chgData name="musukie52@gmail.com" userId="017bd91f96aa8751" providerId="LiveId" clId="{5B2C3894-F97E-4CAB-8812-5BB4D83AAC6A}" dt="2026-10-18T06:19:59.620" v="21494" actId="1035"/>
          <ac:cxnSpMkLst>
            <pc:docMk/>
            <pc:sldMk cId="2363351053" sldId="301"/>
            <ac:cxnSpMk id="120" creationId="{2C92E937-771E-9E66-FB66-E7CD19488B44}"/>
          </ac:cxnSpMkLst>
        </pc:cxnChg>
        <pc:cxnChg chg="add del mod">
          <ac:chgData name="musukie52@gmail.com" userId="017bd91f96aa8751" providerId="LiveId" clId="{5B2C3894-F97E-4CAB-8812-5BB4D83AAC6A}" dt="2026-10-18T06:19:59.620" v="21494" actId="1035"/>
          <ac:cxnSpMkLst>
            <pc:docMk/>
            <pc:sldMk cId="2363351053" sldId="301"/>
            <ac:cxnSpMk id="121" creationId="{A484B49E-7E0C-7D33-2439-9D76208685D1}"/>
          </ac:cxnSpMkLst>
        </pc:cxnChg>
      </pc:sldChg>
      <pc:sldChg chg="addSp delSp modSp add mod">
        <pc:chgData name="musukie52@gmail.com" userId="017bd91f96aa8751" providerId="LiveId" clId="{5B2C3894-F97E-4CAB-8812-5BB4D83AAC6A}" dt="2026-10-18T07:09:55.985" v="22248" actId="1035"/>
        <pc:sldMkLst>
          <pc:docMk/>
          <pc:sldMk cId="2134184572" sldId="302"/>
        </pc:sldMkLst>
        <pc:spChg chg="add mod">
          <ac:chgData name="musukie52@gmail.com" userId="017bd91f96aa8751" providerId="LiveId" clId="{5B2C3894-F97E-4CAB-8812-5BB4D83AAC6A}" dt="2026-10-18T06:31:30.670" v="21578" actId="20577"/>
          <ac:spMkLst>
            <pc:docMk/>
            <pc:sldMk cId="2134184572" sldId="302"/>
            <ac:spMk id="3" creationId="{20694B38-7671-A8D5-00ED-420194204A44}"/>
          </ac:spMkLst>
        </pc:spChg>
        <pc:spChg chg="add mod">
          <ac:chgData name="musukie52@gmail.com" userId="017bd91f96aa8751" providerId="LiveId" clId="{5B2C3894-F97E-4CAB-8812-5BB4D83AAC6A}" dt="2026-10-18T07:09:55.985" v="22248" actId="1035"/>
          <ac:spMkLst>
            <pc:docMk/>
            <pc:sldMk cId="2134184572" sldId="302"/>
            <ac:spMk id="8" creationId="{8D209966-A15D-AC91-D420-A2B2EB167C4C}"/>
          </ac:spMkLst>
        </pc:spChg>
        <pc:spChg chg="add mod ord">
          <ac:chgData name="musukie52@gmail.com" userId="017bd91f96aa8751" providerId="LiveId" clId="{5B2C3894-F97E-4CAB-8812-5BB4D83AAC6A}" dt="2026-10-18T07:09:12.769" v="22235" actId="1076"/>
          <ac:spMkLst>
            <pc:docMk/>
            <pc:sldMk cId="2134184572" sldId="302"/>
            <ac:spMk id="9" creationId="{A91D7E4C-4A07-AE4C-BA55-DDCBEED6BC23}"/>
          </ac:spMkLst>
        </pc:spChg>
        <pc:spChg chg="add del mod">
          <ac:chgData name="musukie52@gmail.com" userId="017bd91f96aa8751" providerId="LiveId" clId="{5B2C3894-F97E-4CAB-8812-5BB4D83AAC6A}" dt="2026-10-18T06:57:45.481" v="21788" actId="21"/>
          <ac:spMkLst>
            <pc:docMk/>
            <pc:sldMk cId="2134184572" sldId="302"/>
            <ac:spMk id="11" creationId="{0D6E1004-F8B6-764B-03DF-7A9D4A9EFBAF}"/>
          </ac:spMkLst>
        </pc:spChg>
        <pc:spChg chg="add del mod">
          <ac:chgData name="musukie52@gmail.com" userId="017bd91f96aa8751" providerId="LiveId" clId="{5B2C3894-F97E-4CAB-8812-5BB4D83AAC6A}" dt="2026-10-18T06:57:45.481" v="21788" actId="21"/>
          <ac:spMkLst>
            <pc:docMk/>
            <pc:sldMk cId="2134184572" sldId="302"/>
            <ac:spMk id="13" creationId="{17BAE055-BCB7-BEAF-9152-48C9961CE4EC}"/>
          </ac:spMkLst>
        </pc:spChg>
        <pc:spChg chg="add mod">
          <ac:chgData name="musukie52@gmail.com" userId="017bd91f96aa8751" providerId="LiveId" clId="{5B2C3894-F97E-4CAB-8812-5BB4D83AAC6A}" dt="2026-10-18T06:58:37.305" v="21804" actId="1076"/>
          <ac:spMkLst>
            <pc:docMk/>
            <pc:sldMk cId="2134184572" sldId="302"/>
            <ac:spMk id="15" creationId="{E5B6355C-2804-D89D-B895-6F783EDA9E79}"/>
          </ac:spMkLst>
        </pc:spChg>
        <pc:spChg chg="add mod">
          <ac:chgData name="musukie52@gmail.com" userId="017bd91f96aa8751" providerId="LiveId" clId="{5B2C3894-F97E-4CAB-8812-5BB4D83AAC6A}" dt="2026-10-18T06:58:37.305" v="21804" actId="1076"/>
          <ac:spMkLst>
            <pc:docMk/>
            <pc:sldMk cId="2134184572" sldId="302"/>
            <ac:spMk id="17" creationId="{6E86C5B9-927C-A394-71E9-8E3708922764}"/>
          </ac:spMkLst>
        </pc:spChg>
        <pc:spChg chg="add mod">
          <ac:chgData name="musukie52@gmail.com" userId="017bd91f96aa8751" providerId="LiveId" clId="{5B2C3894-F97E-4CAB-8812-5BB4D83AAC6A}" dt="2026-10-18T06:58:28.770" v="21802" actId="1076"/>
          <ac:spMkLst>
            <pc:docMk/>
            <pc:sldMk cId="2134184572" sldId="302"/>
            <ac:spMk id="18" creationId="{C9746589-F60E-1168-F938-718E65828270}"/>
          </ac:spMkLst>
        </pc:spChg>
        <pc:spChg chg="add del mod">
          <ac:chgData name="musukie52@gmail.com" userId="017bd91f96aa8751" providerId="LiveId" clId="{5B2C3894-F97E-4CAB-8812-5BB4D83AAC6A}" dt="2026-10-18T07:01:37.298" v="22058" actId="478"/>
          <ac:spMkLst>
            <pc:docMk/>
            <pc:sldMk cId="2134184572" sldId="302"/>
            <ac:spMk id="20" creationId="{014A289B-8C82-EFC1-C1EE-A3896864015E}"/>
          </ac:spMkLst>
        </pc:spChg>
        <pc:spChg chg="add mod">
          <ac:chgData name="musukie52@gmail.com" userId="017bd91f96aa8751" providerId="LiveId" clId="{5B2C3894-F97E-4CAB-8812-5BB4D83AAC6A}" dt="2026-10-18T07:09:35.565" v="22239" actId="1037"/>
          <ac:spMkLst>
            <pc:docMk/>
            <pc:sldMk cId="2134184572" sldId="302"/>
            <ac:spMk id="22" creationId="{1C9CEC84-51F8-6B85-CAAF-88407388BD1A}"/>
          </ac:spMkLst>
        </pc:spChg>
        <pc:spChg chg="add mod">
          <ac:chgData name="musukie52@gmail.com" userId="017bd91f96aa8751" providerId="LiveId" clId="{5B2C3894-F97E-4CAB-8812-5BB4D83AAC6A}" dt="2026-10-18T07:09:35.565" v="22239" actId="1037"/>
          <ac:spMkLst>
            <pc:docMk/>
            <pc:sldMk cId="2134184572" sldId="302"/>
            <ac:spMk id="24" creationId="{8DCBD4A2-E377-5B91-0EB9-8B659A391BE8}"/>
          </ac:spMkLst>
        </pc:spChg>
        <pc:spChg chg="add mod">
          <ac:chgData name="musukie52@gmail.com" userId="017bd91f96aa8751" providerId="LiveId" clId="{5B2C3894-F97E-4CAB-8812-5BB4D83AAC6A}" dt="2026-10-18T07:09:35.565" v="22239" actId="1037"/>
          <ac:spMkLst>
            <pc:docMk/>
            <pc:sldMk cId="2134184572" sldId="302"/>
            <ac:spMk id="26" creationId="{DFA26F14-B552-B522-9EDF-564113D479C7}"/>
          </ac:spMkLst>
        </pc:spChg>
        <pc:spChg chg="add del mod">
          <ac:chgData name="musukie52@gmail.com" userId="017bd91f96aa8751" providerId="LiveId" clId="{5B2C3894-F97E-4CAB-8812-5BB4D83AAC6A}" dt="2026-10-18T07:01:37.298" v="22058" actId="478"/>
          <ac:spMkLst>
            <pc:docMk/>
            <pc:sldMk cId="2134184572" sldId="302"/>
            <ac:spMk id="28" creationId="{B2A43DF2-61C7-A248-B029-0A42DA14C78F}"/>
          </ac:spMkLst>
        </pc:spChg>
        <pc:spChg chg="add mod">
          <ac:chgData name="musukie52@gmail.com" userId="017bd91f96aa8751" providerId="LiveId" clId="{5B2C3894-F97E-4CAB-8812-5BB4D83AAC6A}" dt="2026-10-18T07:09:44.303" v="22242" actId="1038"/>
          <ac:spMkLst>
            <pc:docMk/>
            <pc:sldMk cId="2134184572" sldId="302"/>
            <ac:spMk id="30" creationId="{0C2E24EE-F9E4-8301-74F6-8BDDE1611202}"/>
          </ac:spMkLst>
        </pc:spChg>
        <pc:spChg chg="add mod">
          <ac:chgData name="musukie52@gmail.com" userId="017bd91f96aa8751" providerId="LiveId" clId="{5B2C3894-F97E-4CAB-8812-5BB4D83AAC6A}" dt="2026-10-18T07:09:44.303" v="22242" actId="1038"/>
          <ac:spMkLst>
            <pc:docMk/>
            <pc:sldMk cId="2134184572" sldId="302"/>
            <ac:spMk id="32" creationId="{D6A83186-0725-AC3E-889D-FF4FEE83ECE5}"/>
          </ac:spMkLst>
        </pc:spChg>
        <pc:spChg chg="add mod">
          <ac:chgData name="musukie52@gmail.com" userId="017bd91f96aa8751" providerId="LiveId" clId="{5B2C3894-F97E-4CAB-8812-5BB4D83AAC6A}" dt="2026-10-18T07:09:44.303" v="22242" actId="1038"/>
          <ac:spMkLst>
            <pc:docMk/>
            <pc:sldMk cId="2134184572" sldId="302"/>
            <ac:spMk id="34" creationId="{4F00CB80-9D65-8956-802B-5322C9CE933D}"/>
          </ac:spMkLst>
        </pc:spChg>
        <pc:spChg chg="add mod ord">
          <ac:chgData name="musukie52@gmail.com" userId="017bd91f96aa8751" providerId="LiveId" clId="{5B2C3894-F97E-4CAB-8812-5BB4D83AAC6A}" dt="2026-10-18T07:09:35.565" v="22239" actId="1037"/>
          <ac:spMkLst>
            <pc:docMk/>
            <pc:sldMk cId="2134184572" sldId="302"/>
            <ac:spMk id="36" creationId="{A6D08085-0CEB-E363-EA23-2ECD1040F30D}"/>
          </ac:spMkLst>
        </pc:spChg>
        <pc:spChg chg="add mod ord">
          <ac:chgData name="musukie52@gmail.com" userId="017bd91f96aa8751" providerId="LiveId" clId="{5B2C3894-F97E-4CAB-8812-5BB4D83AAC6A}" dt="2026-10-18T07:09:44.303" v="22242" actId="1038"/>
          <ac:spMkLst>
            <pc:docMk/>
            <pc:sldMk cId="2134184572" sldId="302"/>
            <ac:spMk id="38" creationId="{8D22B29C-CAB0-11A9-35D4-1B136FE0B38F}"/>
          </ac:spMkLst>
        </pc:spChg>
        <pc:spChg chg="add mod">
          <ac:chgData name="musukie52@gmail.com" userId="017bd91f96aa8751" providerId="LiveId" clId="{5B2C3894-F97E-4CAB-8812-5BB4D83AAC6A}" dt="2026-10-18T07:09:20.758" v="22236" actId="1076"/>
          <ac:spMkLst>
            <pc:docMk/>
            <pc:sldMk cId="2134184572" sldId="302"/>
            <ac:spMk id="40" creationId="{2A83473B-94A3-EA73-CDC1-4C6EBE25E77C}"/>
          </ac:spMkLst>
        </pc:spChg>
        <pc:spChg chg="add mod">
          <ac:chgData name="musukie52@gmail.com" userId="017bd91f96aa8751" providerId="LiveId" clId="{5B2C3894-F97E-4CAB-8812-5BB4D83AAC6A}" dt="2026-10-18T07:09:20.758" v="22236" actId="1076"/>
          <ac:spMkLst>
            <pc:docMk/>
            <pc:sldMk cId="2134184572" sldId="302"/>
            <ac:spMk id="42" creationId="{AE583BD5-20B7-F542-9C99-D1189A9006BE}"/>
          </ac:spMkLst>
        </pc:spChg>
        <pc:spChg chg="mod">
          <ac:chgData name="musukie52@gmail.com" userId="017bd91f96aa8751" providerId="LiveId" clId="{5B2C3894-F97E-4CAB-8812-5BB4D83AAC6A}" dt="2026-10-18T06:26:50.567" v="21547" actId="20577"/>
          <ac:spMkLst>
            <pc:docMk/>
            <pc:sldMk cId="2134184572" sldId="302"/>
            <ac:spMk id="44" creationId="{F8CADCE8-F732-0742-88DA-753397BE2DB3}"/>
          </ac:spMkLst>
        </pc:spChg>
        <pc:spChg chg="add mod">
          <ac:chgData name="musukie52@gmail.com" userId="017bd91f96aa8751" providerId="LiveId" clId="{5B2C3894-F97E-4CAB-8812-5BB4D83AAC6A}" dt="2026-10-18T07:09:20.758" v="22236" actId="1076"/>
          <ac:spMkLst>
            <pc:docMk/>
            <pc:sldMk cId="2134184572" sldId="302"/>
            <ac:spMk id="47" creationId="{ADDA2AD1-77EB-77A1-D0D0-FF844AB51CEC}"/>
          </ac:spMkLst>
        </pc:spChg>
        <pc:spChg chg="add mod ord">
          <ac:chgData name="musukie52@gmail.com" userId="017bd91f96aa8751" providerId="LiveId" clId="{5B2C3894-F97E-4CAB-8812-5BB4D83AAC6A}" dt="2026-10-18T07:09:20.758" v="22236" actId="1076"/>
          <ac:spMkLst>
            <pc:docMk/>
            <pc:sldMk cId="2134184572" sldId="302"/>
            <ac:spMk id="51" creationId="{09450F67-7CFE-3713-4110-5DD83877490F}"/>
          </ac:spMkLst>
        </pc:spChg>
        <pc:picChg chg="add mod modCrop">
          <ac:chgData name="musukie52@gmail.com" userId="017bd91f96aa8751" providerId="LiveId" clId="{5B2C3894-F97E-4CAB-8812-5BB4D83AAC6A}" dt="2026-10-18T07:05:30.680" v="22222" actId="1036"/>
          <ac:picMkLst>
            <pc:docMk/>
            <pc:sldMk cId="2134184572" sldId="302"/>
            <ac:picMk id="6" creationId="{AB72FAA1-7BC5-B5AF-0B3C-B30174CE7BAC}"/>
          </ac:picMkLst>
        </pc:picChg>
        <pc:picChg chg="add mod modCrop">
          <ac:chgData name="musukie52@gmail.com" userId="017bd91f96aa8751" providerId="LiveId" clId="{5B2C3894-F97E-4CAB-8812-5BB4D83AAC6A}" dt="2026-10-18T07:09:35.565" v="22239" actId="1037"/>
          <ac:picMkLst>
            <pc:docMk/>
            <pc:sldMk cId="2134184572" sldId="302"/>
            <ac:picMk id="55" creationId="{56DD7DD6-5E62-87FA-998F-34FF8F2103C4}"/>
          </ac:picMkLst>
        </pc:picChg>
        <pc:picChg chg="add mod modCrop">
          <ac:chgData name="musukie52@gmail.com" userId="017bd91f96aa8751" providerId="LiveId" clId="{5B2C3894-F97E-4CAB-8812-5BB4D83AAC6A}" dt="2026-10-18T07:09:44.303" v="22242" actId="1038"/>
          <ac:picMkLst>
            <pc:docMk/>
            <pc:sldMk cId="2134184572" sldId="302"/>
            <ac:picMk id="59" creationId="{07EB3ED3-7E49-B61E-FE03-C7C5B2E78E05}"/>
          </ac:picMkLst>
        </pc:picChg>
        <pc:picChg chg="add mod modCrop">
          <ac:chgData name="musukie52@gmail.com" userId="017bd91f96aa8751" providerId="LiveId" clId="{5B2C3894-F97E-4CAB-8812-5BB4D83AAC6A}" dt="2026-10-18T07:09:20.758" v="22236" actId="1076"/>
          <ac:picMkLst>
            <pc:docMk/>
            <pc:sldMk cId="2134184572" sldId="302"/>
            <ac:picMk id="63" creationId="{F6014E8F-0FE2-CC42-6B68-AF77DC3339B5}"/>
          </ac:picMkLst>
        </pc:picChg>
        <pc:cxnChg chg="mod">
          <ac:chgData name="musukie52@gmail.com" userId="017bd91f96aa8751" providerId="LiveId" clId="{5B2C3894-F97E-4CAB-8812-5BB4D83AAC6A}" dt="2026-10-18T06:26:48.753" v="21545" actId="20577"/>
          <ac:cxnSpMkLst>
            <pc:docMk/>
            <pc:sldMk cId="2134184572" sldId="302"/>
            <ac:cxnSpMk id="46" creationId="{94729D8D-7E7D-62D3-E388-734BCB36AAD4}"/>
          </ac:cxnSpMkLst>
        </pc:cxnChg>
      </pc:sldChg>
      <pc:sldChg chg="addSp modSp add mod">
        <pc:chgData name="musukie52@gmail.com" userId="017bd91f96aa8751" providerId="LiveId" clId="{5B2C3894-F97E-4CAB-8812-5BB4D83AAC6A}" dt="2026-10-18T06:31:41.239" v="21581" actId="20577"/>
        <pc:sldMkLst>
          <pc:docMk/>
          <pc:sldMk cId="4174444934" sldId="303"/>
        </pc:sldMkLst>
        <pc:spChg chg="add mod">
          <ac:chgData name="musukie52@gmail.com" userId="017bd91f96aa8751" providerId="LiveId" clId="{5B2C3894-F97E-4CAB-8812-5BB4D83AAC6A}" dt="2026-10-18T06:31:41.239" v="21581" actId="20577"/>
          <ac:spMkLst>
            <pc:docMk/>
            <pc:sldMk cId="4174444934" sldId="303"/>
            <ac:spMk id="3" creationId="{5D65905E-CF1B-2B7C-85AB-2E4F49A06C05}"/>
          </ac:spMkLst>
        </pc:spChg>
      </pc:sldChg>
      <pc:sldChg chg="addSp delSp modSp add mod">
        <pc:chgData name="musukie52@gmail.com" userId="017bd91f96aa8751" providerId="LiveId" clId="{5B2C3894-F97E-4CAB-8812-5BB4D83AAC6A}" dt="2026-10-18T06:55:23.667" v="21611" actId="21"/>
        <pc:sldMkLst>
          <pc:docMk/>
          <pc:sldMk cId="2530194072" sldId="304"/>
        </pc:sldMkLst>
        <pc:spChg chg="add mod">
          <ac:chgData name="musukie52@gmail.com" userId="017bd91f96aa8751" providerId="LiveId" clId="{5B2C3894-F97E-4CAB-8812-5BB4D83AAC6A}" dt="2026-10-18T06:31:46.504" v="21584" actId="20577"/>
          <ac:spMkLst>
            <pc:docMk/>
            <pc:sldMk cId="2530194072" sldId="304"/>
            <ac:spMk id="3" creationId="{2CA523B5-21E9-006F-C638-9FAC546E257F}"/>
          </ac:spMkLst>
        </pc:spChg>
        <pc:picChg chg="add del mod">
          <ac:chgData name="musukie52@gmail.com" userId="017bd91f96aa8751" providerId="LiveId" clId="{5B2C3894-F97E-4CAB-8812-5BB4D83AAC6A}" dt="2026-10-18T06:55:23.667" v="21611" actId="21"/>
          <ac:picMkLst>
            <pc:docMk/>
            <pc:sldMk cId="2530194072" sldId="304"/>
            <ac:picMk id="6" creationId="{88102FDA-A49C-FEF7-DD0F-E66F801F28D7}"/>
          </ac:picMkLst>
        </pc:picChg>
      </pc:sldChg>
      <pc:sldChg chg="addSp modSp add mod">
        <pc:chgData name="musukie52@gmail.com" userId="017bd91f96aa8751" providerId="LiveId" clId="{5B2C3894-F97E-4CAB-8812-5BB4D83AAC6A}" dt="2026-10-18T06:54:46.652" v="21589" actId="20577"/>
        <pc:sldMkLst>
          <pc:docMk/>
          <pc:sldMk cId="3313339323" sldId="305"/>
        </pc:sldMkLst>
        <pc:spChg chg="add mod">
          <ac:chgData name="musukie52@gmail.com" userId="017bd91f96aa8751" providerId="LiveId" clId="{5B2C3894-F97E-4CAB-8812-5BB4D83AAC6A}" dt="2026-10-18T06:54:46.652" v="21589" actId="20577"/>
          <ac:spMkLst>
            <pc:docMk/>
            <pc:sldMk cId="3313339323" sldId="305"/>
            <ac:spMk id="3" creationId="{12D1D00D-75A4-190B-4997-A2A334F9DCC3}"/>
          </ac:spMkLst>
        </pc:spChg>
      </pc:sldChg>
      <pc:sldChg chg="addSp modSp add mod">
        <pc:chgData name="musukie52@gmail.com" userId="017bd91f96aa8751" providerId="LiveId" clId="{5B2C3894-F97E-4CAB-8812-5BB4D83AAC6A}" dt="2026-10-18T06:54:51.465" v="21592" actId="20577"/>
        <pc:sldMkLst>
          <pc:docMk/>
          <pc:sldMk cId="1846174469" sldId="306"/>
        </pc:sldMkLst>
        <pc:spChg chg="add mod">
          <ac:chgData name="musukie52@gmail.com" userId="017bd91f96aa8751" providerId="LiveId" clId="{5B2C3894-F97E-4CAB-8812-5BB4D83AAC6A}" dt="2026-10-18T06:54:51.465" v="21592" actId="20577"/>
          <ac:spMkLst>
            <pc:docMk/>
            <pc:sldMk cId="1846174469" sldId="306"/>
            <ac:spMk id="3" creationId="{808ABFF8-E41C-473B-23FD-ED3E78EF3574}"/>
          </ac:spMkLst>
        </pc:spChg>
      </pc:sldChg>
      <pc:sldChg chg="addSp modSp add mod">
        <pc:chgData name="musukie52@gmail.com" userId="017bd91f96aa8751" providerId="LiveId" clId="{5B2C3894-F97E-4CAB-8812-5BB4D83AAC6A}" dt="2026-10-18T06:54:55.868" v="21595" actId="20577"/>
        <pc:sldMkLst>
          <pc:docMk/>
          <pc:sldMk cId="3341741370" sldId="307"/>
        </pc:sldMkLst>
        <pc:spChg chg="add mod">
          <ac:chgData name="musukie52@gmail.com" userId="017bd91f96aa8751" providerId="LiveId" clId="{5B2C3894-F97E-4CAB-8812-5BB4D83AAC6A}" dt="2026-10-18T06:54:55.868" v="21595" actId="20577"/>
          <ac:spMkLst>
            <pc:docMk/>
            <pc:sldMk cId="3341741370" sldId="307"/>
            <ac:spMk id="3" creationId="{547BB68A-F245-0ACF-3EE2-B458C3B6AFD1}"/>
          </ac:spMkLst>
        </pc:spChg>
      </pc:sldChg>
      <pc:sldChg chg="addSp modSp add mod">
        <pc:chgData name="musukie52@gmail.com" userId="017bd91f96aa8751" providerId="LiveId" clId="{5B2C3894-F97E-4CAB-8812-5BB4D83AAC6A}" dt="2026-10-18T06:55:00.089" v="21598" actId="20577"/>
        <pc:sldMkLst>
          <pc:docMk/>
          <pc:sldMk cId="2174233081" sldId="308"/>
        </pc:sldMkLst>
        <pc:spChg chg="add mod">
          <ac:chgData name="musukie52@gmail.com" userId="017bd91f96aa8751" providerId="LiveId" clId="{5B2C3894-F97E-4CAB-8812-5BB4D83AAC6A}" dt="2026-10-18T06:55:00.089" v="21598" actId="20577"/>
          <ac:spMkLst>
            <pc:docMk/>
            <pc:sldMk cId="2174233081" sldId="308"/>
            <ac:spMk id="3" creationId="{82F24262-342B-184F-9878-43F93A1953B6}"/>
          </ac:spMkLst>
        </pc:spChg>
      </pc:sldChg>
      <pc:sldChg chg="addSp modSp add mod">
        <pc:chgData name="musukie52@gmail.com" userId="017bd91f96aa8751" providerId="LiveId" clId="{5B2C3894-F97E-4CAB-8812-5BB4D83AAC6A}" dt="2026-10-18T06:55:05.175" v="21601" actId="20577"/>
        <pc:sldMkLst>
          <pc:docMk/>
          <pc:sldMk cId="4056655847" sldId="309"/>
        </pc:sldMkLst>
        <pc:spChg chg="add mod">
          <ac:chgData name="musukie52@gmail.com" userId="017bd91f96aa8751" providerId="LiveId" clId="{5B2C3894-F97E-4CAB-8812-5BB4D83AAC6A}" dt="2026-10-18T06:55:05.175" v="21601" actId="20577"/>
          <ac:spMkLst>
            <pc:docMk/>
            <pc:sldMk cId="4056655847" sldId="309"/>
            <ac:spMk id="3" creationId="{8D061C1E-FFC7-6067-2CCF-08F326ED405F}"/>
          </ac:spMkLst>
        </pc:spChg>
      </pc:sldChg>
      <pc:sldChg chg="addSp modSp add mod">
        <pc:chgData name="musukie52@gmail.com" userId="017bd91f96aa8751" providerId="LiveId" clId="{5B2C3894-F97E-4CAB-8812-5BB4D83AAC6A}" dt="2026-10-18T06:55:08.630" v="21604" actId="20577"/>
        <pc:sldMkLst>
          <pc:docMk/>
          <pc:sldMk cId="2100571834" sldId="310"/>
        </pc:sldMkLst>
        <pc:spChg chg="add mod">
          <ac:chgData name="musukie52@gmail.com" userId="017bd91f96aa8751" providerId="LiveId" clId="{5B2C3894-F97E-4CAB-8812-5BB4D83AAC6A}" dt="2026-10-18T06:55:08.630" v="21604" actId="20577"/>
          <ac:spMkLst>
            <pc:docMk/>
            <pc:sldMk cId="2100571834" sldId="310"/>
            <ac:spMk id="3" creationId="{0016FC0F-BC8B-E8A6-F340-C8D6BEEA2C83}"/>
          </ac:spMkLst>
        </pc:spChg>
      </pc:sldChg>
      <pc:sldChg chg="addSp modSp add mod">
        <pc:chgData name="musukie52@gmail.com" userId="017bd91f96aa8751" providerId="LiveId" clId="{5B2C3894-F97E-4CAB-8812-5BB4D83AAC6A}" dt="2026-10-18T06:55:12.918" v="21607" actId="6549"/>
        <pc:sldMkLst>
          <pc:docMk/>
          <pc:sldMk cId="4274116235" sldId="311"/>
        </pc:sldMkLst>
        <pc:spChg chg="add mod">
          <ac:chgData name="musukie52@gmail.com" userId="017bd91f96aa8751" providerId="LiveId" clId="{5B2C3894-F97E-4CAB-8812-5BB4D83AAC6A}" dt="2026-10-18T06:55:12.918" v="21607" actId="6549"/>
          <ac:spMkLst>
            <pc:docMk/>
            <pc:sldMk cId="4274116235" sldId="311"/>
            <ac:spMk id="3" creationId="{0C9443BE-4A58-2852-85F1-6D4868143800}"/>
          </ac:spMkLst>
        </pc:spChg>
      </pc:sldChg>
      <pc:sldChg chg="add del">
        <pc:chgData name="musukie52@gmail.com" userId="017bd91f96aa8751" providerId="LiveId" clId="{5B2C3894-F97E-4CAB-8812-5BB4D83AAC6A}" dt="2026-10-17T11:10:09.987" v="12837"/>
        <pc:sldMkLst>
          <pc:docMk/>
          <pc:sldMk cId="524762721" sldId="312"/>
        </pc:sldMkLst>
      </pc:sldChg>
      <pc:sldChg chg="addSp delSp modSp add mod">
        <pc:chgData name="musukie52@gmail.com" userId="017bd91f96aa8751" providerId="LiveId" clId="{5B2C3894-F97E-4CAB-8812-5BB4D83AAC6A}" dt="2026-10-18T06:31:11.776" v="21565" actId="20577"/>
        <pc:sldMkLst>
          <pc:docMk/>
          <pc:sldMk cId="3382441321" sldId="312"/>
        </pc:sldMkLst>
        <pc:spChg chg="add mod">
          <ac:chgData name="musukie52@gmail.com" userId="017bd91f96aa8751" providerId="LiveId" clId="{5B2C3894-F97E-4CAB-8812-5BB4D83AAC6A}" dt="2026-10-17T12:40:52.522" v="15150" actId="1076"/>
          <ac:spMkLst>
            <pc:docMk/>
            <pc:sldMk cId="3382441321" sldId="312"/>
            <ac:spMk id="2" creationId="{BF0C2A31-EA4F-CDE9-A44B-2EF4A9EEDEEE}"/>
          </ac:spMkLst>
        </pc:spChg>
        <pc:spChg chg="add mod">
          <ac:chgData name="musukie52@gmail.com" userId="017bd91f96aa8751" providerId="LiveId" clId="{5B2C3894-F97E-4CAB-8812-5BB4D83AAC6A}" dt="2026-10-17T12:40:52.522" v="15150" actId="1076"/>
          <ac:spMkLst>
            <pc:docMk/>
            <pc:sldMk cId="3382441321" sldId="312"/>
            <ac:spMk id="4" creationId="{00D90F8F-9C4F-8931-5009-B5FF6E54641C}"/>
          </ac:spMkLst>
        </pc:spChg>
        <pc:spChg chg="add mod">
          <ac:chgData name="musukie52@gmail.com" userId="017bd91f96aa8751" providerId="LiveId" clId="{5B2C3894-F97E-4CAB-8812-5BB4D83AAC6A}" dt="2026-10-18T06:31:11.776" v="21565" actId="20577"/>
          <ac:spMkLst>
            <pc:docMk/>
            <pc:sldMk cId="3382441321" sldId="312"/>
            <ac:spMk id="5" creationId="{B91CDC52-2B7E-CEC8-A082-FAE5FE1640D5}"/>
          </ac:spMkLst>
        </pc:spChg>
        <pc:spChg chg="add mod">
          <ac:chgData name="musukie52@gmail.com" userId="017bd91f96aa8751" providerId="LiveId" clId="{5B2C3894-F97E-4CAB-8812-5BB4D83AAC6A}" dt="2026-10-17T12:40:52.522" v="15150" actId="1076"/>
          <ac:spMkLst>
            <pc:docMk/>
            <pc:sldMk cId="3382441321" sldId="312"/>
            <ac:spMk id="6" creationId="{D0E7F598-6FF0-E845-3659-BE9072240B06}"/>
          </ac:spMkLst>
        </pc:spChg>
        <pc:spChg chg="add del">
          <ac:chgData name="musukie52@gmail.com" userId="017bd91f96aa8751" providerId="LiveId" clId="{5B2C3894-F97E-4CAB-8812-5BB4D83AAC6A}" dt="2026-10-17T12:30:29.859" v="14895" actId="21"/>
          <ac:spMkLst>
            <pc:docMk/>
            <pc:sldMk cId="3382441321" sldId="312"/>
            <ac:spMk id="21" creationId="{56480EAB-57C4-BA69-91BB-F3AC727718B8}"/>
          </ac:spMkLst>
        </pc:spChg>
        <pc:spChg chg="add del">
          <ac:chgData name="musukie52@gmail.com" userId="017bd91f96aa8751" providerId="LiveId" clId="{5B2C3894-F97E-4CAB-8812-5BB4D83AAC6A}" dt="2026-10-17T12:30:29.859" v="14895" actId="21"/>
          <ac:spMkLst>
            <pc:docMk/>
            <pc:sldMk cId="3382441321" sldId="312"/>
            <ac:spMk id="31" creationId="{D83A359D-1918-B822-7666-48CD95C2EB24}"/>
          </ac:spMkLst>
        </pc:spChg>
        <pc:spChg chg="add del">
          <ac:chgData name="musukie52@gmail.com" userId="017bd91f96aa8751" providerId="LiveId" clId="{5B2C3894-F97E-4CAB-8812-5BB4D83AAC6A}" dt="2026-10-17T12:30:58.596" v="14907" actId="21"/>
          <ac:spMkLst>
            <pc:docMk/>
            <pc:sldMk cId="3382441321" sldId="312"/>
            <ac:spMk id="41" creationId="{9EDDCF7F-EAC6-4469-BFEC-026F4980E143}"/>
          </ac:spMkLst>
        </pc:spChg>
        <pc:spChg chg="mod">
          <ac:chgData name="musukie52@gmail.com" userId="017bd91f96aa8751" providerId="LiveId" clId="{5B2C3894-F97E-4CAB-8812-5BB4D83AAC6A}" dt="2026-10-17T15:06:15.146" v="17776" actId="20577"/>
          <ac:spMkLst>
            <pc:docMk/>
            <pc:sldMk cId="3382441321" sldId="312"/>
            <ac:spMk id="45" creationId="{E7BA12DA-EF67-3F26-0627-B9ABDE961394}"/>
          </ac:spMkLst>
        </pc:spChg>
        <pc:spChg chg="add del">
          <ac:chgData name="musukie52@gmail.com" userId="017bd91f96aa8751" providerId="LiveId" clId="{5B2C3894-F97E-4CAB-8812-5BB4D83AAC6A}" dt="2026-10-17T12:30:58.596" v="14907" actId="21"/>
          <ac:spMkLst>
            <pc:docMk/>
            <pc:sldMk cId="3382441321" sldId="312"/>
            <ac:spMk id="54" creationId="{7F144ABD-D61F-04F8-BE91-48FCA1F3EB03}"/>
          </ac:spMkLst>
        </pc:spChg>
        <pc:spChg chg="add mod">
          <ac:chgData name="musukie52@gmail.com" userId="017bd91f96aa8751" providerId="LiveId" clId="{5B2C3894-F97E-4CAB-8812-5BB4D83AAC6A}" dt="2026-10-17T12:40:52.522" v="15150" actId="1076"/>
          <ac:spMkLst>
            <pc:docMk/>
            <pc:sldMk cId="3382441321" sldId="312"/>
            <ac:spMk id="60" creationId="{C9D2EFFE-FDB7-B199-37BB-7A33CEAD6392}"/>
          </ac:spMkLst>
        </pc:spChg>
        <pc:spChg chg="add mod">
          <ac:chgData name="musukie52@gmail.com" userId="017bd91f96aa8751" providerId="LiveId" clId="{5B2C3894-F97E-4CAB-8812-5BB4D83AAC6A}" dt="2026-10-17T12:40:52.522" v="15150" actId="1076"/>
          <ac:spMkLst>
            <pc:docMk/>
            <pc:sldMk cId="3382441321" sldId="312"/>
            <ac:spMk id="62" creationId="{6EBAC919-35F3-D9CB-80F8-EA3CDC499DFC}"/>
          </ac:spMkLst>
        </pc:spChg>
        <pc:spChg chg="add mod">
          <ac:chgData name="musukie52@gmail.com" userId="017bd91f96aa8751" providerId="LiveId" clId="{5B2C3894-F97E-4CAB-8812-5BB4D83AAC6A}" dt="2026-10-17T12:40:52.522" v="15150" actId="1076"/>
          <ac:spMkLst>
            <pc:docMk/>
            <pc:sldMk cId="3382441321" sldId="312"/>
            <ac:spMk id="64" creationId="{4E9F22EC-B588-0512-F3C7-9B68501C91CB}"/>
          </ac:spMkLst>
        </pc:spChg>
        <pc:spChg chg="add mod">
          <ac:chgData name="musukie52@gmail.com" userId="017bd91f96aa8751" providerId="LiveId" clId="{5B2C3894-F97E-4CAB-8812-5BB4D83AAC6A}" dt="2026-10-17T12:40:52.522" v="15150" actId="1076"/>
          <ac:spMkLst>
            <pc:docMk/>
            <pc:sldMk cId="3382441321" sldId="312"/>
            <ac:spMk id="66" creationId="{4C19232D-622C-3328-FCFF-3D5B994DD57D}"/>
          </ac:spMkLst>
        </pc:spChg>
        <pc:spChg chg="mod">
          <ac:chgData name="musukie52@gmail.com" userId="017bd91f96aa8751" providerId="LiveId" clId="{5B2C3894-F97E-4CAB-8812-5BB4D83AAC6A}" dt="2026-10-17T15:04:48.943" v="17763" actId="20577"/>
          <ac:spMkLst>
            <pc:docMk/>
            <pc:sldMk cId="3382441321" sldId="312"/>
            <ac:spMk id="78" creationId="{07B5FDE7-B640-36BA-F7A4-8F3799F1EB7B}"/>
          </ac:spMkLst>
        </pc:spChg>
        <pc:spChg chg="mod">
          <ac:chgData name="musukie52@gmail.com" userId="017bd91f96aa8751" providerId="LiveId" clId="{5B2C3894-F97E-4CAB-8812-5BB4D83AAC6A}" dt="2026-10-17T12:40:44.854" v="15149" actId="1076"/>
          <ac:spMkLst>
            <pc:docMk/>
            <pc:sldMk cId="3382441321" sldId="312"/>
            <ac:spMk id="80" creationId="{C1CD5119-31E4-FDDB-C858-D621D57CE0B4}"/>
          </ac:spMkLst>
        </pc:spChg>
        <pc:spChg chg="add mod">
          <ac:chgData name="musukie52@gmail.com" userId="017bd91f96aa8751" providerId="LiveId" clId="{5B2C3894-F97E-4CAB-8812-5BB4D83AAC6A}" dt="2026-10-17T12:40:52.522" v="15150" actId="1076"/>
          <ac:spMkLst>
            <pc:docMk/>
            <pc:sldMk cId="3382441321" sldId="312"/>
            <ac:spMk id="81" creationId="{78CC5E7B-ECCD-329F-C096-B035C1BAE448}"/>
          </ac:spMkLst>
        </pc:spChg>
        <pc:spChg chg="mod">
          <ac:chgData name="musukie52@gmail.com" userId="017bd91f96aa8751" providerId="LiveId" clId="{5B2C3894-F97E-4CAB-8812-5BB4D83AAC6A}" dt="2026-10-17T12:40:44.854" v="15149" actId="1076"/>
          <ac:spMkLst>
            <pc:docMk/>
            <pc:sldMk cId="3382441321" sldId="312"/>
            <ac:spMk id="82" creationId="{DA74B908-84EC-2195-88F0-591526B9D192}"/>
          </ac:spMkLst>
        </pc:spChg>
        <pc:spChg chg="mod">
          <ac:chgData name="musukie52@gmail.com" userId="017bd91f96aa8751" providerId="LiveId" clId="{5B2C3894-F97E-4CAB-8812-5BB4D83AAC6A}" dt="2026-10-17T15:06:23.395" v="17782" actId="20577"/>
          <ac:spMkLst>
            <pc:docMk/>
            <pc:sldMk cId="3382441321" sldId="312"/>
            <ac:spMk id="84" creationId="{A3C06937-D063-1108-76D7-49E59ADA1A89}"/>
          </ac:spMkLst>
        </pc:spChg>
        <pc:spChg chg="mod">
          <ac:chgData name="musukie52@gmail.com" userId="017bd91f96aa8751" providerId="LiveId" clId="{5B2C3894-F97E-4CAB-8812-5BB4D83AAC6A}" dt="2026-10-17T12:45:33.544" v="15211" actId="207"/>
          <ac:spMkLst>
            <pc:docMk/>
            <pc:sldMk cId="3382441321" sldId="312"/>
            <ac:spMk id="87" creationId="{806102CD-E2A4-7F2F-F7F4-AF63DB48B11D}"/>
          </ac:spMkLst>
        </pc:spChg>
        <pc:spChg chg="add mod">
          <ac:chgData name="musukie52@gmail.com" userId="017bd91f96aa8751" providerId="LiveId" clId="{5B2C3894-F97E-4CAB-8812-5BB4D83AAC6A}" dt="2026-10-17T12:40:52.522" v="15150" actId="1076"/>
          <ac:spMkLst>
            <pc:docMk/>
            <pc:sldMk cId="3382441321" sldId="312"/>
            <ac:spMk id="97" creationId="{DB7509D4-F776-110A-5C4A-1371886BCD0B}"/>
          </ac:spMkLst>
        </pc:spChg>
        <pc:spChg chg="add mod">
          <ac:chgData name="musukie52@gmail.com" userId="017bd91f96aa8751" providerId="LiveId" clId="{5B2C3894-F97E-4CAB-8812-5BB4D83AAC6A}" dt="2026-10-17T12:40:52.522" v="15150" actId="1076"/>
          <ac:spMkLst>
            <pc:docMk/>
            <pc:sldMk cId="3382441321" sldId="312"/>
            <ac:spMk id="99" creationId="{9FFFD7DE-AE98-CD76-4FC8-0B9261EC916E}"/>
          </ac:spMkLst>
        </pc:spChg>
        <pc:spChg chg="del">
          <ac:chgData name="musukie52@gmail.com" userId="017bd91f96aa8751" providerId="LiveId" clId="{5B2C3894-F97E-4CAB-8812-5BB4D83AAC6A}" dt="2026-10-17T12:30:11.150" v="14890" actId="21"/>
          <ac:spMkLst>
            <pc:docMk/>
            <pc:sldMk cId="3382441321" sldId="312"/>
            <ac:spMk id="109" creationId="{B550B867-1259-E326-8F32-DCB5B0EC6837}"/>
          </ac:spMkLst>
        </pc:spChg>
        <pc:spChg chg="add del mod">
          <ac:chgData name="musukie52@gmail.com" userId="017bd91f96aa8751" providerId="LiveId" clId="{5B2C3894-F97E-4CAB-8812-5BB4D83AAC6A}" dt="2026-10-17T12:40:55.699" v="15151" actId="478"/>
          <ac:spMkLst>
            <pc:docMk/>
            <pc:sldMk cId="3382441321" sldId="312"/>
            <ac:spMk id="117" creationId="{2E2C1434-0A0E-4F0D-8B19-54EDDCBC043C}"/>
          </ac:spMkLst>
        </pc:spChg>
        <pc:spChg chg="add del mod">
          <ac:chgData name="musukie52@gmail.com" userId="017bd91f96aa8751" providerId="LiveId" clId="{5B2C3894-F97E-4CAB-8812-5BB4D83AAC6A}" dt="2026-10-17T12:40:55.699" v="15151" actId="478"/>
          <ac:spMkLst>
            <pc:docMk/>
            <pc:sldMk cId="3382441321" sldId="312"/>
            <ac:spMk id="119" creationId="{A0AAA562-2FED-60FB-47BB-BBFFCAD53D5B}"/>
          </ac:spMkLst>
        </pc:spChg>
        <pc:spChg chg="del">
          <ac:chgData name="musukie52@gmail.com" userId="017bd91f96aa8751" providerId="LiveId" clId="{5B2C3894-F97E-4CAB-8812-5BB4D83AAC6A}" dt="2026-10-17T12:30:11.150" v="14890" actId="21"/>
          <ac:spMkLst>
            <pc:docMk/>
            <pc:sldMk cId="3382441321" sldId="312"/>
            <ac:spMk id="133" creationId="{1F7F7E59-A23E-B560-95CE-26936F87F4CD}"/>
          </ac:spMkLst>
        </pc:spChg>
        <pc:graphicFrameChg chg="del">
          <ac:chgData name="musukie52@gmail.com" userId="017bd91f96aa8751" providerId="LiveId" clId="{5B2C3894-F97E-4CAB-8812-5BB4D83AAC6A}" dt="2026-10-17T12:27:56.808" v="14794" actId="478"/>
          <ac:graphicFrameMkLst>
            <pc:docMk/>
            <pc:sldMk cId="3382441321" sldId="312"/>
            <ac:graphicFrameMk id="96" creationId="{93F8F43B-2044-53A7-FF12-B191AB315981}"/>
          </ac:graphicFrameMkLst>
        </pc:graphicFrameChg>
        <pc:picChg chg="add del">
          <ac:chgData name="musukie52@gmail.com" userId="017bd91f96aa8751" providerId="LiveId" clId="{5B2C3894-F97E-4CAB-8812-5BB4D83AAC6A}" dt="2026-10-17T12:30:29.859" v="14895" actId="21"/>
          <ac:picMkLst>
            <pc:docMk/>
            <pc:sldMk cId="3382441321" sldId="312"/>
            <ac:picMk id="13" creationId="{1DCF1319-23A8-D9A1-D11E-082F4D990791}"/>
          </ac:picMkLst>
        </pc:picChg>
        <pc:picChg chg="add del">
          <ac:chgData name="musukie52@gmail.com" userId="017bd91f96aa8751" providerId="LiveId" clId="{5B2C3894-F97E-4CAB-8812-5BB4D83AAC6A}" dt="2026-10-17T12:30:29.859" v="14895" actId="21"/>
          <ac:picMkLst>
            <pc:docMk/>
            <pc:sldMk cId="3382441321" sldId="312"/>
            <ac:picMk id="15" creationId="{F1CE5A4D-F140-2D86-F3B1-D21DC2BC250F}"/>
          </ac:picMkLst>
        </pc:picChg>
        <pc:picChg chg="add del">
          <ac:chgData name="musukie52@gmail.com" userId="017bd91f96aa8751" providerId="LiveId" clId="{5B2C3894-F97E-4CAB-8812-5BB4D83AAC6A}" dt="2026-10-17T12:30:29.859" v="14895" actId="21"/>
          <ac:picMkLst>
            <pc:docMk/>
            <pc:sldMk cId="3382441321" sldId="312"/>
            <ac:picMk id="17" creationId="{7060E3D8-88E4-E2DB-9AE8-08A9E0CECE82}"/>
          </ac:picMkLst>
        </pc:picChg>
        <pc:picChg chg="add del">
          <ac:chgData name="musukie52@gmail.com" userId="017bd91f96aa8751" providerId="LiveId" clId="{5B2C3894-F97E-4CAB-8812-5BB4D83AAC6A}" dt="2026-10-17T12:30:29.859" v="14895" actId="21"/>
          <ac:picMkLst>
            <pc:docMk/>
            <pc:sldMk cId="3382441321" sldId="312"/>
            <ac:picMk id="19" creationId="{233C31D7-F160-701B-53BD-FC969ED38443}"/>
          </ac:picMkLst>
        </pc:picChg>
        <pc:picChg chg="add del">
          <ac:chgData name="musukie52@gmail.com" userId="017bd91f96aa8751" providerId="LiveId" clId="{5B2C3894-F97E-4CAB-8812-5BB4D83AAC6A}" dt="2026-10-17T12:30:29.859" v="14895" actId="21"/>
          <ac:picMkLst>
            <pc:docMk/>
            <pc:sldMk cId="3382441321" sldId="312"/>
            <ac:picMk id="23" creationId="{840C97E3-1749-CB48-8580-92CA56919C3E}"/>
          </ac:picMkLst>
        </pc:picChg>
        <pc:picChg chg="add del">
          <ac:chgData name="musukie52@gmail.com" userId="017bd91f96aa8751" providerId="LiveId" clId="{5B2C3894-F97E-4CAB-8812-5BB4D83AAC6A}" dt="2026-10-17T12:30:29.859" v="14895" actId="21"/>
          <ac:picMkLst>
            <pc:docMk/>
            <pc:sldMk cId="3382441321" sldId="312"/>
            <ac:picMk id="25" creationId="{B57FD469-9B67-CB1D-BD26-ADB3E77C585B}"/>
          </ac:picMkLst>
        </pc:picChg>
        <pc:picChg chg="add del">
          <ac:chgData name="musukie52@gmail.com" userId="017bd91f96aa8751" providerId="LiveId" clId="{5B2C3894-F97E-4CAB-8812-5BB4D83AAC6A}" dt="2026-10-17T12:30:29.859" v="14895" actId="21"/>
          <ac:picMkLst>
            <pc:docMk/>
            <pc:sldMk cId="3382441321" sldId="312"/>
            <ac:picMk id="27" creationId="{4FB6AB56-9898-943C-1B7F-AFEE492F1C93}"/>
          </ac:picMkLst>
        </pc:picChg>
        <pc:picChg chg="add del">
          <ac:chgData name="musukie52@gmail.com" userId="017bd91f96aa8751" providerId="LiveId" clId="{5B2C3894-F97E-4CAB-8812-5BB4D83AAC6A}" dt="2026-10-17T12:30:29.859" v="14895" actId="21"/>
          <ac:picMkLst>
            <pc:docMk/>
            <pc:sldMk cId="3382441321" sldId="312"/>
            <ac:picMk id="29" creationId="{141553EC-B894-532C-7223-87F862171E12}"/>
          </ac:picMkLst>
        </pc:picChg>
        <pc:picChg chg="add del">
          <ac:chgData name="musukie52@gmail.com" userId="017bd91f96aa8751" providerId="LiveId" clId="{5B2C3894-F97E-4CAB-8812-5BB4D83AAC6A}" dt="2026-10-17T12:30:58.596" v="14907" actId="21"/>
          <ac:picMkLst>
            <pc:docMk/>
            <pc:sldMk cId="3382441321" sldId="312"/>
            <ac:picMk id="33" creationId="{5FE4B91B-08B3-3CBC-35AD-E10D6295AC29}"/>
          </ac:picMkLst>
        </pc:picChg>
        <pc:picChg chg="add del">
          <ac:chgData name="musukie52@gmail.com" userId="017bd91f96aa8751" providerId="LiveId" clId="{5B2C3894-F97E-4CAB-8812-5BB4D83AAC6A}" dt="2026-10-17T12:30:58.596" v="14907" actId="21"/>
          <ac:picMkLst>
            <pc:docMk/>
            <pc:sldMk cId="3382441321" sldId="312"/>
            <ac:picMk id="35" creationId="{A66312FF-E358-79A3-B49D-4B122A5F86B1}"/>
          </ac:picMkLst>
        </pc:picChg>
        <pc:picChg chg="add del">
          <ac:chgData name="musukie52@gmail.com" userId="017bd91f96aa8751" providerId="LiveId" clId="{5B2C3894-F97E-4CAB-8812-5BB4D83AAC6A}" dt="2026-10-17T12:30:58.596" v="14907" actId="21"/>
          <ac:picMkLst>
            <pc:docMk/>
            <pc:sldMk cId="3382441321" sldId="312"/>
            <ac:picMk id="37" creationId="{4D8FE0F9-7CFB-DAEA-945D-48FB53BFFEFE}"/>
          </ac:picMkLst>
        </pc:picChg>
        <pc:picChg chg="add del">
          <ac:chgData name="musukie52@gmail.com" userId="017bd91f96aa8751" providerId="LiveId" clId="{5B2C3894-F97E-4CAB-8812-5BB4D83AAC6A}" dt="2026-10-17T12:30:58.596" v="14907" actId="21"/>
          <ac:picMkLst>
            <pc:docMk/>
            <pc:sldMk cId="3382441321" sldId="312"/>
            <ac:picMk id="39" creationId="{2858D72D-19E1-AA01-B12E-46BA3048FDF2}"/>
          </ac:picMkLst>
        </pc:picChg>
        <pc:picChg chg="add del">
          <ac:chgData name="musukie52@gmail.com" userId="017bd91f96aa8751" providerId="LiveId" clId="{5B2C3894-F97E-4CAB-8812-5BB4D83AAC6A}" dt="2026-10-17T12:30:58.596" v="14907" actId="21"/>
          <ac:picMkLst>
            <pc:docMk/>
            <pc:sldMk cId="3382441321" sldId="312"/>
            <ac:picMk id="43" creationId="{7975EB0D-D5B9-9597-7CA8-5B7D1BB4A166}"/>
          </ac:picMkLst>
        </pc:picChg>
        <pc:picChg chg="add del">
          <ac:chgData name="musukie52@gmail.com" userId="017bd91f96aa8751" providerId="LiveId" clId="{5B2C3894-F97E-4CAB-8812-5BB4D83AAC6A}" dt="2026-10-17T12:30:58.596" v="14907" actId="21"/>
          <ac:picMkLst>
            <pc:docMk/>
            <pc:sldMk cId="3382441321" sldId="312"/>
            <ac:picMk id="48" creationId="{456C56A3-E7A3-9242-95B2-80D66EB90932}"/>
          </ac:picMkLst>
        </pc:picChg>
        <pc:picChg chg="add del">
          <ac:chgData name="musukie52@gmail.com" userId="017bd91f96aa8751" providerId="LiveId" clId="{5B2C3894-F97E-4CAB-8812-5BB4D83AAC6A}" dt="2026-10-17T12:30:58.596" v="14907" actId="21"/>
          <ac:picMkLst>
            <pc:docMk/>
            <pc:sldMk cId="3382441321" sldId="312"/>
            <ac:picMk id="50" creationId="{D8905A17-12EF-A609-1C29-2C1882C593AE}"/>
          </ac:picMkLst>
        </pc:picChg>
        <pc:picChg chg="add del">
          <ac:chgData name="musukie52@gmail.com" userId="017bd91f96aa8751" providerId="LiveId" clId="{5B2C3894-F97E-4CAB-8812-5BB4D83AAC6A}" dt="2026-10-17T12:30:58.596" v="14907" actId="21"/>
          <ac:picMkLst>
            <pc:docMk/>
            <pc:sldMk cId="3382441321" sldId="312"/>
            <ac:picMk id="52" creationId="{4898566C-3FF1-CE42-6C07-B7F96AD14253}"/>
          </ac:picMkLst>
        </pc:picChg>
        <pc:picChg chg="add mod">
          <ac:chgData name="musukie52@gmail.com" userId="017bd91f96aa8751" providerId="LiveId" clId="{5B2C3894-F97E-4CAB-8812-5BB4D83AAC6A}" dt="2026-10-17T12:39:00.962" v="15118" actId="1076"/>
          <ac:picMkLst>
            <pc:docMk/>
            <pc:sldMk cId="3382441321" sldId="312"/>
            <ac:picMk id="71" creationId="{526D77BB-4CE2-6188-2730-E554A0286A44}"/>
          </ac:picMkLst>
        </pc:picChg>
        <pc:picChg chg="add mod">
          <ac:chgData name="musukie52@gmail.com" userId="017bd91f96aa8751" providerId="LiveId" clId="{5B2C3894-F97E-4CAB-8812-5BB4D83AAC6A}" dt="2026-10-17T12:36:16.564" v="15058" actId="1076"/>
          <ac:picMkLst>
            <pc:docMk/>
            <pc:sldMk cId="3382441321" sldId="312"/>
            <ac:picMk id="73" creationId="{B98594BE-AAAC-7F95-6F33-05C883A2220B}"/>
          </ac:picMkLst>
        </pc:picChg>
        <pc:picChg chg="add mod">
          <ac:chgData name="musukie52@gmail.com" userId="017bd91f96aa8751" providerId="LiveId" clId="{5B2C3894-F97E-4CAB-8812-5BB4D83AAC6A}" dt="2026-10-17T12:36:40.181" v="15061" actId="1076"/>
          <ac:picMkLst>
            <pc:docMk/>
            <pc:sldMk cId="3382441321" sldId="312"/>
            <ac:picMk id="75" creationId="{C741570B-3AA8-8DCD-D80F-773D71243D47}"/>
          </ac:picMkLst>
        </pc:picChg>
        <pc:picChg chg="add mod">
          <ac:chgData name="musukie52@gmail.com" userId="017bd91f96aa8751" providerId="LiveId" clId="{5B2C3894-F97E-4CAB-8812-5BB4D83AAC6A}" dt="2026-10-17T12:36:37.798" v="15060" actId="1076"/>
          <ac:picMkLst>
            <pc:docMk/>
            <pc:sldMk cId="3382441321" sldId="312"/>
            <ac:picMk id="77" creationId="{579A7B5E-77CC-7496-7D0C-071CA39DF942}"/>
          </ac:picMkLst>
        </pc:picChg>
        <pc:picChg chg="add mod">
          <ac:chgData name="musukie52@gmail.com" userId="017bd91f96aa8751" providerId="LiveId" clId="{5B2C3894-F97E-4CAB-8812-5BB4D83AAC6A}" dt="2026-10-17T12:39:00.962" v="15118" actId="1076"/>
          <ac:picMkLst>
            <pc:docMk/>
            <pc:sldMk cId="3382441321" sldId="312"/>
            <ac:picMk id="85" creationId="{7AFB3DB6-B5D5-B19C-3BE2-B5EED59493FF}"/>
          </ac:picMkLst>
        </pc:picChg>
        <pc:picChg chg="add mod">
          <ac:chgData name="musukie52@gmail.com" userId="017bd91f96aa8751" providerId="LiveId" clId="{5B2C3894-F97E-4CAB-8812-5BB4D83AAC6A}" dt="2026-10-17T12:39:00.962" v="15118" actId="1076"/>
          <ac:picMkLst>
            <pc:docMk/>
            <pc:sldMk cId="3382441321" sldId="312"/>
            <ac:picMk id="88" creationId="{38F8E660-2A1B-1942-85DA-B5062F5B0D72}"/>
          </ac:picMkLst>
        </pc:picChg>
        <pc:picChg chg="add mod">
          <ac:chgData name="musukie52@gmail.com" userId="017bd91f96aa8751" providerId="LiveId" clId="{5B2C3894-F97E-4CAB-8812-5BB4D83AAC6A}" dt="2026-10-17T12:39:00.962" v="15118" actId="1076"/>
          <ac:picMkLst>
            <pc:docMk/>
            <pc:sldMk cId="3382441321" sldId="312"/>
            <ac:picMk id="92" creationId="{1EED1F60-5D2F-C7FF-6663-9A97A65566CE}"/>
          </ac:picMkLst>
        </pc:picChg>
        <pc:picChg chg="add mod">
          <ac:chgData name="musukie52@gmail.com" userId="017bd91f96aa8751" providerId="LiveId" clId="{5B2C3894-F97E-4CAB-8812-5BB4D83AAC6A}" dt="2026-10-17T12:39:00.962" v="15118" actId="1076"/>
          <ac:picMkLst>
            <pc:docMk/>
            <pc:sldMk cId="3382441321" sldId="312"/>
            <ac:picMk id="94" creationId="{1123C659-02BD-AF7C-B63E-9E13AB0464DF}"/>
          </ac:picMkLst>
        </pc:picChg>
        <pc:picChg chg="del">
          <ac:chgData name="musukie52@gmail.com" userId="017bd91f96aa8751" providerId="LiveId" clId="{5B2C3894-F97E-4CAB-8812-5BB4D83AAC6A}" dt="2026-10-17T12:30:11.150" v="14890" actId="21"/>
          <ac:picMkLst>
            <pc:docMk/>
            <pc:sldMk cId="3382441321" sldId="312"/>
            <ac:picMk id="100" creationId="{6F566758-9900-20F3-562A-361055B1EC6F}"/>
          </ac:picMkLst>
        </pc:picChg>
        <pc:picChg chg="del">
          <ac:chgData name="musukie52@gmail.com" userId="017bd91f96aa8751" providerId="LiveId" clId="{5B2C3894-F97E-4CAB-8812-5BB4D83AAC6A}" dt="2026-10-17T12:30:11.150" v="14890" actId="21"/>
          <ac:picMkLst>
            <pc:docMk/>
            <pc:sldMk cId="3382441321" sldId="312"/>
            <ac:picMk id="102" creationId="{B9028F02-33E9-E868-4BC5-AFB5679C8E03}"/>
          </ac:picMkLst>
        </pc:picChg>
        <pc:picChg chg="del">
          <ac:chgData name="musukie52@gmail.com" userId="017bd91f96aa8751" providerId="LiveId" clId="{5B2C3894-F97E-4CAB-8812-5BB4D83AAC6A}" dt="2026-10-17T12:30:11.150" v="14890" actId="21"/>
          <ac:picMkLst>
            <pc:docMk/>
            <pc:sldMk cId="3382441321" sldId="312"/>
            <ac:picMk id="104" creationId="{DBAE190A-C45E-43F7-BC61-2733469C24CC}"/>
          </ac:picMkLst>
        </pc:picChg>
        <pc:picChg chg="del">
          <ac:chgData name="musukie52@gmail.com" userId="017bd91f96aa8751" providerId="LiveId" clId="{5B2C3894-F97E-4CAB-8812-5BB4D83AAC6A}" dt="2026-10-17T12:30:11.150" v="14890" actId="21"/>
          <ac:picMkLst>
            <pc:docMk/>
            <pc:sldMk cId="3382441321" sldId="312"/>
            <ac:picMk id="106" creationId="{D8835636-8D76-BBBE-1BAB-86B271537E45}"/>
          </ac:picMkLst>
        </pc:picChg>
        <pc:picChg chg="del">
          <ac:chgData name="musukie52@gmail.com" userId="017bd91f96aa8751" providerId="LiveId" clId="{5B2C3894-F97E-4CAB-8812-5BB4D83AAC6A}" dt="2026-10-17T12:30:11.150" v="14890" actId="21"/>
          <ac:picMkLst>
            <pc:docMk/>
            <pc:sldMk cId="3382441321" sldId="312"/>
            <ac:picMk id="121" creationId="{21B7C008-1C48-CAC1-97B8-EB8A973EC034}"/>
          </ac:picMkLst>
        </pc:picChg>
        <pc:picChg chg="del">
          <ac:chgData name="musukie52@gmail.com" userId="017bd91f96aa8751" providerId="LiveId" clId="{5B2C3894-F97E-4CAB-8812-5BB4D83AAC6A}" dt="2026-10-17T12:30:11.150" v="14890" actId="21"/>
          <ac:picMkLst>
            <pc:docMk/>
            <pc:sldMk cId="3382441321" sldId="312"/>
            <ac:picMk id="123" creationId="{E7C68D90-844B-068E-799B-82C2E3875BAD}"/>
          </ac:picMkLst>
        </pc:picChg>
        <pc:picChg chg="del">
          <ac:chgData name="musukie52@gmail.com" userId="017bd91f96aa8751" providerId="LiveId" clId="{5B2C3894-F97E-4CAB-8812-5BB4D83AAC6A}" dt="2026-10-17T12:30:11.150" v="14890" actId="21"/>
          <ac:picMkLst>
            <pc:docMk/>
            <pc:sldMk cId="3382441321" sldId="312"/>
            <ac:picMk id="125" creationId="{5D166241-1D5B-EDF8-754F-89E47B980059}"/>
          </ac:picMkLst>
        </pc:picChg>
        <pc:picChg chg="del">
          <ac:chgData name="musukie52@gmail.com" userId="017bd91f96aa8751" providerId="LiveId" clId="{5B2C3894-F97E-4CAB-8812-5BB4D83AAC6A}" dt="2026-10-17T12:30:11.150" v="14890" actId="21"/>
          <ac:picMkLst>
            <pc:docMk/>
            <pc:sldMk cId="3382441321" sldId="312"/>
            <ac:picMk id="127" creationId="{AB52551A-2E8A-5991-DE69-2A202E6D6AB4}"/>
          </ac:picMkLst>
        </pc:picChg>
        <pc:cxnChg chg="add mod">
          <ac:chgData name="musukie52@gmail.com" userId="017bd91f96aa8751" providerId="LiveId" clId="{5B2C3894-F97E-4CAB-8812-5BB4D83AAC6A}" dt="2026-10-17T12:39:51.707" v="15136" actId="14100"/>
          <ac:cxnSpMkLst>
            <pc:docMk/>
            <pc:sldMk cId="3382441321" sldId="312"/>
            <ac:cxnSpMk id="7" creationId="{10E2E55B-4EC2-DEB3-614E-44748B22C3C3}"/>
          </ac:cxnSpMkLst>
        </pc:cxnChg>
        <pc:cxnChg chg="add mod">
          <ac:chgData name="musukie52@gmail.com" userId="017bd91f96aa8751" providerId="LiveId" clId="{5B2C3894-F97E-4CAB-8812-5BB4D83AAC6A}" dt="2026-10-17T12:39:58.626" v="15137" actId="14100"/>
          <ac:cxnSpMkLst>
            <pc:docMk/>
            <pc:sldMk cId="3382441321" sldId="312"/>
            <ac:cxnSpMk id="55" creationId="{6E32B3DE-5515-2DD7-C6FD-CBA135BB4BA6}"/>
          </ac:cxnSpMkLst>
        </pc:cxnChg>
        <pc:cxnChg chg="add del mod">
          <ac:chgData name="musukie52@gmail.com" userId="017bd91f96aa8751" providerId="LiveId" clId="{5B2C3894-F97E-4CAB-8812-5BB4D83AAC6A}" dt="2026-10-17T12:31:33.843" v="14919" actId="478"/>
          <ac:cxnSpMkLst>
            <pc:docMk/>
            <pc:sldMk cId="3382441321" sldId="312"/>
            <ac:cxnSpMk id="56" creationId="{1A2FE4B1-944E-98A7-BCCF-9570AB1A484A}"/>
          </ac:cxnSpMkLst>
        </pc:cxnChg>
        <pc:cxnChg chg="add del mod">
          <ac:chgData name="musukie52@gmail.com" userId="017bd91f96aa8751" providerId="LiveId" clId="{5B2C3894-F97E-4CAB-8812-5BB4D83AAC6A}" dt="2026-10-17T12:31:33.843" v="14919" actId="478"/>
          <ac:cxnSpMkLst>
            <pc:docMk/>
            <pc:sldMk cId="3382441321" sldId="312"/>
            <ac:cxnSpMk id="57" creationId="{F47A0BB3-E3EC-6270-2503-B11358351CC8}"/>
          </ac:cxnSpMkLst>
        </pc:cxnChg>
        <pc:cxnChg chg="add del mod">
          <ac:chgData name="musukie52@gmail.com" userId="017bd91f96aa8751" providerId="LiveId" clId="{5B2C3894-F97E-4CAB-8812-5BB4D83AAC6A}" dt="2026-10-17T12:31:33.843" v="14919" actId="478"/>
          <ac:cxnSpMkLst>
            <pc:docMk/>
            <pc:sldMk cId="3382441321" sldId="312"/>
            <ac:cxnSpMk id="58" creationId="{78CA746B-382F-B5D5-6DE5-01FA7087927E}"/>
          </ac:cxnSpMkLst>
        </pc:cxnChg>
        <pc:cxnChg chg="add mod">
          <ac:chgData name="musukie52@gmail.com" userId="017bd91f96aa8751" providerId="LiveId" clId="{5B2C3894-F97E-4CAB-8812-5BB4D83AAC6A}" dt="2026-10-17T12:40:01.528" v="15138" actId="14100"/>
          <ac:cxnSpMkLst>
            <pc:docMk/>
            <pc:sldMk cId="3382441321" sldId="312"/>
            <ac:cxnSpMk id="67" creationId="{187E3AD0-0694-D9B7-07DB-65301E497DA3}"/>
          </ac:cxnSpMkLst>
        </pc:cxnChg>
        <pc:cxnChg chg="add mod">
          <ac:chgData name="musukie52@gmail.com" userId="017bd91f96aa8751" providerId="LiveId" clId="{5B2C3894-F97E-4CAB-8812-5BB4D83AAC6A}" dt="2026-10-17T12:40:04.697" v="15139" actId="14100"/>
          <ac:cxnSpMkLst>
            <pc:docMk/>
            <pc:sldMk cId="3382441321" sldId="312"/>
            <ac:cxnSpMk id="68" creationId="{945FA1F7-3EB1-0ACA-7915-0F7904059954}"/>
          </ac:cxnSpMkLst>
        </pc:cxnChg>
        <pc:cxnChg chg="add mod">
          <ac:chgData name="musukie52@gmail.com" userId="017bd91f96aa8751" providerId="LiveId" clId="{5B2C3894-F97E-4CAB-8812-5BB4D83AAC6A}" dt="2026-10-17T12:40:07.437" v="15140" actId="14100"/>
          <ac:cxnSpMkLst>
            <pc:docMk/>
            <pc:sldMk cId="3382441321" sldId="312"/>
            <ac:cxnSpMk id="69" creationId="{423F3FE8-C4E1-B39B-2FA3-5EF572DF428F}"/>
          </ac:cxnSpMkLst>
        </pc:cxnChg>
      </pc:sldChg>
      <pc:sldChg chg="addSp delSp new del mod">
        <pc:chgData name="musukie52@gmail.com" userId="017bd91f96aa8751" providerId="LiveId" clId="{5B2C3894-F97E-4CAB-8812-5BB4D83AAC6A}" dt="2026-10-17T12:41:34.276" v="15155" actId="47"/>
        <pc:sldMkLst>
          <pc:docMk/>
          <pc:sldMk cId="22954071" sldId="313"/>
        </pc:sldMkLst>
        <pc:spChg chg="del">
          <ac:chgData name="musukie52@gmail.com" userId="017bd91f96aa8751" providerId="LiveId" clId="{5B2C3894-F97E-4CAB-8812-5BB4D83AAC6A}" dt="2026-10-17T12:31:18.919" v="14914" actId="478"/>
          <ac:spMkLst>
            <pc:docMk/>
            <pc:sldMk cId="22954071" sldId="313"/>
            <ac:spMk id="2" creationId="{3F2D53D2-1AF4-360C-5F90-7B0BE04C8CEC}"/>
          </ac:spMkLst>
        </pc:spChg>
        <pc:spChg chg="del">
          <ac:chgData name="musukie52@gmail.com" userId="017bd91f96aa8751" providerId="LiveId" clId="{5B2C3894-F97E-4CAB-8812-5BB4D83AAC6A}" dt="2026-10-17T12:31:18.919" v="14914" actId="478"/>
          <ac:spMkLst>
            <pc:docMk/>
            <pc:sldMk cId="22954071" sldId="313"/>
            <ac:spMk id="3" creationId="{C8A4FFA7-F331-142C-202A-2464200FE5E9}"/>
          </ac:spMkLst>
        </pc:spChg>
        <pc:spChg chg="add del">
          <ac:chgData name="musukie52@gmail.com" userId="017bd91f96aa8751" providerId="LiveId" clId="{5B2C3894-F97E-4CAB-8812-5BB4D83AAC6A}" dt="2026-10-17T12:35:28.176" v="15049" actId="21"/>
          <ac:spMkLst>
            <pc:docMk/>
            <pc:sldMk cId="22954071" sldId="313"/>
            <ac:spMk id="13" creationId="{8CE803E1-242C-E7C1-A56D-33712484E488}"/>
          </ac:spMkLst>
        </pc:spChg>
        <pc:spChg chg="add del">
          <ac:chgData name="musukie52@gmail.com" userId="017bd91f96aa8751" providerId="LiveId" clId="{5B2C3894-F97E-4CAB-8812-5BB4D83AAC6A}" dt="2026-10-17T12:35:28.176" v="15049" actId="21"/>
          <ac:spMkLst>
            <pc:docMk/>
            <pc:sldMk cId="22954071" sldId="313"/>
            <ac:spMk id="23" creationId="{6568C85C-5717-FCF0-AE13-1530E46127A2}"/>
          </ac:spMkLst>
        </pc:spChg>
        <pc:picChg chg="add del">
          <ac:chgData name="musukie52@gmail.com" userId="017bd91f96aa8751" providerId="LiveId" clId="{5B2C3894-F97E-4CAB-8812-5BB4D83AAC6A}" dt="2026-10-17T12:35:28.176" v="15049" actId="21"/>
          <ac:picMkLst>
            <pc:docMk/>
            <pc:sldMk cId="22954071" sldId="313"/>
            <ac:picMk id="5" creationId="{5BB5B29D-D24F-533C-3228-0EA7010E6052}"/>
          </ac:picMkLst>
        </pc:picChg>
        <pc:picChg chg="add del">
          <ac:chgData name="musukie52@gmail.com" userId="017bd91f96aa8751" providerId="LiveId" clId="{5B2C3894-F97E-4CAB-8812-5BB4D83AAC6A}" dt="2026-10-17T12:35:28.176" v="15049" actId="21"/>
          <ac:picMkLst>
            <pc:docMk/>
            <pc:sldMk cId="22954071" sldId="313"/>
            <ac:picMk id="7" creationId="{9C578798-6426-C24B-19C8-8B619712BC81}"/>
          </ac:picMkLst>
        </pc:picChg>
        <pc:picChg chg="add del">
          <ac:chgData name="musukie52@gmail.com" userId="017bd91f96aa8751" providerId="LiveId" clId="{5B2C3894-F97E-4CAB-8812-5BB4D83AAC6A}" dt="2026-10-17T12:35:28.176" v="15049" actId="21"/>
          <ac:picMkLst>
            <pc:docMk/>
            <pc:sldMk cId="22954071" sldId="313"/>
            <ac:picMk id="9" creationId="{4A76031C-015F-7267-E29A-AA5951F709B1}"/>
          </ac:picMkLst>
        </pc:picChg>
        <pc:picChg chg="add del">
          <ac:chgData name="musukie52@gmail.com" userId="017bd91f96aa8751" providerId="LiveId" clId="{5B2C3894-F97E-4CAB-8812-5BB4D83AAC6A}" dt="2026-10-17T12:35:28.176" v="15049" actId="21"/>
          <ac:picMkLst>
            <pc:docMk/>
            <pc:sldMk cId="22954071" sldId="313"/>
            <ac:picMk id="11" creationId="{C3C93F34-11AA-8F04-FC4F-A978CC7610CB}"/>
          </ac:picMkLst>
        </pc:picChg>
        <pc:picChg chg="add del">
          <ac:chgData name="musukie52@gmail.com" userId="017bd91f96aa8751" providerId="LiveId" clId="{5B2C3894-F97E-4CAB-8812-5BB4D83AAC6A}" dt="2026-10-17T12:35:28.176" v="15049" actId="21"/>
          <ac:picMkLst>
            <pc:docMk/>
            <pc:sldMk cId="22954071" sldId="313"/>
            <ac:picMk id="15" creationId="{DA939607-8497-CBAB-1373-EE4E9B281521}"/>
          </ac:picMkLst>
        </pc:picChg>
        <pc:picChg chg="add del">
          <ac:chgData name="musukie52@gmail.com" userId="017bd91f96aa8751" providerId="LiveId" clId="{5B2C3894-F97E-4CAB-8812-5BB4D83AAC6A}" dt="2026-10-17T12:35:28.176" v="15049" actId="21"/>
          <ac:picMkLst>
            <pc:docMk/>
            <pc:sldMk cId="22954071" sldId="313"/>
            <ac:picMk id="17" creationId="{6E9B4AD9-494D-C12E-B424-7AC6A2A2BA8B}"/>
          </ac:picMkLst>
        </pc:picChg>
        <pc:picChg chg="add del">
          <ac:chgData name="musukie52@gmail.com" userId="017bd91f96aa8751" providerId="LiveId" clId="{5B2C3894-F97E-4CAB-8812-5BB4D83AAC6A}" dt="2026-10-17T12:35:28.176" v="15049" actId="21"/>
          <ac:picMkLst>
            <pc:docMk/>
            <pc:sldMk cId="22954071" sldId="313"/>
            <ac:picMk id="19" creationId="{7FE78ABA-4FB4-C79D-9FBE-F3F8DA217445}"/>
          </ac:picMkLst>
        </pc:picChg>
        <pc:picChg chg="add del">
          <ac:chgData name="musukie52@gmail.com" userId="017bd91f96aa8751" providerId="LiveId" clId="{5B2C3894-F97E-4CAB-8812-5BB4D83AAC6A}" dt="2026-10-17T12:35:28.176" v="15049" actId="21"/>
          <ac:picMkLst>
            <pc:docMk/>
            <pc:sldMk cId="22954071" sldId="313"/>
            <ac:picMk id="21" creationId="{EA28BB0B-BD7A-FDBE-E2FC-20770462384B}"/>
          </ac:picMkLst>
        </pc:picChg>
      </pc:sldChg>
      <pc:sldChg chg="add del">
        <pc:chgData name="musukie52@gmail.com" userId="017bd91f96aa8751" providerId="LiveId" clId="{5B2C3894-F97E-4CAB-8812-5BB4D83AAC6A}" dt="2026-10-17T11:10:09.612" v="12836"/>
        <pc:sldMkLst>
          <pc:docMk/>
          <pc:sldMk cId="485912023" sldId="313"/>
        </pc:sldMkLst>
      </pc:sldChg>
      <pc:sldChg chg="addSp delSp modSp add mod">
        <pc:chgData name="musukie52@gmail.com" userId="017bd91f96aa8751" providerId="LiveId" clId="{5B2C3894-F97E-4CAB-8812-5BB4D83AAC6A}" dt="2026-10-18T06:31:17.535" v="21568" actId="20577"/>
        <pc:sldMkLst>
          <pc:docMk/>
          <pc:sldMk cId="4119273129" sldId="313"/>
        </pc:sldMkLst>
        <pc:spChg chg="add mod">
          <ac:chgData name="musukie52@gmail.com" userId="017bd91f96aa8751" providerId="LiveId" clId="{5B2C3894-F97E-4CAB-8812-5BB4D83AAC6A}" dt="2026-10-18T06:31:17.535" v="21568" actId="20577"/>
          <ac:spMkLst>
            <pc:docMk/>
            <pc:sldMk cId="4119273129" sldId="313"/>
            <ac:spMk id="3" creationId="{7B57430A-530E-FEF4-824C-E9057A85F0EC}"/>
          </ac:spMkLst>
        </pc:spChg>
        <pc:spChg chg="add del mod">
          <ac:chgData name="musukie52@gmail.com" userId="017bd91f96aa8751" providerId="LiveId" clId="{5B2C3894-F97E-4CAB-8812-5BB4D83AAC6A}" dt="2026-10-17T13:57:43.228" v="16762" actId="478"/>
          <ac:spMkLst>
            <pc:docMk/>
            <pc:sldMk cId="4119273129" sldId="313"/>
            <ac:spMk id="3" creationId="{989CBB50-2191-B75A-E395-10BCD54BE84A}"/>
          </ac:spMkLst>
        </pc:spChg>
        <pc:spChg chg="mod">
          <ac:chgData name="musukie52@gmail.com" userId="017bd91f96aa8751" providerId="LiveId" clId="{5B2C3894-F97E-4CAB-8812-5BB4D83AAC6A}" dt="2026-10-17T15:04:45.865" v="17762" actId="20577"/>
          <ac:spMkLst>
            <pc:docMk/>
            <pc:sldMk cId="4119273129" sldId="313"/>
            <ac:spMk id="5" creationId="{F5158E3D-99E5-02DF-3B09-3591D2EBAC65}"/>
          </ac:spMkLst>
        </pc:spChg>
        <pc:spChg chg="add del">
          <ac:chgData name="musukie52@gmail.com" userId="017bd91f96aa8751" providerId="LiveId" clId="{5B2C3894-F97E-4CAB-8812-5BB4D83AAC6A}" dt="2026-10-17T13:14:15.833" v="15704" actId="22"/>
          <ac:spMkLst>
            <pc:docMk/>
            <pc:sldMk cId="4119273129" sldId="313"/>
            <ac:spMk id="6" creationId="{949B0BB4-4618-6EC4-2296-E15B1789C967}"/>
          </ac:spMkLst>
        </pc:spChg>
        <pc:spChg chg="mod">
          <ac:chgData name="musukie52@gmail.com" userId="017bd91f96aa8751" providerId="LiveId" clId="{5B2C3894-F97E-4CAB-8812-5BB4D83AAC6A}" dt="2026-10-17T15:01:27.963" v="17537" actId="1076"/>
          <ac:spMkLst>
            <pc:docMk/>
            <pc:sldMk cId="4119273129" sldId="313"/>
            <ac:spMk id="7" creationId="{F0446A2E-A79A-B978-C0A2-DF1271466E5B}"/>
          </ac:spMkLst>
        </pc:spChg>
        <pc:spChg chg="add del mod">
          <ac:chgData name="musukie52@gmail.com" userId="017bd91f96aa8751" providerId="LiveId" clId="{5B2C3894-F97E-4CAB-8812-5BB4D83AAC6A}" dt="2026-10-17T13:57:43.228" v="16762" actId="478"/>
          <ac:spMkLst>
            <pc:docMk/>
            <pc:sldMk cId="4119273129" sldId="313"/>
            <ac:spMk id="8" creationId="{7F266753-6C55-653C-329C-FEDE3FE529ED}"/>
          </ac:spMkLst>
        </pc:spChg>
        <pc:spChg chg="del">
          <ac:chgData name="musukie52@gmail.com" userId="017bd91f96aa8751" providerId="LiveId" clId="{5B2C3894-F97E-4CAB-8812-5BB4D83AAC6A}" dt="2026-10-17T13:40:37.219" v="16495" actId="478"/>
          <ac:spMkLst>
            <pc:docMk/>
            <pc:sldMk cId="4119273129" sldId="313"/>
            <ac:spMk id="9" creationId="{7E3A4207-55C8-D08A-8EB6-31F74EB286AC}"/>
          </ac:spMkLst>
        </pc:spChg>
        <pc:spChg chg="add del mod">
          <ac:chgData name="musukie52@gmail.com" userId="017bd91f96aa8751" providerId="LiveId" clId="{5B2C3894-F97E-4CAB-8812-5BB4D83AAC6A}" dt="2026-10-17T13:57:43.228" v="16762" actId="478"/>
          <ac:spMkLst>
            <pc:docMk/>
            <pc:sldMk cId="4119273129" sldId="313"/>
            <ac:spMk id="10" creationId="{8F510972-DCB2-7F02-BD67-C0760B9ADE12}"/>
          </ac:spMkLst>
        </pc:spChg>
        <pc:spChg chg="mod">
          <ac:chgData name="musukie52@gmail.com" userId="017bd91f96aa8751" providerId="LiveId" clId="{5B2C3894-F97E-4CAB-8812-5BB4D83AAC6A}" dt="2026-10-17T15:01:57.100" v="17540" actId="1076"/>
          <ac:spMkLst>
            <pc:docMk/>
            <pc:sldMk cId="4119273129" sldId="313"/>
            <ac:spMk id="12" creationId="{53E9BA4E-E588-B6F0-BB6B-05792D4F6AD5}"/>
          </ac:spMkLst>
        </pc:spChg>
        <pc:spChg chg="add mod">
          <ac:chgData name="musukie52@gmail.com" userId="017bd91f96aa8751" providerId="LiveId" clId="{5B2C3894-F97E-4CAB-8812-5BB4D83AAC6A}" dt="2026-10-17T13:15:50.135" v="15747" actId="571"/>
          <ac:spMkLst>
            <pc:docMk/>
            <pc:sldMk cId="4119273129" sldId="313"/>
            <ac:spMk id="13" creationId="{F772B5E5-1BA4-B01F-3E50-F873C76CD6EE}"/>
          </ac:spMkLst>
        </pc:spChg>
        <pc:spChg chg="mod">
          <ac:chgData name="musukie52@gmail.com" userId="017bd91f96aa8751" providerId="LiveId" clId="{5B2C3894-F97E-4CAB-8812-5BB4D83AAC6A}" dt="2026-10-17T15:01:57.100" v="17540" actId="1076"/>
          <ac:spMkLst>
            <pc:docMk/>
            <pc:sldMk cId="4119273129" sldId="313"/>
            <ac:spMk id="14" creationId="{F8B170E0-7735-B45F-C302-00DE6E1F5B15}"/>
          </ac:spMkLst>
        </pc:spChg>
        <pc:spChg chg="mod">
          <ac:chgData name="musukie52@gmail.com" userId="017bd91f96aa8751" providerId="LiveId" clId="{5B2C3894-F97E-4CAB-8812-5BB4D83AAC6A}" dt="2026-10-17T15:01:57.100" v="17540" actId="1076"/>
          <ac:spMkLst>
            <pc:docMk/>
            <pc:sldMk cId="4119273129" sldId="313"/>
            <ac:spMk id="16" creationId="{C6D9E365-0C08-A951-9951-ECC041FB4222}"/>
          </ac:spMkLst>
        </pc:spChg>
        <pc:spChg chg="add del">
          <ac:chgData name="musukie52@gmail.com" userId="017bd91f96aa8751" providerId="LiveId" clId="{5B2C3894-F97E-4CAB-8812-5BB4D83AAC6A}" dt="2026-10-17T13:16:37.773" v="15764" actId="22"/>
          <ac:spMkLst>
            <pc:docMk/>
            <pc:sldMk cId="4119273129" sldId="313"/>
            <ac:spMk id="17" creationId="{D9459FE3-CC35-0477-D3C9-4CA9327E6E8D}"/>
          </ac:spMkLst>
        </pc:spChg>
        <pc:spChg chg="mod">
          <ac:chgData name="musukie52@gmail.com" userId="017bd91f96aa8751" providerId="LiveId" clId="{5B2C3894-F97E-4CAB-8812-5BB4D83AAC6A}" dt="2026-10-17T15:01:57.100" v="17540" actId="1076"/>
          <ac:spMkLst>
            <pc:docMk/>
            <pc:sldMk cId="4119273129" sldId="313"/>
            <ac:spMk id="18" creationId="{91A5B503-2DE7-1687-9460-05E98A3D04D9}"/>
          </ac:spMkLst>
        </pc:spChg>
        <pc:spChg chg="add del">
          <ac:chgData name="musukie52@gmail.com" userId="017bd91f96aa8751" providerId="LiveId" clId="{5B2C3894-F97E-4CAB-8812-5BB4D83AAC6A}" dt="2026-10-17T13:16:37.773" v="15764" actId="22"/>
          <ac:spMkLst>
            <pc:docMk/>
            <pc:sldMk cId="4119273129" sldId="313"/>
            <ac:spMk id="20" creationId="{DC3E437F-5B27-B099-2D68-656F7744BCE3}"/>
          </ac:spMkLst>
        </pc:spChg>
        <pc:spChg chg="add del">
          <ac:chgData name="musukie52@gmail.com" userId="017bd91f96aa8751" providerId="LiveId" clId="{5B2C3894-F97E-4CAB-8812-5BB4D83AAC6A}" dt="2026-10-17T13:16:37.773" v="15764" actId="22"/>
          <ac:spMkLst>
            <pc:docMk/>
            <pc:sldMk cId="4119273129" sldId="313"/>
            <ac:spMk id="23" creationId="{C1BEB104-A4C0-49CB-A7FE-3A55B238A0D8}"/>
          </ac:spMkLst>
        </pc:spChg>
        <pc:spChg chg="add del">
          <ac:chgData name="musukie52@gmail.com" userId="017bd91f96aa8751" providerId="LiveId" clId="{5B2C3894-F97E-4CAB-8812-5BB4D83AAC6A}" dt="2026-10-17T13:16:41.281" v="15768" actId="22"/>
          <ac:spMkLst>
            <pc:docMk/>
            <pc:sldMk cId="4119273129" sldId="313"/>
            <ac:spMk id="26" creationId="{6ED6A038-C124-8401-A08B-C510565205FE}"/>
          </ac:spMkLst>
        </pc:spChg>
        <pc:spChg chg="add del">
          <ac:chgData name="musukie52@gmail.com" userId="017bd91f96aa8751" providerId="LiveId" clId="{5B2C3894-F97E-4CAB-8812-5BB4D83AAC6A}" dt="2026-10-17T13:16:41.281" v="15768" actId="22"/>
          <ac:spMkLst>
            <pc:docMk/>
            <pc:sldMk cId="4119273129" sldId="313"/>
            <ac:spMk id="29" creationId="{A7D7FBA6-39E8-8154-D9A4-3C657D3E537B}"/>
          </ac:spMkLst>
        </pc:spChg>
        <pc:spChg chg="add del">
          <ac:chgData name="musukie52@gmail.com" userId="017bd91f96aa8751" providerId="LiveId" clId="{5B2C3894-F97E-4CAB-8812-5BB4D83AAC6A}" dt="2026-10-17T13:16:41.281" v="15768" actId="22"/>
          <ac:spMkLst>
            <pc:docMk/>
            <pc:sldMk cId="4119273129" sldId="313"/>
            <ac:spMk id="32" creationId="{40B6E911-6BC0-AFA4-88C9-E3FBD0FABBBB}"/>
          </ac:spMkLst>
        </pc:spChg>
        <pc:spChg chg="add del mod">
          <ac:chgData name="musukie52@gmail.com" userId="017bd91f96aa8751" providerId="LiveId" clId="{5B2C3894-F97E-4CAB-8812-5BB4D83AAC6A}" dt="2026-10-17T13:57:43.228" v="16762" actId="478"/>
          <ac:spMkLst>
            <pc:docMk/>
            <pc:sldMk cId="4119273129" sldId="313"/>
            <ac:spMk id="35" creationId="{6824E8F5-F3E1-54DE-4C52-A0582F1AAE6B}"/>
          </ac:spMkLst>
        </pc:spChg>
        <pc:spChg chg="add mod">
          <ac:chgData name="musukie52@gmail.com" userId="017bd91f96aa8751" providerId="LiveId" clId="{5B2C3894-F97E-4CAB-8812-5BB4D83AAC6A}" dt="2026-10-17T13:20:46.611" v="15862" actId="1035"/>
          <ac:spMkLst>
            <pc:docMk/>
            <pc:sldMk cId="4119273129" sldId="313"/>
            <ac:spMk id="37" creationId="{BB66777C-7D4E-C9B6-93C2-5C53AAB624BB}"/>
          </ac:spMkLst>
        </pc:spChg>
        <pc:spChg chg="add del mod">
          <ac:chgData name="musukie52@gmail.com" userId="017bd91f96aa8751" providerId="LiveId" clId="{5B2C3894-F97E-4CAB-8812-5BB4D83AAC6A}" dt="2026-10-17T13:57:43.228" v="16762" actId="478"/>
          <ac:spMkLst>
            <pc:docMk/>
            <pc:sldMk cId="4119273129" sldId="313"/>
            <ac:spMk id="39" creationId="{71A9439B-AE05-B2E1-112D-A3C09BDFB14D}"/>
          </ac:spMkLst>
        </pc:spChg>
        <pc:spChg chg="add del mod">
          <ac:chgData name="musukie52@gmail.com" userId="017bd91f96aa8751" providerId="LiveId" clId="{5B2C3894-F97E-4CAB-8812-5BB4D83AAC6A}" dt="2026-10-17T13:57:43.228" v="16762" actId="478"/>
          <ac:spMkLst>
            <pc:docMk/>
            <pc:sldMk cId="4119273129" sldId="313"/>
            <ac:spMk id="41" creationId="{CF5323FE-5122-DC86-CDBD-10801C891EC5}"/>
          </ac:spMkLst>
        </pc:spChg>
        <pc:spChg chg="add mod">
          <ac:chgData name="musukie52@gmail.com" userId="017bd91f96aa8751" providerId="LiveId" clId="{5B2C3894-F97E-4CAB-8812-5BB4D83AAC6A}" dt="2026-10-17T13:20:46.611" v="15862" actId="1035"/>
          <ac:spMkLst>
            <pc:docMk/>
            <pc:sldMk cId="4119273129" sldId="313"/>
            <ac:spMk id="43" creationId="{533DD933-C42C-C537-5E6C-B82A73A80E4B}"/>
          </ac:spMkLst>
        </pc:spChg>
        <pc:spChg chg="del">
          <ac:chgData name="musukie52@gmail.com" userId="017bd91f96aa8751" providerId="LiveId" clId="{5B2C3894-F97E-4CAB-8812-5BB4D83AAC6A}" dt="2026-10-17T14:51:49.148" v="17397" actId="478"/>
          <ac:spMkLst>
            <pc:docMk/>
            <pc:sldMk cId="4119273129" sldId="313"/>
            <ac:spMk id="48" creationId="{A2F21287-D6AE-55C6-8DAE-4C94C8E6E4DF}"/>
          </ac:spMkLst>
        </pc:spChg>
        <pc:spChg chg="add del mod">
          <ac:chgData name="musukie52@gmail.com" userId="017bd91f96aa8751" providerId="LiveId" clId="{5B2C3894-F97E-4CAB-8812-5BB4D83AAC6A}" dt="2026-10-17T13:57:43.228" v="16762" actId="478"/>
          <ac:spMkLst>
            <pc:docMk/>
            <pc:sldMk cId="4119273129" sldId="313"/>
            <ac:spMk id="49" creationId="{B5D18750-D006-DF23-CE14-CC8058FA991F}"/>
          </ac:spMkLst>
        </pc:spChg>
        <pc:spChg chg="del">
          <ac:chgData name="musukie52@gmail.com" userId="017bd91f96aa8751" providerId="LiveId" clId="{5B2C3894-F97E-4CAB-8812-5BB4D83AAC6A}" dt="2026-10-17T14:51:49.148" v="17397" actId="478"/>
          <ac:spMkLst>
            <pc:docMk/>
            <pc:sldMk cId="4119273129" sldId="313"/>
            <ac:spMk id="50" creationId="{6B71F0B4-0AE8-EDD6-2930-B756FD712F91}"/>
          </ac:spMkLst>
        </pc:spChg>
        <pc:spChg chg="add del">
          <ac:chgData name="musukie52@gmail.com" userId="017bd91f96aa8751" providerId="LiveId" clId="{5B2C3894-F97E-4CAB-8812-5BB4D83AAC6A}" dt="2026-10-17T13:20:17.494" v="15848" actId="22"/>
          <ac:spMkLst>
            <pc:docMk/>
            <pc:sldMk cId="4119273129" sldId="313"/>
            <ac:spMk id="53" creationId="{95850DEC-A720-6C1B-352B-7897881FE4A8}"/>
          </ac:spMkLst>
        </pc:spChg>
        <pc:spChg chg="del">
          <ac:chgData name="musukie52@gmail.com" userId="017bd91f96aa8751" providerId="LiveId" clId="{5B2C3894-F97E-4CAB-8812-5BB4D83AAC6A}" dt="2026-10-17T14:51:49.148" v="17397" actId="478"/>
          <ac:spMkLst>
            <pc:docMk/>
            <pc:sldMk cId="4119273129" sldId="313"/>
            <ac:spMk id="56" creationId="{DDE14408-F4EF-4382-228A-D706A12CC860}"/>
          </ac:spMkLst>
        </pc:spChg>
        <pc:spChg chg="add del">
          <ac:chgData name="musukie52@gmail.com" userId="017bd91f96aa8751" providerId="LiveId" clId="{5B2C3894-F97E-4CAB-8812-5BB4D83AAC6A}" dt="2026-10-17T13:20:17.494" v="15848" actId="22"/>
          <ac:spMkLst>
            <pc:docMk/>
            <pc:sldMk cId="4119273129" sldId="313"/>
            <ac:spMk id="57" creationId="{CD717064-FB72-415A-D530-628C482C731B}"/>
          </ac:spMkLst>
        </pc:spChg>
        <pc:spChg chg="del">
          <ac:chgData name="musukie52@gmail.com" userId="017bd91f96aa8751" providerId="LiveId" clId="{5B2C3894-F97E-4CAB-8812-5BB4D83AAC6A}" dt="2026-10-17T14:51:49.148" v="17397" actId="478"/>
          <ac:spMkLst>
            <pc:docMk/>
            <pc:sldMk cId="4119273129" sldId="313"/>
            <ac:spMk id="58" creationId="{5E7368D6-BF3A-D8EB-790A-4ED3F6551D0C}"/>
          </ac:spMkLst>
        </pc:spChg>
        <pc:spChg chg="add del">
          <ac:chgData name="musukie52@gmail.com" userId="017bd91f96aa8751" providerId="LiveId" clId="{5B2C3894-F97E-4CAB-8812-5BB4D83AAC6A}" dt="2026-10-17T13:20:17.494" v="15848" actId="22"/>
          <ac:spMkLst>
            <pc:docMk/>
            <pc:sldMk cId="4119273129" sldId="313"/>
            <ac:spMk id="63" creationId="{F9E994FB-B7D0-8CDA-1F91-C3ABED75F5F4}"/>
          </ac:spMkLst>
        </pc:spChg>
        <pc:spChg chg="del">
          <ac:chgData name="musukie52@gmail.com" userId="017bd91f96aa8751" providerId="LiveId" clId="{5B2C3894-F97E-4CAB-8812-5BB4D83AAC6A}" dt="2026-10-17T14:51:49.148" v="17397" actId="478"/>
          <ac:spMkLst>
            <pc:docMk/>
            <pc:sldMk cId="4119273129" sldId="313"/>
            <ac:spMk id="64" creationId="{41CC0596-4FE2-13EB-5D6B-39AF42D62689}"/>
          </ac:spMkLst>
        </pc:spChg>
        <pc:spChg chg="del">
          <ac:chgData name="musukie52@gmail.com" userId="017bd91f96aa8751" providerId="LiveId" clId="{5B2C3894-F97E-4CAB-8812-5BB4D83AAC6A}" dt="2026-10-17T14:51:49.148" v="17397" actId="478"/>
          <ac:spMkLst>
            <pc:docMk/>
            <pc:sldMk cId="4119273129" sldId="313"/>
            <ac:spMk id="66" creationId="{06F6AE89-8702-C972-2CF6-49C21307CD37}"/>
          </ac:spMkLst>
        </pc:spChg>
        <pc:spChg chg="mod">
          <ac:chgData name="musukie52@gmail.com" userId="017bd91f96aa8751" providerId="LiveId" clId="{5B2C3894-F97E-4CAB-8812-5BB4D83AAC6A}" dt="2026-10-17T15:01:27.963" v="17537" actId="1076"/>
          <ac:spMkLst>
            <pc:docMk/>
            <pc:sldMk cId="4119273129" sldId="313"/>
            <ac:spMk id="67" creationId="{7E6A1B1F-179D-9358-64E5-F5B2CB6CBFA1}"/>
          </ac:spMkLst>
        </pc:spChg>
        <pc:spChg chg="del">
          <ac:chgData name="musukie52@gmail.com" userId="017bd91f96aa8751" providerId="LiveId" clId="{5B2C3894-F97E-4CAB-8812-5BB4D83AAC6A}" dt="2026-10-17T14:51:49.148" v="17397" actId="478"/>
          <ac:spMkLst>
            <pc:docMk/>
            <pc:sldMk cId="4119273129" sldId="313"/>
            <ac:spMk id="68" creationId="{04C3E589-BD64-095F-5FE7-C614B99DEB96}"/>
          </ac:spMkLst>
        </pc:spChg>
        <pc:spChg chg="add del mod">
          <ac:chgData name="musukie52@gmail.com" userId="017bd91f96aa8751" providerId="LiveId" clId="{5B2C3894-F97E-4CAB-8812-5BB4D83AAC6A}" dt="2026-10-17T13:57:43.228" v="16762" actId="478"/>
          <ac:spMkLst>
            <pc:docMk/>
            <pc:sldMk cId="4119273129" sldId="313"/>
            <ac:spMk id="69" creationId="{653B8C00-C7BA-89C8-79B8-C3F6702E17D9}"/>
          </ac:spMkLst>
        </pc:spChg>
        <pc:spChg chg="del">
          <ac:chgData name="musukie52@gmail.com" userId="017bd91f96aa8751" providerId="LiveId" clId="{5B2C3894-F97E-4CAB-8812-5BB4D83AAC6A}" dt="2026-10-17T13:40:37.219" v="16495" actId="478"/>
          <ac:spMkLst>
            <pc:docMk/>
            <pc:sldMk cId="4119273129" sldId="313"/>
            <ac:spMk id="71" creationId="{29509F22-E5C8-6617-910B-A23781EF6486}"/>
          </ac:spMkLst>
        </pc:spChg>
        <pc:spChg chg="del">
          <ac:chgData name="musukie52@gmail.com" userId="017bd91f96aa8751" providerId="LiveId" clId="{5B2C3894-F97E-4CAB-8812-5BB4D83AAC6A}" dt="2026-10-17T14:51:49.148" v="17397" actId="478"/>
          <ac:spMkLst>
            <pc:docMk/>
            <pc:sldMk cId="4119273129" sldId="313"/>
            <ac:spMk id="72" creationId="{50CE4658-7667-65A9-E8EE-3B580C8F484C}"/>
          </ac:spMkLst>
        </pc:spChg>
        <pc:spChg chg="del">
          <ac:chgData name="musukie52@gmail.com" userId="017bd91f96aa8751" providerId="LiveId" clId="{5B2C3894-F97E-4CAB-8812-5BB4D83AAC6A}" dt="2026-10-17T14:51:49.148" v="17397" actId="478"/>
          <ac:spMkLst>
            <pc:docMk/>
            <pc:sldMk cId="4119273129" sldId="313"/>
            <ac:spMk id="74" creationId="{B3414CC2-5C14-5E89-AAC8-2B0CC57C36E0}"/>
          </ac:spMkLst>
        </pc:spChg>
        <pc:spChg chg="del">
          <ac:chgData name="musukie52@gmail.com" userId="017bd91f96aa8751" providerId="LiveId" clId="{5B2C3894-F97E-4CAB-8812-5BB4D83AAC6A}" dt="2026-10-17T14:51:49.148" v="17397" actId="478"/>
          <ac:spMkLst>
            <pc:docMk/>
            <pc:sldMk cId="4119273129" sldId="313"/>
            <ac:spMk id="76" creationId="{1D30EBFA-809B-E407-3350-D95178D3CD49}"/>
          </ac:spMkLst>
        </pc:spChg>
        <pc:spChg chg="add del mod">
          <ac:chgData name="musukie52@gmail.com" userId="017bd91f96aa8751" providerId="LiveId" clId="{5B2C3894-F97E-4CAB-8812-5BB4D83AAC6A}" dt="2026-10-17T13:57:43.228" v="16762" actId="478"/>
          <ac:spMkLst>
            <pc:docMk/>
            <pc:sldMk cId="4119273129" sldId="313"/>
            <ac:spMk id="77" creationId="{DF39E36B-04E1-3B05-D369-002A5C8BCA65}"/>
          </ac:spMkLst>
        </pc:spChg>
        <pc:spChg chg="add mod">
          <ac:chgData name="musukie52@gmail.com" userId="017bd91f96aa8751" providerId="LiveId" clId="{5B2C3894-F97E-4CAB-8812-5BB4D83AAC6A}" dt="2026-10-17T13:24:40.465" v="16104" actId="1035"/>
          <ac:spMkLst>
            <pc:docMk/>
            <pc:sldMk cId="4119273129" sldId="313"/>
            <ac:spMk id="79" creationId="{9A0DC9E9-B4BB-7326-CC11-634AF69142F7}"/>
          </ac:spMkLst>
        </pc:spChg>
        <pc:spChg chg="add mod">
          <ac:chgData name="musukie52@gmail.com" userId="017bd91f96aa8751" providerId="LiveId" clId="{5B2C3894-F97E-4CAB-8812-5BB4D83AAC6A}" dt="2026-10-17T13:32:14.211" v="16212" actId="1035"/>
          <ac:spMkLst>
            <pc:docMk/>
            <pc:sldMk cId="4119273129" sldId="313"/>
            <ac:spMk id="91" creationId="{E5B07374-2CBE-7851-368C-A5A23ADD9596}"/>
          </ac:spMkLst>
        </pc:spChg>
        <pc:spChg chg="add mod">
          <ac:chgData name="musukie52@gmail.com" userId="017bd91f96aa8751" providerId="LiveId" clId="{5B2C3894-F97E-4CAB-8812-5BB4D83AAC6A}" dt="2026-10-17T13:32:01.557" v="16199" actId="14100"/>
          <ac:spMkLst>
            <pc:docMk/>
            <pc:sldMk cId="4119273129" sldId="313"/>
            <ac:spMk id="93" creationId="{58D845B5-291E-DCD9-BF15-3DA69C6A5F69}"/>
          </ac:spMkLst>
        </pc:spChg>
        <pc:spChg chg="add del mod">
          <ac:chgData name="musukie52@gmail.com" userId="017bd91f96aa8751" providerId="LiveId" clId="{5B2C3894-F97E-4CAB-8812-5BB4D83AAC6A}" dt="2026-10-17T13:32:05.765" v="16201"/>
          <ac:spMkLst>
            <pc:docMk/>
            <pc:sldMk cId="4119273129" sldId="313"/>
            <ac:spMk id="94" creationId="{8E4C0C45-52EE-9BF9-9B16-709E8C121599}"/>
          </ac:spMkLst>
        </pc:spChg>
        <pc:spChg chg="add del mod">
          <ac:chgData name="musukie52@gmail.com" userId="017bd91f96aa8751" providerId="LiveId" clId="{5B2C3894-F97E-4CAB-8812-5BB4D83AAC6A}" dt="2026-10-17T13:57:43.228" v="16762" actId="478"/>
          <ac:spMkLst>
            <pc:docMk/>
            <pc:sldMk cId="4119273129" sldId="313"/>
            <ac:spMk id="98" creationId="{A535BEDD-A13A-E367-5BBD-69C2494740B6}"/>
          </ac:spMkLst>
        </pc:spChg>
        <pc:spChg chg="add del mod">
          <ac:chgData name="musukie52@gmail.com" userId="017bd91f96aa8751" providerId="LiveId" clId="{5B2C3894-F97E-4CAB-8812-5BB4D83AAC6A}" dt="2026-10-17T13:35:06.512" v="16254" actId="21"/>
          <ac:spMkLst>
            <pc:docMk/>
            <pc:sldMk cId="4119273129" sldId="313"/>
            <ac:spMk id="101" creationId="{8056D791-98F3-57E8-5787-41AC33C487D9}"/>
          </ac:spMkLst>
        </pc:spChg>
        <pc:spChg chg="add del mod">
          <ac:chgData name="musukie52@gmail.com" userId="017bd91f96aa8751" providerId="LiveId" clId="{5B2C3894-F97E-4CAB-8812-5BB4D83AAC6A}" dt="2026-10-17T13:35:06.512" v="16254" actId="21"/>
          <ac:spMkLst>
            <pc:docMk/>
            <pc:sldMk cId="4119273129" sldId="313"/>
            <ac:spMk id="102" creationId="{1AD389C9-0B86-2743-9630-970123E23BF9}"/>
          </ac:spMkLst>
        </pc:spChg>
        <pc:spChg chg="add del">
          <ac:chgData name="musukie52@gmail.com" userId="017bd91f96aa8751" providerId="LiveId" clId="{5B2C3894-F97E-4CAB-8812-5BB4D83AAC6A}" dt="2026-10-17T13:36:20.380" v="16314" actId="21"/>
          <ac:spMkLst>
            <pc:docMk/>
            <pc:sldMk cId="4119273129" sldId="313"/>
            <ac:spMk id="104" creationId="{3B2BA644-4239-1ED5-D07C-C555CB99C94A}"/>
          </ac:spMkLst>
        </pc:spChg>
        <pc:spChg chg="add del">
          <ac:chgData name="musukie52@gmail.com" userId="017bd91f96aa8751" providerId="LiveId" clId="{5B2C3894-F97E-4CAB-8812-5BB4D83AAC6A}" dt="2026-10-17T13:36:20.380" v="16314" actId="21"/>
          <ac:spMkLst>
            <pc:docMk/>
            <pc:sldMk cId="4119273129" sldId="313"/>
            <ac:spMk id="106" creationId="{75E9F09E-DCB3-BC1A-BB2F-56345AEB46D8}"/>
          </ac:spMkLst>
        </pc:spChg>
        <pc:spChg chg="add del mod">
          <ac:chgData name="musukie52@gmail.com" userId="017bd91f96aa8751" providerId="LiveId" clId="{5B2C3894-F97E-4CAB-8812-5BB4D83AAC6A}" dt="2026-10-17T13:36:20.380" v="16314" actId="21"/>
          <ac:spMkLst>
            <pc:docMk/>
            <pc:sldMk cId="4119273129" sldId="313"/>
            <ac:spMk id="108" creationId="{F49D0FF2-E825-0A17-36AD-1BC614A41CC8}"/>
          </ac:spMkLst>
        </pc:spChg>
        <pc:spChg chg="add del mod">
          <ac:chgData name="musukie52@gmail.com" userId="017bd91f96aa8751" providerId="LiveId" clId="{5B2C3894-F97E-4CAB-8812-5BB4D83AAC6A}" dt="2026-10-17T13:38:40.221" v="16413" actId="21"/>
          <ac:spMkLst>
            <pc:docMk/>
            <pc:sldMk cId="4119273129" sldId="313"/>
            <ac:spMk id="110" creationId="{FC3F55D8-A550-E4A8-1C57-5C1F059E4F45}"/>
          </ac:spMkLst>
        </pc:spChg>
        <pc:spChg chg="add del mod">
          <ac:chgData name="musukie52@gmail.com" userId="017bd91f96aa8751" providerId="LiveId" clId="{5B2C3894-F97E-4CAB-8812-5BB4D83AAC6A}" dt="2026-10-17T13:38:40.221" v="16413" actId="21"/>
          <ac:spMkLst>
            <pc:docMk/>
            <pc:sldMk cId="4119273129" sldId="313"/>
            <ac:spMk id="112" creationId="{1F6EA625-45C7-329A-92EC-21C7DBB325A6}"/>
          </ac:spMkLst>
        </pc:spChg>
        <pc:spChg chg="add del mod">
          <ac:chgData name="musukie52@gmail.com" userId="017bd91f96aa8751" providerId="LiveId" clId="{5B2C3894-F97E-4CAB-8812-5BB4D83AAC6A}" dt="2026-10-17T13:38:40.221" v="16413" actId="21"/>
          <ac:spMkLst>
            <pc:docMk/>
            <pc:sldMk cId="4119273129" sldId="313"/>
            <ac:spMk id="114" creationId="{F3F0C6EE-7E9F-74E0-FC3C-2C7584FCF10C}"/>
          </ac:spMkLst>
        </pc:spChg>
        <pc:spChg chg="add del mod">
          <ac:chgData name="musukie52@gmail.com" userId="017bd91f96aa8751" providerId="LiveId" clId="{5B2C3894-F97E-4CAB-8812-5BB4D83AAC6A}" dt="2026-10-17T13:39:23.200" v="16423" actId="21"/>
          <ac:spMkLst>
            <pc:docMk/>
            <pc:sldMk cId="4119273129" sldId="313"/>
            <ac:spMk id="116" creationId="{5C9680F1-C08C-CC3C-2397-3DAE74C0059C}"/>
          </ac:spMkLst>
        </pc:spChg>
        <pc:spChg chg="add del mod">
          <ac:chgData name="musukie52@gmail.com" userId="017bd91f96aa8751" providerId="LiveId" clId="{5B2C3894-F97E-4CAB-8812-5BB4D83AAC6A}" dt="2026-10-17T13:39:23.200" v="16423" actId="21"/>
          <ac:spMkLst>
            <pc:docMk/>
            <pc:sldMk cId="4119273129" sldId="313"/>
            <ac:spMk id="119" creationId="{1E36C226-E294-43BA-32EF-89F4867625E7}"/>
          </ac:spMkLst>
        </pc:spChg>
        <pc:spChg chg="mod">
          <ac:chgData name="musukie52@gmail.com" userId="017bd91f96aa8751" providerId="LiveId" clId="{5B2C3894-F97E-4CAB-8812-5BB4D83AAC6A}" dt="2026-10-17T15:05:57.535" v="17774" actId="20577"/>
          <ac:spMkLst>
            <pc:docMk/>
            <pc:sldMk cId="4119273129" sldId="313"/>
            <ac:spMk id="121" creationId="{8EF6BBC2-AAD4-92FC-723C-30762C831169}"/>
          </ac:spMkLst>
        </pc:spChg>
        <pc:spChg chg="add del mod">
          <ac:chgData name="musukie52@gmail.com" userId="017bd91f96aa8751" providerId="LiveId" clId="{5B2C3894-F97E-4CAB-8812-5BB4D83AAC6A}" dt="2026-10-17T13:39:23.200" v="16423" actId="21"/>
          <ac:spMkLst>
            <pc:docMk/>
            <pc:sldMk cId="4119273129" sldId="313"/>
            <ac:spMk id="122" creationId="{04EE3B68-7535-685D-6314-3F1C91F25905}"/>
          </ac:spMkLst>
        </pc:spChg>
        <pc:spChg chg="add del mod">
          <ac:chgData name="musukie52@gmail.com" userId="017bd91f96aa8751" providerId="LiveId" clId="{5B2C3894-F97E-4CAB-8812-5BB4D83AAC6A}" dt="2026-10-17T13:39:23.200" v="16423" actId="21"/>
          <ac:spMkLst>
            <pc:docMk/>
            <pc:sldMk cId="4119273129" sldId="313"/>
            <ac:spMk id="125" creationId="{ED220DAA-4E32-7CFC-3CD7-53D69CEA714A}"/>
          </ac:spMkLst>
        </pc:spChg>
        <pc:spChg chg="add del mod">
          <ac:chgData name="musukie52@gmail.com" userId="017bd91f96aa8751" providerId="LiveId" clId="{5B2C3894-F97E-4CAB-8812-5BB4D83AAC6A}" dt="2026-10-17T13:39:23.200" v="16423" actId="21"/>
          <ac:spMkLst>
            <pc:docMk/>
            <pc:sldMk cId="4119273129" sldId="313"/>
            <ac:spMk id="127" creationId="{EEB4BB8E-6BAD-C433-0A0A-4C812BF0C81B}"/>
          </ac:spMkLst>
        </pc:spChg>
        <pc:spChg chg="add del mod">
          <ac:chgData name="musukie52@gmail.com" userId="017bd91f96aa8751" providerId="LiveId" clId="{5B2C3894-F97E-4CAB-8812-5BB4D83AAC6A}" dt="2026-10-17T13:39:23.200" v="16423" actId="21"/>
          <ac:spMkLst>
            <pc:docMk/>
            <pc:sldMk cId="4119273129" sldId="313"/>
            <ac:spMk id="130" creationId="{32AB987D-2C9F-F9CA-CDFF-3BF1965B2DFB}"/>
          </ac:spMkLst>
        </pc:spChg>
        <pc:spChg chg="add del mod">
          <ac:chgData name="musukie52@gmail.com" userId="017bd91f96aa8751" providerId="LiveId" clId="{5B2C3894-F97E-4CAB-8812-5BB4D83AAC6A}" dt="2026-10-17T13:47:23.295" v="16655" actId="21"/>
          <ac:spMkLst>
            <pc:docMk/>
            <pc:sldMk cId="4119273129" sldId="313"/>
            <ac:spMk id="133" creationId="{A9D1CF32-20F1-4AD5-BC7F-97E8B33724A5}"/>
          </ac:spMkLst>
        </pc:spChg>
        <pc:spChg chg="add del mod">
          <ac:chgData name="musukie52@gmail.com" userId="017bd91f96aa8751" providerId="LiveId" clId="{5B2C3894-F97E-4CAB-8812-5BB4D83AAC6A}" dt="2026-10-17T13:47:23.295" v="16655" actId="21"/>
          <ac:spMkLst>
            <pc:docMk/>
            <pc:sldMk cId="4119273129" sldId="313"/>
            <ac:spMk id="135" creationId="{9B2E6AC0-00E8-9F99-308E-6583BE52C681}"/>
          </ac:spMkLst>
        </pc:spChg>
        <pc:spChg chg="add del mod">
          <ac:chgData name="musukie52@gmail.com" userId="017bd91f96aa8751" providerId="LiveId" clId="{5B2C3894-F97E-4CAB-8812-5BB4D83AAC6A}" dt="2026-10-17T13:47:23.295" v="16655" actId="21"/>
          <ac:spMkLst>
            <pc:docMk/>
            <pc:sldMk cId="4119273129" sldId="313"/>
            <ac:spMk id="137" creationId="{6C8DA9ED-CCE7-0D99-49E0-8D8C7719352C}"/>
          </ac:spMkLst>
        </pc:spChg>
        <pc:spChg chg="add del mod">
          <ac:chgData name="musukie52@gmail.com" userId="017bd91f96aa8751" providerId="LiveId" clId="{5B2C3894-F97E-4CAB-8812-5BB4D83AAC6A}" dt="2026-10-17T13:47:23.295" v="16655" actId="21"/>
          <ac:spMkLst>
            <pc:docMk/>
            <pc:sldMk cId="4119273129" sldId="313"/>
            <ac:spMk id="139" creationId="{4A30B980-6EBB-7E22-2ADB-11A172BFE0AD}"/>
          </ac:spMkLst>
        </pc:spChg>
        <pc:spChg chg="add del mod">
          <ac:chgData name="musukie52@gmail.com" userId="017bd91f96aa8751" providerId="LiveId" clId="{5B2C3894-F97E-4CAB-8812-5BB4D83AAC6A}" dt="2026-10-17T13:47:23.295" v="16655" actId="21"/>
          <ac:spMkLst>
            <pc:docMk/>
            <pc:sldMk cId="4119273129" sldId="313"/>
            <ac:spMk id="141" creationId="{C2821CEB-BAAC-D855-F33C-7B02B4A812B3}"/>
          </ac:spMkLst>
        </pc:spChg>
        <pc:spChg chg="add del mod">
          <ac:chgData name="musukie52@gmail.com" userId="017bd91f96aa8751" providerId="LiveId" clId="{5B2C3894-F97E-4CAB-8812-5BB4D83AAC6A}" dt="2026-10-17T13:47:23.295" v="16655" actId="21"/>
          <ac:spMkLst>
            <pc:docMk/>
            <pc:sldMk cId="4119273129" sldId="313"/>
            <ac:spMk id="143" creationId="{9EFDE1E9-7B89-581F-2AA5-1C2F6AF55E11}"/>
          </ac:spMkLst>
        </pc:spChg>
        <pc:spChg chg="mod">
          <ac:chgData name="musukie52@gmail.com" userId="017bd91f96aa8751" providerId="LiveId" clId="{5B2C3894-F97E-4CAB-8812-5BB4D83AAC6A}" dt="2026-10-17T15:05:42.489" v="17770" actId="20577"/>
          <ac:spMkLst>
            <pc:docMk/>
            <pc:sldMk cId="4119273129" sldId="313"/>
            <ac:spMk id="145" creationId="{2C38006A-3851-0E4D-BC12-499E631A2CBC}"/>
          </ac:spMkLst>
        </pc:spChg>
        <pc:spChg chg="add del mod">
          <ac:chgData name="musukie52@gmail.com" userId="017bd91f96aa8751" providerId="LiveId" clId="{5B2C3894-F97E-4CAB-8812-5BB4D83AAC6A}" dt="2026-10-17T13:47:23.295" v="16655" actId="21"/>
          <ac:spMkLst>
            <pc:docMk/>
            <pc:sldMk cId="4119273129" sldId="313"/>
            <ac:spMk id="146" creationId="{E960A558-F369-241B-4683-4F5CC21211D0}"/>
          </ac:spMkLst>
        </pc:spChg>
        <pc:spChg chg="add del mod">
          <ac:chgData name="musukie52@gmail.com" userId="017bd91f96aa8751" providerId="LiveId" clId="{5B2C3894-F97E-4CAB-8812-5BB4D83AAC6A}" dt="2026-10-17T13:47:23.295" v="16655" actId="21"/>
          <ac:spMkLst>
            <pc:docMk/>
            <pc:sldMk cId="4119273129" sldId="313"/>
            <ac:spMk id="149" creationId="{F87E7CA9-B080-F204-B175-9D5DCB0A890B}"/>
          </ac:spMkLst>
        </pc:spChg>
        <pc:spChg chg="mod">
          <ac:chgData name="musukie52@gmail.com" userId="017bd91f96aa8751" providerId="LiveId" clId="{5B2C3894-F97E-4CAB-8812-5BB4D83AAC6A}" dt="2026-10-17T15:05:46.318" v="17772" actId="20577"/>
          <ac:spMkLst>
            <pc:docMk/>
            <pc:sldMk cId="4119273129" sldId="313"/>
            <ac:spMk id="151" creationId="{343768B1-8E8D-AF75-CDD4-C1AA35A81380}"/>
          </ac:spMkLst>
        </pc:spChg>
        <pc:spChg chg="add del mod">
          <ac:chgData name="musukie52@gmail.com" userId="017bd91f96aa8751" providerId="LiveId" clId="{5B2C3894-F97E-4CAB-8812-5BB4D83AAC6A}" dt="2026-10-17T13:47:23.295" v="16655" actId="21"/>
          <ac:spMkLst>
            <pc:docMk/>
            <pc:sldMk cId="4119273129" sldId="313"/>
            <ac:spMk id="152" creationId="{3D1FEB4E-AA86-B5EF-1099-59152D69FDDA}"/>
          </ac:spMkLst>
        </pc:spChg>
        <pc:spChg chg="add del mod">
          <ac:chgData name="musukie52@gmail.com" userId="017bd91f96aa8751" providerId="LiveId" clId="{5B2C3894-F97E-4CAB-8812-5BB4D83AAC6A}" dt="2026-10-17T13:49:13.811" v="16697" actId="22"/>
          <ac:spMkLst>
            <pc:docMk/>
            <pc:sldMk cId="4119273129" sldId="313"/>
            <ac:spMk id="161" creationId="{DE1BD54A-D978-4E32-1C00-6D6DB30C8570}"/>
          </ac:spMkLst>
        </pc:spChg>
        <pc:spChg chg="add del mod">
          <ac:chgData name="musukie52@gmail.com" userId="017bd91f96aa8751" providerId="LiveId" clId="{5B2C3894-F97E-4CAB-8812-5BB4D83AAC6A}" dt="2026-10-17T13:49:13.811" v="16697" actId="22"/>
          <ac:spMkLst>
            <pc:docMk/>
            <pc:sldMk cId="4119273129" sldId="313"/>
            <ac:spMk id="163" creationId="{775F1859-E8B8-B357-7D33-58ED7B13E7D0}"/>
          </ac:spMkLst>
        </pc:spChg>
        <pc:spChg chg="add del mod">
          <ac:chgData name="musukie52@gmail.com" userId="017bd91f96aa8751" providerId="LiveId" clId="{5B2C3894-F97E-4CAB-8812-5BB4D83AAC6A}" dt="2026-10-17T13:49:13.811" v="16697" actId="22"/>
          <ac:spMkLst>
            <pc:docMk/>
            <pc:sldMk cId="4119273129" sldId="313"/>
            <ac:spMk id="165" creationId="{BB34D75D-5B8A-E793-0928-D85DDB3CAF92}"/>
          </ac:spMkLst>
        </pc:spChg>
        <pc:spChg chg="add del mod">
          <ac:chgData name="musukie52@gmail.com" userId="017bd91f96aa8751" providerId="LiveId" clId="{5B2C3894-F97E-4CAB-8812-5BB4D83AAC6A}" dt="2026-10-17T13:49:13.811" v="16697" actId="22"/>
          <ac:spMkLst>
            <pc:docMk/>
            <pc:sldMk cId="4119273129" sldId="313"/>
            <ac:spMk id="167" creationId="{38E9663E-72D3-86A7-D2D0-A85768392B64}"/>
          </ac:spMkLst>
        </pc:spChg>
        <pc:spChg chg="add del mod">
          <ac:chgData name="musukie52@gmail.com" userId="017bd91f96aa8751" providerId="LiveId" clId="{5B2C3894-F97E-4CAB-8812-5BB4D83AAC6A}" dt="2026-10-17T13:49:13.811" v="16697" actId="22"/>
          <ac:spMkLst>
            <pc:docMk/>
            <pc:sldMk cId="4119273129" sldId="313"/>
            <ac:spMk id="169" creationId="{3ADE4E6E-6C1B-A600-24E8-2AC78D85141F}"/>
          </ac:spMkLst>
        </pc:spChg>
        <pc:spChg chg="add del mod">
          <ac:chgData name="musukie52@gmail.com" userId="017bd91f96aa8751" providerId="LiveId" clId="{5B2C3894-F97E-4CAB-8812-5BB4D83AAC6A}" dt="2026-10-17T13:49:13.811" v="16697" actId="22"/>
          <ac:spMkLst>
            <pc:docMk/>
            <pc:sldMk cId="4119273129" sldId="313"/>
            <ac:spMk id="171" creationId="{0AD11F53-F1F3-AA65-A8DC-99F8E9A26419}"/>
          </ac:spMkLst>
        </pc:spChg>
        <pc:spChg chg="add del mod">
          <ac:chgData name="musukie52@gmail.com" userId="017bd91f96aa8751" providerId="LiveId" clId="{5B2C3894-F97E-4CAB-8812-5BB4D83AAC6A}" dt="2026-10-17T13:49:13.811" v="16697" actId="22"/>
          <ac:spMkLst>
            <pc:docMk/>
            <pc:sldMk cId="4119273129" sldId="313"/>
            <ac:spMk id="173" creationId="{94981C1F-92E0-0323-2587-395D13E86ADD}"/>
          </ac:spMkLst>
        </pc:spChg>
        <pc:spChg chg="add del mod">
          <ac:chgData name="musukie52@gmail.com" userId="017bd91f96aa8751" providerId="LiveId" clId="{5B2C3894-F97E-4CAB-8812-5BB4D83AAC6A}" dt="2026-10-17T13:49:13.811" v="16697" actId="22"/>
          <ac:spMkLst>
            <pc:docMk/>
            <pc:sldMk cId="4119273129" sldId="313"/>
            <ac:spMk id="175" creationId="{E0455F0F-4A1A-198D-E3EB-EB8444094228}"/>
          </ac:spMkLst>
        </pc:spChg>
        <pc:spChg chg="add del mod">
          <ac:chgData name="musukie52@gmail.com" userId="017bd91f96aa8751" providerId="LiveId" clId="{5B2C3894-F97E-4CAB-8812-5BB4D83AAC6A}" dt="2026-10-17T13:49:13.811" v="16697" actId="22"/>
          <ac:spMkLst>
            <pc:docMk/>
            <pc:sldMk cId="4119273129" sldId="313"/>
            <ac:spMk id="177" creationId="{B0EB7299-BE17-8D0F-130D-00226E3703E1}"/>
          </ac:spMkLst>
        </pc:spChg>
        <pc:spChg chg="add del">
          <ac:chgData name="musukie52@gmail.com" userId="017bd91f96aa8751" providerId="LiveId" clId="{5B2C3894-F97E-4CAB-8812-5BB4D83AAC6A}" dt="2026-10-17T13:58:08.700" v="16769" actId="21"/>
          <ac:spMkLst>
            <pc:docMk/>
            <pc:sldMk cId="4119273129" sldId="313"/>
            <ac:spMk id="183" creationId="{01480DD9-13D5-BFE0-193E-0EE990948CC4}"/>
          </ac:spMkLst>
        </pc:spChg>
        <pc:spChg chg="add del">
          <ac:chgData name="musukie52@gmail.com" userId="017bd91f96aa8751" providerId="LiveId" clId="{5B2C3894-F97E-4CAB-8812-5BB4D83AAC6A}" dt="2026-10-17T13:58:08.700" v="16769" actId="21"/>
          <ac:spMkLst>
            <pc:docMk/>
            <pc:sldMk cId="4119273129" sldId="313"/>
            <ac:spMk id="185" creationId="{47774890-268C-F538-ED2E-D7509A2641DE}"/>
          </ac:spMkLst>
        </pc:spChg>
        <pc:spChg chg="add del">
          <ac:chgData name="musukie52@gmail.com" userId="017bd91f96aa8751" providerId="LiveId" clId="{5B2C3894-F97E-4CAB-8812-5BB4D83AAC6A}" dt="2026-10-17T13:58:08.700" v="16769" actId="21"/>
          <ac:spMkLst>
            <pc:docMk/>
            <pc:sldMk cId="4119273129" sldId="313"/>
            <ac:spMk id="189" creationId="{8486E7CA-5033-E340-B3F7-8657CD9A3FD1}"/>
          </ac:spMkLst>
        </pc:spChg>
        <pc:spChg chg="add del">
          <ac:chgData name="musukie52@gmail.com" userId="017bd91f96aa8751" providerId="LiveId" clId="{5B2C3894-F97E-4CAB-8812-5BB4D83AAC6A}" dt="2026-10-17T13:58:08.700" v="16769" actId="21"/>
          <ac:spMkLst>
            <pc:docMk/>
            <pc:sldMk cId="4119273129" sldId="313"/>
            <ac:spMk id="194" creationId="{404EB40B-09CA-E60E-ED9B-46FE0FEE1CA5}"/>
          </ac:spMkLst>
        </pc:spChg>
        <pc:spChg chg="add del">
          <ac:chgData name="musukie52@gmail.com" userId="017bd91f96aa8751" providerId="LiveId" clId="{5B2C3894-F97E-4CAB-8812-5BB4D83AAC6A}" dt="2026-10-17T13:58:08.700" v="16769" actId="21"/>
          <ac:spMkLst>
            <pc:docMk/>
            <pc:sldMk cId="4119273129" sldId="313"/>
            <ac:spMk id="196" creationId="{7EDE3AE6-E9F5-5B2A-8F06-4B0116F0D7A3}"/>
          </ac:spMkLst>
        </pc:spChg>
        <pc:spChg chg="add del">
          <ac:chgData name="musukie52@gmail.com" userId="017bd91f96aa8751" providerId="LiveId" clId="{5B2C3894-F97E-4CAB-8812-5BB4D83AAC6A}" dt="2026-10-17T13:58:08.700" v="16769" actId="21"/>
          <ac:spMkLst>
            <pc:docMk/>
            <pc:sldMk cId="4119273129" sldId="313"/>
            <ac:spMk id="198" creationId="{617BCBA3-97BD-7BFD-95D5-F27A9FF36D93}"/>
          </ac:spMkLst>
        </pc:spChg>
        <pc:spChg chg="add del">
          <ac:chgData name="musukie52@gmail.com" userId="017bd91f96aa8751" providerId="LiveId" clId="{5B2C3894-F97E-4CAB-8812-5BB4D83AAC6A}" dt="2026-10-17T13:58:08.700" v="16769" actId="21"/>
          <ac:spMkLst>
            <pc:docMk/>
            <pc:sldMk cId="4119273129" sldId="313"/>
            <ac:spMk id="209" creationId="{763BEF7B-5060-7B3E-D96F-BCA6E17EB69B}"/>
          </ac:spMkLst>
        </pc:spChg>
        <pc:spChg chg="add del">
          <ac:chgData name="musukie52@gmail.com" userId="017bd91f96aa8751" providerId="LiveId" clId="{5B2C3894-F97E-4CAB-8812-5BB4D83AAC6A}" dt="2026-10-17T13:58:08.700" v="16769" actId="21"/>
          <ac:spMkLst>
            <pc:docMk/>
            <pc:sldMk cId="4119273129" sldId="313"/>
            <ac:spMk id="211" creationId="{9EB4F17E-90C3-E609-5871-A743F5CA3378}"/>
          </ac:spMkLst>
        </pc:spChg>
        <pc:spChg chg="add del">
          <ac:chgData name="musukie52@gmail.com" userId="017bd91f96aa8751" providerId="LiveId" clId="{5B2C3894-F97E-4CAB-8812-5BB4D83AAC6A}" dt="2026-10-17T13:58:08.700" v="16769" actId="21"/>
          <ac:spMkLst>
            <pc:docMk/>
            <pc:sldMk cId="4119273129" sldId="313"/>
            <ac:spMk id="215" creationId="{DC0951A4-73F8-05C6-E0D0-94AE67196CF8}"/>
          </ac:spMkLst>
        </pc:spChg>
        <pc:spChg chg="add del">
          <ac:chgData name="musukie52@gmail.com" userId="017bd91f96aa8751" providerId="LiveId" clId="{5B2C3894-F97E-4CAB-8812-5BB4D83AAC6A}" dt="2026-10-17T13:58:08.700" v="16769" actId="21"/>
          <ac:spMkLst>
            <pc:docMk/>
            <pc:sldMk cId="4119273129" sldId="313"/>
            <ac:spMk id="217" creationId="{93A08884-15C1-E92B-607F-561CD2D97E1E}"/>
          </ac:spMkLst>
        </pc:spChg>
        <pc:spChg chg="add del">
          <ac:chgData name="musukie52@gmail.com" userId="017bd91f96aa8751" providerId="LiveId" clId="{5B2C3894-F97E-4CAB-8812-5BB4D83AAC6A}" dt="2026-10-17T14:11:20.552" v="16966" actId="21"/>
          <ac:spMkLst>
            <pc:docMk/>
            <pc:sldMk cId="4119273129" sldId="313"/>
            <ac:spMk id="225" creationId="{932DE318-4578-1998-712D-78E7A732E945}"/>
          </ac:spMkLst>
        </pc:spChg>
        <pc:spChg chg="add del">
          <ac:chgData name="musukie52@gmail.com" userId="017bd91f96aa8751" providerId="LiveId" clId="{5B2C3894-F97E-4CAB-8812-5BB4D83AAC6A}" dt="2026-10-17T14:11:20.552" v="16966" actId="21"/>
          <ac:spMkLst>
            <pc:docMk/>
            <pc:sldMk cId="4119273129" sldId="313"/>
            <ac:spMk id="229" creationId="{71DB6D4D-8A0A-49ED-D64C-CCA24BD0F960}"/>
          </ac:spMkLst>
        </pc:spChg>
        <pc:spChg chg="add del">
          <ac:chgData name="musukie52@gmail.com" userId="017bd91f96aa8751" providerId="LiveId" clId="{5B2C3894-F97E-4CAB-8812-5BB4D83AAC6A}" dt="2026-10-17T14:11:20.552" v="16966" actId="21"/>
          <ac:spMkLst>
            <pc:docMk/>
            <pc:sldMk cId="4119273129" sldId="313"/>
            <ac:spMk id="232" creationId="{E97E119B-5CC9-1603-2512-A88B29E15C0C}"/>
          </ac:spMkLst>
        </pc:spChg>
        <pc:spChg chg="add del">
          <ac:chgData name="musukie52@gmail.com" userId="017bd91f96aa8751" providerId="LiveId" clId="{5B2C3894-F97E-4CAB-8812-5BB4D83AAC6A}" dt="2026-10-17T14:11:20.552" v="16966" actId="21"/>
          <ac:spMkLst>
            <pc:docMk/>
            <pc:sldMk cId="4119273129" sldId="313"/>
            <ac:spMk id="234" creationId="{501BF056-0ECE-D157-AE71-AAA9FB7790DE}"/>
          </ac:spMkLst>
        </pc:spChg>
        <pc:spChg chg="add del">
          <ac:chgData name="musukie52@gmail.com" userId="017bd91f96aa8751" providerId="LiveId" clId="{5B2C3894-F97E-4CAB-8812-5BB4D83AAC6A}" dt="2026-10-17T14:11:20.552" v="16966" actId="21"/>
          <ac:spMkLst>
            <pc:docMk/>
            <pc:sldMk cId="4119273129" sldId="313"/>
            <ac:spMk id="236" creationId="{0168DC32-788C-BFE8-0DBC-E10272E323FD}"/>
          </ac:spMkLst>
        </pc:spChg>
        <pc:spChg chg="add del">
          <ac:chgData name="musukie52@gmail.com" userId="017bd91f96aa8751" providerId="LiveId" clId="{5B2C3894-F97E-4CAB-8812-5BB4D83AAC6A}" dt="2026-10-17T14:11:20.552" v="16966" actId="21"/>
          <ac:spMkLst>
            <pc:docMk/>
            <pc:sldMk cId="4119273129" sldId="313"/>
            <ac:spMk id="238" creationId="{4AED3303-1775-AF93-A46B-CAE01CFD43C5}"/>
          </ac:spMkLst>
        </pc:spChg>
        <pc:spChg chg="add del">
          <ac:chgData name="musukie52@gmail.com" userId="017bd91f96aa8751" providerId="LiveId" clId="{5B2C3894-F97E-4CAB-8812-5BB4D83AAC6A}" dt="2026-10-17T14:11:20.552" v="16966" actId="21"/>
          <ac:spMkLst>
            <pc:docMk/>
            <pc:sldMk cId="4119273129" sldId="313"/>
            <ac:spMk id="242" creationId="{A3D27A22-91C6-DF20-E3D6-E7220225F22C}"/>
          </ac:spMkLst>
        </pc:spChg>
        <pc:spChg chg="add del">
          <ac:chgData name="musukie52@gmail.com" userId="017bd91f96aa8751" providerId="LiveId" clId="{5B2C3894-F97E-4CAB-8812-5BB4D83AAC6A}" dt="2026-10-17T14:11:20.552" v="16966" actId="21"/>
          <ac:spMkLst>
            <pc:docMk/>
            <pc:sldMk cId="4119273129" sldId="313"/>
            <ac:spMk id="246" creationId="{5B3583B5-7F0D-D19B-3418-23C8736262C3}"/>
          </ac:spMkLst>
        </pc:spChg>
        <pc:spChg chg="add del">
          <ac:chgData name="musukie52@gmail.com" userId="017bd91f96aa8751" providerId="LiveId" clId="{5B2C3894-F97E-4CAB-8812-5BB4D83AAC6A}" dt="2026-10-17T14:11:20.552" v="16966" actId="21"/>
          <ac:spMkLst>
            <pc:docMk/>
            <pc:sldMk cId="4119273129" sldId="313"/>
            <ac:spMk id="249" creationId="{26A188FC-4AC4-B0B1-D8D5-70E4E9778433}"/>
          </ac:spMkLst>
        </pc:spChg>
        <pc:spChg chg="add del">
          <ac:chgData name="musukie52@gmail.com" userId="017bd91f96aa8751" providerId="LiveId" clId="{5B2C3894-F97E-4CAB-8812-5BB4D83AAC6A}" dt="2026-10-17T14:11:20.552" v="16966" actId="21"/>
          <ac:spMkLst>
            <pc:docMk/>
            <pc:sldMk cId="4119273129" sldId="313"/>
            <ac:spMk id="251" creationId="{E4F91744-5E5F-E5C8-B725-93323EBFA06E}"/>
          </ac:spMkLst>
        </pc:spChg>
        <pc:spChg chg="add del">
          <ac:chgData name="musukie52@gmail.com" userId="017bd91f96aa8751" providerId="LiveId" clId="{5B2C3894-F97E-4CAB-8812-5BB4D83AAC6A}" dt="2026-10-17T14:04:28.809" v="16841" actId="22"/>
          <ac:spMkLst>
            <pc:docMk/>
            <pc:sldMk cId="4119273129" sldId="313"/>
            <ac:spMk id="259" creationId="{8861D2A6-3825-EDDF-8AA2-F0856CDF0F86}"/>
          </ac:spMkLst>
        </pc:spChg>
        <pc:spChg chg="add del">
          <ac:chgData name="musukie52@gmail.com" userId="017bd91f96aa8751" providerId="LiveId" clId="{5B2C3894-F97E-4CAB-8812-5BB4D83AAC6A}" dt="2026-10-17T14:04:28.809" v="16841" actId="22"/>
          <ac:spMkLst>
            <pc:docMk/>
            <pc:sldMk cId="4119273129" sldId="313"/>
            <ac:spMk id="262" creationId="{6084C706-1D29-6AD5-7510-186B97D079BE}"/>
          </ac:spMkLst>
        </pc:spChg>
        <pc:spChg chg="add del">
          <ac:chgData name="musukie52@gmail.com" userId="017bd91f96aa8751" providerId="LiveId" clId="{5B2C3894-F97E-4CAB-8812-5BB4D83AAC6A}" dt="2026-10-17T14:04:28.809" v="16841" actId="22"/>
          <ac:spMkLst>
            <pc:docMk/>
            <pc:sldMk cId="4119273129" sldId="313"/>
            <ac:spMk id="265" creationId="{4560741C-413E-55A4-E730-7492CEAB294D}"/>
          </ac:spMkLst>
        </pc:spChg>
        <pc:spChg chg="add del">
          <ac:chgData name="musukie52@gmail.com" userId="017bd91f96aa8751" providerId="LiveId" clId="{5B2C3894-F97E-4CAB-8812-5BB4D83AAC6A}" dt="2026-10-17T14:04:28.809" v="16841" actId="22"/>
          <ac:spMkLst>
            <pc:docMk/>
            <pc:sldMk cId="4119273129" sldId="313"/>
            <ac:spMk id="269" creationId="{F406A883-70D1-88BA-01D2-AD99FC67C344}"/>
          </ac:spMkLst>
        </pc:spChg>
        <pc:spChg chg="add del">
          <ac:chgData name="musukie52@gmail.com" userId="017bd91f96aa8751" providerId="LiveId" clId="{5B2C3894-F97E-4CAB-8812-5BB4D83AAC6A}" dt="2026-10-17T14:04:28.809" v="16841" actId="22"/>
          <ac:spMkLst>
            <pc:docMk/>
            <pc:sldMk cId="4119273129" sldId="313"/>
            <ac:spMk id="271" creationId="{7510F0FC-A67E-85E6-1A29-25EC8769FDA2}"/>
          </ac:spMkLst>
        </pc:spChg>
        <pc:spChg chg="add del">
          <ac:chgData name="musukie52@gmail.com" userId="017bd91f96aa8751" providerId="LiveId" clId="{5B2C3894-F97E-4CAB-8812-5BB4D83AAC6A}" dt="2026-10-17T14:04:28.809" v="16841" actId="22"/>
          <ac:spMkLst>
            <pc:docMk/>
            <pc:sldMk cId="4119273129" sldId="313"/>
            <ac:spMk id="273" creationId="{85B6EC6C-01E8-E7FF-B254-0DD3373AA7F3}"/>
          </ac:spMkLst>
        </pc:spChg>
        <pc:spChg chg="add del">
          <ac:chgData name="musukie52@gmail.com" userId="017bd91f96aa8751" providerId="LiveId" clId="{5B2C3894-F97E-4CAB-8812-5BB4D83AAC6A}" dt="2026-10-17T14:04:28.809" v="16841" actId="22"/>
          <ac:spMkLst>
            <pc:docMk/>
            <pc:sldMk cId="4119273129" sldId="313"/>
            <ac:spMk id="275" creationId="{A7EAC9F3-4484-BB7F-D99F-8167C7064D0F}"/>
          </ac:spMkLst>
        </pc:spChg>
        <pc:spChg chg="add del">
          <ac:chgData name="musukie52@gmail.com" userId="017bd91f96aa8751" providerId="LiveId" clId="{5B2C3894-F97E-4CAB-8812-5BB4D83AAC6A}" dt="2026-10-17T14:04:28.809" v="16841" actId="22"/>
          <ac:spMkLst>
            <pc:docMk/>
            <pc:sldMk cId="4119273129" sldId="313"/>
            <ac:spMk id="277" creationId="{100609E3-C54E-6244-CB1D-A539169128FA}"/>
          </ac:spMkLst>
        </pc:spChg>
        <pc:spChg chg="add del">
          <ac:chgData name="musukie52@gmail.com" userId="017bd91f96aa8751" providerId="LiveId" clId="{5B2C3894-F97E-4CAB-8812-5BB4D83AAC6A}" dt="2026-10-17T14:04:28.809" v="16841" actId="22"/>
          <ac:spMkLst>
            <pc:docMk/>
            <pc:sldMk cId="4119273129" sldId="313"/>
            <ac:spMk id="279" creationId="{CFAFEC8E-0D50-C2B1-F997-46382DE49DA8}"/>
          </ac:spMkLst>
        </pc:spChg>
        <pc:spChg chg="add del">
          <ac:chgData name="musukie52@gmail.com" userId="017bd91f96aa8751" providerId="LiveId" clId="{5B2C3894-F97E-4CAB-8812-5BB4D83AAC6A}" dt="2026-10-17T14:07:24.843" v="16895" actId="21"/>
          <ac:spMkLst>
            <pc:docMk/>
            <pc:sldMk cId="4119273129" sldId="313"/>
            <ac:spMk id="289" creationId="{976A7C3E-83A1-8571-FD65-EC5C706CA1E2}"/>
          </ac:spMkLst>
        </pc:spChg>
        <pc:spChg chg="add del">
          <ac:chgData name="musukie52@gmail.com" userId="017bd91f96aa8751" providerId="LiveId" clId="{5B2C3894-F97E-4CAB-8812-5BB4D83AAC6A}" dt="2026-10-17T14:07:24.843" v="16895" actId="21"/>
          <ac:spMkLst>
            <pc:docMk/>
            <pc:sldMk cId="4119273129" sldId="313"/>
            <ac:spMk id="293" creationId="{EF0F2424-FFAE-4DF7-D68B-E2C84F8AB853}"/>
          </ac:spMkLst>
        </pc:spChg>
        <pc:spChg chg="add del">
          <ac:chgData name="musukie52@gmail.com" userId="017bd91f96aa8751" providerId="LiveId" clId="{5B2C3894-F97E-4CAB-8812-5BB4D83AAC6A}" dt="2026-10-17T14:07:24.843" v="16895" actId="21"/>
          <ac:spMkLst>
            <pc:docMk/>
            <pc:sldMk cId="4119273129" sldId="313"/>
            <ac:spMk id="295" creationId="{83571CB3-7986-CE77-CABB-D70146083EB8}"/>
          </ac:spMkLst>
        </pc:spChg>
        <pc:spChg chg="add del">
          <ac:chgData name="musukie52@gmail.com" userId="017bd91f96aa8751" providerId="LiveId" clId="{5B2C3894-F97E-4CAB-8812-5BB4D83AAC6A}" dt="2026-10-17T14:07:24.843" v="16895" actId="21"/>
          <ac:spMkLst>
            <pc:docMk/>
            <pc:sldMk cId="4119273129" sldId="313"/>
            <ac:spMk id="297" creationId="{6C1800C5-5881-8628-3DBD-BD2681AFD2D7}"/>
          </ac:spMkLst>
        </pc:spChg>
        <pc:spChg chg="add del mod">
          <ac:chgData name="musukie52@gmail.com" userId="017bd91f96aa8751" providerId="LiveId" clId="{5B2C3894-F97E-4CAB-8812-5BB4D83AAC6A}" dt="2026-10-17T14:07:24.843" v="16895" actId="21"/>
          <ac:spMkLst>
            <pc:docMk/>
            <pc:sldMk cId="4119273129" sldId="313"/>
            <ac:spMk id="299" creationId="{6CF27237-29AE-4FB6-C56B-E412A4AED0B8}"/>
          </ac:spMkLst>
        </pc:spChg>
        <pc:spChg chg="add del mod">
          <ac:chgData name="musukie52@gmail.com" userId="017bd91f96aa8751" providerId="LiveId" clId="{5B2C3894-F97E-4CAB-8812-5BB4D83AAC6A}" dt="2026-10-17T14:07:24.843" v="16895" actId="21"/>
          <ac:spMkLst>
            <pc:docMk/>
            <pc:sldMk cId="4119273129" sldId="313"/>
            <ac:spMk id="301" creationId="{3C09AD51-09CD-C5D2-0F51-5B017379FBF7}"/>
          </ac:spMkLst>
        </pc:spChg>
        <pc:spChg chg="add del mod">
          <ac:chgData name="musukie52@gmail.com" userId="017bd91f96aa8751" providerId="LiveId" clId="{5B2C3894-F97E-4CAB-8812-5BB4D83AAC6A}" dt="2026-10-17T14:07:24.843" v="16895" actId="21"/>
          <ac:spMkLst>
            <pc:docMk/>
            <pc:sldMk cId="4119273129" sldId="313"/>
            <ac:spMk id="303" creationId="{7250FB87-3862-9EBC-BB2B-6182FDD2776D}"/>
          </ac:spMkLst>
        </pc:spChg>
        <pc:spChg chg="add del">
          <ac:chgData name="musukie52@gmail.com" userId="017bd91f96aa8751" providerId="LiveId" clId="{5B2C3894-F97E-4CAB-8812-5BB4D83AAC6A}" dt="2026-10-17T14:07:24.843" v="16895" actId="21"/>
          <ac:spMkLst>
            <pc:docMk/>
            <pc:sldMk cId="4119273129" sldId="313"/>
            <ac:spMk id="309" creationId="{539F1610-F75E-FB55-1159-C1F7563A4592}"/>
          </ac:spMkLst>
        </pc:spChg>
        <pc:spChg chg="add del">
          <ac:chgData name="musukie52@gmail.com" userId="017bd91f96aa8751" providerId="LiveId" clId="{5B2C3894-F97E-4CAB-8812-5BB4D83AAC6A}" dt="2026-10-17T14:07:24.843" v="16895" actId="21"/>
          <ac:spMkLst>
            <pc:docMk/>
            <pc:sldMk cId="4119273129" sldId="313"/>
            <ac:spMk id="313" creationId="{62EBD5B6-FA55-DC5F-4169-527616EAC5F5}"/>
          </ac:spMkLst>
        </pc:spChg>
        <pc:spChg chg="add del mod">
          <ac:chgData name="musukie52@gmail.com" userId="017bd91f96aa8751" providerId="LiveId" clId="{5B2C3894-F97E-4CAB-8812-5BB4D83AAC6A}" dt="2026-10-17T14:07:24.843" v="16895" actId="21"/>
          <ac:spMkLst>
            <pc:docMk/>
            <pc:sldMk cId="4119273129" sldId="313"/>
            <ac:spMk id="315" creationId="{DC9E7D7E-8CD1-B09B-86C2-A05A35193DCB}"/>
          </ac:spMkLst>
        </pc:spChg>
        <pc:spChg chg="add del mod">
          <ac:chgData name="musukie52@gmail.com" userId="017bd91f96aa8751" providerId="LiveId" clId="{5B2C3894-F97E-4CAB-8812-5BB4D83AAC6A}" dt="2026-10-17T14:54:04.010" v="17427" actId="21"/>
          <ac:spMkLst>
            <pc:docMk/>
            <pc:sldMk cId="4119273129" sldId="313"/>
            <ac:spMk id="317" creationId="{CFEE8E3A-D1B8-7BB2-0234-CD14A362954C}"/>
          </ac:spMkLst>
        </pc:spChg>
        <pc:spChg chg="add del mod">
          <ac:chgData name="musukie52@gmail.com" userId="017bd91f96aa8751" providerId="LiveId" clId="{5B2C3894-F97E-4CAB-8812-5BB4D83AAC6A}" dt="2026-10-17T14:54:04.010" v="17427" actId="21"/>
          <ac:spMkLst>
            <pc:docMk/>
            <pc:sldMk cId="4119273129" sldId="313"/>
            <ac:spMk id="319" creationId="{88A92DD7-DC26-5434-9D72-4F0A2ACD550F}"/>
          </ac:spMkLst>
        </pc:spChg>
        <pc:spChg chg="del mod">
          <ac:chgData name="musukie52@gmail.com" userId="017bd91f96aa8751" providerId="LiveId" clId="{5B2C3894-F97E-4CAB-8812-5BB4D83AAC6A}" dt="2026-10-17T14:54:04.010" v="17427" actId="21"/>
          <ac:spMkLst>
            <pc:docMk/>
            <pc:sldMk cId="4119273129" sldId="313"/>
            <ac:spMk id="321" creationId="{51D82FD8-CBDE-4785-31DB-5CBD31A4F567}"/>
          </ac:spMkLst>
        </pc:spChg>
        <pc:spChg chg="add del mod">
          <ac:chgData name="musukie52@gmail.com" userId="017bd91f96aa8751" providerId="LiveId" clId="{5B2C3894-F97E-4CAB-8812-5BB4D83AAC6A}" dt="2026-10-17T14:54:04.010" v="17427" actId="21"/>
          <ac:spMkLst>
            <pc:docMk/>
            <pc:sldMk cId="4119273129" sldId="313"/>
            <ac:spMk id="323" creationId="{9E00242E-141F-1D3F-550F-930C8A8DA9CB}"/>
          </ac:spMkLst>
        </pc:spChg>
        <pc:spChg chg="add del mod">
          <ac:chgData name="musukie52@gmail.com" userId="017bd91f96aa8751" providerId="LiveId" clId="{5B2C3894-F97E-4CAB-8812-5BB4D83AAC6A}" dt="2026-10-17T14:54:04.010" v="17427" actId="21"/>
          <ac:spMkLst>
            <pc:docMk/>
            <pc:sldMk cId="4119273129" sldId="313"/>
            <ac:spMk id="325" creationId="{2C8B4BEE-B106-FCE7-7A72-17D437470CE6}"/>
          </ac:spMkLst>
        </pc:spChg>
        <pc:spChg chg="add del mod">
          <ac:chgData name="musukie52@gmail.com" userId="017bd91f96aa8751" providerId="LiveId" clId="{5B2C3894-F97E-4CAB-8812-5BB4D83AAC6A}" dt="2026-10-17T14:54:04.010" v="17427" actId="21"/>
          <ac:spMkLst>
            <pc:docMk/>
            <pc:sldMk cId="4119273129" sldId="313"/>
            <ac:spMk id="327" creationId="{C39241B3-CE60-F68F-852E-DB5EE2240C4E}"/>
          </ac:spMkLst>
        </pc:spChg>
        <pc:spChg chg="del mod">
          <ac:chgData name="musukie52@gmail.com" userId="017bd91f96aa8751" providerId="LiveId" clId="{5B2C3894-F97E-4CAB-8812-5BB4D83AAC6A}" dt="2026-10-17T14:54:04.010" v="17427" actId="21"/>
          <ac:spMkLst>
            <pc:docMk/>
            <pc:sldMk cId="4119273129" sldId="313"/>
            <ac:spMk id="329" creationId="{456D9729-3CE4-67F6-0AB3-981934D0872F}"/>
          </ac:spMkLst>
        </pc:spChg>
        <pc:spChg chg="add">
          <ac:chgData name="musukie52@gmail.com" userId="017bd91f96aa8751" providerId="LiveId" clId="{5B2C3894-F97E-4CAB-8812-5BB4D83AAC6A}" dt="2026-10-17T14:10:28.592" v="16960" actId="22"/>
          <ac:spMkLst>
            <pc:docMk/>
            <pc:sldMk cId="4119273129" sldId="313"/>
            <ac:spMk id="331" creationId="{D514CECF-B137-8544-5D88-09151C5790D3}"/>
          </ac:spMkLst>
        </pc:spChg>
        <pc:spChg chg="add del mod">
          <ac:chgData name="musukie52@gmail.com" userId="017bd91f96aa8751" providerId="LiveId" clId="{5B2C3894-F97E-4CAB-8812-5BB4D83AAC6A}" dt="2026-10-17T14:54:04.010" v="17427" actId="21"/>
          <ac:spMkLst>
            <pc:docMk/>
            <pc:sldMk cId="4119273129" sldId="313"/>
            <ac:spMk id="333" creationId="{07414353-DB17-5C88-FCB0-55665C6C4220}"/>
          </ac:spMkLst>
        </pc:spChg>
        <pc:spChg chg="add">
          <ac:chgData name="musukie52@gmail.com" userId="017bd91f96aa8751" providerId="LiveId" clId="{5B2C3894-F97E-4CAB-8812-5BB4D83AAC6A}" dt="2026-10-17T14:10:28.592" v="16960" actId="22"/>
          <ac:spMkLst>
            <pc:docMk/>
            <pc:sldMk cId="4119273129" sldId="313"/>
            <ac:spMk id="335" creationId="{9E845640-DE6C-FA9E-5F03-F7920AECC7FC}"/>
          </ac:spMkLst>
        </pc:spChg>
        <pc:spChg chg="add del mod">
          <ac:chgData name="musukie52@gmail.com" userId="017bd91f96aa8751" providerId="LiveId" clId="{5B2C3894-F97E-4CAB-8812-5BB4D83AAC6A}" dt="2026-10-17T14:54:04.010" v="17427" actId="21"/>
          <ac:spMkLst>
            <pc:docMk/>
            <pc:sldMk cId="4119273129" sldId="313"/>
            <ac:spMk id="337" creationId="{75354AF3-6D45-0F76-0891-3CA6E7562864}"/>
          </ac:spMkLst>
        </pc:spChg>
        <pc:spChg chg="add del mod">
          <ac:chgData name="musukie52@gmail.com" userId="017bd91f96aa8751" providerId="LiveId" clId="{5B2C3894-F97E-4CAB-8812-5BB4D83AAC6A}" dt="2026-10-17T14:54:04.010" v="17427" actId="21"/>
          <ac:spMkLst>
            <pc:docMk/>
            <pc:sldMk cId="4119273129" sldId="313"/>
            <ac:spMk id="339" creationId="{34209CB4-F85A-67F0-302D-BF3E529CF16E}"/>
          </ac:spMkLst>
        </pc:spChg>
        <pc:spChg chg="add mod">
          <ac:chgData name="musukie52@gmail.com" userId="017bd91f96aa8751" providerId="LiveId" clId="{5B2C3894-F97E-4CAB-8812-5BB4D83AAC6A}" dt="2026-10-17T14:48:42.532" v="17368" actId="1035"/>
          <ac:spMkLst>
            <pc:docMk/>
            <pc:sldMk cId="4119273129" sldId="313"/>
            <ac:spMk id="353" creationId="{06E74E9D-50E7-203D-B2A9-293659916133}"/>
          </ac:spMkLst>
        </pc:spChg>
        <pc:spChg chg="add mod">
          <ac:chgData name="musukie52@gmail.com" userId="017bd91f96aa8751" providerId="LiveId" clId="{5B2C3894-F97E-4CAB-8812-5BB4D83AAC6A}" dt="2026-10-17T14:48:42.532" v="17368" actId="1035"/>
          <ac:spMkLst>
            <pc:docMk/>
            <pc:sldMk cId="4119273129" sldId="313"/>
            <ac:spMk id="354" creationId="{A448A5F9-4F16-0016-19E7-8DAAA365F931}"/>
          </ac:spMkLst>
        </pc:spChg>
        <pc:spChg chg="add mod">
          <ac:chgData name="musukie52@gmail.com" userId="017bd91f96aa8751" providerId="LiveId" clId="{5B2C3894-F97E-4CAB-8812-5BB4D83AAC6A}" dt="2026-10-17T14:48:42.532" v="17368" actId="1035"/>
          <ac:spMkLst>
            <pc:docMk/>
            <pc:sldMk cId="4119273129" sldId="313"/>
            <ac:spMk id="355" creationId="{921F6D76-E386-1394-95D7-DF4F0464AD8D}"/>
          </ac:spMkLst>
        </pc:spChg>
        <pc:spChg chg="add mod">
          <ac:chgData name="musukie52@gmail.com" userId="017bd91f96aa8751" providerId="LiveId" clId="{5B2C3894-F97E-4CAB-8812-5BB4D83AAC6A}" dt="2026-10-17T14:48:42.532" v="17368" actId="1035"/>
          <ac:spMkLst>
            <pc:docMk/>
            <pc:sldMk cId="4119273129" sldId="313"/>
            <ac:spMk id="356" creationId="{2BF7C2E8-D2D4-4717-7007-02FCDF962252}"/>
          </ac:spMkLst>
        </pc:spChg>
        <pc:spChg chg="add mod">
          <ac:chgData name="musukie52@gmail.com" userId="017bd91f96aa8751" providerId="LiveId" clId="{5B2C3894-F97E-4CAB-8812-5BB4D83AAC6A}" dt="2026-10-17T14:48:42.532" v="17368" actId="1035"/>
          <ac:spMkLst>
            <pc:docMk/>
            <pc:sldMk cId="4119273129" sldId="313"/>
            <ac:spMk id="357" creationId="{DFAEBF07-5FCE-D33B-76EB-D43831D2CEDD}"/>
          </ac:spMkLst>
        </pc:spChg>
        <pc:spChg chg="add mod">
          <ac:chgData name="musukie52@gmail.com" userId="017bd91f96aa8751" providerId="LiveId" clId="{5B2C3894-F97E-4CAB-8812-5BB4D83AAC6A}" dt="2026-10-17T14:48:42.532" v="17368" actId="1035"/>
          <ac:spMkLst>
            <pc:docMk/>
            <pc:sldMk cId="4119273129" sldId="313"/>
            <ac:spMk id="359" creationId="{A57CF736-CDC5-343B-8B66-69533C6DBBE0}"/>
          </ac:spMkLst>
        </pc:spChg>
        <pc:spChg chg="add mod">
          <ac:chgData name="musukie52@gmail.com" userId="017bd91f96aa8751" providerId="LiveId" clId="{5B2C3894-F97E-4CAB-8812-5BB4D83AAC6A}" dt="2026-10-17T14:48:42.532" v="17368" actId="1035"/>
          <ac:spMkLst>
            <pc:docMk/>
            <pc:sldMk cId="4119273129" sldId="313"/>
            <ac:spMk id="360" creationId="{C7ACF2A6-83C2-3578-9122-06B9753896A1}"/>
          </ac:spMkLst>
        </pc:spChg>
        <pc:spChg chg="add mod">
          <ac:chgData name="musukie52@gmail.com" userId="017bd91f96aa8751" providerId="LiveId" clId="{5B2C3894-F97E-4CAB-8812-5BB4D83AAC6A}" dt="2026-10-17T14:48:42.532" v="17368" actId="1035"/>
          <ac:spMkLst>
            <pc:docMk/>
            <pc:sldMk cId="4119273129" sldId="313"/>
            <ac:spMk id="361" creationId="{044E9D5C-169E-EBD4-4E78-B4778F724068}"/>
          </ac:spMkLst>
        </pc:spChg>
        <pc:spChg chg="add mod">
          <ac:chgData name="musukie52@gmail.com" userId="017bd91f96aa8751" providerId="LiveId" clId="{5B2C3894-F97E-4CAB-8812-5BB4D83AAC6A}" dt="2026-10-17T14:48:42.532" v="17368" actId="1035"/>
          <ac:spMkLst>
            <pc:docMk/>
            <pc:sldMk cId="4119273129" sldId="313"/>
            <ac:spMk id="363" creationId="{1CCF160C-08A0-0E01-96A7-BFB0D6B51A9C}"/>
          </ac:spMkLst>
        </pc:spChg>
        <pc:spChg chg="add mod">
          <ac:chgData name="musukie52@gmail.com" userId="017bd91f96aa8751" providerId="LiveId" clId="{5B2C3894-F97E-4CAB-8812-5BB4D83AAC6A}" dt="2026-10-17T14:48:42.532" v="17368" actId="1035"/>
          <ac:spMkLst>
            <pc:docMk/>
            <pc:sldMk cId="4119273129" sldId="313"/>
            <ac:spMk id="364" creationId="{7C833DFB-B073-3AE6-46A5-B2327F585B3C}"/>
          </ac:spMkLst>
        </pc:spChg>
        <pc:spChg chg="add mod">
          <ac:chgData name="musukie52@gmail.com" userId="017bd91f96aa8751" providerId="LiveId" clId="{5B2C3894-F97E-4CAB-8812-5BB4D83AAC6A}" dt="2026-10-17T14:53:14.749" v="17411" actId="14100"/>
          <ac:spMkLst>
            <pc:docMk/>
            <pc:sldMk cId="4119273129" sldId="313"/>
            <ac:spMk id="382" creationId="{5BED877A-CC9E-A187-A403-BFC4A7F93A4E}"/>
          </ac:spMkLst>
        </pc:spChg>
        <pc:spChg chg="add mod">
          <ac:chgData name="musukie52@gmail.com" userId="017bd91f96aa8751" providerId="LiveId" clId="{5B2C3894-F97E-4CAB-8812-5BB4D83AAC6A}" dt="2026-10-17T14:53:59.584" v="17426" actId="1076"/>
          <ac:spMkLst>
            <pc:docMk/>
            <pc:sldMk cId="4119273129" sldId="313"/>
            <ac:spMk id="384" creationId="{BEBDF49B-1048-A83C-407A-3CD98FE14F85}"/>
          </ac:spMkLst>
        </pc:spChg>
        <pc:spChg chg="add mod">
          <ac:chgData name="musukie52@gmail.com" userId="017bd91f96aa8751" providerId="LiveId" clId="{5B2C3894-F97E-4CAB-8812-5BB4D83AAC6A}" dt="2026-10-17T15:00:49.770" v="17533" actId="1036"/>
          <ac:spMkLst>
            <pc:docMk/>
            <pc:sldMk cId="4119273129" sldId="313"/>
            <ac:spMk id="386" creationId="{6A93F942-5605-5C72-0A5F-09F5C8D08726}"/>
          </ac:spMkLst>
        </pc:spChg>
        <pc:spChg chg="add mod">
          <ac:chgData name="musukie52@gmail.com" userId="017bd91f96aa8751" providerId="LiveId" clId="{5B2C3894-F97E-4CAB-8812-5BB4D83AAC6A}" dt="2026-10-17T15:00:49.770" v="17533" actId="1036"/>
          <ac:spMkLst>
            <pc:docMk/>
            <pc:sldMk cId="4119273129" sldId="313"/>
            <ac:spMk id="388" creationId="{D27D3BEB-83EF-6FB6-7013-83D811E1B56C}"/>
          </ac:spMkLst>
        </pc:spChg>
        <pc:spChg chg="add mod">
          <ac:chgData name="musukie52@gmail.com" userId="017bd91f96aa8751" providerId="LiveId" clId="{5B2C3894-F97E-4CAB-8812-5BB4D83AAC6A}" dt="2026-10-17T15:00:49.770" v="17533" actId="1036"/>
          <ac:spMkLst>
            <pc:docMk/>
            <pc:sldMk cId="4119273129" sldId="313"/>
            <ac:spMk id="390" creationId="{F8327E7B-98F9-6D86-A9D9-9F694CB06BB1}"/>
          </ac:spMkLst>
        </pc:spChg>
        <pc:spChg chg="add mod">
          <ac:chgData name="musukie52@gmail.com" userId="017bd91f96aa8751" providerId="LiveId" clId="{5B2C3894-F97E-4CAB-8812-5BB4D83AAC6A}" dt="2026-10-17T15:00:42.936" v="17527" actId="1076"/>
          <ac:spMkLst>
            <pc:docMk/>
            <pc:sldMk cId="4119273129" sldId="313"/>
            <ac:spMk id="392" creationId="{5AFF3474-C445-07A9-4868-0C820442BF5A}"/>
          </ac:spMkLst>
        </pc:spChg>
        <pc:spChg chg="add mod">
          <ac:chgData name="musukie52@gmail.com" userId="017bd91f96aa8751" providerId="LiveId" clId="{5B2C3894-F97E-4CAB-8812-5BB4D83AAC6A}" dt="2026-10-17T15:00:42.936" v="17527" actId="1076"/>
          <ac:spMkLst>
            <pc:docMk/>
            <pc:sldMk cId="4119273129" sldId="313"/>
            <ac:spMk id="394" creationId="{85BE04DB-E25D-E234-7AB4-6B66C7EABB69}"/>
          </ac:spMkLst>
        </pc:spChg>
        <pc:spChg chg="add mod">
          <ac:chgData name="musukie52@gmail.com" userId="017bd91f96aa8751" providerId="LiveId" clId="{5B2C3894-F97E-4CAB-8812-5BB4D83AAC6A}" dt="2026-10-17T15:00:42.936" v="17527" actId="1076"/>
          <ac:spMkLst>
            <pc:docMk/>
            <pc:sldMk cId="4119273129" sldId="313"/>
            <ac:spMk id="396" creationId="{6FDBE8AA-B56E-0591-9AA4-D54F85D318E2}"/>
          </ac:spMkLst>
        </pc:spChg>
        <pc:spChg chg="add mod">
          <ac:chgData name="musukie52@gmail.com" userId="017bd91f96aa8751" providerId="LiveId" clId="{5B2C3894-F97E-4CAB-8812-5BB4D83AAC6A}" dt="2026-10-17T15:00:49.770" v="17533" actId="1036"/>
          <ac:spMkLst>
            <pc:docMk/>
            <pc:sldMk cId="4119273129" sldId="313"/>
            <ac:spMk id="398" creationId="{931A3716-A935-EDA9-65B2-9DE60D7F55D7}"/>
          </ac:spMkLst>
        </pc:spChg>
        <pc:spChg chg="add mod">
          <ac:chgData name="musukie52@gmail.com" userId="017bd91f96aa8751" providerId="LiveId" clId="{5B2C3894-F97E-4CAB-8812-5BB4D83AAC6A}" dt="2026-10-17T15:00:42.936" v="17527" actId="1076"/>
          <ac:spMkLst>
            <pc:docMk/>
            <pc:sldMk cId="4119273129" sldId="313"/>
            <ac:spMk id="400" creationId="{717E3EB4-170A-B493-6FDD-3885CCB752F2}"/>
          </ac:spMkLst>
        </pc:spChg>
        <pc:spChg chg="add mod">
          <ac:chgData name="musukie52@gmail.com" userId="017bd91f96aa8751" providerId="LiveId" clId="{5B2C3894-F97E-4CAB-8812-5BB4D83AAC6A}" dt="2026-10-17T14:58:10.212" v="17475" actId="1076"/>
          <ac:spMkLst>
            <pc:docMk/>
            <pc:sldMk cId="4119273129" sldId="313"/>
            <ac:spMk id="406" creationId="{8709DB6C-3ECA-B79E-FA61-61041238E049}"/>
          </ac:spMkLst>
        </pc:spChg>
        <pc:spChg chg="add mod">
          <ac:chgData name="musukie52@gmail.com" userId="017bd91f96aa8751" providerId="LiveId" clId="{5B2C3894-F97E-4CAB-8812-5BB4D83AAC6A}" dt="2026-10-17T14:58:10.212" v="17475" actId="1076"/>
          <ac:spMkLst>
            <pc:docMk/>
            <pc:sldMk cId="4119273129" sldId="313"/>
            <ac:spMk id="408" creationId="{083C0F7D-7183-20F9-EAD1-C3BB9970BF33}"/>
          </ac:spMkLst>
        </pc:spChg>
        <pc:spChg chg="add mod">
          <ac:chgData name="musukie52@gmail.com" userId="017bd91f96aa8751" providerId="LiveId" clId="{5B2C3894-F97E-4CAB-8812-5BB4D83AAC6A}" dt="2026-10-17T14:58:10.212" v="17475" actId="1076"/>
          <ac:spMkLst>
            <pc:docMk/>
            <pc:sldMk cId="4119273129" sldId="313"/>
            <ac:spMk id="410" creationId="{D94F79D6-3611-2BB1-7A87-5D339E883124}"/>
          </ac:spMkLst>
        </pc:spChg>
        <pc:spChg chg="add mod">
          <ac:chgData name="musukie52@gmail.com" userId="017bd91f96aa8751" providerId="LiveId" clId="{5B2C3894-F97E-4CAB-8812-5BB4D83AAC6A}" dt="2026-10-17T14:58:10.212" v="17475" actId="1076"/>
          <ac:spMkLst>
            <pc:docMk/>
            <pc:sldMk cId="4119273129" sldId="313"/>
            <ac:spMk id="412" creationId="{74DA6BB9-AFB1-EA71-3057-3AEADE995317}"/>
          </ac:spMkLst>
        </pc:spChg>
        <pc:spChg chg="add del mod">
          <ac:chgData name="musukie52@gmail.com" userId="017bd91f96aa8751" providerId="LiveId" clId="{5B2C3894-F97E-4CAB-8812-5BB4D83AAC6A}" dt="2026-10-17T14:57:49.811" v="17471" actId="21"/>
          <ac:spMkLst>
            <pc:docMk/>
            <pc:sldMk cId="4119273129" sldId="313"/>
            <ac:spMk id="416" creationId="{3A71C52E-243D-DCB5-834D-F0C05894171E}"/>
          </ac:spMkLst>
        </pc:spChg>
        <pc:spChg chg="add del mod">
          <ac:chgData name="musukie52@gmail.com" userId="017bd91f96aa8751" providerId="LiveId" clId="{5B2C3894-F97E-4CAB-8812-5BB4D83AAC6A}" dt="2026-10-17T14:57:46.765" v="17470" actId="478"/>
          <ac:spMkLst>
            <pc:docMk/>
            <pc:sldMk cId="4119273129" sldId="313"/>
            <ac:spMk id="418" creationId="{A2DD91A4-0CDE-719B-46C3-71676DBB0C1B}"/>
          </ac:spMkLst>
        </pc:spChg>
        <pc:spChg chg="add mod ord">
          <ac:chgData name="musukie52@gmail.com" userId="017bd91f96aa8751" providerId="LiveId" clId="{5B2C3894-F97E-4CAB-8812-5BB4D83AAC6A}" dt="2026-10-17T15:01:07.976" v="17536" actId="167"/>
          <ac:spMkLst>
            <pc:docMk/>
            <pc:sldMk cId="4119273129" sldId="313"/>
            <ac:spMk id="420" creationId="{E79CE544-1F66-7B17-88C3-5595FF011653}"/>
          </ac:spMkLst>
        </pc:spChg>
        <pc:spChg chg="add mod ord">
          <ac:chgData name="musukie52@gmail.com" userId="017bd91f96aa8751" providerId="LiveId" clId="{5B2C3894-F97E-4CAB-8812-5BB4D83AAC6A}" dt="2026-10-17T15:01:07.976" v="17536" actId="167"/>
          <ac:spMkLst>
            <pc:docMk/>
            <pc:sldMk cId="4119273129" sldId="313"/>
            <ac:spMk id="422" creationId="{1F3EA077-C84E-098A-FB3A-5CA3F4446577}"/>
          </ac:spMkLst>
        </pc:spChg>
        <pc:spChg chg="add mod ord">
          <ac:chgData name="musukie52@gmail.com" userId="017bd91f96aa8751" providerId="LiveId" clId="{5B2C3894-F97E-4CAB-8812-5BB4D83AAC6A}" dt="2026-10-17T15:01:07.976" v="17536" actId="167"/>
          <ac:spMkLst>
            <pc:docMk/>
            <pc:sldMk cId="4119273129" sldId="313"/>
            <ac:spMk id="424" creationId="{165C904A-849A-FAF3-8B67-0AA927CF36BE}"/>
          </ac:spMkLst>
        </pc:spChg>
        <pc:picChg chg="add mod">
          <ac:chgData name="musukie52@gmail.com" userId="017bd91f96aa8751" providerId="LiveId" clId="{5B2C3894-F97E-4CAB-8812-5BB4D83AAC6A}" dt="2026-10-17T13:15:50.135" v="15747" actId="571"/>
          <ac:picMkLst>
            <pc:docMk/>
            <pc:sldMk cId="4119273129" sldId="313"/>
            <ac:picMk id="11" creationId="{1E9556C0-DFA5-A2C4-D77E-BE35F47E739C}"/>
          </ac:picMkLst>
        </pc:picChg>
        <pc:picChg chg="add mod">
          <ac:chgData name="musukie52@gmail.com" userId="017bd91f96aa8751" providerId="LiveId" clId="{5B2C3894-F97E-4CAB-8812-5BB4D83AAC6A}" dt="2026-10-17T13:24:24.375" v="16096" actId="1035"/>
          <ac:picMkLst>
            <pc:docMk/>
            <pc:sldMk cId="4119273129" sldId="313"/>
            <ac:picMk id="81" creationId="{2BDC45B5-B584-1848-26B4-1701DFFB54AB}"/>
          </ac:picMkLst>
        </pc:picChg>
        <pc:picChg chg="add del mod modCrop">
          <ac:chgData name="musukie52@gmail.com" userId="017bd91f96aa8751" providerId="LiveId" clId="{5B2C3894-F97E-4CAB-8812-5BB4D83AAC6A}" dt="2026-10-17T13:29:51.684" v="16160" actId="478"/>
          <ac:picMkLst>
            <pc:docMk/>
            <pc:sldMk cId="4119273129" sldId="313"/>
            <ac:picMk id="83" creationId="{9E2FDBBF-3005-7A81-D12A-344FD79BA4D8}"/>
          </ac:picMkLst>
        </pc:picChg>
        <pc:picChg chg="add del mod modCrop">
          <ac:chgData name="musukie52@gmail.com" userId="017bd91f96aa8751" providerId="LiveId" clId="{5B2C3894-F97E-4CAB-8812-5BB4D83AAC6A}" dt="2026-10-17T13:29:51.684" v="16160" actId="478"/>
          <ac:picMkLst>
            <pc:docMk/>
            <pc:sldMk cId="4119273129" sldId="313"/>
            <ac:picMk id="86" creationId="{25A32736-F8EA-03F9-9B85-664D0A9B2AAC}"/>
          </ac:picMkLst>
        </pc:picChg>
        <pc:picChg chg="add del mod modCrop">
          <ac:chgData name="musukie52@gmail.com" userId="017bd91f96aa8751" providerId="LiveId" clId="{5B2C3894-F97E-4CAB-8812-5BB4D83AAC6A}" dt="2026-10-17T13:29:51.684" v="16160" actId="478"/>
          <ac:picMkLst>
            <pc:docMk/>
            <pc:sldMk cId="4119273129" sldId="313"/>
            <ac:picMk id="88" creationId="{996F371F-7D97-68E5-4974-D6DF47DB5388}"/>
          </ac:picMkLst>
        </pc:picChg>
        <pc:picChg chg="add mod ord modCrop">
          <ac:chgData name="musukie52@gmail.com" userId="017bd91f96aa8751" providerId="LiveId" clId="{5B2C3894-F97E-4CAB-8812-5BB4D83AAC6A}" dt="2026-10-17T13:31:22.898" v="16192" actId="1076"/>
          <ac:picMkLst>
            <pc:docMk/>
            <pc:sldMk cId="4119273129" sldId="313"/>
            <ac:picMk id="90" creationId="{8F5F27A8-110C-0407-C4EF-777FE8B6362A}"/>
          </ac:picMkLst>
        </pc:picChg>
        <pc:picChg chg="add mod modCrop">
          <ac:chgData name="musukie52@gmail.com" userId="017bd91f96aa8751" providerId="LiveId" clId="{5B2C3894-F97E-4CAB-8812-5BB4D83AAC6A}" dt="2026-10-17T13:32:38.641" v="16220" actId="18131"/>
          <ac:picMkLst>
            <pc:docMk/>
            <pc:sldMk cId="4119273129" sldId="313"/>
            <ac:picMk id="96" creationId="{45A5D2D6-52FA-444B-F4F2-3A12C1D51387}"/>
          </ac:picMkLst>
        </pc:picChg>
        <pc:picChg chg="add mod modCrop">
          <ac:chgData name="musukie52@gmail.com" userId="017bd91f96aa8751" providerId="LiveId" clId="{5B2C3894-F97E-4CAB-8812-5BB4D83AAC6A}" dt="2026-10-17T13:33:21.674" v="16234" actId="1036"/>
          <ac:picMkLst>
            <pc:docMk/>
            <pc:sldMk cId="4119273129" sldId="313"/>
            <ac:picMk id="100" creationId="{5E12350D-6D00-D151-CD10-604A945F7912}"/>
          </ac:picMkLst>
        </pc:picChg>
        <pc:picChg chg="add del mod">
          <ac:chgData name="musukie52@gmail.com" userId="017bd91f96aa8751" providerId="LiveId" clId="{5B2C3894-F97E-4CAB-8812-5BB4D83AAC6A}" dt="2026-10-17T13:54:58.328" v="16742" actId="21"/>
          <ac:picMkLst>
            <pc:docMk/>
            <pc:sldMk cId="4119273129" sldId="313"/>
            <ac:picMk id="179" creationId="{A145F196-BD58-9C41-FEF9-917061A6E7BF}"/>
          </ac:picMkLst>
        </pc:picChg>
        <pc:picChg chg="add del mod">
          <ac:chgData name="musukie52@gmail.com" userId="017bd91f96aa8751" providerId="LiveId" clId="{5B2C3894-F97E-4CAB-8812-5BB4D83AAC6A}" dt="2026-10-17T13:58:03.911" v="16767" actId="21"/>
          <ac:picMkLst>
            <pc:docMk/>
            <pc:sldMk cId="4119273129" sldId="313"/>
            <ac:picMk id="221" creationId="{CCD4814F-6500-3567-15FC-75D1FC77F59D}"/>
          </ac:picMkLst>
        </pc:picChg>
        <pc:picChg chg="del">
          <ac:chgData name="musukie52@gmail.com" userId="017bd91f96aa8751" providerId="LiveId" clId="{5B2C3894-F97E-4CAB-8812-5BB4D83AAC6A}" dt="2026-10-17T13:11:36.391" v="15598" actId="478"/>
          <ac:picMkLst>
            <pc:docMk/>
            <pc:sldMk cId="4119273129" sldId="313"/>
            <ac:picMk id="248" creationId="{9C8F68A5-4D19-6C52-C417-C549C87B99BD}"/>
          </ac:picMkLst>
        </pc:picChg>
        <pc:picChg chg="add del mod modCrop">
          <ac:chgData name="musukie52@gmail.com" userId="017bd91f96aa8751" providerId="LiveId" clId="{5B2C3894-F97E-4CAB-8812-5BB4D83AAC6A}" dt="2026-10-17T14:03:18.334" v="16822" actId="21"/>
          <ac:picMkLst>
            <pc:docMk/>
            <pc:sldMk cId="4119273129" sldId="313"/>
            <ac:picMk id="255" creationId="{A0FF5F23-C2CB-A52F-3F07-3D68EBAC9461}"/>
          </ac:picMkLst>
        </pc:picChg>
        <pc:picChg chg="del">
          <ac:chgData name="musukie52@gmail.com" userId="017bd91f96aa8751" providerId="LiveId" clId="{5B2C3894-F97E-4CAB-8812-5BB4D83AAC6A}" dt="2026-10-17T13:11:36.391" v="15598" actId="478"/>
          <ac:picMkLst>
            <pc:docMk/>
            <pc:sldMk cId="4119273129" sldId="313"/>
            <ac:picMk id="256" creationId="{16A8ABAB-0EC5-01B9-DD6A-824DCAD788CE}"/>
          </ac:picMkLst>
        </pc:picChg>
        <pc:picChg chg="del">
          <ac:chgData name="musukie52@gmail.com" userId="017bd91f96aa8751" providerId="LiveId" clId="{5B2C3894-F97E-4CAB-8812-5BB4D83AAC6A}" dt="2026-10-17T13:11:36.391" v="15598" actId="478"/>
          <ac:picMkLst>
            <pc:docMk/>
            <pc:sldMk cId="4119273129" sldId="313"/>
            <ac:picMk id="258" creationId="{280C5111-30A1-6835-83EB-2193FCDAE919}"/>
          </ac:picMkLst>
        </pc:picChg>
        <pc:picChg chg="del">
          <ac:chgData name="musukie52@gmail.com" userId="017bd91f96aa8751" providerId="LiveId" clId="{5B2C3894-F97E-4CAB-8812-5BB4D83AAC6A}" dt="2026-10-17T13:11:36.391" v="15598" actId="478"/>
          <ac:picMkLst>
            <pc:docMk/>
            <pc:sldMk cId="4119273129" sldId="313"/>
            <ac:picMk id="260" creationId="{20AD9093-69F8-B152-0E2F-E05F6FBE1398}"/>
          </ac:picMkLst>
        </pc:picChg>
        <pc:picChg chg="del">
          <ac:chgData name="musukie52@gmail.com" userId="017bd91f96aa8751" providerId="LiveId" clId="{5B2C3894-F97E-4CAB-8812-5BB4D83AAC6A}" dt="2026-10-17T13:11:36.391" v="15598" actId="478"/>
          <ac:picMkLst>
            <pc:docMk/>
            <pc:sldMk cId="4119273129" sldId="313"/>
            <ac:picMk id="264" creationId="{8A0D5C11-A22C-760B-715D-2EAD892AC01A}"/>
          </ac:picMkLst>
        </pc:picChg>
        <pc:picChg chg="del">
          <ac:chgData name="musukie52@gmail.com" userId="017bd91f96aa8751" providerId="LiveId" clId="{5B2C3894-F97E-4CAB-8812-5BB4D83AAC6A}" dt="2026-10-17T13:11:36.391" v="15598" actId="478"/>
          <ac:picMkLst>
            <pc:docMk/>
            <pc:sldMk cId="4119273129" sldId="313"/>
            <ac:picMk id="266" creationId="{6BE1AFB6-AF6B-7594-A956-D2A6194B70DB}"/>
          </ac:picMkLst>
        </pc:picChg>
        <pc:picChg chg="mod modCrop">
          <ac:chgData name="musukie52@gmail.com" userId="017bd91f96aa8751" providerId="LiveId" clId="{5B2C3894-F97E-4CAB-8812-5BB4D83AAC6A}" dt="2026-10-17T13:26:06.381" v="16120" actId="1076"/>
          <ac:picMkLst>
            <pc:docMk/>
            <pc:sldMk cId="4119273129" sldId="313"/>
            <ac:picMk id="268" creationId="{016B218C-BE2F-2B5F-A372-863E18C35CE8}"/>
          </ac:picMkLst>
        </pc:picChg>
        <pc:picChg chg="add del">
          <ac:chgData name="musukie52@gmail.com" userId="017bd91f96aa8751" providerId="LiveId" clId="{5B2C3894-F97E-4CAB-8812-5BB4D83AAC6A}" dt="2026-10-17T14:04:28.809" v="16841" actId="22"/>
          <ac:picMkLst>
            <pc:docMk/>
            <pc:sldMk cId="4119273129" sldId="313"/>
            <ac:picMk id="285" creationId="{C0C68439-04EE-DB60-8C9C-9B7C1028722C}"/>
          </ac:picMkLst>
        </pc:picChg>
        <pc:picChg chg="mod">
          <ac:chgData name="musukie52@gmail.com" userId="017bd91f96aa8751" providerId="LiveId" clId="{5B2C3894-F97E-4CAB-8812-5BB4D83AAC6A}" dt="2026-10-17T14:07:21.201" v="16894" actId="1076"/>
          <ac:picMkLst>
            <pc:docMk/>
            <pc:sldMk cId="4119273129" sldId="313"/>
            <ac:picMk id="307" creationId="{684B53AC-D27E-4332-AC2F-59FA2D6D9CCD}"/>
          </ac:picMkLst>
        </pc:picChg>
        <pc:picChg chg="mod">
          <ac:chgData name="musukie52@gmail.com" userId="017bd91f96aa8751" providerId="LiveId" clId="{5B2C3894-F97E-4CAB-8812-5BB4D83AAC6A}" dt="2026-10-17T14:51:31.420" v="17395" actId="1076"/>
          <ac:picMkLst>
            <pc:docMk/>
            <pc:sldMk cId="4119273129" sldId="313"/>
            <ac:picMk id="341" creationId="{6B521B78-86CE-1D78-217A-BCE27E6DA850}"/>
          </ac:picMkLst>
        </pc:picChg>
        <pc:picChg chg="mod">
          <ac:chgData name="musukie52@gmail.com" userId="017bd91f96aa8751" providerId="LiveId" clId="{5B2C3894-F97E-4CAB-8812-5BB4D83AAC6A}" dt="2026-10-17T14:51:34.606" v="17396" actId="1076"/>
          <ac:picMkLst>
            <pc:docMk/>
            <pc:sldMk cId="4119273129" sldId="313"/>
            <ac:picMk id="343" creationId="{73B85C5D-039B-095A-A4A1-65D80CDB1784}"/>
          </ac:picMkLst>
        </pc:picChg>
        <pc:picChg chg="mod">
          <ac:chgData name="musukie52@gmail.com" userId="017bd91f96aa8751" providerId="LiveId" clId="{5B2C3894-F97E-4CAB-8812-5BB4D83AAC6A}" dt="2026-10-17T14:51:14.840" v="17393" actId="1076"/>
          <ac:picMkLst>
            <pc:docMk/>
            <pc:sldMk cId="4119273129" sldId="313"/>
            <ac:picMk id="345" creationId="{42F173DD-10BE-4FB0-FAAE-D6CBF9D22E87}"/>
          </ac:picMkLst>
        </pc:picChg>
        <pc:picChg chg="add mod">
          <ac:chgData name="musukie52@gmail.com" userId="017bd91f96aa8751" providerId="LiveId" clId="{5B2C3894-F97E-4CAB-8812-5BB4D83AAC6A}" dt="2026-10-17T14:11:15.211" v="16965" actId="14100"/>
          <ac:picMkLst>
            <pc:docMk/>
            <pc:sldMk cId="4119273129" sldId="313"/>
            <ac:picMk id="347" creationId="{37202FA2-CE9D-3847-9AD3-338BB19A721E}"/>
          </ac:picMkLst>
        </pc:picChg>
        <pc:picChg chg="add mod">
          <ac:chgData name="musukie52@gmail.com" userId="017bd91f96aa8751" providerId="LiveId" clId="{5B2C3894-F97E-4CAB-8812-5BB4D83AAC6A}" dt="2026-10-17T15:00:49.770" v="17533" actId="1036"/>
          <ac:picMkLst>
            <pc:docMk/>
            <pc:sldMk cId="4119273129" sldId="313"/>
            <ac:picMk id="402" creationId="{39DD22DF-100C-D892-C3C5-FE9855B1D4D2}"/>
          </ac:picMkLst>
        </pc:picChg>
        <pc:picChg chg="add mod">
          <ac:chgData name="musukie52@gmail.com" userId="017bd91f96aa8751" providerId="LiveId" clId="{5B2C3894-F97E-4CAB-8812-5BB4D83AAC6A}" dt="2026-10-17T15:00:42.936" v="17527" actId="1076"/>
          <ac:picMkLst>
            <pc:docMk/>
            <pc:sldMk cId="4119273129" sldId="313"/>
            <ac:picMk id="404" creationId="{0D3B3B26-7224-3F87-CAB7-F903780AAD64}"/>
          </ac:picMkLst>
        </pc:picChg>
        <pc:picChg chg="add mod">
          <ac:chgData name="musukie52@gmail.com" userId="017bd91f96aa8751" providerId="LiveId" clId="{5B2C3894-F97E-4CAB-8812-5BB4D83AAC6A}" dt="2026-10-17T15:00:09.518" v="17520" actId="1037"/>
          <ac:picMkLst>
            <pc:docMk/>
            <pc:sldMk cId="4119273129" sldId="313"/>
            <ac:picMk id="414" creationId="{90BCC3F1-C025-E16A-CF5F-F8380FC99BFC}"/>
          </ac:picMkLst>
        </pc:picChg>
        <pc:cxnChg chg="mod">
          <ac:chgData name="musukie52@gmail.com" userId="017bd91f96aa8751" providerId="LiveId" clId="{5B2C3894-F97E-4CAB-8812-5BB4D83AAC6A}" dt="2026-10-17T15:01:57.100" v="17540" actId="1076"/>
          <ac:cxnSpMkLst>
            <pc:docMk/>
            <pc:sldMk cId="4119273129" sldId="313"/>
            <ac:cxnSpMk id="22" creationId="{6B4B0C4C-697E-C422-1E21-3EDEA00DA44B}"/>
          </ac:cxnSpMkLst>
        </pc:cxnChg>
        <pc:cxnChg chg="mod">
          <ac:chgData name="musukie52@gmail.com" userId="017bd91f96aa8751" providerId="LiveId" clId="{5B2C3894-F97E-4CAB-8812-5BB4D83AAC6A}" dt="2026-10-17T15:01:57.100" v="17540" actId="1076"/>
          <ac:cxnSpMkLst>
            <pc:docMk/>
            <pc:sldMk cId="4119273129" sldId="313"/>
            <ac:cxnSpMk id="25" creationId="{C39D1CC3-418B-D97A-4C60-80A89FA55AF1}"/>
          </ac:cxnSpMkLst>
        </pc:cxnChg>
        <pc:cxnChg chg="mod">
          <ac:chgData name="musukie52@gmail.com" userId="017bd91f96aa8751" providerId="LiveId" clId="{5B2C3894-F97E-4CAB-8812-5BB4D83AAC6A}" dt="2026-10-17T15:01:57.100" v="17540" actId="1076"/>
          <ac:cxnSpMkLst>
            <pc:docMk/>
            <pc:sldMk cId="4119273129" sldId="313"/>
            <ac:cxnSpMk id="28" creationId="{EB44A66E-C70E-730B-9686-500D9EAE54E1}"/>
          </ac:cxnSpMkLst>
        </pc:cxnChg>
        <pc:cxnChg chg="mod">
          <ac:chgData name="musukie52@gmail.com" userId="017bd91f96aa8751" providerId="LiveId" clId="{5B2C3894-F97E-4CAB-8812-5BB4D83AAC6A}" dt="2026-10-17T15:01:57.100" v="17540" actId="1076"/>
          <ac:cxnSpMkLst>
            <pc:docMk/>
            <pc:sldMk cId="4119273129" sldId="313"/>
            <ac:cxnSpMk id="31" creationId="{2380F5D9-9DA2-EDC0-876D-178B3D72CAFC}"/>
          </ac:cxnSpMkLst>
        </pc:cxnChg>
        <pc:cxnChg chg="mod">
          <ac:chgData name="musukie52@gmail.com" userId="017bd91f96aa8751" providerId="LiveId" clId="{5B2C3894-F97E-4CAB-8812-5BB4D83AAC6A}" dt="2026-10-17T15:01:57.100" v="17540" actId="1076"/>
          <ac:cxnSpMkLst>
            <pc:docMk/>
            <pc:sldMk cId="4119273129" sldId="313"/>
            <ac:cxnSpMk id="34" creationId="{E19774B6-80AC-546C-92BC-580D9E0B821D}"/>
          </ac:cxnSpMkLst>
        </pc:cxnChg>
        <pc:cxnChg chg="mod">
          <ac:chgData name="musukie52@gmail.com" userId="017bd91f96aa8751" providerId="LiveId" clId="{5B2C3894-F97E-4CAB-8812-5BB4D83AAC6A}" dt="2026-10-17T15:01:57.100" v="17540" actId="1076"/>
          <ac:cxnSpMkLst>
            <pc:docMk/>
            <pc:sldMk cId="4119273129" sldId="313"/>
            <ac:cxnSpMk id="59" creationId="{F2D59AEA-4036-4A54-8DF3-5E4CBF8A5B9F}"/>
          </ac:cxnSpMkLst>
        </pc:cxnChg>
        <pc:cxnChg chg="add mod">
          <ac:chgData name="musukie52@gmail.com" userId="017bd91f96aa8751" providerId="LiveId" clId="{5B2C3894-F97E-4CAB-8812-5BB4D83AAC6A}" dt="2026-10-17T13:44:49.988" v="16583" actId="1076"/>
          <ac:cxnSpMkLst>
            <pc:docMk/>
            <pc:sldMk cId="4119273129" sldId="313"/>
            <ac:cxnSpMk id="154" creationId="{8DD775F5-9A3F-7066-B7C8-EBCED7553E3C}"/>
          </ac:cxnSpMkLst>
        </pc:cxnChg>
        <pc:cxnChg chg="mod">
          <ac:chgData name="musukie52@gmail.com" userId="017bd91f96aa8751" providerId="LiveId" clId="{5B2C3894-F97E-4CAB-8812-5BB4D83AAC6A}" dt="2026-10-17T15:17:58.988" v="17986" actId="1076"/>
          <ac:cxnSpMkLst>
            <pc:docMk/>
            <pc:sldMk cId="4119273129" sldId="313"/>
            <ac:cxnSpMk id="193" creationId="{CA955808-C2E6-A35F-72C3-F9D6F8B30F07}"/>
          </ac:cxnSpMkLst>
        </pc:cxnChg>
        <pc:cxnChg chg="mod">
          <ac:chgData name="musukie52@gmail.com" userId="017bd91f96aa8751" providerId="LiveId" clId="{5B2C3894-F97E-4CAB-8812-5BB4D83AAC6A}" dt="2026-10-17T15:17:50.507" v="17984" actId="1076"/>
          <ac:cxnSpMkLst>
            <pc:docMk/>
            <pc:sldMk cId="4119273129" sldId="313"/>
            <ac:cxnSpMk id="201" creationId="{8EB24864-729B-263B-DB94-2433922BA110}"/>
          </ac:cxnSpMkLst>
        </pc:cxnChg>
        <pc:cxnChg chg="mod">
          <ac:chgData name="musukie52@gmail.com" userId="017bd91f96aa8751" providerId="LiveId" clId="{5B2C3894-F97E-4CAB-8812-5BB4D83AAC6A}" dt="2026-10-17T15:17:18.528" v="17980" actId="14100"/>
          <ac:cxnSpMkLst>
            <pc:docMk/>
            <pc:sldMk cId="4119273129" sldId="313"/>
            <ac:cxnSpMk id="204" creationId="{20A07404-33E4-B200-A0E8-CCA74D081A88}"/>
          </ac:cxnSpMkLst>
        </pc:cxnChg>
        <pc:cxnChg chg="mod">
          <ac:chgData name="musukie52@gmail.com" userId="017bd91f96aa8751" providerId="LiveId" clId="{5B2C3894-F97E-4CAB-8812-5BB4D83AAC6A}" dt="2026-10-17T15:17:40.016" v="17982" actId="1076"/>
          <ac:cxnSpMkLst>
            <pc:docMk/>
            <pc:sldMk cId="4119273129" sldId="313"/>
            <ac:cxnSpMk id="207" creationId="{0F411C8E-F2E1-31E6-B262-B8775EF065F3}"/>
          </ac:cxnSpMkLst>
        </pc:cxnChg>
      </pc:sldChg>
      <pc:sldChg chg="addSp delSp modSp new mod ord">
        <pc:chgData name="musukie52@gmail.com" userId="017bd91f96aa8751" providerId="LiveId" clId="{5B2C3894-F97E-4CAB-8812-5BB4D83AAC6A}" dt="2026-10-18T06:57:50.303" v="21791" actId="21"/>
        <pc:sldMkLst>
          <pc:docMk/>
          <pc:sldMk cId="750692692" sldId="314"/>
        </pc:sldMkLst>
        <pc:spChg chg="del">
          <ac:chgData name="musukie52@gmail.com" userId="017bd91f96aa8751" providerId="LiveId" clId="{5B2C3894-F97E-4CAB-8812-5BB4D83AAC6A}" dt="2026-10-17T14:11:24.262" v="16968" actId="478"/>
          <ac:spMkLst>
            <pc:docMk/>
            <pc:sldMk cId="750692692" sldId="314"/>
            <ac:spMk id="2" creationId="{D27908ED-CE3C-95BA-5E48-6BBC74D6770F}"/>
          </ac:spMkLst>
        </pc:spChg>
        <pc:spChg chg="del">
          <ac:chgData name="musukie52@gmail.com" userId="017bd91f96aa8751" providerId="LiveId" clId="{5B2C3894-F97E-4CAB-8812-5BB4D83AAC6A}" dt="2026-10-17T14:11:24.262" v="16968" actId="478"/>
          <ac:spMkLst>
            <pc:docMk/>
            <pc:sldMk cId="750692692" sldId="314"/>
            <ac:spMk id="3" creationId="{F3448D78-EE3D-E055-B024-99524D1D7E4D}"/>
          </ac:spMkLst>
        </pc:spChg>
        <pc:spChg chg="add del">
          <ac:chgData name="musukie52@gmail.com" userId="017bd91f96aa8751" providerId="LiveId" clId="{5B2C3894-F97E-4CAB-8812-5BB4D83AAC6A}" dt="2026-10-17T14:13:18.344" v="16993" actId="21"/>
          <ac:spMkLst>
            <pc:docMk/>
            <pc:sldMk cId="750692692" sldId="314"/>
            <ac:spMk id="7" creationId="{B0D1985D-42DE-6CA0-3663-19B7E5A3B597}"/>
          </ac:spMkLst>
        </pc:spChg>
        <pc:spChg chg="add del">
          <ac:chgData name="musukie52@gmail.com" userId="017bd91f96aa8751" providerId="LiveId" clId="{5B2C3894-F97E-4CAB-8812-5BB4D83AAC6A}" dt="2026-10-17T14:13:18.344" v="16993" actId="21"/>
          <ac:spMkLst>
            <pc:docMk/>
            <pc:sldMk cId="750692692" sldId="314"/>
            <ac:spMk id="9" creationId="{17402556-3EF0-184B-F88C-89B45C81E15E}"/>
          </ac:spMkLst>
        </pc:spChg>
        <pc:spChg chg="add del">
          <ac:chgData name="musukie52@gmail.com" userId="017bd91f96aa8751" providerId="LiveId" clId="{5B2C3894-F97E-4CAB-8812-5BB4D83AAC6A}" dt="2026-10-17T14:13:18.344" v="16993" actId="21"/>
          <ac:spMkLst>
            <pc:docMk/>
            <pc:sldMk cId="750692692" sldId="314"/>
            <ac:spMk id="11" creationId="{9946AA72-321A-7CD2-C50D-4C54C881A6B9}"/>
          </ac:spMkLst>
        </pc:spChg>
        <pc:spChg chg="add del">
          <ac:chgData name="musukie52@gmail.com" userId="017bd91f96aa8751" providerId="LiveId" clId="{5B2C3894-F97E-4CAB-8812-5BB4D83AAC6A}" dt="2026-10-17T14:13:18.344" v="16993" actId="21"/>
          <ac:spMkLst>
            <pc:docMk/>
            <pc:sldMk cId="750692692" sldId="314"/>
            <ac:spMk id="13" creationId="{26A3E2CC-92A2-9519-8DD2-3B8D9885595E}"/>
          </ac:spMkLst>
        </pc:spChg>
        <pc:spChg chg="add del">
          <ac:chgData name="musukie52@gmail.com" userId="017bd91f96aa8751" providerId="LiveId" clId="{5B2C3894-F97E-4CAB-8812-5BB4D83AAC6A}" dt="2026-10-17T14:13:18.344" v="16993" actId="21"/>
          <ac:spMkLst>
            <pc:docMk/>
            <pc:sldMk cId="750692692" sldId="314"/>
            <ac:spMk id="15" creationId="{E09E7A8E-2B69-1E5A-3868-76BC12C0AF1C}"/>
          </ac:spMkLst>
        </pc:spChg>
        <pc:spChg chg="add del">
          <ac:chgData name="musukie52@gmail.com" userId="017bd91f96aa8751" providerId="LiveId" clId="{5B2C3894-F97E-4CAB-8812-5BB4D83AAC6A}" dt="2026-10-17T14:13:18.344" v="16993" actId="21"/>
          <ac:spMkLst>
            <pc:docMk/>
            <pc:sldMk cId="750692692" sldId="314"/>
            <ac:spMk id="17" creationId="{A1514D10-07BF-0BDB-D33A-3F18FCF69546}"/>
          </ac:spMkLst>
        </pc:spChg>
        <pc:spChg chg="add del">
          <ac:chgData name="musukie52@gmail.com" userId="017bd91f96aa8751" providerId="LiveId" clId="{5B2C3894-F97E-4CAB-8812-5BB4D83AAC6A}" dt="2026-10-17T14:13:18.344" v="16993" actId="21"/>
          <ac:spMkLst>
            <pc:docMk/>
            <pc:sldMk cId="750692692" sldId="314"/>
            <ac:spMk id="19" creationId="{4473656C-E7EF-6CAA-BBC9-0CE403990FDB}"/>
          </ac:spMkLst>
        </pc:spChg>
        <pc:spChg chg="add del mod">
          <ac:chgData name="musukie52@gmail.com" userId="017bd91f96aa8751" providerId="LiveId" clId="{5B2C3894-F97E-4CAB-8812-5BB4D83AAC6A}" dt="2026-10-18T06:15:30.126" v="21444" actId="21"/>
          <ac:spMkLst>
            <pc:docMk/>
            <pc:sldMk cId="750692692" sldId="314"/>
            <ac:spMk id="24" creationId="{C904FAB4-EF9A-D16E-8D2E-E5A9B6C7C0B3}"/>
          </ac:spMkLst>
        </pc:spChg>
        <pc:spChg chg="add del">
          <ac:chgData name="musukie52@gmail.com" userId="017bd91f96aa8751" providerId="LiveId" clId="{5B2C3894-F97E-4CAB-8812-5BB4D83AAC6A}" dt="2026-10-17T14:13:18.344" v="16993" actId="21"/>
          <ac:spMkLst>
            <pc:docMk/>
            <pc:sldMk cId="750692692" sldId="314"/>
            <ac:spMk id="25" creationId="{60A39A47-8D1F-FE31-AF02-4EA902704D8E}"/>
          </ac:spMkLst>
        </pc:spChg>
        <pc:spChg chg="add del">
          <ac:chgData name="musukie52@gmail.com" userId="017bd91f96aa8751" providerId="LiveId" clId="{5B2C3894-F97E-4CAB-8812-5BB4D83AAC6A}" dt="2026-10-17T14:13:18.344" v="16993" actId="21"/>
          <ac:spMkLst>
            <pc:docMk/>
            <pc:sldMk cId="750692692" sldId="314"/>
            <ac:spMk id="27" creationId="{DFBF9FEA-C445-2173-CAC0-E60B9238CF64}"/>
          </ac:spMkLst>
        </pc:spChg>
        <pc:spChg chg="add del mod">
          <ac:chgData name="musukie52@gmail.com" userId="017bd91f96aa8751" providerId="LiveId" clId="{5B2C3894-F97E-4CAB-8812-5BB4D83AAC6A}" dt="2026-10-18T06:15:30.126" v="21444" actId="21"/>
          <ac:spMkLst>
            <pc:docMk/>
            <pc:sldMk cId="750692692" sldId="314"/>
            <ac:spMk id="28" creationId="{9A7A2894-11F9-3778-59E9-3F0A505D17FA}"/>
          </ac:spMkLst>
        </pc:spChg>
        <pc:spChg chg="add del mod">
          <ac:chgData name="musukie52@gmail.com" userId="017bd91f96aa8751" providerId="LiveId" clId="{5B2C3894-F97E-4CAB-8812-5BB4D83AAC6A}" dt="2026-10-18T06:15:27.759" v="21443" actId="478"/>
          <ac:spMkLst>
            <pc:docMk/>
            <pc:sldMk cId="750692692" sldId="314"/>
            <ac:spMk id="29" creationId="{712B06D3-999F-4351-0276-EF9E0FB48624}"/>
          </ac:spMkLst>
        </pc:spChg>
        <pc:spChg chg="add del">
          <ac:chgData name="musukie52@gmail.com" userId="017bd91f96aa8751" providerId="LiveId" clId="{5B2C3894-F97E-4CAB-8812-5BB4D83AAC6A}" dt="2026-10-17T14:13:18.344" v="16993" actId="21"/>
          <ac:spMkLst>
            <pc:docMk/>
            <pc:sldMk cId="750692692" sldId="314"/>
            <ac:spMk id="29" creationId="{C6DDF597-B76C-AC18-A46F-AD5035CF4CC6}"/>
          </ac:spMkLst>
        </pc:spChg>
        <pc:spChg chg="add del mod">
          <ac:chgData name="musukie52@gmail.com" userId="017bd91f96aa8751" providerId="LiveId" clId="{5B2C3894-F97E-4CAB-8812-5BB4D83AAC6A}" dt="2026-10-18T06:15:27.759" v="21443" actId="478"/>
          <ac:spMkLst>
            <pc:docMk/>
            <pc:sldMk cId="750692692" sldId="314"/>
            <ac:spMk id="31" creationId="{410E03CE-A7CF-2928-8AB2-ABE6495C251F}"/>
          </ac:spMkLst>
        </pc:spChg>
        <pc:spChg chg="add del mod">
          <ac:chgData name="musukie52@gmail.com" userId="017bd91f96aa8751" providerId="LiveId" clId="{5B2C3894-F97E-4CAB-8812-5BB4D83AAC6A}" dt="2026-10-18T06:57:50.303" v="21791" actId="21"/>
          <ac:spMkLst>
            <pc:docMk/>
            <pc:sldMk cId="750692692" sldId="314"/>
            <ac:spMk id="33" creationId="{BFA47530-BA9A-6FE5-1EF5-EA1AE43598CB}"/>
          </ac:spMkLst>
        </pc:spChg>
        <pc:spChg chg="add del">
          <ac:chgData name="musukie52@gmail.com" userId="017bd91f96aa8751" providerId="LiveId" clId="{5B2C3894-F97E-4CAB-8812-5BB4D83AAC6A}" dt="2026-10-18T06:57:50.303" v="21791" actId="21"/>
          <ac:spMkLst>
            <pc:docMk/>
            <pc:sldMk cId="750692692" sldId="314"/>
            <ac:spMk id="35" creationId="{92AE74F9-4CCE-2546-8E56-C0A0F133B2DD}"/>
          </ac:spMkLst>
        </pc:spChg>
        <pc:spChg chg="add del">
          <ac:chgData name="musukie52@gmail.com" userId="017bd91f96aa8751" providerId="LiveId" clId="{5B2C3894-F97E-4CAB-8812-5BB4D83AAC6A}" dt="2026-10-17T14:22:08.622" v="17081" actId="21"/>
          <ac:spMkLst>
            <pc:docMk/>
            <pc:sldMk cId="750692692" sldId="314"/>
            <ac:spMk id="39" creationId="{7E96D9DC-DB1A-CED7-E736-07DFCFE0E899}"/>
          </ac:spMkLst>
        </pc:spChg>
        <pc:spChg chg="add del mod">
          <ac:chgData name="musukie52@gmail.com" userId="017bd91f96aa8751" providerId="LiveId" clId="{5B2C3894-F97E-4CAB-8812-5BB4D83AAC6A}" dt="2026-10-17T14:22:08.622" v="17081" actId="21"/>
          <ac:spMkLst>
            <pc:docMk/>
            <pc:sldMk cId="750692692" sldId="314"/>
            <ac:spMk id="41" creationId="{F1BA806B-1240-6FC2-8EA4-9611FBFD03F3}"/>
          </ac:spMkLst>
        </pc:spChg>
        <pc:spChg chg="add del">
          <ac:chgData name="musukie52@gmail.com" userId="017bd91f96aa8751" providerId="LiveId" clId="{5B2C3894-F97E-4CAB-8812-5BB4D83AAC6A}" dt="2026-10-17T14:22:08.622" v="17081" actId="21"/>
          <ac:spMkLst>
            <pc:docMk/>
            <pc:sldMk cId="750692692" sldId="314"/>
            <ac:spMk id="43" creationId="{AE11602A-E4BA-6B49-490F-6F84A2CC0F40}"/>
          </ac:spMkLst>
        </pc:spChg>
        <pc:spChg chg="add del">
          <ac:chgData name="musukie52@gmail.com" userId="017bd91f96aa8751" providerId="LiveId" clId="{5B2C3894-F97E-4CAB-8812-5BB4D83AAC6A}" dt="2026-10-17T14:22:08.622" v="17081" actId="21"/>
          <ac:spMkLst>
            <pc:docMk/>
            <pc:sldMk cId="750692692" sldId="314"/>
            <ac:spMk id="45" creationId="{A15CC1AD-BA6B-3148-ADAB-16360D7DCC40}"/>
          </ac:spMkLst>
        </pc:spChg>
        <pc:spChg chg="add del mod">
          <ac:chgData name="musukie52@gmail.com" userId="017bd91f96aa8751" providerId="LiveId" clId="{5B2C3894-F97E-4CAB-8812-5BB4D83AAC6A}" dt="2026-10-17T14:22:08.622" v="17081" actId="21"/>
          <ac:spMkLst>
            <pc:docMk/>
            <pc:sldMk cId="750692692" sldId="314"/>
            <ac:spMk id="47" creationId="{4C9CDDCA-B60A-6C54-03E0-93FA31022C77}"/>
          </ac:spMkLst>
        </pc:spChg>
        <pc:spChg chg="add del">
          <ac:chgData name="musukie52@gmail.com" userId="017bd91f96aa8751" providerId="LiveId" clId="{5B2C3894-F97E-4CAB-8812-5BB4D83AAC6A}" dt="2026-10-17T14:22:08.622" v="17081" actId="21"/>
          <ac:spMkLst>
            <pc:docMk/>
            <pc:sldMk cId="750692692" sldId="314"/>
            <ac:spMk id="49" creationId="{87B8F8A9-4435-39F3-3239-08459D9378D9}"/>
          </ac:spMkLst>
        </pc:spChg>
        <pc:spChg chg="add del mod">
          <ac:chgData name="musukie52@gmail.com" userId="017bd91f96aa8751" providerId="LiveId" clId="{5B2C3894-F97E-4CAB-8812-5BB4D83AAC6A}" dt="2026-10-17T14:22:08.622" v="17081" actId="21"/>
          <ac:spMkLst>
            <pc:docMk/>
            <pc:sldMk cId="750692692" sldId="314"/>
            <ac:spMk id="53" creationId="{CECBA6DF-DAB5-E18D-8779-F2FE5B81E430}"/>
          </ac:spMkLst>
        </pc:spChg>
        <pc:spChg chg="add del">
          <ac:chgData name="musukie52@gmail.com" userId="017bd91f96aa8751" providerId="LiveId" clId="{5B2C3894-F97E-4CAB-8812-5BB4D83AAC6A}" dt="2026-10-17T14:22:08.622" v="17081" actId="21"/>
          <ac:spMkLst>
            <pc:docMk/>
            <pc:sldMk cId="750692692" sldId="314"/>
            <ac:spMk id="55" creationId="{0A74B6E2-8215-1CD4-02E1-AC4666A618AD}"/>
          </ac:spMkLst>
        </pc:spChg>
        <pc:spChg chg="mod">
          <ac:chgData name="musukie52@gmail.com" userId="017bd91f96aa8751" providerId="LiveId" clId="{5B2C3894-F97E-4CAB-8812-5BB4D83AAC6A}" dt="2026-10-17T14:15:46.050" v="17042" actId="1076"/>
          <ac:spMkLst>
            <pc:docMk/>
            <pc:sldMk cId="750692692" sldId="314"/>
            <ac:spMk id="57" creationId="{7485716E-9EFD-1FCB-F585-4F77888BE649}"/>
          </ac:spMkLst>
        </pc:spChg>
        <pc:spChg chg="add del mod">
          <ac:chgData name="musukie52@gmail.com" userId="017bd91f96aa8751" providerId="LiveId" clId="{5B2C3894-F97E-4CAB-8812-5BB4D83AAC6A}" dt="2026-10-17T14:22:08.622" v="17081" actId="21"/>
          <ac:spMkLst>
            <pc:docMk/>
            <pc:sldMk cId="750692692" sldId="314"/>
            <ac:spMk id="59" creationId="{B0E4611F-BED3-1FCD-80F1-A3FD45A27620}"/>
          </ac:spMkLst>
        </pc:spChg>
        <pc:spChg chg="add del mod">
          <ac:chgData name="musukie52@gmail.com" userId="017bd91f96aa8751" providerId="LiveId" clId="{5B2C3894-F97E-4CAB-8812-5BB4D83AAC6A}" dt="2026-10-17T14:22:08.622" v="17081" actId="21"/>
          <ac:spMkLst>
            <pc:docMk/>
            <pc:sldMk cId="750692692" sldId="314"/>
            <ac:spMk id="61" creationId="{1BCF7A6A-1522-4EF7-2051-67CB12C8BD15}"/>
          </ac:spMkLst>
        </pc:spChg>
        <pc:spChg chg="mod">
          <ac:chgData name="musukie52@gmail.com" userId="017bd91f96aa8751" providerId="LiveId" clId="{5B2C3894-F97E-4CAB-8812-5BB4D83AAC6A}" dt="2026-10-17T14:48:08.756" v="17357" actId="1076"/>
          <ac:spMkLst>
            <pc:docMk/>
            <pc:sldMk cId="750692692" sldId="314"/>
            <ac:spMk id="79" creationId="{A86739C4-9655-1481-138B-A4F66DE31D55}"/>
          </ac:spMkLst>
        </pc:spChg>
        <pc:spChg chg="add del mod">
          <ac:chgData name="musukie52@gmail.com" userId="017bd91f96aa8751" providerId="LiveId" clId="{5B2C3894-F97E-4CAB-8812-5BB4D83AAC6A}" dt="2026-10-17T14:23:32.620" v="17094" actId="21"/>
          <ac:spMkLst>
            <pc:docMk/>
            <pc:sldMk cId="750692692" sldId="314"/>
            <ac:spMk id="81" creationId="{DA6A4FF9-FD0F-EB2A-8016-EF7F50FEE445}"/>
          </ac:spMkLst>
        </pc:spChg>
        <pc:spChg chg="add del mod">
          <ac:chgData name="musukie52@gmail.com" userId="017bd91f96aa8751" providerId="LiveId" clId="{5B2C3894-F97E-4CAB-8812-5BB4D83AAC6A}" dt="2026-10-17T14:23:32.620" v="17094" actId="21"/>
          <ac:spMkLst>
            <pc:docMk/>
            <pc:sldMk cId="750692692" sldId="314"/>
            <ac:spMk id="83" creationId="{4E20B681-33FB-B3DE-C567-D356258E2CCA}"/>
          </ac:spMkLst>
        </pc:spChg>
        <pc:spChg chg="add del mod">
          <ac:chgData name="musukie52@gmail.com" userId="017bd91f96aa8751" providerId="LiveId" clId="{5B2C3894-F97E-4CAB-8812-5BB4D83AAC6A}" dt="2026-10-17T14:48:26.165" v="17361" actId="21"/>
          <ac:spMkLst>
            <pc:docMk/>
            <pc:sldMk cId="750692692" sldId="314"/>
            <ac:spMk id="85" creationId="{06E74E9D-50E7-203D-B2A9-293659916133}"/>
          </ac:spMkLst>
        </pc:spChg>
        <pc:spChg chg="add del mod">
          <ac:chgData name="musukie52@gmail.com" userId="017bd91f96aa8751" providerId="LiveId" clId="{5B2C3894-F97E-4CAB-8812-5BB4D83AAC6A}" dt="2026-10-17T14:23:32.620" v="17094" actId="21"/>
          <ac:spMkLst>
            <pc:docMk/>
            <pc:sldMk cId="750692692" sldId="314"/>
            <ac:spMk id="87" creationId="{AB31D1D1-766C-1F96-E47B-BAC3BE2BD45F}"/>
          </ac:spMkLst>
        </pc:spChg>
        <pc:spChg chg="add del mod">
          <ac:chgData name="musukie52@gmail.com" userId="017bd91f96aa8751" providerId="LiveId" clId="{5B2C3894-F97E-4CAB-8812-5BB4D83AAC6A}" dt="2026-10-17T14:23:32.620" v="17094" actId="21"/>
          <ac:spMkLst>
            <pc:docMk/>
            <pc:sldMk cId="750692692" sldId="314"/>
            <ac:spMk id="89" creationId="{1D900401-8D43-1D0A-642D-10336566F12E}"/>
          </ac:spMkLst>
        </pc:spChg>
        <pc:spChg chg="del mod">
          <ac:chgData name="musukie52@gmail.com" userId="017bd91f96aa8751" providerId="LiveId" clId="{5B2C3894-F97E-4CAB-8812-5BB4D83AAC6A}" dt="2026-10-17T14:48:26.165" v="17361" actId="21"/>
          <ac:spMkLst>
            <pc:docMk/>
            <pc:sldMk cId="750692692" sldId="314"/>
            <ac:spMk id="91" creationId="{A448A5F9-4F16-0016-19E7-8DAAA365F931}"/>
          </ac:spMkLst>
        </pc:spChg>
        <pc:spChg chg="add del mod">
          <ac:chgData name="musukie52@gmail.com" userId="017bd91f96aa8751" providerId="LiveId" clId="{5B2C3894-F97E-4CAB-8812-5BB4D83AAC6A}" dt="2026-10-17T14:23:32.620" v="17094" actId="21"/>
          <ac:spMkLst>
            <pc:docMk/>
            <pc:sldMk cId="750692692" sldId="314"/>
            <ac:spMk id="93" creationId="{68BD16FA-6C74-6F1E-417B-B23EF73753F5}"/>
          </ac:spMkLst>
        </pc:spChg>
        <pc:spChg chg="add del mod">
          <ac:chgData name="musukie52@gmail.com" userId="017bd91f96aa8751" providerId="LiveId" clId="{5B2C3894-F97E-4CAB-8812-5BB4D83AAC6A}" dt="2026-10-17T14:23:32.620" v="17094" actId="21"/>
          <ac:spMkLst>
            <pc:docMk/>
            <pc:sldMk cId="750692692" sldId="314"/>
            <ac:spMk id="95" creationId="{F5F6DF73-C137-40CE-57E5-AEC6B040388B}"/>
          </ac:spMkLst>
        </pc:spChg>
        <pc:spChg chg="add del mod">
          <ac:chgData name="musukie52@gmail.com" userId="017bd91f96aa8751" providerId="LiveId" clId="{5B2C3894-F97E-4CAB-8812-5BB4D83AAC6A}" dt="2026-10-17T14:48:26.165" v="17361" actId="21"/>
          <ac:spMkLst>
            <pc:docMk/>
            <pc:sldMk cId="750692692" sldId="314"/>
            <ac:spMk id="97" creationId="{921F6D76-E386-1394-95D7-DF4F0464AD8D}"/>
          </ac:spMkLst>
        </pc:spChg>
        <pc:spChg chg="add del mod">
          <ac:chgData name="musukie52@gmail.com" userId="017bd91f96aa8751" providerId="LiveId" clId="{5B2C3894-F97E-4CAB-8812-5BB4D83AAC6A}" dt="2026-10-17T14:48:26.165" v="17361" actId="21"/>
          <ac:spMkLst>
            <pc:docMk/>
            <pc:sldMk cId="750692692" sldId="314"/>
            <ac:spMk id="99" creationId="{2BF7C2E8-D2D4-4717-7007-02FCDF962252}"/>
          </ac:spMkLst>
        </pc:spChg>
        <pc:spChg chg="add del mod">
          <ac:chgData name="musukie52@gmail.com" userId="017bd91f96aa8751" providerId="LiveId" clId="{5B2C3894-F97E-4CAB-8812-5BB4D83AAC6A}" dt="2026-10-17T14:48:26.165" v="17361" actId="21"/>
          <ac:spMkLst>
            <pc:docMk/>
            <pc:sldMk cId="750692692" sldId="314"/>
            <ac:spMk id="101" creationId="{DFAEBF07-5FCE-D33B-76EB-D43831D2CEDD}"/>
          </ac:spMkLst>
        </pc:spChg>
        <pc:spChg chg="add del">
          <ac:chgData name="musukie52@gmail.com" userId="017bd91f96aa8751" providerId="LiveId" clId="{5B2C3894-F97E-4CAB-8812-5BB4D83AAC6A}" dt="2026-10-17T14:23:36.939" v="17096" actId="21"/>
          <ac:spMkLst>
            <pc:docMk/>
            <pc:sldMk cId="750692692" sldId="314"/>
            <ac:spMk id="105" creationId="{7C5FCCB2-64D3-D95D-E10C-B0BB8EE7283F}"/>
          </ac:spMkLst>
        </pc:spChg>
        <pc:spChg chg="add del">
          <ac:chgData name="musukie52@gmail.com" userId="017bd91f96aa8751" providerId="LiveId" clId="{5B2C3894-F97E-4CAB-8812-5BB4D83AAC6A}" dt="2026-10-17T14:23:36.939" v="17096" actId="21"/>
          <ac:spMkLst>
            <pc:docMk/>
            <pc:sldMk cId="750692692" sldId="314"/>
            <ac:spMk id="107" creationId="{75339684-A03E-590D-518E-1E6D91376DB8}"/>
          </ac:spMkLst>
        </pc:spChg>
        <pc:spChg chg="add del">
          <ac:chgData name="musukie52@gmail.com" userId="017bd91f96aa8751" providerId="LiveId" clId="{5B2C3894-F97E-4CAB-8812-5BB4D83AAC6A}" dt="2026-10-17T14:23:36.939" v="17096" actId="21"/>
          <ac:spMkLst>
            <pc:docMk/>
            <pc:sldMk cId="750692692" sldId="314"/>
            <ac:spMk id="109" creationId="{9EDB9D2A-CDC1-4976-E13A-7F6A84EA077F}"/>
          </ac:spMkLst>
        </pc:spChg>
        <pc:spChg chg="add del">
          <ac:chgData name="musukie52@gmail.com" userId="017bd91f96aa8751" providerId="LiveId" clId="{5B2C3894-F97E-4CAB-8812-5BB4D83AAC6A}" dt="2026-10-17T14:23:36.939" v="17096" actId="21"/>
          <ac:spMkLst>
            <pc:docMk/>
            <pc:sldMk cId="750692692" sldId="314"/>
            <ac:spMk id="111" creationId="{DB3F1D99-F127-317F-11D2-E6E5FE7E87C8}"/>
          </ac:spMkLst>
        </pc:spChg>
        <pc:spChg chg="add del">
          <ac:chgData name="musukie52@gmail.com" userId="017bd91f96aa8751" providerId="LiveId" clId="{5B2C3894-F97E-4CAB-8812-5BB4D83AAC6A}" dt="2026-10-17T14:23:36.939" v="17096" actId="21"/>
          <ac:spMkLst>
            <pc:docMk/>
            <pc:sldMk cId="750692692" sldId="314"/>
            <ac:spMk id="113" creationId="{39F3983E-E1BB-8F96-F07F-097FE055FCBD}"/>
          </ac:spMkLst>
        </pc:spChg>
        <pc:spChg chg="add del">
          <ac:chgData name="musukie52@gmail.com" userId="017bd91f96aa8751" providerId="LiveId" clId="{5B2C3894-F97E-4CAB-8812-5BB4D83AAC6A}" dt="2026-10-17T14:23:36.939" v="17096" actId="21"/>
          <ac:spMkLst>
            <pc:docMk/>
            <pc:sldMk cId="750692692" sldId="314"/>
            <ac:spMk id="115" creationId="{FC94A1B7-5B21-96AD-967B-9F1D6BA3FE4D}"/>
          </ac:spMkLst>
        </pc:spChg>
        <pc:spChg chg="add del mod">
          <ac:chgData name="musukie52@gmail.com" userId="017bd91f96aa8751" providerId="LiveId" clId="{5B2C3894-F97E-4CAB-8812-5BB4D83AAC6A}" dt="2026-10-17T14:48:26.165" v="17361" actId="21"/>
          <ac:spMkLst>
            <pc:docMk/>
            <pc:sldMk cId="750692692" sldId="314"/>
            <ac:spMk id="117" creationId="{A57CF736-CDC5-343B-8B66-69533C6DBBE0}"/>
          </ac:spMkLst>
        </pc:spChg>
        <pc:spChg chg="add mod">
          <ac:chgData name="musukie52@gmail.com" userId="017bd91f96aa8751" providerId="LiveId" clId="{5B2C3894-F97E-4CAB-8812-5BB4D83AAC6A}" dt="2026-10-17T14:24:23.003" v="17110" actId="1036"/>
          <ac:spMkLst>
            <pc:docMk/>
            <pc:sldMk cId="750692692" sldId="314"/>
            <ac:spMk id="119" creationId="{C7ACF2A6-83C2-3578-9122-06B9753896A1}"/>
          </ac:spMkLst>
        </pc:spChg>
        <pc:spChg chg="add del mod">
          <ac:chgData name="musukie52@gmail.com" userId="017bd91f96aa8751" providerId="LiveId" clId="{5B2C3894-F97E-4CAB-8812-5BB4D83AAC6A}" dt="2026-10-17T14:48:26.165" v="17361" actId="21"/>
          <ac:spMkLst>
            <pc:docMk/>
            <pc:sldMk cId="750692692" sldId="314"/>
            <ac:spMk id="121" creationId="{044E9D5C-169E-EBD4-4E78-B4778F724068}"/>
          </ac:spMkLst>
        </pc:spChg>
        <pc:spChg chg="add del mod">
          <ac:chgData name="musukie52@gmail.com" userId="017bd91f96aa8751" providerId="LiveId" clId="{5B2C3894-F97E-4CAB-8812-5BB4D83AAC6A}" dt="2026-10-17T14:48:26.165" v="17361" actId="21"/>
          <ac:spMkLst>
            <pc:docMk/>
            <pc:sldMk cId="750692692" sldId="314"/>
            <ac:spMk id="123" creationId="{4D933710-0DD4-BF6A-EEE1-76CA37BA46B3}"/>
          </ac:spMkLst>
        </pc:spChg>
        <pc:spChg chg="add del mod">
          <ac:chgData name="musukie52@gmail.com" userId="017bd91f96aa8751" providerId="LiveId" clId="{5B2C3894-F97E-4CAB-8812-5BB4D83AAC6A}" dt="2026-10-17T14:48:26.165" v="17361" actId="21"/>
          <ac:spMkLst>
            <pc:docMk/>
            <pc:sldMk cId="750692692" sldId="314"/>
            <ac:spMk id="125" creationId="{1CCF160C-08A0-0E01-96A7-BFB0D6B51A9C}"/>
          </ac:spMkLst>
        </pc:spChg>
        <pc:spChg chg="add del mod">
          <ac:chgData name="musukie52@gmail.com" userId="017bd91f96aa8751" providerId="LiveId" clId="{5B2C3894-F97E-4CAB-8812-5BB4D83AAC6A}" dt="2026-10-17T14:48:26.165" v="17361" actId="21"/>
          <ac:spMkLst>
            <pc:docMk/>
            <pc:sldMk cId="750692692" sldId="314"/>
            <ac:spMk id="127" creationId="{7C833DFB-B073-3AE6-46A5-B2327F585B3C}"/>
          </ac:spMkLst>
        </pc:spChg>
        <pc:grpChg chg="add del mod">
          <ac:chgData name="musukie52@gmail.com" userId="017bd91f96aa8751" providerId="LiveId" clId="{5B2C3894-F97E-4CAB-8812-5BB4D83AAC6A}" dt="2026-10-18T05:10:25.910" v="20708" actId="21"/>
          <ac:grpSpMkLst>
            <pc:docMk/>
            <pc:sldMk cId="750692692" sldId="314"/>
            <ac:grpSpMk id="20" creationId="{F6E564DD-ACF3-CC6B-94A5-6C38DCA9B693}"/>
          </ac:grpSpMkLst>
        </pc:grpChg>
        <pc:picChg chg="add del mod modCrop">
          <ac:chgData name="musukie52@gmail.com" userId="017bd91f96aa8751" providerId="LiveId" clId="{5B2C3894-F97E-4CAB-8812-5BB4D83AAC6A}" dt="2026-10-18T04:54:19.581" v="20054" actId="21"/>
          <ac:picMkLst>
            <pc:docMk/>
            <pc:sldMk cId="750692692" sldId="314"/>
            <ac:picMk id="3" creationId="{F551F067-3B94-B2D0-5CBD-6972E341E6F5}"/>
          </ac:picMkLst>
        </pc:picChg>
        <pc:picChg chg="add del mod modCrop">
          <ac:chgData name="musukie52@gmail.com" userId="017bd91f96aa8751" providerId="LiveId" clId="{5B2C3894-F97E-4CAB-8812-5BB4D83AAC6A}" dt="2026-10-18T04:55:57.007" v="20067" actId="21"/>
          <ac:picMkLst>
            <pc:docMk/>
            <pc:sldMk cId="750692692" sldId="314"/>
            <ac:picMk id="5" creationId="{1851D5C4-8EB3-6133-516E-9B55EC49A983}"/>
          </ac:picMkLst>
        </pc:picChg>
        <pc:picChg chg="mod modCrop">
          <ac:chgData name="musukie52@gmail.com" userId="017bd91f96aa8751" providerId="LiveId" clId="{5B2C3894-F97E-4CAB-8812-5BB4D83AAC6A}" dt="2026-10-17T14:48:21.814" v="17360" actId="732"/>
          <ac:picMkLst>
            <pc:docMk/>
            <pc:sldMk cId="750692692" sldId="314"/>
            <ac:picMk id="5" creationId="{20F22DAA-0DC0-7AB1-CE7A-3316FD174102}"/>
          </ac:picMkLst>
        </pc:picChg>
        <pc:picChg chg="add mod modCrop">
          <ac:chgData name="musukie52@gmail.com" userId="017bd91f96aa8751" providerId="LiveId" clId="{5B2C3894-F97E-4CAB-8812-5BB4D83AAC6A}" dt="2026-10-18T05:10:24.261" v="20707" actId="164"/>
          <ac:picMkLst>
            <pc:docMk/>
            <pc:sldMk cId="750692692" sldId="314"/>
            <ac:picMk id="7" creationId="{D0CCDDBD-43FE-5AD1-944F-1835E4CF6359}"/>
          </ac:picMkLst>
        </pc:picChg>
        <pc:picChg chg="add mod modCrop">
          <ac:chgData name="musukie52@gmail.com" userId="017bd91f96aa8751" providerId="LiveId" clId="{5B2C3894-F97E-4CAB-8812-5BB4D83AAC6A}" dt="2026-10-18T05:10:24.261" v="20707" actId="164"/>
          <ac:picMkLst>
            <pc:docMk/>
            <pc:sldMk cId="750692692" sldId="314"/>
            <ac:picMk id="9" creationId="{BB6FBDA4-84AF-7A8E-1B1C-17415A9BB819}"/>
          </ac:picMkLst>
        </pc:picChg>
        <pc:picChg chg="add mod modCrop">
          <ac:chgData name="musukie52@gmail.com" userId="017bd91f96aa8751" providerId="LiveId" clId="{5B2C3894-F97E-4CAB-8812-5BB4D83AAC6A}" dt="2026-10-18T05:10:24.261" v="20707" actId="164"/>
          <ac:picMkLst>
            <pc:docMk/>
            <pc:sldMk cId="750692692" sldId="314"/>
            <ac:picMk id="11" creationId="{78B37CA1-B246-9173-CBFE-D01DF5F8FA86}"/>
          </ac:picMkLst>
        </pc:picChg>
        <pc:picChg chg="add mod modCrop">
          <ac:chgData name="musukie52@gmail.com" userId="017bd91f96aa8751" providerId="LiveId" clId="{5B2C3894-F97E-4CAB-8812-5BB4D83AAC6A}" dt="2026-10-18T05:10:24.261" v="20707" actId="164"/>
          <ac:picMkLst>
            <pc:docMk/>
            <pc:sldMk cId="750692692" sldId="314"/>
            <ac:picMk id="13" creationId="{92CC064D-A94E-4F5C-3367-F7D7D0A20168}"/>
          </ac:picMkLst>
        </pc:picChg>
        <pc:picChg chg="add mod modCrop">
          <ac:chgData name="musukie52@gmail.com" userId="017bd91f96aa8751" providerId="LiveId" clId="{5B2C3894-F97E-4CAB-8812-5BB4D83AAC6A}" dt="2026-10-18T05:10:24.261" v="20707" actId="164"/>
          <ac:picMkLst>
            <pc:docMk/>
            <pc:sldMk cId="750692692" sldId="314"/>
            <ac:picMk id="15" creationId="{F9C533F6-246F-DD80-4362-C7D55593BEDB}"/>
          </ac:picMkLst>
        </pc:picChg>
        <pc:picChg chg="add del mod ord">
          <ac:chgData name="musukie52@gmail.com" userId="017bd91f96aa8751" providerId="LiveId" clId="{5B2C3894-F97E-4CAB-8812-5BB4D83AAC6A}" dt="2026-10-18T05:10:28.370" v="20709" actId="478"/>
          <ac:picMkLst>
            <pc:docMk/>
            <pc:sldMk cId="750692692" sldId="314"/>
            <ac:picMk id="17" creationId="{5EFC7382-F8C1-1F12-D192-FD9477BB6FAA}"/>
          </ac:picMkLst>
        </pc:picChg>
        <pc:picChg chg="add mod">
          <ac:chgData name="musukie52@gmail.com" userId="017bd91f96aa8751" providerId="LiveId" clId="{5B2C3894-F97E-4CAB-8812-5BB4D83AAC6A}" dt="2026-10-18T05:10:24.261" v="20707" actId="164"/>
          <ac:picMkLst>
            <pc:docMk/>
            <pc:sldMk cId="750692692" sldId="314"/>
            <ac:picMk id="19" creationId="{DEE88453-6F87-A497-D79A-18ED29EBBB68}"/>
          </ac:picMkLst>
        </pc:picChg>
        <pc:picChg chg="add del">
          <ac:chgData name="musukie52@gmail.com" userId="017bd91f96aa8751" providerId="LiveId" clId="{5B2C3894-F97E-4CAB-8812-5BB4D83AAC6A}" dt="2026-10-18T06:15:30.126" v="21444" actId="21"/>
          <ac:picMkLst>
            <pc:docMk/>
            <pc:sldMk cId="750692692" sldId="314"/>
            <ac:picMk id="22" creationId="{212CA597-A235-EB76-9BDC-64A5D9FB029F}"/>
          </ac:picMkLst>
        </pc:picChg>
        <pc:picChg chg="add del">
          <ac:chgData name="musukie52@gmail.com" userId="017bd91f96aa8751" providerId="LiveId" clId="{5B2C3894-F97E-4CAB-8812-5BB4D83AAC6A}" dt="2026-10-18T06:15:30.126" v="21444" actId="21"/>
          <ac:picMkLst>
            <pc:docMk/>
            <pc:sldMk cId="750692692" sldId="314"/>
            <ac:picMk id="26" creationId="{9CFED201-58DF-6F14-3B8F-97F5E99EC57C}"/>
          </ac:picMkLst>
        </pc:picChg>
        <pc:picChg chg="add del mod modCrop">
          <ac:chgData name="musukie52@gmail.com" userId="017bd91f96aa8751" providerId="LiveId" clId="{5B2C3894-F97E-4CAB-8812-5BB4D83AAC6A}" dt="2026-10-17T14:21:54.837" v="17079" actId="478"/>
          <ac:picMkLst>
            <pc:docMk/>
            <pc:sldMk cId="750692692" sldId="314"/>
            <ac:picMk id="33" creationId="{E01C79E2-1A09-8F80-C771-C19183266D71}"/>
          </ac:picMkLst>
        </pc:picChg>
        <pc:picChg chg="add del mod modCrop">
          <ac:chgData name="musukie52@gmail.com" userId="017bd91f96aa8751" providerId="LiveId" clId="{5B2C3894-F97E-4CAB-8812-5BB4D83AAC6A}" dt="2026-10-17T14:21:54.837" v="17079" actId="478"/>
          <ac:picMkLst>
            <pc:docMk/>
            <pc:sldMk cId="750692692" sldId="314"/>
            <ac:picMk id="35" creationId="{4210C851-E82B-794C-ACE1-D1D5E57C6814}"/>
          </ac:picMkLst>
        </pc:picChg>
        <pc:picChg chg="add del mod modCrop">
          <ac:chgData name="musukie52@gmail.com" userId="017bd91f96aa8751" providerId="LiveId" clId="{5B2C3894-F97E-4CAB-8812-5BB4D83AAC6A}" dt="2026-10-17T14:21:54.837" v="17079" actId="478"/>
          <ac:picMkLst>
            <pc:docMk/>
            <pc:sldMk cId="750692692" sldId="314"/>
            <ac:picMk id="37" creationId="{2A9D8D76-2651-4030-2556-0D8142A2E152}"/>
          </ac:picMkLst>
        </pc:picChg>
        <pc:picChg chg="mod">
          <ac:chgData name="musukie52@gmail.com" userId="017bd91f96aa8751" providerId="LiveId" clId="{5B2C3894-F97E-4CAB-8812-5BB4D83AAC6A}" dt="2026-10-17T14:15:28.937" v="17039" actId="1076"/>
          <ac:picMkLst>
            <pc:docMk/>
            <pc:sldMk cId="750692692" sldId="314"/>
            <ac:picMk id="63" creationId="{93DA5032-B174-BFF2-0515-609595911272}"/>
          </ac:picMkLst>
        </pc:picChg>
        <pc:picChg chg="add del mod">
          <ac:chgData name="musukie52@gmail.com" userId="017bd91f96aa8751" providerId="LiveId" clId="{5B2C3894-F97E-4CAB-8812-5BB4D83AAC6A}" dt="2026-10-17T14:19:28.063" v="17049" actId="478"/>
          <ac:picMkLst>
            <pc:docMk/>
            <pc:sldMk cId="750692692" sldId="314"/>
            <ac:picMk id="65" creationId="{7D73545B-D343-16AC-863C-DE67765707C6}"/>
          </ac:picMkLst>
        </pc:picChg>
        <pc:picChg chg="add del mod modCrop">
          <ac:chgData name="musukie52@gmail.com" userId="017bd91f96aa8751" providerId="LiveId" clId="{5B2C3894-F97E-4CAB-8812-5BB4D83AAC6A}" dt="2026-10-17T14:21:51.890" v="17078" actId="21"/>
          <ac:picMkLst>
            <pc:docMk/>
            <pc:sldMk cId="750692692" sldId="314"/>
            <ac:picMk id="67" creationId="{974517FE-FD81-E819-4BB5-B2DDDF26BA6D}"/>
          </ac:picMkLst>
        </pc:picChg>
        <pc:picChg chg="add del mod">
          <ac:chgData name="musukie52@gmail.com" userId="017bd91f96aa8751" providerId="LiveId" clId="{5B2C3894-F97E-4CAB-8812-5BB4D83AAC6A}" dt="2026-10-17T14:21:51.890" v="17078" actId="21"/>
          <ac:picMkLst>
            <pc:docMk/>
            <pc:sldMk cId="750692692" sldId="314"/>
            <ac:picMk id="69" creationId="{5C7C72FA-3A28-CA99-984C-CD7461E5A2DF}"/>
          </ac:picMkLst>
        </pc:picChg>
        <pc:picChg chg="add del mod">
          <ac:chgData name="musukie52@gmail.com" userId="017bd91f96aa8751" providerId="LiveId" clId="{5B2C3894-F97E-4CAB-8812-5BB4D83AAC6A}" dt="2026-10-17T14:21:51.890" v="17078" actId="21"/>
          <ac:picMkLst>
            <pc:docMk/>
            <pc:sldMk cId="750692692" sldId="314"/>
            <ac:picMk id="71" creationId="{67571D0F-C852-514E-B6F6-F2E08F0651ED}"/>
          </ac:picMkLst>
        </pc:picChg>
        <pc:picChg chg="add">
          <ac:chgData name="musukie52@gmail.com" userId="017bd91f96aa8751" providerId="LiveId" clId="{5B2C3894-F97E-4CAB-8812-5BB4D83AAC6A}" dt="2026-10-17T14:22:05.590" v="17080" actId="22"/>
          <ac:picMkLst>
            <pc:docMk/>
            <pc:sldMk cId="750692692" sldId="314"/>
            <ac:picMk id="73" creationId="{141CF4EE-ED2C-FAB3-6FAB-008B43FB74DC}"/>
          </ac:picMkLst>
        </pc:picChg>
        <pc:picChg chg="add mod">
          <ac:chgData name="musukie52@gmail.com" userId="017bd91f96aa8751" providerId="LiveId" clId="{5B2C3894-F97E-4CAB-8812-5BB4D83AAC6A}" dt="2026-10-17T14:22:16.130" v="17083" actId="1076"/>
          <ac:picMkLst>
            <pc:docMk/>
            <pc:sldMk cId="750692692" sldId="314"/>
            <ac:picMk id="75" creationId="{29CB5C51-3ADA-D5BA-1B8E-0CB3BBC28D97}"/>
          </ac:picMkLst>
        </pc:picChg>
        <pc:picChg chg="add mod">
          <ac:chgData name="musukie52@gmail.com" userId="017bd91f96aa8751" providerId="LiveId" clId="{5B2C3894-F97E-4CAB-8812-5BB4D83AAC6A}" dt="2026-10-17T14:22:13.820" v="17082" actId="1076"/>
          <ac:picMkLst>
            <pc:docMk/>
            <pc:sldMk cId="750692692" sldId="314"/>
            <ac:picMk id="77" creationId="{6C5D603E-EAE1-E58B-E64C-7652482868D2}"/>
          </ac:picMkLst>
        </pc:picChg>
        <pc:picChg chg="mod">
          <ac:chgData name="musukie52@gmail.com" userId="017bd91f96aa8751" providerId="LiveId" clId="{5B2C3894-F97E-4CAB-8812-5BB4D83AAC6A}" dt="2026-10-17T14:25:44.860" v="17131" actId="14100"/>
          <ac:picMkLst>
            <pc:docMk/>
            <pc:sldMk cId="750692692" sldId="314"/>
            <ac:picMk id="103" creationId="{86878BF6-BAFC-2661-18DD-6E13C5CF7CB9}"/>
          </ac:picMkLst>
        </pc:picChg>
        <pc:picChg chg="add mod modCrop">
          <ac:chgData name="musukie52@gmail.com" userId="017bd91f96aa8751" providerId="LiveId" clId="{5B2C3894-F97E-4CAB-8812-5BB4D83AAC6A}" dt="2026-10-17T14:26:48.931" v="17147" actId="1076"/>
          <ac:picMkLst>
            <pc:docMk/>
            <pc:sldMk cId="750692692" sldId="314"/>
            <ac:picMk id="129" creationId="{9026BE9B-30A9-D8D2-3FA7-EFFA195C677C}"/>
          </ac:picMkLst>
        </pc:picChg>
        <pc:picChg chg="add mod modCrop">
          <ac:chgData name="musukie52@gmail.com" userId="017bd91f96aa8751" providerId="LiveId" clId="{5B2C3894-F97E-4CAB-8812-5BB4D83AAC6A}" dt="2026-10-17T14:26:43.242" v="17146" actId="1076"/>
          <ac:picMkLst>
            <pc:docMk/>
            <pc:sldMk cId="750692692" sldId="314"/>
            <ac:picMk id="131" creationId="{769F2511-0F6E-0104-5F08-971478FC8419}"/>
          </ac:picMkLst>
        </pc:picChg>
        <pc:picChg chg="add mod modCrop">
          <ac:chgData name="musukie52@gmail.com" userId="017bd91f96aa8751" providerId="LiveId" clId="{5B2C3894-F97E-4CAB-8812-5BB4D83AAC6A}" dt="2026-10-17T14:30:18.718" v="17192" actId="1036"/>
          <ac:picMkLst>
            <pc:docMk/>
            <pc:sldMk cId="750692692" sldId="314"/>
            <ac:picMk id="133" creationId="{9DC5A0CF-952F-AEFF-3D64-EA96F88CD3C0}"/>
          </ac:picMkLst>
        </pc:picChg>
        <pc:picChg chg="add mod modCrop">
          <ac:chgData name="musukie52@gmail.com" userId="017bd91f96aa8751" providerId="LiveId" clId="{5B2C3894-F97E-4CAB-8812-5BB4D83AAC6A}" dt="2026-10-17T14:30:18.718" v="17192" actId="1036"/>
          <ac:picMkLst>
            <pc:docMk/>
            <pc:sldMk cId="750692692" sldId="314"/>
            <ac:picMk id="135" creationId="{6B3BFC35-6BEB-200F-3789-4D02A6CA19CF}"/>
          </ac:picMkLst>
        </pc:picChg>
        <pc:picChg chg="add mod modCrop">
          <ac:chgData name="musukie52@gmail.com" userId="017bd91f96aa8751" providerId="LiveId" clId="{5B2C3894-F97E-4CAB-8812-5BB4D83AAC6A}" dt="2026-10-17T14:30:18.718" v="17192" actId="1036"/>
          <ac:picMkLst>
            <pc:docMk/>
            <pc:sldMk cId="750692692" sldId="314"/>
            <ac:picMk id="137" creationId="{D8D0EDE8-0D2C-9E33-F8E8-F6A3B9992093}"/>
          </ac:picMkLst>
        </pc:picChg>
        <pc:picChg chg="add mod modCrop">
          <ac:chgData name="musukie52@gmail.com" userId="017bd91f96aa8751" providerId="LiveId" clId="{5B2C3894-F97E-4CAB-8812-5BB4D83AAC6A}" dt="2026-10-17T14:30:18.718" v="17192" actId="1036"/>
          <ac:picMkLst>
            <pc:docMk/>
            <pc:sldMk cId="750692692" sldId="314"/>
            <ac:picMk id="139" creationId="{9F8A7C3E-D716-1565-B6C4-D4955DCFC447}"/>
          </ac:picMkLst>
        </pc:picChg>
        <pc:picChg chg="add mod">
          <ac:chgData name="musukie52@gmail.com" userId="017bd91f96aa8751" providerId="LiveId" clId="{5B2C3894-F97E-4CAB-8812-5BB4D83AAC6A}" dt="2026-10-17T14:30:18.718" v="17192" actId="1036"/>
          <ac:picMkLst>
            <pc:docMk/>
            <pc:sldMk cId="750692692" sldId="314"/>
            <ac:picMk id="141" creationId="{FEE57214-FAF0-D6FD-E539-AB8E28835347}"/>
          </ac:picMkLst>
        </pc:picChg>
        <pc:picChg chg="add mod">
          <ac:chgData name="musukie52@gmail.com" userId="017bd91f96aa8751" providerId="LiveId" clId="{5B2C3894-F97E-4CAB-8812-5BB4D83AAC6A}" dt="2026-10-17T14:30:18.718" v="17192" actId="1036"/>
          <ac:picMkLst>
            <pc:docMk/>
            <pc:sldMk cId="750692692" sldId="314"/>
            <ac:picMk id="143" creationId="{6A2B304D-5009-6558-B6C1-9AEA09390D70}"/>
          </ac:picMkLst>
        </pc:picChg>
        <pc:picChg chg="add del mod modCrop">
          <ac:chgData name="musukie52@gmail.com" userId="017bd91f96aa8751" providerId="LiveId" clId="{5B2C3894-F97E-4CAB-8812-5BB4D83AAC6A}" dt="2026-10-17T14:32:09.299" v="17218" actId="478"/>
          <ac:picMkLst>
            <pc:docMk/>
            <pc:sldMk cId="750692692" sldId="314"/>
            <ac:picMk id="145" creationId="{92927CEF-D95C-69DA-548D-77F7B2053B91}"/>
          </ac:picMkLst>
        </pc:picChg>
        <pc:picChg chg="add del mod modCrop">
          <ac:chgData name="musukie52@gmail.com" userId="017bd91f96aa8751" providerId="LiveId" clId="{5B2C3894-F97E-4CAB-8812-5BB4D83AAC6A}" dt="2026-10-17T14:40:37.363" v="17280" actId="478"/>
          <ac:picMkLst>
            <pc:docMk/>
            <pc:sldMk cId="750692692" sldId="314"/>
            <ac:picMk id="153" creationId="{2FE216BD-4CDB-C11D-20FF-561510900ECF}"/>
          </ac:picMkLst>
        </pc:picChg>
        <pc:picChg chg="add del mod modCrop">
          <ac:chgData name="musukie52@gmail.com" userId="017bd91f96aa8751" providerId="LiveId" clId="{5B2C3894-F97E-4CAB-8812-5BB4D83AAC6A}" dt="2026-10-17T14:44:27.666" v="17334" actId="478"/>
          <ac:picMkLst>
            <pc:docMk/>
            <pc:sldMk cId="750692692" sldId="314"/>
            <ac:picMk id="155" creationId="{7FDD4E4D-ABB5-7225-490B-B65AE76C002A}"/>
          </ac:picMkLst>
        </pc:picChg>
        <pc:picChg chg="add del mod modCrop">
          <ac:chgData name="musukie52@gmail.com" userId="017bd91f96aa8751" providerId="LiveId" clId="{5B2C3894-F97E-4CAB-8812-5BB4D83AAC6A}" dt="2026-10-17T14:42:48.673" v="17299" actId="478"/>
          <ac:picMkLst>
            <pc:docMk/>
            <pc:sldMk cId="750692692" sldId="314"/>
            <ac:picMk id="157" creationId="{594AAE81-14F9-B886-D808-0487B85F274C}"/>
          </ac:picMkLst>
        </pc:picChg>
        <pc:picChg chg="add mod ord modCrop">
          <ac:chgData name="musukie52@gmail.com" userId="017bd91f96aa8751" providerId="LiveId" clId="{5B2C3894-F97E-4CAB-8812-5BB4D83AAC6A}" dt="2026-10-17T14:40:40.048" v="17281" actId="1076"/>
          <ac:picMkLst>
            <pc:docMk/>
            <pc:sldMk cId="750692692" sldId="314"/>
            <ac:picMk id="159" creationId="{1A8E0847-F560-23C1-79BC-822687D8B3A8}"/>
          </ac:picMkLst>
        </pc:picChg>
        <pc:picChg chg="add mod modCrop">
          <ac:chgData name="musukie52@gmail.com" userId="017bd91f96aa8751" providerId="LiveId" clId="{5B2C3894-F97E-4CAB-8812-5BB4D83AAC6A}" dt="2026-10-17T14:47:28.760" v="17355" actId="732"/>
          <ac:picMkLst>
            <pc:docMk/>
            <pc:sldMk cId="750692692" sldId="314"/>
            <ac:picMk id="161" creationId="{6E00834E-FFCC-9398-5BA7-5B309850462D}"/>
          </ac:picMkLst>
        </pc:picChg>
        <pc:picChg chg="add mod modCrop">
          <ac:chgData name="musukie52@gmail.com" userId="017bd91f96aa8751" providerId="LiveId" clId="{5B2C3894-F97E-4CAB-8812-5BB4D83AAC6A}" dt="2026-10-17T14:46:41.407" v="17348" actId="1440"/>
          <ac:picMkLst>
            <pc:docMk/>
            <pc:sldMk cId="750692692" sldId="314"/>
            <ac:picMk id="163" creationId="{BA3881A3-C0C6-EDA6-1B5C-F2761D004521}"/>
          </ac:picMkLst>
        </pc:picChg>
        <pc:picChg chg="add mod modCrop">
          <ac:chgData name="musukie52@gmail.com" userId="017bd91f96aa8751" providerId="LiveId" clId="{5B2C3894-F97E-4CAB-8812-5BB4D83AAC6A}" dt="2026-10-17T14:43:38.418" v="17319" actId="1037"/>
          <ac:picMkLst>
            <pc:docMk/>
            <pc:sldMk cId="750692692" sldId="314"/>
            <ac:picMk id="165" creationId="{CFA50FCA-ADFB-BFB9-F12E-702B691FC22A}"/>
          </ac:picMkLst>
        </pc:picChg>
        <pc:picChg chg="add mod modCrop">
          <ac:chgData name="musukie52@gmail.com" userId="017bd91f96aa8751" providerId="LiveId" clId="{5B2C3894-F97E-4CAB-8812-5BB4D83AAC6A}" dt="2026-10-17T14:46:41.407" v="17348" actId="1440"/>
          <ac:picMkLst>
            <pc:docMk/>
            <pc:sldMk cId="750692692" sldId="314"/>
            <ac:picMk id="167" creationId="{D2C80ECF-DA1A-E7E4-EF0E-9016E3948D77}"/>
          </ac:picMkLst>
        </pc:picChg>
        <pc:picChg chg="add mod modCrop">
          <ac:chgData name="musukie52@gmail.com" userId="017bd91f96aa8751" providerId="LiveId" clId="{5B2C3894-F97E-4CAB-8812-5BB4D83AAC6A}" dt="2026-10-17T14:44:45.641" v="17338" actId="1076"/>
          <ac:picMkLst>
            <pc:docMk/>
            <pc:sldMk cId="750692692" sldId="314"/>
            <ac:picMk id="169" creationId="{9DF96AE0-28F4-A58C-C251-564623A64327}"/>
          </ac:picMkLst>
        </pc:picChg>
        <pc:cxnChg chg="add del mod">
          <ac:chgData name="musukie52@gmail.com" userId="017bd91f96aa8751" providerId="LiveId" clId="{5B2C3894-F97E-4CAB-8812-5BB4D83AAC6A}" dt="2026-10-17T14:32:08.263" v="17217" actId="21"/>
          <ac:cxnSpMkLst>
            <pc:docMk/>
            <pc:sldMk cId="750692692" sldId="314"/>
            <ac:cxnSpMk id="147" creationId="{7AC3773C-83D9-3DDE-E732-6683CD331685}"/>
          </ac:cxnSpMkLst>
        </pc:cxnChg>
        <pc:cxnChg chg="add mod">
          <ac:chgData name="musukie52@gmail.com" userId="017bd91f96aa8751" providerId="LiveId" clId="{5B2C3894-F97E-4CAB-8812-5BB4D83AAC6A}" dt="2026-10-17T14:32:17.044" v="17220" actId="1076"/>
          <ac:cxnSpMkLst>
            <pc:docMk/>
            <pc:sldMk cId="750692692" sldId="314"/>
            <ac:cxnSpMk id="149" creationId="{7AC3773C-83D9-3DDE-E732-6683CD331685}"/>
          </ac:cxnSpMkLst>
        </pc:cxnChg>
        <pc:cxnChg chg="add mod">
          <ac:chgData name="musukie52@gmail.com" userId="017bd91f96aa8751" providerId="LiveId" clId="{5B2C3894-F97E-4CAB-8812-5BB4D83AAC6A}" dt="2026-10-17T14:32:25.684" v="17224" actId="1076"/>
          <ac:cxnSpMkLst>
            <pc:docMk/>
            <pc:sldMk cId="750692692" sldId="314"/>
            <ac:cxnSpMk id="150" creationId="{27D6A8D1-E70B-A1B4-AA72-1AEE272176D8}"/>
          </ac:cxnSpMkLst>
        </pc:cxnChg>
        <pc:cxnChg chg="add mod">
          <ac:chgData name="musukie52@gmail.com" userId="017bd91f96aa8751" providerId="LiveId" clId="{5B2C3894-F97E-4CAB-8812-5BB4D83AAC6A}" dt="2026-10-17T14:32:36.055" v="17228" actId="1076"/>
          <ac:cxnSpMkLst>
            <pc:docMk/>
            <pc:sldMk cId="750692692" sldId="314"/>
            <ac:cxnSpMk id="151" creationId="{3C8125D2-CAFA-3F84-73B1-8E8910BBAB86}"/>
          </ac:cxnSpMkLst>
        </pc:cxnChg>
      </pc:sldChg>
      <pc:sldChg chg="addSp delSp modSp new del mod">
        <pc:chgData name="musukie52@gmail.com" userId="017bd91f96aa8751" providerId="LiveId" clId="{5B2C3894-F97E-4CAB-8812-5BB4D83AAC6A}" dt="2026-10-17T14:02:13.158" v="16811" actId="47"/>
        <pc:sldMkLst>
          <pc:docMk/>
          <pc:sldMk cId="3632006670" sldId="314"/>
        </pc:sldMkLst>
        <pc:spChg chg="del">
          <ac:chgData name="musukie52@gmail.com" userId="017bd91f96aa8751" providerId="LiveId" clId="{5B2C3894-F97E-4CAB-8812-5BB4D83AAC6A}" dt="2026-10-17T13:54:52.984" v="16741" actId="478"/>
          <ac:spMkLst>
            <pc:docMk/>
            <pc:sldMk cId="3632006670" sldId="314"/>
            <ac:spMk id="2" creationId="{1E888A55-D2CD-602D-B88B-79D686424E12}"/>
          </ac:spMkLst>
        </pc:spChg>
        <pc:spChg chg="del">
          <ac:chgData name="musukie52@gmail.com" userId="017bd91f96aa8751" providerId="LiveId" clId="{5B2C3894-F97E-4CAB-8812-5BB4D83AAC6A}" dt="2026-10-17T13:54:52.984" v="16741" actId="478"/>
          <ac:spMkLst>
            <pc:docMk/>
            <pc:sldMk cId="3632006670" sldId="314"/>
            <ac:spMk id="3" creationId="{493A9764-8044-F893-7B69-1D4100BDA258}"/>
          </ac:spMkLst>
        </pc:spChg>
        <pc:spChg chg="add del">
          <ac:chgData name="musukie52@gmail.com" userId="017bd91f96aa8751" providerId="LiveId" clId="{5B2C3894-F97E-4CAB-8812-5BB4D83AAC6A}" dt="2026-10-17T13:57:36.957" v="16761" actId="21"/>
          <ac:spMkLst>
            <pc:docMk/>
            <pc:sldMk cId="3632006670" sldId="314"/>
            <ac:spMk id="7" creationId="{59FBADE1-27BB-2C16-30E8-CAA12B1FAD78}"/>
          </ac:spMkLst>
        </pc:spChg>
        <pc:spChg chg="add del">
          <ac:chgData name="musukie52@gmail.com" userId="017bd91f96aa8751" providerId="LiveId" clId="{5B2C3894-F97E-4CAB-8812-5BB4D83AAC6A}" dt="2026-10-17T13:57:36.957" v="16761" actId="21"/>
          <ac:spMkLst>
            <pc:docMk/>
            <pc:sldMk cId="3632006670" sldId="314"/>
            <ac:spMk id="9" creationId="{E56FB701-2F7C-931F-A014-4B394F6EB103}"/>
          </ac:spMkLst>
        </pc:spChg>
        <pc:spChg chg="add">
          <ac:chgData name="musukie52@gmail.com" userId="017bd91f96aa8751" providerId="LiveId" clId="{5B2C3894-F97E-4CAB-8812-5BB4D83AAC6A}" dt="2026-10-17T13:55:46.944" v="16745" actId="22"/>
          <ac:spMkLst>
            <pc:docMk/>
            <pc:sldMk cId="3632006670" sldId="314"/>
            <ac:spMk id="11" creationId="{899D2547-053B-461B-A03B-A6CAEC8B8EAC}"/>
          </ac:spMkLst>
        </pc:spChg>
        <pc:spChg chg="add del">
          <ac:chgData name="musukie52@gmail.com" userId="017bd91f96aa8751" providerId="LiveId" clId="{5B2C3894-F97E-4CAB-8812-5BB4D83AAC6A}" dt="2026-10-17T13:57:36.957" v="16761" actId="21"/>
          <ac:spMkLst>
            <pc:docMk/>
            <pc:sldMk cId="3632006670" sldId="314"/>
            <ac:spMk id="13" creationId="{CB6746CF-C204-8BA3-9F08-A3499E25BA6E}"/>
          </ac:spMkLst>
        </pc:spChg>
        <pc:spChg chg="add del">
          <ac:chgData name="musukie52@gmail.com" userId="017bd91f96aa8751" providerId="LiveId" clId="{5B2C3894-F97E-4CAB-8812-5BB4D83AAC6A}" dt="2026-10-17T13:57:36.957" v="16761" actId="21"/>
          <ac:spMkLst>
            <pc:docMk/>
            <pc:sldMk cId="3632006670" sldId="314"/>
            <ac:spMk id="15" creationId="{BD6E7102-FB74-AAB1-5C7E-8B89C2A144A5}"/>
          </ac:spMkLst>
        </pc:spChg>
        <pc:spChg chg="del">
          <ac:chgData name="musukie52@gmail.com" userId="017bd91f96aa8751" providerId="LiveId" clId="{5B2C3894-F97E-4CAB-8812-5BB4D83AAC6A}" dt="2026-10-17T13:57:36.957" v="16761" actId="21"/>
          <ac:spMkLst>
            <pc:docMk/>
            <pc:sldMk cId="3632006670" sldId="314"/>
            <ac:spMk id="17" creationId="{87665221-9195-21C1-35B8-82F19A4AE054}"/>
          </ac:spMkLst>
        </pc:spChg>
        <pc:spChg chg="add del">
          <ac:chgData name="musukie52@gmail.com" userId="017bd91f96aa8751" providerId="LiveId" clId="{5B2C3894-F97E-4CAB-8812-5BB4D83AAC6A}" dt="2026-10-17T13:57:36.957" v="16761" actId="21"/>
          <ac:spMkLst>
            <pc:docMk/>
            <pc:sldMk cId="3632006670" sldId="314"/>
            <ac:spMk id="21" creationId="{CA984409-1D59-927B-DA8D-2B16F574EB82}"/>
          </ac:spMkLst>
        </pc:spChg>
        <pc:spChg chg="add del">
          <ac:chgData name="musukie52@gmail.com" userId="017bd91f96aa8751" providerId="LiveId" clId="{5B2C3894-F97E-4CAB-8812-5BB4D83AAC6A}" dt="2026-10-17T13:57:36.957" v="16761" actId="21"/>
          <ac:spMkLst>
            <pc:docMk/>
            <pc:sldMk cId="3632006670" sldId="314"/>
            <ac:spMk id="23" creationId="{EC25B828-AF56-FB11-8FC2-89A01D42C55B}"/>
          </ac:spMkLst>
        </pc:spChg>
        <pc:spChg chg="del">
          <ac:chgData name="musukie52@gmail.com" userId="017bd91f96aa8751" providerId="LiveId" clId="{5B2C3894-F97E-4CAB-8812-5BB4D83AAC6A}" dt="2026-10-17T13:57:36.957" v="16761" actId="21"/>
          <ac:spMkLst>
            <pc:docMk/>
            <pc:sldMk cId="3632006670" sldId="314"/>
            <ac:spMk id="25" creationId="{3592B099-29AA-1284-9197-0F75C3832A51}"/>
          </ac:spMkLst>
        </pc:spChg>
        <pc:spChg chg="add del">
          <ac:chgData name="musukie52@gmail.com" userId="017bd91f96aa8751" providerId="LiveId" clId="{5B2C3894-F97E-4CAB-8812-5BB4D83AAC6A}" dt="2026-10-17T13:57:36.957" v="16761" actId="21"/>
          <ac:spMkLst>
            <pc:docMk/>
            <pc:sldMk cId="3632006670" sldId="314"/>
            <ac:spMk id="27" creationId="{51A42CE1-7B20-74E2-BA00-6EA76116CB48}"/>
          </ac:spMkLst>
        </pc:spChg>
        <pc:spChg chg="add del">
          <ac:chgData name="musukie52@gmail.com" userId="017bd91f96aa8751" providerId="LiveId" clId="{5B2C3894-F97E-4CAB-8812-5BB4D83AAC6A}" dt="2026-10-17T13:57:36.957" v="16761" actId="21"/>
          <ac:spMkLst>
            <pc:docMk/>
            <pc:sldMk cId="3632006670" sldId="314"/>
            <ac:spMk id="29" creationId="{8BF0E778-6E19-A6AD-BF15-99FBBD62FDCE}"/>
          </ac:spMkLst>
        </pc:spChg>
        <pc:spChg chg="del">
          <ac:chgData name="musukie52@gmail.com" userId="017bd91f96aa8751" providerId="LiveId" clId="{5B2C3894-F97E-4CAB-8812-5BB4D83AAC6A}" dt="2026-10-17T13:56:05.397" v="16746" actId="478"/>
          <ac:spMkLst>
            <pc:docMk/>
            <pc:sldMk cId="3632006670" sldId="314"/>
            <ac:spMk id="33" creationId="{D7D9705C-F59A-74D2-858C-0DDF0B107F19}"/>
          </ac:spMkLst>
        </pc:spChg>
        <pc:spChg chg="del">
          <ac:chgData name="musukie52@gmail.com" userId="017bd91f96aa8751" providerId="LiveId" clId="{5B2C3894-F97E-4CAB-8812-5BB4D83AAC6A}" dt="2026-10-17T13:56:05.397" v="16746" actId="478"/>
          <ac:spMkLst>
            <pc:docMk/>
            <pc:sldMk cId="3632006670" sldId="314"/>
            <ac:spMk id="37" creationId="{940CEB57-D672-8F02-A9D6-C7C78A7AA69D}"/>
          </ac:spMkLst>
        </pc:spChg>
        <pc:spChg chg="add del">
          <ac:chgData name="musukie52@gmail.com" userId="017bd91f96aa8751" providerId="LiveId" clId="{5B2C3894-F97E-4CAB-8812-5BB4D83AAC6A}" dt="2026-10-17T13:56:05.397" v="16746" actId="478"/>
          <ac:spMkLst>
            <pc:docMk/>
            <pc:sldMk cId="3632006670" sldId="314"/>
            <ac:spMk id="41" creationId="{357F3BAF-2C7D-9FA0-1559-75061B0AD9AB}"/>
          </ac:spMkLst>
        </pc:spChg>
        <pc:spChg chg="add del">
          <ac:chgData name="musukie52@gmail.com" userId="017bd91f96aa8751" providerId="LiveId" clId="{5B2C3894-F97E-4CAB-8812-5BB4D83AAC6A}" dt="2026-10-17T13:59:49.281" v="16791" actId="21"/>
          <ac:spMkLst>
            <pc:docMk/>
            <pc:sldMk cId="3632006670" sldId="314"/>
            <ac:spMk id="51" creationId="{40144512-19EF-CB7E-99D4-7BF0A1FA8E48}"/>
          </ac:spMkLst>
        </pc:spChg>
        <pc:spChg chg="add del">
          <ac:chgData name="musukie52@gmail.com" userId="017bd91f96aa8751" providerId="LiveId" clId="{5B2C3894-F97E-4CAB-8812-5BB4D83AAC6A}" dt="2026-10-17T13:59:49.281" v="16791" actId="21"/>
          <ac:spMkLst>
            <pc:docMk/>
            <pc:sldMk cId="3632006670" sldId="314"/>
            <ac:spMk id="53" creationId="{AD7404C8-F6B7-CAED-A4D0-8148558B8D98}"/>
          </ac:spMkLst>
        </pc:spChg>
        <pc:spChg chg="add del">
          <ac:chgData name="musukie52@gmail.com" userId="017bd91f96aa8751" providerId="LiveId" clId="{5B2C3894-F97E-4CAB-8812-5BB4D83AAC6A}" dt="2026-10-17T13:59:49.281" v="16791" actId="21"/>
          <ac:spMkLst>
            <pc:docMk/>
            <pc:sldMk cId="3632006670" sldId="314"/>
            <ac:spMk id="55" creationId="{9BC25909-07F6-7718-5818-3D2E814A2BC0}"/>
          </ac:spMkLst>
        </pc:spChg>
        <pc:spChg chg="add del">
          <ac:chgData name="musukie52@gmail.com" userId="017bd91f96aa8751" providerId="LiveId" clId="{5B2C3894-F97E-4CAB-8812-5BB4D83AAC6A}" dt="2026-10-17T13:59:49.281" v="16791" actId="21"/>
          <ac:spMkLst>
            <pc:docMk/>
            <pc:sldMk cId="3632006670" sldId="314"/>
            <ac:spMk id="59" creationId="{4CF70437-9238-4ED9-E31F-02C51E14DCBD}"/>
          </ac:spMkLst>
        </pc:spChg>
        <pc:spChg chg="add del">
          <ac:chgData name="musukie52@gmail.com" userId="017bd91f96aa8751" providerId="LiveId" clId="{5B2C3894-F97E-4CAB-8812-5BB4D83AAC6A}" dt="2026-10-17T13:59:49.281" v="16791" actId="21"/>
          <ac:spMkLst>
            <pc:docMk/>
            <pc:sldMk cId="3632006670" sldId="314"/>
            <ac:spMk id="61" creationId="{E3342CB9-A5F1-7A20-978C-9DE410D36EB9}"/>
          </ac:spMkLst>
        </pc:spChg>
        <pc:spChg chg="add del">
          <ac:chgData name="musukie52@gmail.com" userId="017bd91f96aa8751" providerId="LiveId" clId="{5B2C3894-F97E-4CAB-8812-5BB4D83AAC6A}" dt="2026-10-17T13:59:49.281" v="16791" actId="21"/>
          <ac:spMkLst>
            <pc:docMk/>
            <pc:sldMk cId="3632006670" sldId="314"/>
            <ac:spMk id="63" creationId="{84C7125D-AC95-43C6-06AE-BFDE3C31EBD5}"/>
          </ac:spMkLst>
        </pc:spChg>
        <pc:spChg chg="add del">
          <ac:chgData name="musukie52@gmail.com" userId="017bd91f96aa8751" providerId="LiveId" clId="{5B2C3894-F97E-4CAB-8812-5BB4D83AAC6A}" dt="2026-10-17T13:59:49.281" v="16791" actId="21"/>
          <ac:spMkLst>
            <pc:docMk/>
            <pc:sldMk cId="3632006670" sldId="314"/>
            <ac:spMk id="65" creationId="{66B2249D-DE59-E286-3F56-0C4103A27C13}"/>
          </ac:spMkLst>
        </pc:spChg>
        <pc:spChg chg="add del">
          <ac:chgData name="musukie52@gmail.com" userId="017bd91f96aa8751" providerId="LiveId" clId="{5B2C3894-F97E-4CAB-8812-5BB4D83AAC6A}" dt="2026-10-17T13:59:49.281" v="16791" actId="21"/>
          <ac:spMkLst>
            <pc:docMk/>
            <pc:sldMk cId="3632006670" sldId="314"/>
            <ac:spMk id="67" creationId="{4A5A8E57-C716-E355-9F70-1590DEBAC719}"/>
          </ac:spMkLst>
        </pc:spChg>
        <pc:spChg chg="add del">
          <ac:chgData name="musukie52@gmail.com" userId="017bd91f96aa8751" providerId="LiveId" clId="{5B2C3894-F97E-4CAB-8812-5BB4D83AAC6A}" dt="2026-10-17T13:59:49.281" v="16791" actId="21"/>
          <ac:spMkLst>
            <pc:docMk/>
            <pc:sldMk cId="3632006670" sldId="314"/>
            <ac:spMk id="71" creationId="{81700B69-0BEE-0A32-5E15-269361B9F3EF}"/>
          </ac:spMkLst>
        </pc:spChg>
        <pc:spChg chg="add del">
          <ac:chgData name="musukie52@gmail.com" userId="017bd91f96aa8751" providerId="LiveId" clId="{5B2C3894-F97E-4CAB-8812-5BB4D83AAC6A}" dt="2026-10-17T13:59:49.281" v="16791" actId="21"/>
          <ac:spMkLst>
            <pc:docMk/>
            <pc:sldMk cId="3632006670" sldId="314"/>
            <ac:spMk id="73" creationId="{0C40DF8C-C9C3-CDF3-CFAC-81D6ABCEF563}"/>
          </ac:spMkLst>
        </pc:spChg>
        <pc:spChg chg="add del">
          <ac:chgData name="musukie52@gmail.com" userId="017bd91f96aa8751" providerId="LiveId" clId="{5B2C3894-F97E-4CAB-8812-5BB4D83AAC6A}" dt="2026-10-17T14:02:01.386" v="16809" actId="21"/>
          <ac:spMkLst>
            <pc:docMk/>
            <pc:sldMk cId="3632006670" sldId="314"/>
            <ac:spMk id="77" creationId="{736E9D10-D540-814C-9E3D-4D09494D0FB3}"/>
          </ac:spMkLst>
        </pc:spChg>
        <pc:spChg chg="add del">
          <ac:chgData name="musukie52@gmail.com" userId="017bd91f96aa8751" providerId="LiveId" clId="{5B2C3894-F97E-4CAB-8812-5BB4D83AAC6A}" dt="2026-10-17T14:02:01.386" v="16809" actId="21"/>
          <ac:spMkLst>
            <pc:docMk/>
            <pc:sldMk cId="3632006670" sldId="314"/>
            <ac:spMk id="79" creationId="{91938947-645C-DD84-0444-89F0A8367837}"/>
          </ac:spMkLst>
        </pc:spChg>
        <pc:spChg chg="add del">
          <ac:chgData name="musukie52@gmail.com" userId="017bd91f96aa8751" providerId="LiveId" clId="{5B2C3894-F97E-4CAB-8812-5BB4D83AAC6A}" dt="2026-10-17T14:02:01.386" v="16809" actId="21"/>
          <ac:spMkLst>
            <pc:docMk/>
            <pc:sldMk cId="3632006670" sldId="314"/>
            <ac:spMk id="81" creationId="{EA904372-7268-6F40-143A-056FA203707E}"/>
          </ac:spMkLst>
        </pc:spChg>
        <pc:spChg chg="add del">
          <ac:chgData name="musukie52@gmail.com" userId="017bd91f96aa8751" providerId="LiveId" clId="{5B2C3894-F97E-4CAB-8812-5BB4D83AAC6A}" dt="2026-10-17T14:02:01.386" v="16809" actId="21"/>
          <ac:spMkLst>
            <pc:docMk/>
            <pc:sldMk cId="3632006670" sldId="314"/>
            <ac:spMk id="83" creationId="{690AA0B3-8279-AAFA-5B93-AF1BE53B9708}"/>
          </ac:spMkLst>
        </pc:spChg>
        <pc:spChg chg="add del">
          <ac:chgData name="musukie52@gmail.com" userId="017bd91f96aa8751" providerId="LiveId" clId="{5B2C3894-F97E-4CAB-8812-5BB4D83AAC6A}" dt="2026-10-17T14:02:01.386" v="16809" actId="21"/>
          <ac:spMkLst>
            <pc:docMk/>
            <pc:sldMk cId="3632006670" sldId="314"/>
            <ac:spMk id="85" creationId="{52FFD6DB-5BBF-061A-B896-43258ED7C756}"/>
          </ac:spMkLst>
        </pc:spChg>
        <pc:spChg chg="add del">
          <ac:chgData name="musukie52@gmail.com" userId="017bd91f96aa8751" providerId="LiveId" clId="{5B2C3894-F97E-4CAB-8812-5BB4D83AAC6A}" dt="2026-10-17T14:02:01.386" v="16809" actId="21"/>
          <ac:spMkLst>
            <pc:docMk/>
            <pc:sldMk cId="3632006670" sldId="314"/>
            <ac:spMk id="87" creationId="{32B9F201-30E0-0A78-FED1-60955FA9BB14}"/>
          </ac:spMkLst>
        </pc:spChg>
        <pc:spChg chg="add del">
          <ac:chgData name="musukie52@gmail.com" userId="017bd91f96aa8751" providerId="LiveId" clId="{5B2C3894-F97E-4CAB-8812-5BB4D83AAC6A}" dt="2026-10-17T14:02:01.386" v="16809" actId="21"/>
          <ac:spMkLst>
            <pc:docMk/>
            <pc:sldMk cId="3632006670" sldId="314"/>
            <ac:spMk id="89" creationId="{12733A0E-C3A3-5B47-B291-76EFABD9E2C1}"/>
          </ac:spMkLst>
        </pc:spChg>
        <pc:spChg chg="add del">
          <ac:chgData name="musukie52@gmail.com" userId="017bd91f96aa8751" providerId="LiveId" clId="{5B2C3894-F97E-4CAB-8812-5BB4D83AAC6A}" dt="2026-10-17T14:02:01.386" v="16809" actId="21"/>
          <ac:spMkLst>
            <pc:docMk/>
            <pc:sldMk cId="3632006670" sldId="314"/>
            <ac:spMk id="91" creationId="{0E6BB40F-7377-10F2-EAD3-DFBA94C22744}"/>
          </ac:spMkLst>
        </pc:spChg>
        <pc:spChg chg="add del">
          <ac:chgData name="musukie52@gmail.com" userId="017bd91f96aa8751" providerId="LiveId" clId="{5B2C3894-F97E-4CAB-8812-5BB4D83AAC6A}" dt="2026-10-17T14:02:01.386" v="16809" actId="21"/>
          <ac:spMkLst>
            <pc:docMk/>
            <pc:sldMk cId="3632006670" sldId="314"/>
            <ac:spMk id="93" creationId="{302B1990-0754-ED3E-6A88-627D33D5B141}"/>
          </ac:spMkLst>
        </pc:spChg>
        <pc:spChg chg="add del">
          <ac:chgData name="musukie52@gmail.com" userId="017bd91f96aa8751" providerId="LiveId" clId="{5B2C3894-F97E-4CAB-8812-5BB4D83AAC6A}" dt="2026-10-17T14:02:01.386" v="16809" actId="21"/>
          <ac:spMkLst>
            <pc:docMk/>
            <pc:sldMk cId="3632006670" sldId="314"/>
            <ac:spMk id="99" creationId="{06F73B49-B90C-0F33-F312-3747AA6B8294}"/>
          </ac:spMkLst>
        </pc:spChg>
        <pc:picChg chg="add del mod modCrop">
          <ac:chgData name="musukie52@gmail.com" userId="017bd91f96aa8751" providerId="LiveId" clId="{5B2C3894-F97E-4CAB-8812-5BB4D83AAC6A}" dt="2026-10-17T13:57:24.270" v="16759" actId="14100"/>
          <ac:picMkLst>
            <pc:docMk/>
            <pc:sldMk cId="3632006670" sldId="314"/>
            <ac:picMk id="5" creationId="{5801759D-B965-0320-6979-781B5503E979}"/>
          </ac:picMkLst>
        </pc:picChg>
        <pc:picChg chg="del">
          <ac:chgData name="musukie52@gmail.com" userId="017bd91f96aa8751" providerId="LiveId" clId="{5B2C3894-F97E-4CAB-8812-5BB4D83AAC6A}" dt="2026-10-17T13:56:05.397" v="16746" actId="478"/>
          <ac:picMkLst>
            <pc:docMk/>
            <pc:sldMk cId="3632006670" sldId="314"/>
            <ac:picMk id="35" creationId="{92BAE98A-5257-1605-380B-ED5BB1161BAA}"/>
          </ac:picMkLst>
        </pc:picChg>
        <pc:picChg chg="del">
          <ac:chgData name="musukie52@gmail.com" userId="017bd91f96aa8751" providerId="LiveId" clId="{5B2C3894-F97E-4CAB-8812-5BB4D83AAC6A}" dt="2026-10-17T13:56:05.397" v="16746" actId="478"/>
          <ac:picMkLst>
            <pc:docMk/>
            <pc:sldMk cId="3632006670" sldId="314"/>
            <ac:picMk id="39" creationId="{CBADA3F7-034F-DFAC-3246-68121B5A2A00}"/>
          </ac:picMkLst>
        </pc:picChg>
        <pc:picChg chg="del">
          <ac:chgData name="musukie52@gmail.com" userId="017bd91f96aa8751" providerId="LiveId" clId="{5B2C3894-F97E-4CAB-8812-5BB4D83AAC6A}" dt="2026-10-17T13:56:05.397" v="16746" actId="478"/>
          <ac:picMkLst>
            <pc:docMk/>
            <pc:sldMk cId="3632006670" sldId="314"/>
            <ac:picMk id="43" creationId="{8CBA866B-B9EC-ACB0-FA7B-DF82DB177CB9}"/>
          </ac:picMkLst>
        </pc:picChg>
        <pc:picChg chg="add del mod">
          <ac:chgData name="musukie52@gmail.com" userId="017bd91f96aa8751" providerId="LiveId" clId="{5B2C3894-F97E-4CAB-8812-5BB4D83AAC6A}" dt="2026-10-17T13:57:28.164" v="16760" actId="478"/>
          <ac:picMkLst>
            <pc:docMk/>
            <pc:sldMk cId="3632006670" sldId="314"/>
            <ac:picMk id="45" creationId="{A2BE8BB6-5527-5806-0F15-23105FC36CF6}"/>
          </ac:picMkLst>
        </pc:picChg>
        <pc:picChg chg="add del mod ord modCrop">
          <ac:chgData name="musukie52@gmail.com" userId="017bd91f96aa8751" providerId="LiveId" clId="{5B2C3894-F97E-4CAB-8812-5BB4D83AAC6A}" dt="2026-10-17T14:01:40.488" v="16808" actId="478"/>
          <ac:picMkLst>
            <pc:docMk/>
            <pc:sldMk cId="3632006670" sldId="314"/>
            <ac:picMk id="47" creationId="{C824B375-2640-0C3D-70CF-4E42EAB4DE12}"/>
          </ac:picMkLst>
        </pc:picChg>
        <pc:picChg chg="mod modCrop">
          <ac:chgData name="musukie52@gmail.com" userId="017bd91f96aa8751" providerId="LiveId" clId="{5B2C3894-F97E-4CAB-8812-5BB4D83AAC6A}" dt="2026-10-17T14:01:37.294" v="16806" actId="18131"/>
          <ac:picMkLst>
            <pc:docMk/>
            <pc:sldMk cId="3632006670" sldId="314"/>
            <ac:picMk id="49" creationId="{0FDB6E25-E0DF-CB99-3A7F-4B4506562355}"/>
          </ac:picMkLst>
        </pc:picChg>
      </pc:sldChg>
      <pc:sldChg chg="add del">
        <pc:chgData name="musukie52@gmail.com" userId="017bd91f96aa8751" providerId="LiveId" clId="{5B2C3894-F97E-4CAB-8812-5BB4D83AAC6A}" dt="2026-10-17T11:10:09.293" v="12835"/>
        <pc:sldMkLst>
          <pc:docMk/>
          <pc:sldMk cId="3991639236" sldId="314"/>
        </pc:sldMkLst>
      </pc:sldChg>
      <pc:sldChg chg="modSp add mod">
        <pc:chgData name="musukie52@gmail.com" userId="017bd91f96aa8751" providerId="LiveId" clId="{5B2C3894-F97E-4CAB-8812-5BB4D83AAC6A}" dt="2026-10-18T06:55:19.124" v="21610" actId="20577"/>
        <pc:sldMkLst>
          <pc:docMk/>
          <pc:sldMk cId="678700123" sldId="315"/>
        </pc:sldMkLst>
        <pc:spChg chg="mod">
          <ac:chgData name="musukie52@gmail.com" userId="017bd91f96aa8751" providerId="LiveId" clId="{5B2C3894-F97E-4CAB-8812-5BB4D83AAC6A}" dt="2026-10-18T06:55:19.124" v="21610" actId="20577"/>
          <ac:spMkLst>
            <pc:docMk/>
            <pc:sldMk cId="678700123" sldId="315"/>
            <ac:spMk id="3" creationId="{77FABCBF-DB6D-D707-B0B9-E07588749F10}"/>
          </ac:spMkLst>
        </pc:spChg>
      </pc:sldChg>
      <pc:sldChg chg="addSp delSp modSp new del mod">
        <pc:chgData name="musukie52@gmail.com" userId="017bd91f96aa8751" providerId="LiveId" clId="{5B2C3894-F97E-4CAB-8812-5BB4D83AAC6A}" dt="2026-10-17T15:02:10.710" v="17541" actId="47"/>
        <pc:sldMkLst>
          <pc:docMk/>
          <pc:sldMk cId="2565259837" sldId="315"/>
        </pc:sldMkLst>
        <pc:spChg chg="del">
          <ac:chgData name="musukie52@gmail.com" userId="017bd91f96aa8751" providerId="LiveId" clId="{5B2C3894-F97E-4CAB-8812-5BB4D83AAC6A}" dt="2026-10-17T14:23:41.025" v="17098" actId="478"/>
          <ac:spMkLst>
            <pc:docMk/>
            <pc:sldMk cId="2565259837" sldId="315"/>
            <ac:spMk id="2" creationId="{EB266006-23B0-3314-0FCA-99F14E1931A6}"/>
          </ac:spMkLst>
        </pc:spChg>
        <pc:spChg chg="del">
          <ac:chgData name="musukie52@gmail.com" userId="017bd91f96aa8751" providerId="LiveId" clId="{5B2C3894-F97E-4CAB-8812-5BB4D83AAC6A}" dt="2026-10-17T14:23:41.025" v="17098" actId="478"/>
          <ac:spMkLst>
            <pc:docMk/>
            <pc:sldMk cId="2565259837" sldId="315"/>
            <ac:spMk id="3" creationId="{BEA21EFE-B146-C9ED-7E41-0AB703260482}"/>
          </ac:spMkLst>
        </pc:spChg>
        <pc:spChg chg="add del">
          <ac:chgData name="musukie52@gmail.com" userId="017bd91f96aa8751" providerId="LiveId" clId="{5B2C3894-F97E-4CAB-8812-5BB4D83AAC6A}" dt="2026-10-17T14:24:09.046" v="17105" actId="21"/>
          <ac:spMkLst>
            <pc:docMk/>
            <pc:sldMk cId="2565259837" sldId="315"/>
            <ac:spMk id="5" creationId="{5552273D-2B0A-3362-B513-AB603E3EFC53}"/>
          </ac:spMkLst>
        </pc:spChg>
        <pc:spChg chg="add del mod">
          <ac:chgData name="musukie52@gmail.com" userId="017bd91f96aa8751" providerId="LiveId" clId="{5B2C3894-F97E-4CAB-8812-5BB4D83AAC6A}" dt="2026-10-17T14:24:09.046" v="17105" actId="21"/>
          <ac:spMkLst>
            <pc:docMk/>
            <pc:sldMk cId="2565259837" sldId="315"/>
            <ac:spMk id="7" creationId="{90C5994B-FBE4-DA7E-3FDE-FB8D4F246D9A}"/>
          </ac:spMkLst>
        </pc:spChg>
        <pc:spChg chg="add del">
          <ac:chgData name="musukie52@gmail.com" userId="017bd91f96aa8751" providerId="LiveId" clId="{5B2C3894-F97E-4CAB-8812-5BB4D83AAC6A}" dt="2026-10-17T14:24:09.046" v="17105" actId="21"/>
          <ac:spMkLst>
            <pc:docMk/>
            <pc:sldMk cId="2565259837" sldId="315"/>
            <ac:spMk id="9" creationId="{DACCBD0E-55A1-5A7F-279E-30F588372ADA}"/>
          </ac:spMkLst>
        </pc:spChg>
        <pc:spChg chg="add del mod">
          <ac:chgData name="musukie52@gmail.com" userId="017bd91f96aa8751" providerId="LiveId" clId="{5B2C3894-F97E-4CAB-8812-5BB4D83AAC6A}" dt="2026-10-17T14:24:09.046" v="17105" actId="21"/>
          <ac:spMkLst>
            <pc:docMk/>
            <pc:sldMk cId="2565259837" sldId="315"/>
            <ac:spMk id="11" creationId="{455451C6-4829-F34B-71AB-11C1048BFB4D}"/>
          </ac:spMkLst>
        </pc:spChg>
        <pc:spChg chg="add del">
          <ac:chgData name="musukie52@gmail.com" userId="017bd91f96aa8751" providerId="LiveId" clId="{5B2C3894-F97E-4CAB-8812-5BB4D83AAC6A}" dt="2026-10-17T14:24:09.046" v="17105" actId="21"/>
          <ac:spMkLst>
            <pc:docMk/>
            <pc:sldMk cId="2565259837" sldId="315"/>
            <ac:spMk id="13" creationId="{30EDF0B8-C77C-B85C-AA2A-69C494289639}"/>
          </ac:spMkLst>
        </pc:spChg>
        <pc:spChg chg="add del mod">
          <ac:chgData name="musukie52@gmail.com" userId="017bd91f96aa8751" providerId="LiveId" clId="{5B2C3894-F97E-4CAB-8812-5BB4D83AAC6A}" dt="2026-10-17T14:24:09.046" v="17105" actId="21"/>
          <ac:spMkLst>
            <pc:docMk/>
            <pc:sldMk cId="2565259837" sldId="315"/>
            <ac:spMk id="15" creationId="{6CADAC1E-C26E-5045-ABF6-9D590B0C4BA8}"/>
          </ac:spMkLst>
        </pc:spChg>
        <pc:spChg chg="add del">
          <ac:chgData name="musukie52@gmail.com" userId="017bd91f96aa8751" providerId="LiveId" clId="{5B2C3894-F97E-4CAB-8812-5BB4D83AAC6A}" dt="2026-10-17T14:57:19.827" v="17464" actId="21"/>
          <ac:spMkLst>
            <pc:docMk/>
            <pc:sldMk cId="2565259837" sldId="315"/>
            <ac:spMk id="17" creationId="{D1AF79B6-6C88-38FD-B320-C3AA313A6287}"/>
          </ac:spMkLst>
        </pc:spChg>
        <pc:spChg chg="add del">
          <ac:chgData name="musukie52@gmail.com" userId="017bd91f96aa8751" providerId="LiveId" clId="{5B2C3894-F97E-4CAB-8812-5BB4D83AAC6A}" dt="2026-10-17T14:57:19.827" v="17464" actId="21"/>
          <ac:spMkLst>
            <pc:docMk/>
            <pc:sldMk cId="2565259837" sldId="315"/>
            <ac:spMk id="19" creationId="{B54E9958-7BC3-F050-811E-1B934F6945C8}"/>
          </ac:spMkLst>
        </pc:spChg>
        <pc:spChg chg="add del">
          <ac:chgData name="musukie52@gmail.com" userId="017bd91f96aa8751" providerId="LiveId" clId="{5B2C3894-F97E-4CAB-8812-5BB4D83AAC6A}" dt="2026-10-17T14:57:19.827" v="17464" actId="21"/>
          <ac:spMkLst>
            <pc:docMk/>
            <pc:sldMk cId="2565259837" sldId="315"/>
            <ac:spMk id="21" creationId="{2BC6FD8D-C292-5E1E-B69C-71E515D779C7}"/>
          </ac:spMkLst>
        </pc:spChg>
        <pc:spChg chg="del">
          <ac:chgData name="musukie52@gmail.com" userId="017bd91f96aa8751" providerId="LiveId" clId="{5B2C3894-F97E-4CAB-8812-5BB4D83AAC6A}" dt="2026-10-17T14:54:35.914" v="17432" actId="21"/>
          <ac:spMkLst>
            <pc:docMk/>
            <pc:sldMk cId="2565259837" sldId="315"/>
            <ac:spMk id="23" creationId="{78250DF3-E524-B618-EFBF-28C542E5146C}"/>
          </ac:spMkLst>
        </pc:spChg>
        <pc:spChg chg="add del">
          <ac:chgData name="musukie52@gmail.com" userId="017bd91f96aa8751" providerId="LiveId" clId="{5B2C3894-F97E-4CAB-8812-5BB4D83AAC6A}" dt="2026-10-17T14:54:35.914" v="17432" actId="21"/>
          <ac:spMkLst>
            <pc:docMk/>
            <pc:sldMk cId="2565259837" sldId="315"/>
            <ac:spMk id="25" creationId="{74B96C96-EE03-3434-91FE-C3D55E6651F9}"/>
          </ac:spMkLst>
        </pc:spChg>
        <pc:spChg chg="add del">
          <ac:chgData name="musukie52@gmail.com" userId="017bd91f96aa8751" providerId="LiveId" clId="{5B2C3894-F97E-4CAB-8812-5BB4D83AAC6A}" dt="2026-10-17T14:54:35.914" v="17432" actId="21"/>
          <ac:spMkLst>
            <pc:docMk/>
            <pc:sldMk cId="2565259837" sldId="315"/>
            <ac:spMk id="27" creationId="{5E85D795-6818-E0D5-DBD4-3AADC41C3E5B}"/>
          </ac:spMkLst>
        </pc:spChg>
        <pc:spChg chg="add del">
          <ac:chgData name="musukie52@gmail.com" userId="017bd91f96aa8751" providerId="LiveId" clId="{5B2C3894-F97E-4CAB-8812-5BB4D83AAC6A}" dt="2026-10-17T14:54:35.914" v="17432" actId="21"/>
          <ac:spMkLst>
            <pc:docMk/>
            <pc:sldMk cId="2565259837" sldId="315"/>
            <ac:spMk id="29" creationId="{E96CCAEA-D59A-BB42-4C82-C0F42EAB0710}"/>
          </ac:spMkLst>
        </pc:spChg>
        <pc:spChg chg="add del">
          <ac:chgData name="musukie52@gmail.com" userId="017bd91f96aa8751" providerId="LiveId" clId="{5B2C3894-F97E-4CAB-8812-5BB4D83AAC6A}" dt="2026-10-17T14:54:35.914" v="17432" actId="21"/>
          <ac:spMkLst>
            <pc:docMk/>
            <pc:sldMk cId="2565259837" sldId="315"/>
            <ac:spMk id="31" creationId="{6966DE31-F808-A858-4AC9-68CF809911FC}"/>
          </ac:spMkLst>
        </pc:spChg>
        <pc:spChg chg="add del">
          <ac:chgData name="musukie52@gmail.com" userId="017bd91f96aa8751" providerId="LiveId" clId="{5B2C3894-F97E-4CAB-8812-5BB4D83AAC6A}" dt="2026-10-17T14:54:35.914" v="17432" actId="21"/>
          <ac:spMkLst>
            <pc:docMk/>
            <pc:sldMk cId="2565259837" sldId="315"/>
            <ac:spMk id="33" creationId="{4A770F8C-0BAC-28FC-50FF-B2649F12B915}"/>
          </ac:spMkLst>
        </pc:spChg>
        <pc:spChg chg="add del mod">
          <ac:chgData name="musukie52@gmail.com" userId="017bd91f96aa8751" providerId="LiveId" clId="{5B2C3894-F97E-4CAB-8812-5BB4D83AAC6A}" dt="2026-10-17T14:57:19.827" v="17464" actId="21"/>
          <ac:spMkLst>
            <pc:docMk/>
            <pc:sldMk cId="2565259837" sldId="315"/>
            <ac:spMk id="35" creationId="{BBC5F88F-C3F5-2E4B-C782-254569E92D43}"/>
          </ac:spMkLst>
        </pc:spChg>
        <pc:spChg chg="del">
          <ac:chgData name="musukie52@gmail.com" userId="017bd91f96aa8751" providerId="LiveId" clId="{5B2C3894-F97E-4CAB-8812-5BB4D83AAC6A}" dt="2026-10-17T14:54:35.914" v="17432" actId="21"/>
          <ac:spMkLst>
            <pc:docMk/>
            <pc:sldMk cId="2565259837" sldId="315"/>
            <ac:spMk id="37" creationId="{D3A218C0-0179-E292-5E0F-8A3B2A84E38A}"/>
          </ac:spMkLst>
        </pc:spChg>
        <pc:spChg chg="del">
          <ac:chgData name="musukie52@gmail.com" userId="017bd91f96aa8751" providerId="LiveId" clId="{5B2C3894-F97E-4CAB-8812-5BB4D83AAC6A}" dt="2026-10-17T14:54:35.914" v="17432" actId="21"/>
          <ac:spMkLst>
            <pc:docMk/>
            <pc:sldMk cId="2565259837" sldId="315"/>
            <ac:spMk id="39" creationId="{EE91B42F-B8BF-206C-A04B-EFA7032D39F3}"/>
          </ac:spMkLst>
        </pc:spChg>
        <pc:spChg chg="del">
          <ac:chgData name="musukie52@gmail.com" userId="017bd91f96aa8751" providerId="LiveId" clId="{5B2C3894-F97E-4CAB-8812-5BB4D83AAC6A}" dt="2026-10-17T14:55:00.859" v="17439" actId="478"/>
          <ac:spMkLst>
            <pc:docMk/>
            <pc:sldMk cId="2565259837" sldId="315"/>
            <ac:spMk id="47" creationId="{FD730879-5252-FAB0-49FC-BC648BAD522F}"/>
          </ac:spMkLst>
        </pc:spChg>
        <pc:spChg chg="add del mod">
          <ac:chgData name="musukie52@gmail.com" userId="017bd91f96aa8751" providerId="LiveId" clId="{5B2C3894-F97E-4CAB-8812-5BB4D83AAC6A}" dt="2026-10-17T14:54:31.640" v="17431" actId="21"/>
          <ac:spMkLst>
            <pc:docMk/>
            <pc:sldMk cId="2565259837" sldId="315"/>
            <ac:spMk id="49" creationId="{3F2318FE-0863-8A02-0289-066EA0200996}"/>
          </ac:spMkLst>
        </pc:spChg>
        <pc:spChg chg="add mod">
          <ac:chgData name="musukie52@gmail.com" userId="017bd91f96aa8751" providerId="LiveId" clId="{5B2C3894-F97E-4CAB-8812-5BB4D83AAC6A}" dt="2026-10-17T14:55:29.321" v="17443" actId="1076"/>
          <ac:spMkLst>
            <pc:docMk/>
            <pc:sldMk cId="2565259837" sldId="315"/>
            <ac:spMk id="51" creationId="{524DBCBB-4733-1308-EC77-646F49F07ACC}"/>
          </ac:spMkLst>
        </pc:spChg>
        <pc:spChg chg="add mod">
          <ac:chgData name="musukie52@gmail.com" userId="017bd91f96aa8751" providerId="LiveId" clId="{5B2C3894-F97E-4CAB-8812-5BB4D83AAC6A}" dt="2026-10-17T14:55:29.321" v="17443" actId="1076"/>
          <ac:spMkLst>
            <pc:docMk/>
            <pc:sldMk cId="2565259837" sldId="315"/>
            <ac:spMk id="53" creationId="{63863512-D093-16B7-5AD2-A3903BB5BA83}"/>
          </ac:spMkLst>
        </pc:spChg>
        <pc:spChg chg="add mod">
          <ac:chgData name="musukie52@gmail.com" userId="017bd91f96aa8751" providerId="LiveId" clId="{5B2C3894-F97E-4CAB-8812-5BB4D83AAC6A}" dt="2026-10-17T14:55:35.526" v="17444" actId="1076"/>
          <ac:spMkLst>
            <pc:docMk/>
            <pc:sldMk cId="2565259837" sldId="315"/>
            <ac:spMk id="55" creationId="{F8157DF8-7EB1-9364-FBE7-B3E8DDDCF99B}"/>
          </ac:spMkLst>
        </pc:spChg>
        <pc:spChg chg="add mod">
          <ac:chgData name="musukie52@gmail.com" userId="017bd91f96aa8751" providerId="LiveId" clId="{5B2C3894-F97E-4CAB-8812-5BB4D83AAC6A}" dt="2026-10-17T14:56:02.415" v="17448" actId="1076"/>
          <ac:spMkLst>
            <pc:docMk/>
            <pc:sldMk cId="2565259837" sldId="315"/>
            <ac:spMk id="57" creationId="{7AE2AC76-2DC9-B195-8217-69B425A4DDB0}"/>
          </ac:spMkLst>
        </pc:spChg>
        <pc:spChg chg="add mod">
          <ac:chgData name="musukie52@gmail.com" userId="017bd91f96aa8751" providerId="LiveId" clId="{5B2C3894-F97E-4CAB-8812-5BB4D83AAC6A}" dt="2026-10-17T14:56:02.415" v="17448" actId="1076"/>
          <ac:spMkLst>
            <pc:docMk/>
            <pc:sldMk cId="2565259837" sldId="315"/>
            <ac:spMk id="59" creationId="{53FF2056-08A2-7903-A626-C363E1F6E0FC}"/>
          </ac:spMkLst>
        </pc:spChg>
        <pc:spChg chg="add mod">
          <ac:chgData name="musukie52@gmail.com" userId="017bd91f96aa8751" providerId="LiveId" clId="{5B2C3894-F97E-4CAB-8812-5BB4D83AAC6A}" dt="2026-10-17T14:56:02.415" v="17448" actId="1076"/>
          <ac:spMkLst>
            <pc:docMk/>
            <pc:sldMk cId="2565259837" sldId="315"/>
            <ac:spMk id="61" creationId="{DB2A7D91-6420-6B74-A92F-01C9245FD69A}"/>
          </ac:spMkLst>
        </pc:spChg>
        <pc:spChg chg="add mod">
          <ac:chgData name="musukie52@gmail.com" userId="017bd91f96aa8751" providerId="LiveId" clId="{5B2C3894-F97E-4CAB-8812-5BB4D83AAC6A}" dt="2026-10-17T14:55:41.083" v="17445" actId="1076"/>
          <ac:spMkLst>
            <pc:docMk/>
            <pc:sldMk cId="2565259837" sldId="315"/>
            <ac:spMk id="63" creationId="{530FDADE-133A-ABB6-17C6-28C734B1FC66}"/>
          </ac:spMkLst>
        </pc:spChg>
        <pc:spChg chg="add mod">
          <ac:chgData name="musukie52@gmail.com" userId="017bd91f96aa8751" providerId="LiveId" clId="{5B2C3894-F97E-4CAB-8812-5BB4D83AAC6A}" dt="2026-10-17T14:56:02.415" v="17448" actId="1076"/>
          <ac:spMkLst>
            <pc:docMk/>
            <pc:sldMk cId="2565259837" sldId="315"/>
            <ac:spMk id="65" creationId="{3374A78E-B61B-2F1F-4E34-743071F4756F}"/>
          </ac:spMkLst>
        </pc:spChg>
        <pc:spChg chg="add del mod">
          <ac:chgData name="musukie52@gmail.com" userId="017bd91f96aa8751" providerId="LiveId" clId="{5B2C3894-F97E-4CAB-8812-5BB4D83AAC6A}" dt="2026-10-17T14:57:19.827" v="17464" actId="21"/>
          <ac:spMkLst>
            <pc:docMk/>
            <pc:sldMk cId="2565259837" sldId="315"/>
            <ac:spMk id="70" creationId="{4910DFCD-D67B-8650-EDB0-0A2E9C245D63}"/>
          </ac:spMkLst>
        </pc:spChg>
        <pc:spChg chg="add del">
          <ac:chgData name="musukie52@gmail.com" userId="017bd91f96aa8751" providerId="LiveId" clId="{5B2C3894-F97E-4CAB-8812-5BB4D83AAC6A}" dt="2026-10-17T14:58:58.310" v="17483" actId="21"/>
          <ac:spMkLst>
            <pc:docMk/>
            <pc:sldMk cId="2565259837" sldId="315"/>
            <ac:spMk id="72" creationId="{A6CF11D8-C8DE-B016-1A61-5A3D79B3A3E7}"/>
          </ac:spMkLst>
        </pc:spChg>
        <pc:picChg chg="del">
          <ac:chgData name="musukie52@gmail.com" userId="017bd91f96aa8751" providerId="LiveId" clId="{5B2C3894-F97E-4CAB-8812-5BB4D83AAC6A}" dt="2026-10-17T14:54:35.914" v="17432" actId="21"/>
          <ac:picMkLst>
            <pc:docMk/>
            <pc:sldMk cId="2565259837" sldId="315"/>
            <ac:picMk id="41" creationId="{0197D158-222A-9312-A584-3FB6599416AE}"/>
          </ac:picMkLst>
        </pc:picChg>
        <pc:picChg chg="del">
          <ac:chgData name="musukie52@gmail.com" userId="017bd91f96aa8751" providerId="LiveId" clId="{5B2C3894-F97E-4CAB-8812-5BB4D83AAC6A}" dt="2026-10-17T14:54:35.914" v="17432" actId="21"/>
          <ac:picMkLst>
            <pc:docMk/>
            <pc:sldMk cId="2565259837" sldId="315"/>
            <ac:picMk id="43" creationId="{E39F0804-D11D-6D73-7076-BDDED991A711}"/>
          </ac:picMkLst>
        </pc:picChg>
        <pc:picChg chg="del mod">
          <ac:chgData name="musukie52@gmail.com" userId="017bd91f96aa8751" providerId="LiveId" clId="{5B2C3894-F97E-4CAB-8812-5BB4D83AAC6A}" dt="2026-10-17T14:57:19.827" v="17464" actId="21"/>
          <ac:picMkLst>
            <pc:docMk/>
            <pc:sldMk cId="2565259837" sldId="315"/>
            <ac:picMk id="45" creationId="{FBE457CF-1B8A-43DE-4AD5-4C610F069C10}"/>
          </ac:picMkLst>
        </pc:picChg>
        <pc:picChg chg="add mod">
          <ac:chgData name="musukie52@gmail.com" userId="017bd91f96aa8751" providerId="LiveId" clId="{5B2C3894-F97E-4CAB-8812-5BB4D83AAC6A}" dt="2026-10-17T14:55:19.768" v="17442" actId="1076"/>
          <ac:picMkLst>
            <pc:docMk/>
            <pc:sldMk cId="2565259837" sldId="315"/>
            <ac:picMk id="67" creationId="{16F53175-D2BD-D6D9-1F7A-F4DB3B841976}"/>
          </ac:picMkLst>
        </pc:picChg>
        <pc:picChg chg="add mod">
          <ac:chgData name="musukie52@gmail.com" userId="017bd91f96aa8751" providerId="LiveId" clId="{5B2C3894-F97E-4CAB-8812-5BB4D83AAC6A}" dt="2026-10-17T14:56:14.379" v="17450" actId="1076"/>
          <ac:picMkLst>
            <pc:docMk/>
            <pc:sldMk cId="2565259837" sldId="315"/>
            <ac:picMk id="69" creationId="{4969ED32-CF10-58B1-65F6-656E19A1B276}"/>
          </ac:picMkLst>
        </pc:picChg>
      </pc:sldChg>
      <pc:sldChg chg="add del">
        <pc:chgData name="musukie52@gmail.com" userId="017bd91f96aa8751" providerId="LiveId" clId="{5B2C3894-F97E-4CAB-8812-5BB4D83AAC6A}" dt="2026-10-17T11:10:09.154" v="12834"/>
        <pc:sldMkLst>
          <pc:docMk/>
          <pc:sldMk cId="2882013252" sldId="315"/>
        </pc:sldMkLst>
      </pc:sldChg>
      <pc:sldChg chg="add del">
        <pc:chgData name="musukie52@gmail.com" userId="017bd91f96aa8751" providerId="LiveId" clId="{5B2C3894-F97E-4CAB-8812-5BB4D83AAC6A}" dt="2026-10-17T11:10:08.954" v="12833"/>
        <pc:sldMkLst>
          <pc:docMk/>
          <pc:sldMk cId="4002868619" sldId="316"/>
        </pc:sldMkLst>
      </pc:sldChg>
      <pc:sldChg chg="add del">
        <pc:chgData name="musukie52@gmail.com" userId="017bd91f96aa8751" providerId="LiveId" clId="{5B2C3894-F97E-4CAB-8812-5BB4D83AAC6A}" dt="2026-10-17T11:10:08.794" v="12832"/>
        <pc:sldMkLst>
          <pc:docMk/>
          <pc:sldMk cId="3495884836" sldId="317"/>
        </pc:sldMkLst>
      </pc:sldChg>
      <pc:sldChg chg="add del">
        <pc:chgData name="musukie52@gmail.com" userId="017bd91f96aa8751" providerId="LiveId" clId="{5B2C3894-F97E-4CAB-8812-5BB4D83AAC6A}" dt="2026-10-17T11:10:08.637" v="12831"/>
        <pc:sldMkLst>
          <pc:docMk/>
          <pc:sldMk cId="2491879042" sldId="31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9860BC-A12E-49B1-BCBC-14574C67AD5D}" type="datetimeFigureOut">
              <a:rPr lang="ko-KR" altLang="en-US" smtClean="0"/>
              <a:t>2026-10-18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3C2B19-1302-43F3-BA17-55E428EF33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3698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3C2B19-1302-43F3-BA17-55E428EF3321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15794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A23A23-796E-28CB-7828-7E365DD16F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E57D25B-186B-4922-3E70-BBE19C7779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F71101-A5EA-71E5-D8A7-1B13F827E8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CF26D5-3B5E-4930-B4BE-0FCFC33BB670}" type="datetimeFigureOut">
              <a:rPr lang="ko-KR" altLang="en-US" smtClean="0"/>
              <a:t>2026-10-18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A2F8C5E-16EA-75EA-E007-3E522DAD44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7A6C8C2-9752-C0C5-298F-EDFA10ECF3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FB7DE-C21B-4949-8D51-7AADFC7091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77775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799F6B-92BF-612B-FD16-7DD1F690FB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BD0A1BF-29C3-7E39-E505-017B3B54C7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20466BE-284E-844C-706E-A9E5627299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CF26D5-3B5E-4930-B4BE-0FCFC33BB670}" type="datetimeFigureOut">
              <a:rPr lang="ko-KR" altLang="en-US" smtClean="0"/>
              <a:t>2026-10-18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5206333-140A-F58E-36A3-66849EA5C5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67A143B-3B3F-C878-EB7B-7412C944D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FB7DE-C21B-4949-8D51-7AADFC7091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55326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2CC510-62A1-3A0C-27DC-A7A801901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F1677DE-F93C-5145-75F8-E8AD5F338E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184145F-EE25-0244-3B0F-125F88E71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CF26D5-3B5E-4930-B4BE-0FCFC33BB670}" type="datetimeFigureOut">
              <a:rPr lang="ko-KR" altLang="en-US" smtClean="0"/>
              <a:t>2026-10-18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73A1741-4B88-DA68-E1B5-90DB7B2B44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5428D6D-9202-6A1C-66F3-67C13275F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FB7DE-C21B-4949-8D51-7AADFC7091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58990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13F068-3501-34A9-63F6-95642E2594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517AC27-C8BE-994B-3D13-22DF128D4D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949C84F-B9E1-2EBF-1E8A-C3B7E49E72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8222AFE-56EC-7E6A-BFE7-17FEA75D6D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CF26D5-3B5E-4930-B4BE-0FCFC33BB670}" type="datetimeFigureOut">
              <a:rPr lang="ko-KR" altLang="en-US" smtClean="0"/>
              <a:t>2026-10-18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0AC6A60-5963-6971-A3A5-7EA9587D3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4C56037-48C4-EE55-F904-ADEE2B952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FB7DE-C21B-4949-8D51-7AADFC7091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89834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EEE80F-A9D8-D8CD-9404-BDC2294098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2E32631-2604-2864-2FC1-D500702328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B1F5F34-DF49-EBE9-7AC8-7258C61C1D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A729C5C-FBA8-1632-48B2-968A84C5C7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2D7D7AF-4086-BE28-F035-167F1DC5622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481E78A-CA3D-9BB7-3EC4-835889FDC7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CF26D5-3B5E-4930-B4BE-0FCFC33BB670}" type="datetimeFigureOut">
              <a:rPr lang="ko-KR" altLang="en-US" smtClean="0"/>
              <a:t>2026-10-18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A0F5E7F-C8BE-3884-8CE5-034609EDE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4564EC0-D824-98AB-08A1-61CB8BD1A8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FB7DE-C21B-4949-8D51-7AADFC7091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43418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78176C-ED9E-1E6F-72DE-2BC12F0759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F1F0810-F4B9-68C7-13A2-C3E1CF3A2D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CF26D5-3B5E-4930-B4BE-0FCFC33BB670}" type="datetimeFigureOut">
              <a:rPr lang="ko-KR" altLang="en-US" smtClean="0"/>
              <a:t>2026-10-18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8EEB0E5-BB57-5F2B-2FE6-6E99C54085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3DD9DBA-DD43-C74C-97C4-D1D6D9E53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FB7DE-C21B-4949-8D51-7AADFC7091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39274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AF6C369-1299-1DB1-A0C8-6290FFE7D3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CF26D5-3B5E-4930-B4BE-0FCFC33BB670}" type="datetimeFigureOut">
              <a:rPr lang="ko-KR" altLang="en-US" smtClean="0"/>
              <a:t>2026-10-18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ABC6CEE-CCA8-A244-26C3-128882416A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6ED1C70-2AB8-65BD-C07C-2C89A2CC8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FB7DE-C21B-4949-8D51-7AADFC7091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91868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8F7355-AC28-7237-3786-005EFEA1E0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2B73DE4-1F61-3F72-2F6D-5A92927B1E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8DA9818-33E2-593E-0B2A-775D6C05D2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A11EE44-ED03-6A25-5DD0-46C9BBA182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CF26D5-3B5E-4930-B4BE-0FCFC33BB670}" type="datetimeFigureOut">
              <a:rPr lang="ko-KR" altLang="en-US" smtClean="0"/>
              <a:t>2026-10-18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0B0A5E9-E3E4-D0C1-86FE-2A2510EACD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039C41D-232F-F297-C9D9-1061B630C4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FB7DE-C21B-4949-8D51-7AADFC7091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61497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4E2D48-10C2-D75B-23DC-CF7EF3A5AB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68FF394-8175-3B78-B3E8-97EB5D4F5FEC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BE6617B-0C9E-BE21-46C8-9EFBE6FB74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7AECECB-6BA0-7FA6-B196-0D42302539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CF26D5-3B5E-4930-B4BE-0FCFC33BB670}" type="datetimeFigureOut">
              <a:rPr lang="ko-KR" altLang="en-US" smtClean="0"/>
              <a:t>2026-10-18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38E7F91-3552-53B0-9B59-13ECB1D149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D23F34B-36BF-11BE-2209-4FD69492FF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FB7DE-C21B-4949-8D51-7AADFC7091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56565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BA57BB-20FA-5BD4-8A53-28E186322E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2AB0F9D-BB28-53DF-2617-77D01BBAB7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9413DBF-59C2-3203-1A0D-B074906376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CF26D5-3B5E-4930-B4BE-0FCFC33BB670}" type="datetimeFigureOut">
              <a:rPr lang="ko-KR" altLang="en-US" smtClean="0"/>
              <a:t>2026-10-18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C07EE7-FA36-86FB-153A-9137BB374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44AA9DE-5636-5A45-422A-EF38AA634F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FB7DE-C21B-4949-8D51-7AADFC7091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226643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F48CDE3D-FECA-42F7-C48F-C64AF1BA09B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15C7C51-7ED5-5B43-AF7C-0523946489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BEB355E-DB69-04B0-0509-C4EE067AD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CF26D5-3B5E-4930-B4BE-0FCFC33BB670}" type="datetimeFigureOut">
              <a:rPr lang="ko-KR" altLang="en-US" smtClean="0"/>
              <a:t>2026-10-18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BB90E83-4551-BBA1-B48B-C58E2188CC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1E9B35F-01DF-D709-2937-06C401193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FB7DE-C21B-4949-8D51-7AADFC7091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5066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4AC9BA0-A8D5-470D-2463-70CF22B4B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3D6C6B9-5E52-C6A5-8A20-5DEDCC95BD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E105EAE-CFA0-2727-06DE-5E3BB7233A8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CF26D5-3B5E-4930-B4BE-0FCFC33BB670}" type="datetimeFigureOut">
              <a:rPr lang="ko-KR" altLang="en-US" smtClean="0"/>
              <a:t>2026-10-18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18A98B-180A-9AD0-C838-F337E6F253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5A30C69-164B-497B-B49C-049A19E62A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DFB7DE-C21B-4949-8D51-7AADFC7091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52414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Relationship Id="rId9" Type="http://schemas.openxmlformats.org/officeDocument/2006/relationships/image" Target="../media/image2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>
            <a:extLst>
              <a:ext uri="{FF2B5EF4-FFF2-40B4-BE49-F238E27FC236}">
                <a16:creationId xmlns:a16="http://schemas.microsoft.com/office/drawing/2014/main" id="{52454496-C4A9-06A5-F832-C3452B17F802}"/>
              </a:ext>
            </a:extLst>
          </p:cNvPr>
          <p:cNvSpPr/>
          <p:nvPr/>
        </p:nvSpPr>
        <p:spPr>
          <a:xfrm>
            <a:off x="-1" y="0"/>
            <a:ext cx="3597835" cy="4762500"/>
          </a:xfrm>
          <a:prstGeom prst="rect">
            <a:avLst/>
          </a:prstGeom>
          <a:gradFill flip="none" rotWithShape="1">
            <a:gsLst>
              <a:gs pos="0">
                <a:srgbClr val="031223"/>
              </a:gs>
              <a:gs pos="100000">
                <a:srgbClr val="010F1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95DE32F-E4DD-C000-D585-4EBE2E5D12E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9509"/>
          <a:stretch>
            <a:fillRect/>
          </a:stretch>
        </p:blipFill>
        <p:spPr>
          <a:xfrm>
            <a:off x="3597835" y="0"/>
            <a:ext cx="8594043" cy="47625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C89D5E3-291A-A5D9-3FC1-62F5BAA1AF79}"/>
              </a:ext>
            </a:extLst>
          </p:cNvPr>
          <p:cNvSpPr txBox="1"/>
          <p:nvPr/>
        </p:nvSpPr>
        <p:spPr>
          <a:xfrm>
            <a:off x="887743" y="1782483"/>
            <a:ext cx="2839239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5000" b="1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숨죽인</a:t>
            </a:r>
            <a:r>
              <a:rPr lang="en-US" altLang="ko-KR" sz="5000" b="1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5000" b="1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꿈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F984707-3088-4D8D-426A-0C9605BEA85D}"/>
              </a:ext>
            </a:extLst>
          </p:cNvPr>
          <p:cNvSpPr txBox="1"/>
          <p:nvPr/>
        </p:nvSpPr>
        <p:spPr>
          <a:xfrm>
            <a:off x="887743" y="1278638"/>
            <a:ext cx="1774845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호흡 시스템 기획서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082E7D8-36DE-640D-81CC-00E224449F4F}"/>
              </a:ext>
            </a:extLst>
          </p:cNvPr>
          <p:cNvSpPr txBox="1"/>
          <p:nvPr/>
        </p:nvSpPr>
        <p:spPr>
          <a:xfrm>
            <a:off x="887743" y="2693560"/>
            <a:ext cx="300274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T h e    D r e a m    H o l d s    I t s    B r e a t h</a:t>
            </a:r>
            <a:endParaRPr lang="ko-KR" altLang="en-US" sz="1000" dirty="0">
              <a:solidFill>
                <a:srgbClr val="FDFDFE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02C2C59-C94D-6354-0BF4-61D61909B524}"/>
              </a:ext>
            </a:extLst>
          </p:cNvPr>
          <p:cNvSpPr txBox="1"/>
          <p:nvPr/>
        </p:nvSpPr>
        <p:spPr>
          <a:xfrm>
            <a:off x="887743" y="3193254"/>
            <a:ext cx="2767104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5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“</a:t>
            </a:r>
            <a:r>
              <a:rPr lang="ko-KR" altLang="en-US" sz="15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숨</a:t>
            </a:r>
            <a:r>
              <a:rPr lang="en-US" altLang="ko-KR" sz="15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15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쉬는</a:t>
            </a:r>
            <a:r>
              <a:rPr lang="en-US" altLang="ko-KR" sz="15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15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순간조차 선택이 된다</a:t>
            </a:r>
            <a:r>
              <a:rPr lang="en-US" altLang="ko-KR" sz="15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”</a:t>
            </a:r>
            <a:endParaRPr lang="ko-KR" altLang="en-US" sz="1500" dirty="0">
              <a:solidFill>
                <a:srgbClr val="FDFDFE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A6E6437-B49D-D658-E236-ADF8FCC1DA55}"/>
              </a:ext>
            </a:extLst>
          </p:cNvPr>
          <p:cNvSpPr txBox="1"/>
          <p:nvPr/>
        </p:nvSpPr>
        <p:spPr>
          <a:xfrm>
            <a:off x="1015724" y="5092141"/>
            <a:ext cx="979755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문서 정보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7177498-45E2-DF14-886F-F2C0B162FC98}"/>
              </a:ext>
            </a:extLst>
          </p:cNvPr>
          <p:cNvSpPr txBox="1"/>
          <p:nvPr/>
        </p:nvSpPr>
        <p:spPr>
          <a:xfrm>
            <a:off x="1015724" y="5415306"/>
            <a:ext cx="737702" cy="7540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장르</a:t>
            </a:r>
            <a:endParaRPr lang="en-US" altLang="ko-KR" sz="15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5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작성자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8D31C82-C156-8BF6-645C-7E7645386FEC}"/>
              </a:ext>
            </a:extLst>
          </p:cNvPr>
          <p:cNvSpPr txBox="1"/>
          <p:nvPr/>
        </p:nvSpPr>
        <p:spPr>
          <a:xfrm>
            <a:off x="5921672" y="5092141"/>
            <a:ext cx="979755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수정 내역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5D3C041-4495-4DD8-6B13-EEA32C9C41A4}"/>
              </a:ext>
            </a:extLst>
          </p:cNvPr>
          <p:cNvSpPr txBox="1"/>
          <p:nvPr/>
        </p:nvSpPr>
        <p:spPr>
          <a:xfrm>
            <a:off x="5921672" y="5415306"/>
            <a:ext cx="970137" cy="110030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5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26.10.05</a:t>
            </a:r>
          </a:p>
          <a:p>
            <a:pPr>
              <a:lnSpc>
                <a:spcPct val="150000"/>
              </a:lnSpc>
            </a:pPr>
            <a:r>
              <a:rPr lang="en-US" altLang="ko-KR" sz="15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26.10.06</a:t>
            </a:r>
          </a:p>
          <a:p>
            <a:pPr>
              <a:lnSpc>
                <a:spcPct val="150000"/>
              </a:lnSpc>
            </a:pPr>
            <a:r>
              <a:rPr lang="en-US" altLang="ko-KR" sz="15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26.10.07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254C4CB-E5D4-5864-5762-1FF5C13F6A35}"/>
              </a:ext>
            </a:extLst>
          </p:cNvPr>
          <p:cNvSpPr txBox="1"/>
          <p:nvPr/>
        </p:nvSpPr>
        <p:spPr>
          <a:xfrm>
            <a:off x="7324783" y="5415305"/>
            <a:ext cx="3868367" cy="110030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호흡</a:t>
            </a:r>
            <a:r>
              <a:rPr lang="en-US" altLang="ko-KR" sz="15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15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환경 상호작용 규칙 및 수치 체계 보완</a:t>
            </a:r>
            <a:endParaRPr lang="en-US" altLang="ko-KR" sz="15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5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데이터 테이블</a:t>
            </a:r>
            <a:r>
              <a:rPr lang="en-US" altLang="ko-KR" sz="15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15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계산 검증 구조 및 설명 보강</a:t>
            </a:r>
            <a:endParaRPr lang="en-US" altLang="ko-KR" sz="15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500" dirty="0" err="1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플로우차트</a:t>
            </a:r>
            <a:r>
              <a:rPr lang="en-US" altLang="ko-KR" sz="15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15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맵 적용 예시 및 시각화 개선</a:t>
            </a:r>
            <a:endParaRPr lang="en-US" altLang="ko-KR" sz="15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64258C0-9135-9BA2-EE6D-439DCEF1C1C0}"/>
              </a:ext>
            </a:extLst>
          </p:cNvPr>
          <p:cNvSpPr txBox="1"/>
          <p:nvPr/>
        </p:nvSpPr>
        <p:spPr>
          <a:xfrm>
            <a:off x="2186400" y="5415306"/>
            <a:ext cx="2696572" cy="7540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5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3D </a:t>
            </a:r>
            <a:r>
              <a:rPr lang="ko-KR" altLang="en-US" sz="15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싱글 플레이 액션 어드벤처</a:t>
            </a:r>
            <a:endParaRPr lang="en-US" altLang="ko-KR" sz="15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윤수진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68CC40F-43B7-2F88-1B4E-345FA727DDBE}"/>
              </a:ext>
            </a:extLst>
          </p:cNvPr>
          <p:cNvSpPr txBox="1"/>
          <p:nvPr/>
        </p:nvSpPr>
        <p:spPr>
          <a:xfrm>
            <a:off x="0" y="-540871"/>
            <a:ext cx="21368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글꼴 </a:t>
            </a:r>
            <a:r>
              <a:rPr lang="ko-KR" altLang="en-US" sz="2000" dirty="0" err="1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온고딕</a:t>
            </a:r>
            <a:r>
              <a:rPr lang="ko-KR" altLang="en-US" sz="2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en-US" altLang="ko-KR" sz="2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20pt</a:t>
            </a:r>
            <a:endParaRPr lang="ko-KR" altLang="en-US" sz="2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511410-F0E4-B8A0-4C5A-C0570C0DF251}"/>
              </a:ext>
            </a:extLst>
          </p:cNvPr>
          <p:cNvSpPr txBox="1"/>
          <p:nvPr/>
        </p:nvSpPr>
        <p:spPr>
          <a:xfrm>
            <a:off x="2136803" y="-463926"/>
            <a:ext cx="535724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5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15p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1E83279-D6D5-B883-AFC4-94DB060B545F}"/>
              </a:ext>
            </a:extLst>
          </p:cNvPr>
          <p:cNvSpPr txBox="1"/>
          <p:nvPr/>
        </p:nvSpPr>
        <p:spPr>
          <a:xfrm>
            <a:off x="2672527" y="-386982"/>
            <a:ext cx="468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10pt</a:t>
            </a:r>
            <a:endParaRPr lang="ko-KR" altLang="en-US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86331A8-6382-2709-18FD-8587163C7332}"/>
              </a:ext>
            </a:extLst>
          </p:cNvPr>
          <p:cNvSpPr txBox="1"/>
          <p:nvPr/>
        </p:nvSpPr>
        <p:spPr>
          <a:xfrm>
            <a:off x="3140925" y="-356205"/>
            <a:ext cx="34977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8pt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FA8DCBFE-5F84-3285-A7C2-D322EDEC9013}"/>
              </a:ext>
            </a:extLst>
          </p:cNvPr>
          <p:cNvSpPr/>
          <p:nvPr/>
        </p:nvSpPr>
        <p:spPr>
          <a:xfrm>
            <a:off x="4103543" y="-434736"/>
            <a:ext cx="293974" cy="293974"/>
          </a:xfrm>
          <a:prstGeom prst="ellipse">
            <a:avLst/>
          </a:prstGeom>
          <a:solidFill>
            <a:srgbClr val="637A96">
              <a:alpha val="10000"/>
            </a:srgbClr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D8417EB-39FB-0A64-6B6F-620CAE7DBC18}"/>
              </a:ext>
            </a:extLst>
          </p:cNvPr>
          <p:cNvSpPr txBox="1"/>
          <p:nvPr/>
        </p:nvSpPr>
        <p:spPr>
          <a:xfrm>
            <a:off x="4399727" y="-386983"/>
            <a:ext cx="252665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투명도 </a:t>
            </a: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90%               65%               30%</a:t>
            </a:r>
            <a:endParaRPr lang="ko-KR" altLang="en-US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AF617464-AEB9-4076-E72A-4F4EBA0EC45C}"/>
              </a:ext>
            </a:extLst>
          </p:cNvPr>
          <p:cNvSpPr/>
          <p:nvPr/>
        </p:nvSpPr>
        <p:spPr>
          <a:xfrm>
            <a:off x="5369080" y="-434736"/>
            <a:ext cx="293974" cy="293974"/>
          </a:xfrm>
          <a:prstGeom prst="ellipse">
            <a:avLst/>
          </a:prstGeom>
          <a:solidFill>
            <a:srgbClr val="637A96">
              <a:alpha val="35000"/>
            </a:srgbClr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012344D8-A134-A19B-6B77-A6FFC6B5648B}"/>
              </a:ext>
            </a:extLst>
          </p:cNvPr>
          <p:cNvSpPr/>
          <p:nvPr/>
        </p:nvSpPr>
        <p:spPr>
          <a:xfrm>
            <a:off x="6198530" y="-434736"/>
            <a:ext cx="293974" cy="293974"/>
          </a:xfrm>
          <a:prstGeom prst="ellipse">
            <a:avLst/>
          </a:prstGeom>
          <a:solidFill>
            <a:srgbClr val="637A96">
              <a:alpha val="70000"/>
            </a:srgbClr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F6652295-67AD-3092-A423-FDAD249C4C9E}"/>
              </a:ext>
            </a:extLst>
          </p:cNvPr>
          <p:cNvSpPr/>
          <p:nvPr/>
        </p:nvSpPr>
        <p:spPr>
          <a:xfrm>
            <a:off x="-653586" y="344583"/>
            <a:ext cx="478118" cy="478118"/>
          </a:xfrm>
          <a:prstGeom prst="ellipse">
            <a:avLst/>
          </a:prstGeom>
          <a:solidFill>
            <a:srgbClr val="AF7273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AF7273"/>
              </a:solidFill>
            </a:endParaRPr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B5D46567-F674-81DD-70DE-67747815493D}"/>
              </a:ext>
            </a:extLst>
          </p:cNvPr>
          <p:cNvSpPr/>
          <p:nvPr/>
        </p:nvSpPr>
        <p:spPr>
          <a:xfrm>
            <a:off x="-653586" y="2297913"/>
            <a:ext cx="478118" cy="478118"/>
          </a:xfrm>
          <a:prstGeom prst="ellipse">
            <a:avLst/>
          </a:prstGeom>
          <a:solidFill>
            <a:srgbClr val="637A96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92C627D0-790F-9AC7-DC7D-558E83F48F05}"/>
              </a:ext>
            </a:extLst>
          </p:cNvPr>
          <p:cNvSpPr/>
          <p:nvPr/>
        </p:nvSpPr>
        <p:spPr>
          <a:xfrm>
            <a:off x="-653586" y="998939"/>
            <a:ext cx="478118" cy="478118"/>
          </a:xfrm>
          <a:prstGeom prst="ellipse">
            <a:avLst/>
          </a:prstGeom>
          <a:solidFill>
            <a:srgbClr val="A07B60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A07B60"/>
              </a:solidFill>
            </a:endParaRPr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8EC3BEAC-4672-0943-1153-B491995BAD40}"/>
              </a:ext>
            </a:extLst>
          </p:cNvPr>
          <p:cNvSpPr/>
          <p:nvPr/>
        </p:nvSpPr>
        <p:spPr>
          <a:xfrm>
            <a:off x="-653586" y="2942531"/>
            <a:ext cx="478118" cy="478118"/>
          </a:xfrm>
          <a:prstGeom prst="ellipse">
            <a:avLst/>
          </a:prstGeom>
          <a:solidFill>
            <a:srgbClr val="847190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CA5658AE-2ECD-6D1F-8C67-E8F7C547FC89}"/>
              </a:ext>
            </a:extLst>
          </p:cNvPr>
          <p:cNvSpPr/>
          <p:nvPr/>
        </p:nvSpPr>
        <p:spPr>
          <a:xfrm>
            <a:off x="-653586" y="1643557"/>
            <a:ext cx="478118" cy="478118"/>
          </a:xfrm>
          <a:prstGeom prst="ellipse">
            <a:avLst/>
          </a:prstGeom>
          <a:solidFill>
            <a:srgbClr val="758171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2EE2BA29-EA16-DFBD-479F-CC61BE35F81D}"/>
              </a:ext>
            </a:extLst>
          </p:cNvPr>
          <p:cNvSpPr/>
          <p:nvPr/>
        </p:nvSpPr>
        <p:spPr>
          <a:xfrm>
            <a:off x="-653586" y="3592018"/>
            <a:ext cx="478118" cy="478118"/>
          </a:xfrm>
          <a:prstGeom prst="ellipse">
            <a:avLst/>
          </a:prstGeom>
          <a:solidFill>
            <a:srgbClr val="FDFDFE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F3282DB0-E5C3-4077-D19F-6DBC0AFBDDE4}"/>
              </a:ext>
            </a:extLst>
          </p:cNvPr>
          <p:cNvSpPr/>
          <p:nvPr/>
        </p:nvSpPr>
        <p:spPr>
          <a:xfrm>
            <a:off x="-653586" y="4241505"/>
            <a:ext cx="478118" cy="478118"/>
          </a:xfrm>
          <a:prstGeom prst="ellipse">
            <a:avLst/>
          </a:prstGeom>
          <a:solidFill>
            <a:srgbClr val="031223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33899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07B52-557A-C2C5-0050-8237A967AD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52248639-C052-E0C6-AF02-8978B3CEEE05}"/>
              </a:ext>
            </a:extLst>
          </p:cNvPr>
          <p:cNvSpPr txBox="1"/>
          <p:nvPr/>
        </p:nvSpPr>
        <p:spPr>
          <a:xfrm>
            <a:off x="1951041" y="1016042"/>
            <a:ext cx="6783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목차</a:t>
            </a:r>
            <a:endParaRPr lang="ko-KR" altLang="en-US" sz="2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487C5C5-4809-FFE8-4D1C-45FF6396B87C}"/>
              </a:ext>
            </a:extLst>
          </p:cNvPr>
          <p:cNvSpPr txBox="1"/>
          <p:nvPr/>
        </p:nvSpPr>
        <p:spPr>
          <a:xfrm>
            <a:off x="1966420" y="800598"/>
            <a:ext cx="94128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C O N T E N T S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FDE4DECA-7C07-356E-3EB1-AE88997785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" t="185" r="-2" b="-1"/>
          <a:stretch>
            <a:fillRect/>
          </a:stretch>
        </p:blipFill>
        <p:spPr>
          <a:xfrm>
            <a:off x="0" y="-1"/>
            <a:ext cx="12191999" cy="6859823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7BF0E094-6810-4467-17C5-E528F2F1F702}"/>
              </a:ext>
            </a:extLst>
          </p:cNvPr>
          <p:cNvSpPr txBox="1"/>
          <p:nvPr/>
        </p:nvSpPr>
        <p:spPr>
          <a:xfrm>
            <a:off x="1951041" y="908320"/>
            <a:ext cx="6783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목차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DAE6371-2192-9DD2-F393-B5BA445E9E23}"/>
              </a:ext>
            </a:extLst>
          </p:cNvPr>
          <p:cNvSpPr txBox="1"/>
          <p:nvPr/>
        </p:nvSpPr>
        <p:spPr>
          <a:xfrm>
            <a:off x="1966420" y="692876"/>
            <a:ext cx="94128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C O N T E N T S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0513462-17C9-E507-9F60-D0C7F6FAC8CC}"/>
              </a:ext>
            </a:extLst>
          </p:cNvPr>
          <p:cNvSpPr txBox="1"/>
          <p:nvPr/>
        </p:nvSpPr>
        <p:spPr>
          <a:xfrm>
            <a:off x="2107433" y="3879868"/>
            <a:ext cx="3385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rgbClr val="9C755B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3</a:t>
            </a:r>
            <a:endParaRPr lang="ko-KR" altLang="en-US" sz="2000" dirty="0">
              <a:solidFill>
                <a:srgbClr val="9C755B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3B536110-0AC4-B786-FD3D-13D8D6DE8BC3}"/>
              </a:ext>
            </a:extLst>
          </p:cNvPr>
          <p:cNvSpPr txBox="1"/>
          <p:nvPr/>
        </p:nvSpPr>
        <p:spPr>
          <a:xfrm>
            <a:off x="2546704" y="3918340"/>
            <a:ext cx="116410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시스템 규칙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032EDB9C-5B5B-232D-23A2-937E72FBD2CC}"/>
              </a:ext>
            </a:extLst>
          </p:cNvPr>
          <p:cNvSpPr txBox="1"/>
          <p:nvPr/>
        </p:nvSpPr>
        <p:spPr>
          <a:xfrm>
            <a:off x="2546704" y="4279978"/>
            <a:ext cx="1612942" cy="12259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1)  </a:t>
            </a: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호흡 행동 규칙</a:t>
            </a:r>
            <a:endParaRPr lang="en-US" altLang="ko-KR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2)  </a:t>
            </a: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강제 호흡</a:t>
            </a: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1000" dirty="0" err="1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과흡입</a:t>
            </a:r>
            <a:endParaRPr lang="en-US" altLang="ko-KR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3)  </a:t>
            </a: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공기별 환경</a:t>
            </a:r>
            <a:endParaRPr lang="en-US" altLang="ko-KR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4)  </a:t>
            </a: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공기 환경과 이상 상태</a:t>
            </a:r>
            <a:endParaRPr lang="en-US" altLang="ko-KR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5)  </a:t>
            </a: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인형 감지 시스템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4D6946D1-4B31-8A1A-5374-1F564924923C}"/>
              </a:ext>
            </a:extLst>
          </p:cNvPr>
          <p:cNvSpPr txBox="1"/>
          <p:nvPr/>
        </p:nvSpPr>
        <p:spPr>
          <a:xfrm>
            <a:off x="5034886" y="4279978"/>
            <a:ext cx="418769" cy="12259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7p</a:t>
            </a:r>
          </a:p>
          <a:p>
            <a:pPr algn="r">
              <a:lnSpc>
                <a:spcPct val="150000"/>
              </a:lnSpc>
            </a:pP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8p</a:t>
            </a:r>
          </a:p>
          <a:p>
            <a:pPr algn="r">
              <a:lnSpc>
                <a:spcPct val="150000"/>
              </a:lnSpc>
            </a:pP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9p</a:t>
            </a:r>
          </a:p>
          <a:p>
            <a:pPr algn="r">
              <a:lnSpc>
                <a:spcPct val="150000"/>
              </a:lnSpc>
            </a:pP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10p</a:t>
            </a:r>
          </a:p>
          <a:p>
            <a:pPr algn="r">
              <a:lnSpc>
                <a:spcPct val="150000"/>
              </a:lnSpc>
            </a:pP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11p</a:t>
            </a:r>
            <a:endParaRPr lang="ko-KR" altLang="en-US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44C1C729-B224-658E-09B2-286D9C9984DA}"/>
              </a:ext>
            </a:extLst>
          </p:cNvPr>
          <p:cNvSpPr txBox="1"/>
          <p:nvPr/>
        </p:nvSpPr>
        <p:spPr>
          <a:xfrm>
            <a:off x="6737853" y="3718285"/>
            <a:ext cx="3385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rgbClr val="59739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6</a:t>
            </a:r>
            <a:endParaRPr lang="ko-KR" altLang="en-US" sz="2000" dirty="0">
              <a:solidFill>
                <a:srgbClr val="597390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25CD24E2-51C1-87AD-A2EC-DFE6C86B3412}"/>
              </a:ext>
            </a:extLst>
          </p:cNvPr>
          <p:cNvSpPr txBox="1"/>
          <p:nvPr/>
        </p:nvSpPr>
        <p:spPr>
          <a:xfrm>
            <a:off x="7177124" y="3756757"/>
            <a:ext cx="979755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적용</a:t>
            </a:r>
            <a:r>
              <a:rPr lang="en-US" altLang="ko-KR" sz="15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ko-KR" altLang="en-US" sz="15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예시</a:t>
            </a: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D6044542-B68F-D30A-80F7-1B9C1233C1EC}"/>
              </a:ext>
            </a:extLst>
          </p:cNvPr>
          <p:cNvSpPr txBox="1"/>
          <p:nvPr/>
        </p:nvSpPr>
        <p:spPr>
          <a:xfrm>
            <a:off x="7177124" y="4118395"/>
            <a:ext cx="1327608" cy="5334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1)  </a:t>
            </a: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시스템 응용 사례</a:t>
            </a:r>
            <a:endParaRPr lang="en-US" altLang="ko-KR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2)  </a:t>
            </a: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맵 적용 예시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4C21FD1E-A3D4-1A06-7CBD-18577DA124F7}"/>
              </a:ext>
            </a:extLst>
          </p:cNvPr>
          <p:cNvSpPr txBox="1"/>
          <p:nvPr/>
        </p:nvSpPr>
        <p:spPr>
          <a:xfrm>
            <a:off x="9665371" y="4118395"/>
            <a:ext cx="418704" cy="5334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15p</a:t>
            </a:r>
          </a:p>
          <a:p>
            <a:pPr algn="r">
              <a:lnSpc>
                <a:spcPct val="150000"/>
              </a:lnSpc>
            </a:pP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16p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52C764E8-EE99-1FD8-727C-6444D7E68688}"/>
              </a:ext>
            </a:extLst>
          </p:cNvPr>
          <p:cNvSpPr txBox="1"/>
          <p:nvPr/>
        </p:nvSpPr>
        <p:spPr>
          <a:xfrm>
            <a:off x="2107433" y="1416152"/>
            <a:ext cx="3385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rgbClr val="B57778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1</a:t>
            </a:r>
            <a:endParaRPr lang="ko-KR" altLang="en-US" sz="2000" dirty="0">
              <a:solidFill>
                <a:srgbClr val="B57778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CEA05FE9-7E3A-045C-E83D-F1FC2973C86B}"/>
              </a:ext>
            </a:extLst>
          </p:cNvPr>
          <p:cNvSpPr txBox="1"/>
          <p:nvPr/>
        </p:nvSpPr>
        <p:spPr>
          <a:xfrm>
            <a:off x="2546704" y="1454624"/>
            <a:ext cx="1620957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게임</a:t>
            </a:r>
            <a:r>
              <a:rPr lang="en-US" altLang="ko-KR" sz="15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·</a:t>
            </a:r>
            <a:r>
              <a:rPr lang="ko-KR" altLang="en-US" sz="15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시스템 개요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35BE260E-4FA4-E511-0C64-BB3F71850DA4}"/>
              </a:ext>
            </a:extLst>
          </p:cNvPr>
          <p:cNvSpPr txBox="1"/>
          <p:nvPr/>
        </p:nvSpPr>
        <p:spPr>
          <a:xfrm>
            <a:off x="2546704" y="1816262"/>
            <a:ext cx="1489510" cy="7643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1)  </a:t>
            </a: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게임 및 시스템 개요</a:t>
            </a:r>
            <a:endParaRPr lang="en-US" altLang="ko-KR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2)  </a:t>
            </a: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호흡 시스템</a:t>
            </a:r>
            <a:endParaRPr lang="en-US" altLang="ko-KR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3)  </a:t>
            </a: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핵심 플레이 순환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F2061BC4-A1B3-2E89-9637-45DE54AC3A2D}"/>
              </a:ext>
            </a:extLst>
          </p:cNvPr>
          <p:cNvSpPr txBox="1"/>
          <p:nvPr/>
        </p:nvSpPr>
        <p:spPr>
          <a:xfrm>
            <a:off x="5107022" y="1816262"/>
            <a:ext cx="346633" cy="7643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3p</a:t>
            </a:r>
          </a:p>
          <a:p>
            <a:pPr algn="r">
              <a:lnSpc>
                <a:spcPct val="150000"/>
              </a:lnSpc>
            </a:pP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4p</a:t>
            </a:r>
          </a:p>
          <a:p>
            <a:pPr algn="r">
              <a:lnSpc>
                <a:spcPct val="150000"/>
              </a:lnSpc>
            </a:pP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5p</a:t>
            </a:r>
            <a:endParaRPr lang="ko-KR" altLang="en-US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35E38ADA-E332-A8B3-A107-A27A04994C1D}"/>
              </a:ext>
            </a:extLst>
          </p:cNvPr>
          <p:cNvSpPr txBox="1"/>
          <p:nvPr/>
        </p:nvSpPr>
        <p:spPr>
          <a:xfrm>
            <a:off x="2107433" y="2859606"/>
            <a:ext cx="3385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rgbClr val="59739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2</a:t>
            </a:r>
            <a:endParaRPr lang="ko-KR" altLang="en-US" sz="2000" dirty="0">
              <a:solidFill>
                <a:srgbClr val="597390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AB97011A-D1E6-0AD4-B727-42C941A6C0D1}"/>
              </a:ext>
            </a:extLst>
          </p:cNvPr>
          <p:cNvSpPr txBox="1"/>
          <p:nvPr/>
        </p:nvSpPr>
        <p:spPr>
          <a:xfrm>
            <a:off x="2546704" y="2898078"/>
            <a:ext cx="1473480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플레이 화면</a:t>
            </a:r>
            <a:r>
              <a:rPr lang="en-US" altLang="ko-KR" sz="15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·UI</a:t>
            </a:r>
            <a:endParaRPr lang="ko-KR" altLang="en-US" sz="1500" dirty="0"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59E776B3-5F20-EDE8-E656-6877F9087951}"/>
              </a:ext>
            </a:extLst>
          </p:cNvPr>
          <p:cNvSpPr txBox="1"/>
          <p:nvPr/>
        </p:nvSpPr>
        <p:spPr>
          <a:xfrm>
            <a:off x="2546704" y="3259716"/>
            <a:ext cx="2056973" cy="3026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1)  </a:t>
            </a: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게임</a:t>
            </a: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플레이 화면과 </a:t>
            </a: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HUD </a:t>
            </a: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구성</a:t>
            </a:r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642EAC70-4E9D-31A4-0E95-33483035ED95}"/>
              </a:ext>
            </a:extLst>
          </p:cNvPr>
          <p:cNvSpPr txBox="1"/>
          <p:nvPr/>
        </p:nvSpPr>
        <p:spPr>
          <a:xfrm>
            <a:off x="5111894" y="3259716"/>
            <a:ext cx="341761" cy="3026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6p</a:t>
            </a:r>
            <a:endParaRPr lang="ko-KR" altLang="en-US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6FE7FFC7-3042-F69C-AADA-1611F7FD5400}"/>
              </a:ext>
            </a:extLst>
          </p:cNvPr>
          <p:cNvSpPr txBox="1"/>
          <p:nvPr/>
        </p:nvSpPr>
        <p:spPr>
          <a:xfrm>
            <a:off x="6737853" y="1416152"/>
            <a:ext cx="3385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rgbClr val="7E6A8D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4</a:t>
            </a:r>
            <a:endParaRPr lang="ko-KR" altLang="en-US" sz="2000" dirty="0">
              <a:solidFill>
                <a:srgbClr val="7E6A8D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74D42AA2-288F-3DCF-0614-EDFC51225F51}"/>
              </a:ext>
            </a:extLst>
          </p:cNvPr>
          <p:cNvSpPr txBox="1"/>
          <p:nvPr/>
        </p:nvSpPr>
        <p:spPr>
          <a:xfrm>
            <a:off x="7177124" y="1454624"/>
            <a:ext cx="1348446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시스템 구조도</a:t>
            </a:r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A276E67E-4996-C818-1CAC-37FE6D3F7D6C}"/>
              </a:ext>
            </a:extLst>
          </p:cNvPr>
          <p:cNvSpPr txBox="1"/>
          <p:nvPr/>
        </p:nvSpPr>
        <p:spPr>
          <a:xfrm>
            <a:off x="7177124" y="1816262"/>
            <a:ext cx="1042273" cy="3026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1)  </a:t>
            </a: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플로우 차트</a:t>
            </a: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81B5C5CA-9562-364F-21E4-0FEC478FE41A}"/>
              </a:ext>
            </a:extLst>
          </p:cNvPr>
          <p:cNvSpPr txBox="1"/>
          <p:nvPr/>
        </p:nvSpPr>
        <p:spPr>
          <a:xfrm>
            <a:off x="9665371" y="1816262"/>
            <a:ext cx="418704" cy="3026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12p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7E6DBEB1-190C-E947-3B25-FBB9A0AB65D3}"/>
              </a:ext>
            </a:extLst>
          </p:cNvPr>
          <p:cNvSpPr txBox="1"/>
          <p:nvPr/>
        </p:nvSpPr>
        <p:spPr>
          <a:xfrm>
            <a:off x="6737853" y="2433044"/>
            <a:ext cx="3385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rgbClr val="6E7D6C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5</a:t>
            </a:r>
            <a:endParaRPr lang="ko-KR" altLang="en-US" sz="2000" dirty="0">
              <a:solidFill>
                <a:srgbClr val="6E7D6C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561244C9-1009-2F11-0752-91E7573ECB73}"/>
              </a:ext>
            </a:extLst>
          </p:cNvPr>
          <p:cNvSpPr txBox="1"/>
          <p:nvPr/>
        </p:nvSpPr>
        <p:spPr>
          <a:xfrm>
            <a:off x="7177124" y="2471516"/>
            <a:ext cx="1348446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레퍼런스 분석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19A480C2-A5AB-9140-31AD-C86B05C42630}"/>
              </a:ext>
            </a:extLst>
          </p:cNvPr>
          <p:cNvSpPr txBox="1"/>
          <p:nvPr/>
        </p:nvSpPr>
        <p:spPr>
          <a:xfrm>
            <a:off x="7177124" y="2833154"/>
            <a:ext cx="2536272" cy="5334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1)  </a:t>
            </a: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「</a:t>
            </a: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DEATH STRANDING</a:t>
            </a: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」 분석</a:t>
            </a:r>
            <a:endParaRPr lang="en-US" altLang="ko-KR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2)  </a:t>
            </a: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「</a:t>
            </a: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DEATH STRANDING</a:t>
            </a: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」 비교</a:t>
            </a: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차별화</a:t>
            </a: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83C98CCF-41A8-172C-5AE5-EA70EE076F2E}"/>
              </a:ext>
            </a:extLst>
          </p:cNvPr>
          <p:cNvSpPr txBox="1"/>
          <p:nvPr/>
        </p:nvSpPr>
        <p:spPr>
          <a:xfrm>
            <a:off x="9660561" y="2833154"/>
            <a:ext cx="423514" cy="5334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13p</a:t>
            </a:r>
          </a:p>
          <a:p>
            <a:pPr algn="r">
              <a:lnSpc>
                <a:spcPct val="150000"/>
              </a:lnSpc>
            </a:pP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12p</a:t>
            </a:r>
            <a:endParaRPr lang="ko-KR" altLang="en-US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121BA8B2-2512-519A-39EE-DEA984B919BE}"/>
              </a:ext>
            </a:extLst>
          </p:cNvPr>
          <p:cNvSpPr txBox="1"/>
          <p:nvPr/>
        </p:nvSpPr>
        <p:spPr>
          <a:xfrm>
            <a:off x="6737853" y="5003526"/>
            <a:ext cx="3385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rgbClr val="B57778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7</a:t>
            </a:r>
            <a:endParaRPr lang="ko-KR" altLang="en-US" sz="2000" dirty="0">
              <a:solidFill>
                <a:srgbClr val="B57778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580EFE92-6D4A-47B5-4C6E-68BBF2FC984D}"/>
              </a:ext>
            </a:extLst>
          </p:cNvPr>
          <p:cNvSpPr txBox="1"/>
          <p:nvPr/>
        </p:nvSpPr>
        <p:spPr>
          <a:xfrm>
            <a:off x="7177124" y="5041998"/>
            <a:ext cx="979755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제작 명세</a:t>
            </a:r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3D650439-C0E8-0A6F-ECD5-79C14C95A1F2}"/>
              </a:ext>
            </a:extLst>
          </p:cNvPr>
          <p:cNvSpPr txBox="1"/>
          <p:nvPr/>
        </p:nvSpPr>
        <p:spPr>
          <a:xfrm>
            <a:off x="7177124" y="5403636"/>
            <a:ext cx="1651414" cy="7643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1)  </a:t>
            </a: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예외 처리 및 안전 장치</a:t>
            </a:r>
            <a:endParaRPr lang="en-US" altLang="ko-KR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2)  </a:t>
            </a: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데이터 항목 정의</a:t>
            </a:r>
            <a:endParaRPr lang="en-US" altLang="ko-KR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3)  </a:t>
            </a: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출처 및 제작 도구</a:t>
            </a: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3C0ED3C8-9600-335C-FEFB-CD0D931F94EE}"/>
              </a:ext>
            </a:extLst>
          </p:cNvPr>
          <p:cNvSpPr txBox="1"/>
          <p:nvPr/>
        </p:nvSpPr>
        <p:spPr>
          <a:xfrm>
            <a:off x="9665306" y="5403636"/>
            <a:ext cx="418769" cy="7643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17p</a:t>
            </a:r>
          </a:p>
          <a:p>
            <a:pPr algn="r">
              <a:lnSpc>
                <a:spcPct val="150000"/>
              </a:lnSpc>
            </a:pP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18p</a:t>
            </a:r>
          </a:p>
          <a:p>
            <a:pPr algn="r">
              <a:lnSpc>
                <a:spcPct val="150000"/>
              </a:lnSpc>
            </a:pP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19p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F474E6-E78A-32F9-7846-C70BE38D07E7}"/>
              </a:ext>
            </a:extLst>
          </p:cNvPr>
          <p:cNvSpPr txBox="1"/>
          <p:nvPr/>
        </p:nvSpPr>
        <p:spPr>
          <a:xfrm>
            <a:off x="11812655" y="6499017"/>
            <a:ext cx="24558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2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003346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B7DAF-63AF-0617-3E06-602AE62680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직사각형 71">
            <a:extLst>
              <a:ext uri="{FF2B5EF4-FFF2-40B4-BE49-F238E27FC236}">
                <a16:creationId xmlns:a16="http://schemas.microsoft.com/office/drawing/2014/main" id="{15014C0C-FF87-A083-2160-989A7FED9CB9}"/>
              </a:ext>
            </a:extLst>
          </p:cNvPr>
          <p:cNvSpPr/>
          <p:nvPr/>
        </p:nvSpPr>
        <p:spPr>
          <a:xfrm>
            <a:off x="0" y="6599634"/>
            <a:ext cx="335755" cy="258366"/>
          </a:xfrm>
          <a:prstGeom prst="rect">
            <a:avLst/>
          </a:prstGeom>
          <a:solidFill>
            <a:srgbClr val="735C6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F716D883-F7DA-50B6-53BF-A52F6C816E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24" b="12035"/>
          <a:stretch>
            <a:fillRect/>
          </a:stretch>
        </p:blipFill>
        <p:spPr>
          <a:xfrm>
            <a:off x="1" y="976844"/>
            <a:ext cx="6289798" cy="5881156"/>
          </a:xfrm>
          <a:prstGeom prst="rect">
            <a:avLst/>
          </a:prstGeom>
          <a:effectLst/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2CD63A92-578F-EFCA-1C8D-D920C374A5EE}"/>
              </a:ext>
            </a:extLst>
          </p:cNvPr>
          <p:cNvSpPr txBox="1"/>
          <p:nvPr/>
        </p:nvSpPr>
        <p:spPr>
          <a:xfrm>
            <a:off x="300437" y="576734"/>
            <a:ext cx="271741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1) </a:t>
            </a:r>
            <a:r>
              <a:rPr lang="ko-KR" altLang="en-US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게임 및</a:t>
            </a:r>
            <a:r>
              <a:rPr lang="en-US" altLang="ko-KR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ko-KR" altLang="en-US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시스템 개요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10E186F-B818-9959-A560-F8223489E351}"/>
              </a:ext>
            </a:extLst>
          </p:cNvPr>
          <p:cNvSpPr txBox="1"/>
          <p:nvPr/>
        </p:nvSpPr>
        <p:spPr>
          <a:xfrm>
            <a:off x="300437" y="1061220"/>
            <a:ext cx="36311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rgbClr val="AF727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“</a:t>
            </a:r>
            <a:r>
              <a:rPr lang="ko-KR" altLang="en-US" sz="2000" dirty="0">
                <a:solidFill>
                  <a:srgbClr val="AF727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숨 </a:t>
            </a:r>
            <a:r>
              <a:rPr lang="ko-KR" altLang="en-US" sz="2000" dirty="0" err="1">
                <a:solidFill>
                  <a:srgbClr val="AF727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쉬는순간조차</a:t>
            </a:r>
            <a:r>
              <a:rPr lang="ko-KR" altLang="en-US" sz="2000" dirty="0">
                <a:solidFill>
                  <a:srgbClr val="AF727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선택이 된다</a:t>
            </a:r>
            <a:r>
              <a:rPr lang="en-US" altLang="ko-KR" sz="2000" dirty="0">
                <a:solidFill>
                  <a:srgbClr val="AF727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.”</a:t>
            </a:r>
            <a:endParaRPr lang="ko-KR" altLang="en-US" sz="2000" dirty="0">
              <a:solidFill>
                <a:srgbClr val="AF727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F4C27923-6A1F-77B6-3FB6-1D1949C91517}"/>
              </a:ext>
            </a:extLst>
          </p:cNvPr>
          <p:cNvSpPr/>
          <p:nvPr/>
        </p:nvSpPr>
        <p:spPr>
          <a:xfrm>
            <a:off x="710939" y="1543240"/>
            <a:ext cx="2289174" cy="371366"/>
          </a:xfrm>
          <a:prstGeom prst="roundRect">
            <a:avLst>
              <a:gd name="adj" fmla="val 50000"/>
            </a:avLst>
          </a:prstGeom>
          <a:solidFill>
            <a:srgbClr val="847190"/>
          </a:solidFill>
          <a:ln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7AE669A-7D56-42A9-C580-C4E31171DCF3}"/>
              </a:ext>
            </a:extLst>
          </p:cNvPr>
          <p:cNvSpPr txBox="1"/>
          <p:nvPr/>
        </p:nvSpPr>
        <p:spPr>
          <a:xfrm>
            <a:off x="312341" y="260477"/>
            <a:ext cx="106792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1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 </a:t>
            </a: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게임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시스템 개요</a:t>
            </a:r>
          </a:p>
        </p:txBody>
      </p:sp>
      <p:pic>
        <p:nvPicPr>
          <p:cNvPr id="254" name="그림 253">
            <a:extLst>
              <a:ext uri="{FF2B5EF4-FFF2-40B4-BE49-F238E27FC236}">
                <a16:creationId xmlns:a16="http://schemas.microsoft.com/office/drawing/2014/main" id="{C4F15D30-9F87-4918-C46F-4A0DEC2D0C5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484" t="3586" r="4994" b="6301"/>
          <a:stretch>
            <a:fillRect/>
          </a:stretch>
        </p:blipFill>
        <p:spPr>
          <a:xfrm>
            <a:off x="3000112" y="1600171"/>
            <a:ext cx="257359" cy="257501"/>
          </a:xfrm>
          <a:prstGeom prst="rect">
            <a:avLst/>
          </a:prstGeom>
          <a:effectLst>
            <a:softEdge rad="63500"/>
          </a:effectLst>
        </p:spPr>
      </p:pic>
      <p:pic>
        <p:nvPicPr>
          <p:cNvPr id="256" name="그림 255">
            <a:extLst>
              <a:ext uri="{FF2B5EF4-FFF2-40B4-BE49-F238E27FC236}">
                <a16:creationId xmlns:a16="http://schemas.microsoft.com/office/drawing/2014/main" id="{C2BAC18F-481A-FB25-DC6A-8C855073F49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484" t="3586" r="4994" b="6301"/>
          <a:stretch>
            <a:fillRect/>
          </a:stretch>
        </p:blipFill>
        <p:spPr>
          <a:xfrm>
            <a:off x="453579" y="1600171"/>
            <a:ext cx="257359" cy="257501"/>
          </a:xfrm>
          <a:prstGeom prst="rect">
            <a:avLst/>
          </a:prstGeom>
          <a:effectLst>
            <a:softEdge rad="63500"/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05DBE14-F2CC-193A-A305-A3D16867B572}"/>
              </a:ext>
            </a:extLst>
          </p:cNvPr>
          <p:cNvSpPr txBox="1"/>
          <p:nvPr/>
        </p:nvSpPr>
        <p:spPr>
          <a:xfrm>
            <a:off x="847076" y="1567220"/>
            <a:ext cx="2016899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5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인형 악몽 세계관 기반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F570C74C-89AA-B1D3-46F6-C4EB48041704}"/>
              </a:ext>
            </a:extLst>
          </p:cNvPr>
          <p:cNvCxnSpPr>
            <a:cxnSpLocks/>
            <a:stCxn id="56" idx="3"/>
          </p:cNvCxnSpPr>
          <p:nvPr/>
        </p:nvCxnSpPr>
        <p:spPr>
          <a:xfrm flipV="1">
            <a:off x="3017848" y="738317"/>
            <a:ext cx="8757429" cy="38472"/>
          </a:xfrm>
          <a:prstGeom prst="line">
            <a:avLst/>
          </a:prstGeom>
          <a:ln w="12700">
            <a:solidFill>
              <a:srgbClr val="AF7273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1" name="그림 160">
            <a:extLst>
              <a:ext uri="{FF2B5EF4-FFF2-40B4-BE49-F238E27FC236}">
                <a16:creationId xmlns:a16="http://schemas.microsoft.com/office/drawing/2014/main" id="{87CBFE8C-C74C-D83A-2FF0-FFEFE3E112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302" t="11996" r="45685" b="75209"/>
          <a:stretch>
            <a:fillRect/>
          </a:stretch>
        </p:blipFill>
        <p:spPr>
          <a:xfrm>
            <a:off x="6624554" y="1225653"/>
            <a:ext cx="604674" cy="620860"/>
          </a:xfrm>
          <a:prstGeom prst="ellipse">
            <a:avLst/>
          </a:prstGeom>
          <a:ln>
            <a:noFill/>
          </a:ln>
          <a:effectLst>
            <a:softEdge rad="12700"/>
          </a:effectLst>
        </p:spPr>
      </p:pic>
      <p:sp>
        <p:nvSpPr>
          <p:cNvPr id="163" name="TextBox 162">
            <a:extLst>
              <a:ext uri="{FF2B5EF4-FFF2-40B4-BE49-F238E27FC236}">
                <a16:creationId xmlns:a16="http://schemas.microsoft.com/office/drawing/2014/main" id="{20E921FC-BCB4-F2FF-13BE-2969CD69DD9D}"/>
              </a:ext>
            </a:extLst>
          </p:cNvPr>
          <p:cNvSpPr txBox="1"/>
          <p:nvPr/>
        </p:nvSpPr>
        <p:spPr>
          <a:xfrm>
            <a:off x="7216417" y="1374500"/>
            <a:ext cx="553357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배경</a:t>
            </a: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0AD335D8-1D48-4AF3-9F6C-15BAA464FB5B}"/>
              </a:ext>
            </a:extLst>
          </p:cNvPr>
          <p:cNvSpPr txBox="1"/>
          <p:nvPr/>
        </p:nvSpPr>
        <p:spPr>
          <a:xfrm>
            <a:off x="8380519" y="1245884"/>
            <a:ext cx="3252867" cy="5334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부모가 자주 집을 비우는 아이가 악몽 속에서</a:t>
            </a:r>
            <a:endParaRPr lang="en-US" altLang="ko-KR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뒤틀린 집과 인형들을 지나 현실로 돌아가는 여정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pic>
        <p:nvPicPr>
          <p:cNvPr id="167" name="그림 166">
            <a:extLst>
              <a:ext uri="{FF2B5EF4-FFF2-40B4-BE49-F238E27FC236}">
                <a16:creationId xmlns:a16="http://schemas.microsoft.com/office/drawing/2014/main" id="{894A7E5E-DB81-CCA0-38B2-A92151CD55D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302" t="46856" r="45685" b="40349"/>
          <a:stretch>
            <a:fillRect/>
          </a:stretch>
        </p:blipFill>
        <p:spPr>
          <a:xfrm>
            <a:off x="6624554" y="2357796"/>
            <a:ext cx="604674" cy="620860"/>
          </a:xfrm>
          <a:prstGeom prst="ellipse">
            <a:avLst/>
          </a:prstGeom>
          <a:ln>
            <a:noFill/>
          </a:ln>
          <a:effectLst>
            <a:softEdge rad="12700"/>
          </a:effectLst>
        </p:spPr>
      </p:pic>
      <p:sp>
        <p:nvSpPr>
          <p:cNvPr id="169" name="TextBox 168">
            <a:extLst>
              <a:ext uri="{FF2B5EF4-FFF2-40B4-BE49-F238E27FC236}">
                <a16:creationId xmlns:a16="http://schemas.microsoft.com/office/drawing/2014/main" id="{786A3B12-576D-C558-AA4F-4B1D9257A29F}"/>
              </a:ext>
            </a:extLst>
          </p:cNvPr>
          <p:cNvSpPr txBox="1"/>
          <p:nvPr/>
        </p:nvSpPr>
        <p:spPr>
          <a:xfrm>
            <a:off x="7216417" y="2506644"/>
            <a:ext cx="979755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A07B6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설계 의도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7AD5C7F3-22E0-C3E1-EB1F-DED6BCBA6E57}"/>
              </a:ext>
            </a:extLst>
          </p:cNvPr>
          <p:cNvSpPr txBox="1"/>
          <p:nvPr/>
        </p:nvSpPr>
        <p:spPr>
          <a:xfrm>
            <a:off x="8380519" y="2286070"/>
            <a:ext cx="3294054" cy="764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150000"/>
              </a:lnSpc>
              <a:buClr>
                <a:srgbClr val="031223"/>
              </a:buClr>
              <a:buFont typeface="Arial" panose="020B0604020202020204" pitchFamily="34" charset="0"/>
              <a:buChar char="•"/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평소에는 의식하지 않는 호흡을 플레이어가 판단하고</a:t>
            </a:r>
            <a:b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</a:b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조절하는 행동으로 전환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  <a:p>
            <a:pPr marL="171450" indent="-171450">
              <a:lnSpc>
                <a:spcPct val="150000"/>
              </a:lnSpc>
              <a:buClr>
                <a:srgbClr val="031223"/>
              </a:buClr>
              <a:buFont typeface="Arial" panose="020B0604020202020204" pitchFamily="34" charset="0"/>
              <a:buChar char="•"/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은폐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환경 대응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이동이 하나의 입력으로 연결됨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73" name="사각형: 둥근 모서리 172">
            <a:extLst>
              <a:ext uri="{FF2B5EF4-FFF2-40B4-BE49-F238E27FC236}">
                <a16:creationId xmlns:a16="http://schemas.microsoft.com/office/drawing/2014/main" id="{010BEB44-FC7D-366D-9F47-474600EA9CD3}"/>
              </a:ext>
            </a:extLst>
          </p:cNvPr>
          <p:cNvSpPr/>
          <p:nvPr/>
        </p:nvSpPr>
        <p:spPr>
          <a:xfrm>
            <a:off x="6364941" y="1015316"/>
            <a:ext cx="5519548" cy="1044048"/>
          </a:xfrm>
          <a:prstGeom prst="roundRect">
            <a:avLst/>
          </a:prstGeom>
          <a:solidFill>
            <a:srgbClr val="A07B60">
              <a:alpha val="10000"/>
            </a:srgb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5" name="사각형: 둥근 모서리 174">
            <a:extLst>
              <a:ext uri="{FF2B5EF4-FFF2-40B4-BE49-F238E27FC236}">
                <a16:creationId xmlns:a16="http://schemas.microsoft.com/office/drawing/2014/main" id="{9D31FD0A-3B60-4FDE-09D4-3BAFF87CE826}"/>
              </a:ext>
            </a:extLst>
          </p:cNvPr>
          <p:cNvSpPr/>
          <p:nvPr/>
        </p:nvSpPr>
        <p:spPr>
          <a:xfrm>
            <a:off x="6364940" y="2145418"/>
            <a:ext cx="5519548" cy="1044048"/>
          </a:xfrm>
          <a:prstGeom prst="roundRect">
            <a:avLst/>
          </a:prstGeom>
          <a:solidFill>
            <a:srgbClr val="A07B60">
              <a:alpha val="10000"/>
            </a:srgb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77" name="그림 176">
            <a:extLst>
              <a:ext uri="{FF2B5EF4-FFF2-40B4-BE49-F238E27FC236}">
                <a16:creationId xmlns:a16="http://schemas.microsoft.com/office/drawing/2014/main" id="{714FBD4C-49D0-9AF8-83EC-FBB70BB3B4F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302" t="28773" r="45685" b="58432"/>
          <a:stretch>
            <a:fillRect/>
          </a:stretch>
        </p:blipFill>
        <p:spPr>
          <a:xfrm>
            <a:off x="6624554" y="3493071"/>
            <a:ext cx="604674" cy="620860"/>
          </a:xfrm>
          <a:prstGeom prst="ellipse">
            <a:avLst/>
          </a:prstGeom>
          <a:ln>
            <a:noFill/>
          </a:ln>
          <a:effectLst>
            <a:softEdge rad="12700"/>
          </a:effectLst>
        </p:spPr>
      </p:pic>
      <p:sp>
        <p:nvSpPr>
          <p:cNvPr id="179" name="TextBox 178">
            <a:extLst>
              <a:ext uri="{FF2B5EF4-FFF2-40B4-BE49-F238E27FC236}">
                <a16:creationId xmlns:a16="http://schemas.microsoft.com/office/drawing/2014/main" id="{0428EFEF-D3A9-D1A3-FB29-20EA0768A40E}"/>
              </a:ext>
            </a:extLst>
          </p:cNvPr>
          <p:cNvSpPr txBox="1"/>
          <p:nvPr/>
        </p:nvSpPr>
        <p:spPr>
          <a:xfrm>
            <a:off x="7216417" y="3646930"/>
            <a:ext cx="116410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637A96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시스템 정의</a:t>
            </a:r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E96BAFBE-A5CD-4CD7-646E-75FD781BEC3F}"/>
              </a:ext>
            </a:extLst>
          </p:cNvPr>
          <p:cNvSpPr txBox="1"/>
          <p:nvPr/>
        </p:nvSpPr>
        <p:spPr>
          <a:xfrm>
            <a:off x="8380518" y="3421345"/>
            <a:ext cx="3252866" cy="764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플레이어가 들숨 → 참기 → 날숨을 직접 조작하여</a:t>
            </a:r>
            <a:endParaRPr lang="en-US" altLang="ko-KR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적 감지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위험 공기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수중 이동을 하나의 호흡 자원으로 대응하는 핵심 시스템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pic>
        <p:nvPicPr>
          <p:cNvPr id="186" name="그림 185">
            <a:extLst>
              <a:ext uri="{FF2B5EF4-FFF2-40B4-BE49-F238E27FC236}">
                <a16:creationId xmlns:a16="http://schemas.microsoft.com/office/drawing/2014/main" id="{C3DD74B9-DF9E-E533-338E-830E5BEE362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302" t="65432" r="45685" b="21773"/>
          <a:stretch>
            <a:fillRect/>
          </a:stretch>
        </p:blipFill>
        <p:spPr>
          <a:xfrm>
            <a:off x="6624554" y="4642632"/>
            <a:ext cx="604674" cy="620860"/>
          </a:xfrm>
          <a:prstGeom prst="ellipse">
            <a:avLst/>
          </a:prstGeom>
          <a:ln>
            <a:noFill/>
          </a:ln>
          <a:effectLst>
            <a:softEdge rad="12700"/>
          </a:effectLst>
        </p:spPr>
      </p:pic>
      <p:sp>
        <p:nvSpPr>
          <p:cNvPr id="190" name="TextBox 189">
            <a:extLst>
              <a:ext uri="{FF2B5EF4-FFF2-40B4-BE49-F238E27FC236}">
                <a16:creationId xmlns:a16="http://schemas.microsoft.com/office/drawing/2014/main" id="{8BB2BE77-B559-8800-B6AE-8AC333EE9E94}"/>
              </a:ext>
            </a:extLst>
          </p:cNvPr>
          <p:cNvSpPr txBox="1"/>
          <p:nvPr/>
        </p:nvSpPr>
        <p:spPr>
          <a:xfrm>
            <a:off x="7216417" y="4792471"/>
            <a:ext cx="979755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84719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재미 구조</a:t>
            </a:r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4B8995F9-6332-9D0E-4034-98F9607D5B90}"/>
              </a:ext>
            </a:extLst>
          </p:cNvPr>
          <p:cNvSpPr txBox="1"/>
          <p:nvPr/>
        </p:nvSpPr>
        <p:spPr>
          <a:xfrm>
            <a:off x="8380518" y="4686322"/>
            <a:ext cx="3252866" cy="5334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관찰과 준비 → 긴장 속 실행 → 안전 지점 도달의 해소 → </a:t>
            </a:r>
            <a:r>
              <a:rPr lang="ko-KR" altLang="en-US" sz="1000" dirty="0" err="1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재준비</a:t>
            </a:r>
            <a:endParaRPr lang="ko-KR" altLang="en-US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pic>
        <p:nvPicPr>
          <p:cNvPr id="196" name="그림 195">
            <a:extLst>
              <a:ext uri="{FF2B5EF4-FFF2-40B4-BE49-F238E27FC236}">
                <a16:creationId xmlns:a16="http://schemas.microsoft.com/office/drawing/2014/main" id="{7DFE2E8D-BA8D-EEE0-562E-6FA0989A6E9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302" t="83762" r="45685" b="3443"/>
          <a:stretch>
            <a:fillRect/>
          </a:stretch>
        </p:blipFill>
        <p:spPr>
          <a:xfrm>
            <a:off x="6624555" y="5767887"/>
            <a:ext cx="604674" cy="620860"/>
          </a:xfrm>
          <a:prstGeom prst="ellipse">
            <a:avLst/>
          </a:prstGeom>
          <a:ln>
            <a:noFill/>
          </a:ln>
          <a:effectLst>
            <a:softEdge rad="12700"/>
          </a:effectLst>
        </p:spPr>
      </p:pic>
      <p:sp>
        <p:nvSpPr>
          <p:cNvPr id="198" name="TextBox 197">
            <a:extLst>
              <a:ext uri="{FF2B5EF4-FFF2-40B4-BE49-F238E27FC236}">
                <a16:creationId xmlns:a16="http://schemas.microsoft.com/office/drawing/2014/main" id="{0DCF354D-9A01-A601-AC66-1F9184EEF340}"/>
              </a:ext>
            </a:extLst>
          </p:cNvPr>
          <p:cNvSpPr txBox="1"/>
          <p:nvPr/>
        </p:nvSpPr>
        <p:spPr>
          <a:xfrm>
            <a:off x="7216418" y="5911448"/>
            <a:ext cx="116410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758171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플레이 효과</a:t>
            </a: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6BB32255-C063-EA37-5B94-4A1AA775564D}"/>
              </a:ext>
            </a:extLst>
          </p:cNvPr>
          <p:cNvSpPr txBox="1"/>
          <p:nvPr/>
        </p:nvSpPr>
        <p:spPr>
          <a:xfrm>
            <a:off x="8380519" y="5806290"/>
            <a:ext cx="3252865" cy="5334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적 위치와 공기 상태를 확인하고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어디서 호흡을 확보할 지와 다음 안전 지점까지 갈 수 있는지를 판단하게 함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13B0D947-E7FE-C0F7-04D4-46DF0098D255}"/>
              </a:ext>
            </a:extLst>
          </p:cNvPr>
          <p:cNvSpPr/>
          <p:nvPr/>
        </p:nvSpPr>
        <p:spPr>
          <a:xfrm>
            <a:off x="6364938" y="4409251"/>
            <a:ext cx="5519548" cy="1044048"/>
          </a:xfrm>
          <a:prstGeom prst="roundRect">
            <a:avLst/>
          </a:prstGeom>
          <a:solidFill>
            <a:srgbClr val="A07B60">
              <a:alpha val="10000"/>
            </a:srgb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EC39569A-2FB9-EA84-9B36-5D165E725BB6}"/>
              </a:ext>
            </a:extLst>
          </p:cNvPr>
          <p:cNvSpPr/>
          <p:nvPr/>
        </p:nvSpPr>
        <p:spPr>
          <a:xfrm>
            <a:off x="6364939" y="3279149"/>
            <a:ext cx="5519548" cy="1044048"/>
          </a:xfrm>
          <a:prstGeom prst="roundRect">
            <a:avLst/>
          </a:prstGeom>
          <a:solidFill>
            <a:srgbClr val="A07B60">
              <a:alpha val="10000"/>
            </a:srgb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8E06B2B5-CF49-0B9C-2AF0-D95CC1A0FFE3}"/>
              </a:ext>
            </a:extLst>
          </p:cNvPr>
          <p:cNvSpPr/>
          <p:nvPr/>
        </p:nvSpPr>
        <p:spPr>
          <a:xfrm>
            <a:off x="6364937" y="5539353"/>
            <a:ext cx="5519548" cy="1044048"/>
          </a:xfrm>
          <a:prstGeom prst="roundRect">
            <a:avLst/>
          </a:prstGeom>
          <a:solidFill>
            <a:srgbClr val="A07B60">
              <a:alpha val="10000"/>
            </a:srgb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8A539C-6176-A0AE-F8D8-D8835B806825}"/>
              </a:ext>
            </a:extLst>
          </p:cNvPr>
          <p:cNvSpPr txBox="1"/>
          <p:nvPr/>
        </p:nvSpPr>
        <p:spPr>
          <a:xfrm>
            <a:off x="11812655" y="6499017"/>
            <a:ext cx="24558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3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213202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17479-DBF1-C25C-A8B5-E515C72CD0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TextBox 84">
            <a:extLst>
              <a:ext uri="{FF2B5EF4-FFF2-40B4-BE49-F238E27FC236}">
                <a16:creationId xmlns:a16="http://schemas.microsoft.com/office/drawing/2014/main" id="{ED72515C-50E6-A74A-0B74-F5D4C844FAC2}"/>
              </a:ext>
            </a:extLst>
          </p:cNvPr>
          <p:cNvSpPr txBox="1"/>
          <p:nvPr/>
        </p:nvSpPr>
        <p:spPr>
          <a:xfrm>
            <a:off x="312341" y="260477"/>
            <a:ext cx="106792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1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 </a:t>
            </a: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게임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시스템 개요</a:t>
            </a:r>
          </a:p>
        </p:txBody>
      </p:sp>
      <p:cxnSp>
        <p:nvCxnSpPr>
          <p:cNvPr id="224" name="직선 연결선 223">
            <a:extLst>
              <a:ext uri="{FF2B5EF4-FFF2-40B4-BE49-F238E27FC236}">
                <a16:creationId xmlns:a16="http://schemas.microsoft.com/office/drawing/2014/main" id="{539E1E9B-5A26-2B70-6BEB-509AD8B341BD}"/>
              </a:ext>
            </a:extLst>
          </p:cNvPr>
          <p:cNvCxnSpPr>
            <a:cxnSpLocks/>
          </p:cNvCxnSpPr>
          <p:nvPr/>
        </p:nvCxnSpPr>
        <p:spPr>
          <a:xfrm>
            <a:off x="433150" y="1080878"/>
            <a:ext cx="0" cy="569386"/>
          </a:xfrm>
          <a:prstGeom prst="line">
            <a:avLst/>
          </a:prstGeom>
          <a:ln w="63500">
            <a:solidFill>
              <a:srgbClr val="AF72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5" name="TextBox 224">
            <a:extLst>
              <a:ext uri="{FF2B5EF4-FFF2-40B4-BE49-F238E27FC236}">
                <a16:creationId xmlns:a16="http://schemas.microsoft.com/office/drawing/2014/main" id="{B370278C-BF0E-8050-2C94-A74A865709A9}"/>
              </a:ext>
            </a:extLst>
          </p:cNvPr>
          <p:cNvSpPr txBox="1"/>
          <p:nvPr/>
        </p:nvSpPr>
        <p:spPr>
          <a:xfrm>
            <a:off x="468867" y="1080878"/>
            <a:ext cx="163378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호흡</a:t>
            </a:r>
            <a:r>
              <a:rPr lang="en-US" altLang="ko-KR" sz="15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ko-KR" altLang="en-US" sz="15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시스템이란</a:t>
            </a:r>
            <a:r>
              <a:rPr lang="en-US" altLang="ko-KR" sz="15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?</a:t>
            </a:r>
            <a:endParaRPr lang="ko-KR" altLang="en-US" sz="1500" dirty="0">
              <a:solidFill>
                <a:srgbClr val="AF727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226" name="TextBox 225">
            <a:extLst>
              <a:ext uri="{FF2B5EF4-FFF2-40B4-BE49-F238E27FC236}">
                <a16:creationId xmlns:a16="http://schemas.microsoft.com/office/drawing/2014/main" id="{3DF3380F-7B68-D4B0-32FC-B84F4F16918F}"/>
              </a:ext>
            </a:extLst>
          </p:cNvPr>
          <p:cNvSpPr txBox="1"/>
          <p:nvPr/>
        </p:nvSpPr>
        <p:spPr>
          <a:xfrm>
            <a:off x="468867" y="1404043"/>
            <a:ext cx="679705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들숨으로 호흡량을 확보하고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참기와 날숨으로 소비하며 위험 공기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적 감지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수중 이동에 대응하는 조작형 자원 시스템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08C138DF-A86D-0C9F-B4C9-D528F51C2EAA}"/>
              </a:ext>
            </a:extLst>
          </p:cNvPr>
          <p:cNvGrpSpPr/>
          <p:nvPr/>
        </p:nvGrpSpPr>
        <p:grpSpPr>
          <a:xfrm>
            <a:off x="1027327" y="2818903"/>
            <a:ext cx="732220" cy="689518"/>
            <a:chOff x="419306" y="2597772"/>
            <a:chExt cx="732220" cy="689518"/>
          </a:xfrm>
        </p:grpSpPr>
        <p:sp>
          <p:nvSpPr>
            <p:cNvPr id="80" name="타원 79">
              <a:extLst>
                <a:ext uri="{FF2B5EF4-FFF2-40B4-BE49-F238E27FC236}">
                  <a16:creationId xmlns:a16="http://schemas.microsoft.com/office/drawing/2014/main" id="{ED357794-EA5B-AB94-2EEA-B15C6C7B382D}"/>
                </a:ext>
              </a:extLst>
            </p:cNvPr>
            <p:cNvSpPr/>
            <p:nvPr/>
          </p:nvSpPr>
          <p:spPr>
            <a:xfrm>
              <a:off x="440656" y="2597772"/>
              <a:ext cx="689520" cy="689518"/>
            </a:xfrm>
            <a:prstGeom prst="ellipse">
              <a:avLst/>
            </a:prstGeom>
            <a:solidFill>
              <a:srgbClr val="AF7273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97B8455C-7D1D-08C3-1E2A-C691EFE2798A}"/>
                </a:ext>
              </a:extLst>
            </p:cNvPr>
            <p:cNvSpPr txBox="1"/>
            <p:nvPr/>
          </p:nvSpPr>
          <p:spPr>
            <a:xfrm>
              <a:off x="419306" y="2819420"/>
              <a:ext cx="732220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>
                  <a:solidFill>
                    <a:srgbClr val="031223"/>
                  </a:solidFill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들숨</a:t>
              </a:r>
            </a:p>
          </p:txBody>
        </p:sp>
      </p:grp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8C635E8E-174D-05C1-4A1C-74AB0FCA51EA}"/>
              </a:ext>
            </a:extLst>
          </p:cNvPr>
          <p:cNvGrpSpPr/>
          <p:nvPr/>
        </p:nvGrpSpPr>
        <p:grpSpPr>
          <a:xfrm>
            <a:off x="1553934" y="1846223"/>
            <a:ext cx="732220" cy="689518"/>
            <a:chOff x="2196158" y="3199866"/>
            <a:chExt cx="732220" cy="689518"/>
          </a:xfrm>
        </p:grpSpPr>
        <p:sp>
          <p:nvSpPr>
            <p:cNvPr id="83" name="타원 82">
              <a:extLst>
                <a:ext uri="{FF2B5EF4-FFF2-40B4-BE49-F238E27FC236}">
                  <a16:creationId xmlns:a16="http://schemas.microsoft.com/office/drawing/2014/main" id="{2F5767CB-090F-3B7D-E1BA-B5CC431BF364}"/>
                </a:ext>
              </a:extLst>
            </p:cNvPr>
            <p:cNvSpPr/>
            <p:nvPr/>
          </p:nvSpPr>
          <p:spPr>
            <a:xfrm>
              <a:off x="2217508" y="3199866"/>
              <a:ext cx="689520" cy="689518"/>
            </a:xfrm>
            <a:prstGeom prst="ellipse">
              <a:avLst/>
            </a:prstGeom>
            <a:solidFill>
              <a:srgbClr val="AF7273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8647C96E-3229-5B84-B5D4-F2AFE142F7A5}"/>
                </a:ext>
              </a:extLst>
            </p:cNvPr>
            <p:cNvSpPr txBox="1"/>
            <p:nvPr/>
          </p:nvSpPr>
          <p:spPr>
            <a:xfrm>
              <a:off x="2196158" y="3421514"/>
              <a:ext cx="732220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>
                  <a:solidFill>
                    <a:srgbClr val="031223"/>
                  </a:solidFill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강제 호흡</a:t>
              </a:r>
            </a:p>
          </p:txBody>
        </p:sp>
      </p:grpSp>
      <p:grpSp>
        <p:nvGrpSpPr>
          <p:cNvPr id="87" name="그룹 86">
            <a:extLst>
              <a:ext uri="{FF2B5EF4-FFF2-40B4-BE49-F238E27FC236}">
                <a16:creationId xmlns:a16="http://schemas.microsoft.com/office/drawing/2014/main" id="{00935C77-0A9B-A6BA-A4C4-D1136FD54235}"/>
              </a:ext>
            </a:extLst>
          </p:cNvPr>
          <p:cNvGrpSpPr/>
          <p:nvPr/>
        </p:nvGrpSpPr>
        <p:grpSpPr>
          <a:xfrm>
            <a:off x="1205207" y="4138325"/>
            <a:ext cx="732220" cy="689518"/>
            <a:chOff x="419305" y="3447601"/>
            <a:chExt cx="732220" cy="689518"/>
          </a:xfrm>
        </p:grpSpPr>
        <p:sp>
          <p:nvSpPr>
            <p:cNvPr id="89" name="타원 88">
              <a:extLst>
                <a:ext uri="{FF2B5EF4-FFF2-40B4-BE49-F238E27FC236}">
                  <a16:creationId xmlns:a16="http://schemas.microsoft.com/office/drawing/2014/main" id="{271E1121-0D76-3BBE-165D-2F44EDBCA758}"/>
                </a:ext>
              </a:extLst>
            </p:cNvPr>
            <p:cNvSpPr/>
            <p:nvPr/>
          </p:nvSpPr>
          <p:spPr>
            <a:xfrm>
              <a:off x="440655" y="3447601"/>
              <a:ext cx="689520" cy="689518"/>
            </a:xfrm>
            <a:prstGeom prst="ellipse">
              <a:avLst/>
            </a:prstGeom>
            <a:solidFill>
              <a:srgbClr val="AF7273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44AE702A-BCCE-E7D5-0A24-3B21FC62BBAE}"/>
                </a:ext>
              </a:extLst>
            </p:cNvPr>
            <p:cNvSpPr txBox="1"/>
            <p:nvPr/>
          </p:nvSpPr>
          <p:spPr>
            <a:xfrm>
              <a:off x="419305" y="3669249"/>
              <a:ext cx="732220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>
                  <a:solidFill>
                    <a:srgbClr val="031223"/>
                  </a:solidFill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참기</a:t>
              </a:r>
              <a:endPara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91" name="그룹 90">
            <a:extLst>
              <a:ext uri="{FF2B5EF4-FFF2-40B4-BE49-F238E27FC236}">
                <a16:creationId xmlns:a16="http://schemas.microsoft.com/office/drawing/2014/main" id="{6BE4CC44-BA81-4200-1901-731849EAF532}"/>
              </a:ext>
            </a:extLst>
          </p:cNvPr>
          <p:cNvGrpSpPr/>
          <p:nvPr/>
        </p:nvGrpSpPr>
        <p:grpSpPr>
          <a:xfrm>
            <a:off x="1712720" y="2552321"/>
            <a:ext cx="732220" cy="689518"/>
            <a:chOff x="1132975" y="3986075"/>
            <a:chExt cx="732220" cy="689518"/>
          </a:xfrm>
        </p:grpSpPr>
        <p:sp>
          <p:nvSpPr>
            <p:cNvPr id="92" name="타원 91">
              <a:extLst>
                <a:ext uri="{FF2B5EF4-FFF2-40B4-BE49-F238E27FC236}">
                  <a16:creationId xmlns:a16="http://schemas.microsoft.com/office/drawing/2014/main" id="{76158F9C-0A4B-68FE-3E3C-DADAFECE2F16}"/>
                </a:ext>
              </a:extLst>
            </p:cNvPr>
            <p:cNvSpPr/>
            <p:nvPr/>
          </p:nvSpPr>
          <p:spPr>
            <a:xfrm>
              <a:off x="1154325" y="3986075"/>
              <a:ext cx="689520" cy="689518"/>
            </a:xfrm>
            <a:prstGeom prst="ellipse">
              <a:avLst/>
            </a:prstGeom>
            <a:solidFill>
              <a:srgbClr val="AF7273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73D58A02-82F5-E391-9570-EC1BA3C146DD}"/>
                </a:ext>
              </a:extLst>
            </p:cNvPr>
            <p:cNvSpPr txBox="1"/>
            <p:nvPr/>
          </p:nvSpPr>
          <p:spPr>
            <a:xfrm>
              <a:off x="1132975" y="4207723"/>
              <a:ext cx="732220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>
                  <a:solidFill>
                    <a:srgbClr val="031223"/>
                  </a:solidFill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날숨</a:t>
              </a:r>
            </a:p>
          </p:txBody>
        </p:sp>
      </p:grp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5BCACC66-BD8D-7C21-3C39-FECCE532739B}"/>
              </a:ext>
            </a:extLst>
          </p:cNvPr>
          <p:cNvGrpSpPr/>
          <p:nvPr/>
        </p:nvGrpSpPr>
        <p:grpSpPr>
          <a:xfrm>
            <a:off x="808719" y="3518773"/>
            <a:ext cx="732220" cy="689518"/>
            <a:chOff x="1132975" y="2106012"/>
            <a:chExt cx="732220" cy="689518"/>
          </a:xfrm>
        </p:grpSpPr>
        <p:sp>
          <p:nvSpPr>
            <p:cNvPr id="103" name="타원 102">
              <a:extLst>
                <a:ext uri="{FF2B5EF4-FFF2-40B4-BE49-F238E27FC236}">
                  <a16:creationId xmlns:a16="http://schemas.microsoft.com/office/drawing/2014/main" id="{CE470864-CE66-CA59-EBB7-6838E1E6F393}"/>
                </a:ext>
              </a:extLst>
            </p:cNvPr>
            <p:cNvSpPr/>
            <p:nvPr/>
          </p:nvSpPr>
          <p:spPr>
            <a:xfrm>
              <a:off x="1154325" y="2106012"/>
              <a:ext cx="689520" cy="689518"/>
            </a:xfrm>
            <a:prstGeom prst="ellipse">
              <a:avLst/>
            </a:prstGeom>
            <a:solidFill>
              <a:srgbClr val="AF7273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6DB1FED0-C5A0-A828-73CE-4A4349E0C906}"/>
                </a:ext>
              </a:extLst>
            </p:cNvPr>
            <p:cNvSpPr txBox="1"/>
            <p:nvPr/>
          </p:nvSpPr>
          <p:spPr>
            <a:xfrm>
              <a:off x="1132975" y="2327660"/>
              <a:ext cx="732220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>
                  <a:solidFill>
                    <a:srgbClr val="031223"/>
                  </a:solidFill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평상</a:t>
              </a:r>
              <a:r>
                <a:rPr lang="en-US" altLang="ko-KR" sz="1000" dirty="0">
                  <a:solidFill>
                    <a:srgbClr val="031223"/>
                  </a:solidFill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 </a:t>
              </a:r>
              <a:r>
                <a:rPr lang="ko-KR" altLang="en-US" sz="1000" dirty="0">
                  <a:solidFill>
                    <a:srgbClr val="031223"/>
                  </a:solidFill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호흡</a:t>
              </a:r>
            </a:p>
          </p:txBody>
        </p:sp>
      </p:grpSp>
      <p:grpSp>
        <p:nvGrpSpPr>
          <p:cNvPr id="274" name="그룹 273">
            <a:extLst>
              <a:ext uri="{FF2B5EF4-FFF2-40B4-BE49-F238E27FC236}">
                <a16:creationId xmlns:a16="http://schemas.microsoft.com/office/drawing/2014/main" id="{55A97417-0CB0-87D0-2DB4-BFF859992762}"/>
              </a:ext>
            </a:extLst>
          </p:cNvPr>
          <p:cNvGrpSpPr/>
          <p:nvPr/>
        </p:nvGrpSpPr>
        <p:grpSpPr>
          <a:xfrm>
            <a:off x="863461" y="2114709"/>
            <a:ext cx="732220" cy="689518"/>
            <a:chOff x="3035161" y="2321224"/>
            <a:chExt cx="732220" cy="689518"/>
          </a:xfrm>
        </p:grpSpPr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55566342-0B53-884F-87E7-B18BA2682A26}"/>
                </a:ext>
              </a:extLst>
            </p:cNvPr>
            <p:cNvSpPr/>
            <p:nvPr/>
          </p:nvSpPr>
          <p:spPr>
            <a:xfrm>
              <a:off x="3056511" y="2321224"/>
              <a:ext cx="689520" cy="689518"/>
            </a:xfrm>
            <a:prstGeom prst="ellipse">
              <a:avLst/>
            </a:prstGeom>
            <a:solidFill>
              <a:srgbClr val="AF7273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BDD49202-D98E-CCF9-811F-4D05D0306ADA}"/>
                </a:ext>
              </a:extLst>
            </p:cNvPr>
            <p:cNvSpPr txBox="1"/>
            <p:nvPr/>
          </p:nvSpPr>
          <p:spPr>
            <a:xfrm>
              <a:off x="3035161" y="2542872"/>
              <a:ext cx="732220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 err="1">
                  <a:solidFill>
                    <a:srgbClr val="031223"/>
                  </a:solidFill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과흡입</a:t>
              </a:r>
              <a:endPara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252" name="그룹 251">
            <a:extLst>
              <a:ext uri="{FF2B5EF4-FFF2-40B4-BE49-F238E27FC236}">
                <a16:creationId xmlns:a16="http://schemas.microsoft.com/office/drawing/2014/main" id="{3C5984F6-1B1F-03AE-8B22-89FEB9B8C498}"/>
              </a:ext>
            </a:extLst>
          </p:cNvPr>
          <p:cNvGrpSpPr/>
          <p:nvPr/>
        </p:nvGrpSpPr>
        <p:grpSpPr>
          <a:xfrm>
            <a:off x="1541841" y="3277782"/>
            <a:ext cx="957456" cy="957456"/>
            <a:chOff x="3713541" y="3484297"/>
            <a:chExt cx="957456" cy="957456"/>
          </a:xfrm>
        </p:grpSpPr>
        <p:sp>
          <p:nvSpPr>
            <p:cNvPr id="108" name="타원 107">
              <a:extLst>
                <a:ext uri="{FF2B5EF4-FFF2-40B4-BE49-F238E27FC236}">
                  <a16:creationId xmlns:a16="http://schemas.microsoft.com/office/drawing/2014/main" id="{33C078C2-3513-BECC-EDF6-F9EEFA1383C0}"/>
                </a:ext>
              </a:extLst>
            </p:cNvPr>
            <p:cNvSpPr/>
            <p:nvPr/>
          </p:nvSpPr>
          <p:spPr>
            <a:xfrm>
              <a:off x="3713541" y="3484297"/>
              <a:ext cx="957456" cy="957456"/>
            </a:xfrm>
            <a:prstGeom prst="ellipse">
              <a:avLst/>
            </a:prstGeom>
            <a:solidFill>
              <a:srgbClr val="AF727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5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E4996984-A955-E1AE-FB9A-8CF038D909DE}"/>
                </a:ext>
              </a:extLst>
            </p:cNvPr>
            <p:cNvSpPr txBox="1"/>
            <p:nvPr/>
          </p:nvSpPr>
          <p:spPr>
            <a:xfrm>
              <a:off x="3780937" y="4033474"/>
              <a:ext cx="822664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500" dirty="0">
                  <a:solidFill>
                    <a:srgbClr val="FDFDFE"/>
                  </a:solidFill>
                  <a:latin typeface="KoddiUD 온고딕 Bold" panose="020B0803000000000000" pitchFamily="50" charset="-127"/>
                  <a:ea typeface="KoddiUD 온고딕 Bold" panose="020B0803000000000000" pitchFamily="50" charset="-127"/>
                </a:rPr>
                <a:t>행동</a:t>
              </a:r>
            </a:p>
          </p:txBody>
        </p:sp>
        <p:pic>
          <p:nvPicPr>
            <p:cNvPr id="110" name="그림 109">
              <a:extLst>
                <a:ext uri="{FF2B5EF4-FFF2-40B4-BE49-F238E27FC236}">
                  <a16:creationId xmlns:a16="http://schemas.microsoft.com/office/drawing/2014/main" id="{3B363E59-01ED-0816-0647-12675598AEF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94" t="21019" r="77500" b="54259"/>
            <a:stretch>
              <a:fillRect/>
            </a:stretch>
          </p:blipFill>
          <p:spPr>
            <a:xfrm>
              <a:off x="3990319" y="3604526"/>
              <a:ext cx="403900" cy="445624"/>
            </a:xfrm>
            <a:prstGeom prst="rect">
              <a:avLst/>
            </a:prstGeom>
          </p:spPr>
        </p:pic>
      </p:grpSp>
      <p:grpSp>
        <p:nvGrpSpPr>
          <p:cNvPr id="212" name="그룹 211">
            <a:extLst>
              <a:ext uri="{FF2B5EF4-FFF2-40B4-BE49-F238E27FC236}">
                <a16:creationId xmlns:a16="http://schemas.microsoft.com/office/drawing/2014/main" id="{5AC4CD5C-8618-3087-3E0D-0AA6009461B3}"/>
              </a:ext>
            </a:extLst>
          </p:cNvPr>
          <p:cNvGrpSpPr/>
          <p:nvPr/>
        </p:nvGrpSpPr>
        <p:grpSpPr>
          <a:xfrm>
            <a:off x="4395781" y="4346327"/>
            <a:ext cx="732220" cy="689518"/>
            <a:chOff x="3961067" y="3891118"/>
            <a:chExt cx="732220" cy="689518"/>
          </a:xfrm>
        </p:grpSpPr>
        <p:sp>
          <p:nvSpPr>
            <p:cNvPr id="213" name="타원 212">
              <a:extLst>
                <a:ext uri="{FF2B5EF4-FFF2-40B4-BE49-F238E27FC236}">
                  <a16:creationId xmlns:a16="http://schemas.microsoft.com/office/drawing/2014/main" id="{C076B405-C856-6247-A100-244E648AE475}"/>
                </a:ext>
              </a:extLst>
            </p:cNvPr>
            <p:cNvSpPr/>
            <p:nvPr/>
          </p:nvSpPr>
          <p:spPr>
            <a:xfrm>
              <a:off x="3982417" y="3891118"/>
              <a:ext cx="689520" cy="689518"/>
            </a:xfrm>
            <a:prstGeom prst="ellipse">
              <a:avLst/>
            </a:prstGeom>
            <a:solidFill>
              <a:srgbClr val="A07B6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214" name="TextBox 213">
              <a:extLst>
                <a:ext uri="{FF2B5EF4-FFF2-40B4-BE49-F238E27FC236}">
                  <a16:creationId xmlns:a16="http://schemas.microsoft.com/office/drawing/2014/main" id="{0481ED9E-6703-EC3A-75E0-2ECB0344C70C}"/>
                </a:ext>
              </a:extLst>
            </p:cNvPr>
            <p:cNvSpPr txBox="1"/>
            <p:nvPr/>
          </p:nvSpPr>
          <p:spPr>
            <a:xfrm>
              <a:off x="3961067" y="4112766"/>
              <a:ext cx="732220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>
                  <a:solidFill>
                    <a:srgbClr val="031223"/>
                  </a:solidFill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확보</a:t>
              </a:r>
            </a:p>
          </p:txBody>
        </p:sp>
      </p:grpSp>
      <p:grpSp>
        <p:nvGrpSpPr>
          <p:cNvPr id="122" name="그룹 121">
            <a:extLst>
              <a:ext uri="{FF2B5EF4-FFF2-40B4-BE49-F238E27FC236}">
                <a16:creationId xmlns:a16="http://schemas.microsoft.com/office/drawing/2014/main" id="{6D13DB25-D98B-77D6-151C-D28D79D0871F}"/>
              </a:ext>
            </a:extLst>
          </p:cNvPr>
          <p:cNvGrpSpPr/>
          <p:nvPr/>
        </p:nvGrpSpPr>
        <p:grpSpPr>
          <a:xfrm>
            <a:off x="4516208" y="3019521"/>
            <a:ext cx="732220" cy="689518"/>
            <a:chOff x="3961067" y="3891118"/>
            <a:chExt cx="732220" cy="689518"/>
          </a:xfrm>
        </p:grpSpPr>
        <p:sp>
          <p:nvSpPr>
            <p:cNvPr id="123" name="타원 122">
              <a:extLst>
                <a:ext uri="{FF2B5EF4-FFF2-40B4-BE49-F238E27FC236}">
                  <a16:creationId xmlns:a16="http://schemas.microsoft.com/office/drawing/2014/main" id="{CD04EAE9-D512-BDA9-81E9-4FB79F5487A6}"/>
                </a:ext>
              </a:extLst>
            </p:cNvPr>
            <p:cNvSpPr/>
            <p:nvPr/>
          </p:nvSpPr>
          <p:spPr>
            <a:xfrm>
              <a:off x="3982417" y="3891118"/>
              <a:ext cx="689520" cy="689518"/>
            </a:xfrm>
            <a:prstGeom prst="ellipse">
              <a:avLst/>
            </a:prstGeom>
            <a:solidFill>
              <a:srgbClr val="A07B6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227" name="TextBox 226">
              <a:extLst>
                <a:ext uri="{FF2B5EF4-FFF2-40B4-BE49-F238E27FC236}">
                  <a16:creationId xmlns:a16="http://schemas.microsoft.com/office/drawing/2014/main" id="{08E88FDA-EF2E-BE5D-FB05-51A3F8080BB3}"/>
                </a:ext>
              </a:extLst>
            </p:cNvPr>
            <p:cNvSpPr txBox="1"/>
            <p:nvPr/>
          </p:nvSpPr>
          <p:spPr>
            <a:xfrm>
              <a:off x="3961067" y="4112766"/>
              <a:ext cx="732220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>
                  <a:solidFill>
                    <a:srgbClr val="031223"/>
                  </a:solidFill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소비</a:t>
              </a:r>
            </a:p>
          </p:txBody>
        </p:sp>
      </p:grpSp>
      <p:grpSp>
        <p:nvGrpSpPr>
          <p:cNvPr id="251" name="그룹 250">
            <a:extLst>
              <a:ext uri="{FF2B5EF4-FFF2-40B4-BE49-F238E27FC236}">
                <a16:creationId xmlns:a16="http://schemas.microsoft.com/office/drawing/2014/main" id="{A922D715-319B-36F1-A47E-55971C871A19}"/>
              </a:ext>
            </a:extLst>
          </p:cNvPr>
          <p:cNvGrpSpPr/>
          <p:nvPr/>
        </p:nvGrpSpPr>
        <p:grpSpPr>
          <a:xfrm>
            <a:off x="3797225" y="3478300"/>
            <a:ext cx="957456" cy="984862"/>
            <a:chOff x="5968925" y="3684815"/>
            <a:chExt cx="957456" cy="984862"/>
          </a:xfrm>
        </p:grpSpPr>
        <p:sp>
          <p:nvSpPr>
            <p:cNvPr id="209" name="타원 208">
              <a:extLst>
                <a:ext uri="{FF2B5EF4-FFF2-40B4-BE49-F238E27FC236}">
                  <a16:creationId xmlns:a16="http://schemas.microsoft.com/office/drawing/2014/main" id="{D3F68477-3372-2771-35B7-FD421966D881}"/>
                </a:ext>
              </a:extLst>
            </p:cNvPr>
            <p:cNvSpPr/>
            <p:nvPr/>
          </p:nvSpPr>
          <p:spPr>
            <a:xfrm>
              <a:off x="5968925" y="3712221"/>
              <a:ext cx="957456" cy="957456"/>
            </a:xfrm>
            <a:prstGeom prst="ellipse">
              <a:avLst/>
            </a:prstGeom>
            <a:solidFill>
              <a:srgbClr val="A07B6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5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938C289C-1A62-E699-ABAE-61F572B96EDE}"/>
                </a:ext>
              </a:extLst>
            </p:cNvPr>
            <p:cNvSpPr txBox="1"/>
            <p:nvPr/>
          </p:nvSpPr>
          <p:spPr>
            <a:xfrm>
              <a:off x="6036321" y="4236833"/>
              <a:ext cx="822664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500" dirty="0">
                  <a:solidFill>
                    <a:srgbClr val="FDFDFE"/>
                  </a:solidFill>
                  <a:latin typeface="KoddiUD 온고딕 Bold" panose="020B0803000000000000" pitchFamily="50" charset="-127"/>
                  <a:ea typeface="KoddiUD 온고딕 Bold" panose="020B0803000000000000" pitchFamily="50" charset="-127"/>
                </a:rPr>
                <a:t>게이지</a:t>
              </a:r>
            </a:p>
          </p:txBody>
        </p:sp>
        <p:pic>
          <p:nvPicPr>
            <p:cNvPr id="237" name="그림 236">
              <a:extLst>
                <a:ext uri="{FF2B5EF4-FFF2-40B4-BE49-F238E27FC236}">
                  <a16:creationId xmlns:a16="http://schemas.microsoft.com/office/drawing/2014/main" id="{28B957C5-4A56-5C2D-670E-19BD04F75C7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01972" y="3684815"/>
              <a:ext cx="704468" cy="704464"/>
            </a:xfrm>
            <a:prstGeom prst="rect">
              <a:avLst/>
            </a:prstGeom>
          </p:spPr>
        </p:pic>
      </p:grpSp>
      <p:grpSp>
        <p:nvGrpSpPr>
          <p:cNvPr id="264" name="그룹 263">
            <a:extLst>
              <a:ext uri="{FF2B5EF4-FFF2-40B4-BE49-F238E27FC236}">
                <a16:creationId xmlns:a16="http://schemas.microsoft.com/office/drawing/2014/main" id="{C82DA1E5-362C-74C1-2D75-02E2EAE4A558}"/>
              </a:ext>
            </a:extLst>
          </p:cNvPr>
          <p:cNvGrpSpPr/>
          <p:nvPr/>
        </p:nvGrpSpPr>
        <p:grpSpPr>
          <a:xfrm>
            <a:off x="1871552" y="5375739"/>
            <a:ext cx="732220" cy="689518"/>
            <a:chOff x="2191502" y="2691643"/>
            <a:chExt cx="732220" cy="689518"/>
          </a:xfrm>
        </p:grpSpPr>
        <p:sp>
          <p:nvSpPr>
            <p:cNvPr id="257" name="타원 256">
              <a:extLst>
                <a:ext uri="{FF2B5EF4-FFF2-40B4-BE49-F238E27FC236}">
                  <a16:creationId xmlns:a16="http://schemas.microsoft.com/office/drawing/2014/main" id="{C98549DC-270A-ECE5-3817-508E20A57DFA}"/>
                </a:ext>
              </a:extLst>
            </p:cNvPr>
            <p:cNvSpPr/>
            <p:nvPr/>
          </p:nvSpPr>
          <p:spPr>
            <a:xfrm>
              <a:off x="2212852" y="2691643"/>
              <a:ext cx="689520" cy="689518"/>
            </a:xfrm>
            <a:prstGeom prst="ellipse">
              <a:avLst/>
            </a:prstGeom>
            <a:solidFill>
              <a:srgbClr val="758171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258" name="TextBox 257">
              <a:extLst>
                <a:ext uri="{FF2B5EF4-FFF2-40B4-BE49-F238E27FC236}">
                  <a16:creationId xmlns:a16="http://schemas.microsoft.com/office/drawing/2014/main" id="{C5EAE4FC-0164-6813-6C7F-B7AE519240F3}"/>
                </a:ext>
              </a:extLst>
            </p:cNvPr>
            <p:cNvSpPr txBox="1"/>
            <p:nvPr/>
          </p:nvSpPr>
          <p:spPr>
            <a:xfrm>
              <a:off x="2191502" y="2913291"/>
              <a:ext cx="732220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>
                  <a:solidFill>
                    <a:srgbClr val="031223"/>
                  </a:solidFill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정상</a:t>
              </a:r>
            </a:p>
          </p:txBody>
        </p:sp>
      </p:grpSp>
      <p:grpSp>
        <p:nvGrpSpPr>
          <p:cNvPr id="253" name="그룹 252">
            <a:extLst>
              <a:ext uri="{FF2B5EF4-FFF2-40B4-BE49-F238E27FC236}">
                <a16:creationId xmlns:a16="http://schemas.microsoft.com/office/drawing/2014/main" id="{DC9FBEC3-8183-142E-5BCC-20615D366427}"/>
              </a:ext>
            </a:extLst>
          </p:cNvPr>
          <p:cNvGrpSpPr/>
          <p:nvPr/>
        </p:nvGrpSpPr>
        <p:grpSpPr>
          <a:xfrm>
            <a:off x="2485825" y="4788023"/>
            <a:ext cx="957456" cy="957456"/>
            <a:chOff x="4657525" y="4994538"/>
            <a:chExt cx="957456" cy="957456"/>
          </a:xfrm>
        </p:grpSpPr>
        <p:sp>
          <p:nvSpPr>
            <p:cNvPr id="259" name="타원 258">
              <a:extLst>
                <a:ext uri="{FF2B5EF4-FFF2-40B4-BE49-F238E27FC236}">
                  <a16:creationId xmlns:a16="http://schemas.microsoft.com/office/drawing/2014/main" id="{06037E77-1062-675F-D794-0EFC88900E9B}"/>
                </a:ext>
              </a:extLst>
            </p:cNvPr>
            <p:cNvSpPr/>
            <p:nvPr/>
          </p:nvSpPr>
          <p:spPr>
            <a:xfrm>
              <a:off x="4657525" y="4994538"/>
              <a:ext cx="957456" cy="957456"/>
            </a:xfrm>
            <a:prstGeom prst="ellipse">
              <a:avLst/>
            </a:prstGeom>
            <a:solidFill>
              <a:srgbClr val="75817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5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260" name="TextBox 259">
              <a:extLst>
                <a:ext uri="{FF2B5EF4-FFF2-40B4-BE49-F238E27FC236}">
                  <a16:creationId xmlns:a16="http://schemas.microsoft.com/office/drawing/2014/main" id="{7D25AF64-006C-B375-32CB-C57CBCF5020D}"/>
                </a:ext>
              </a:extLst>
            </p:cNvPr>
            <p:cNvSpPr txBox="1"/>
            <p:nvPr/>
          </p:nvSpPr>
          <p:spPr>
            <a:xfrm>
              <a:off x="4724921" y="5543715"/>
              <a:ext cx="822664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500" dirty="0">
                  <a:solidFill>
                    <a:srgbClr val="FDFDFE"/>
                  </a:solidFill>
                  <a:latin typeface="KoddiUD 온고딕 Bold" panose="020B0803000000000000" pitchFamily="50" charset="-127"/>
                  <a:ea typeface="KoddiUD 온고딕 Bold" panose="020B0803000000000000" pitchFamily="50" charset="-127"/>
                </a:rPr>
                <a:t>환경</a:t>
              </a:r>
            </a:p>
          </p:txBody>
        </p:sp>
        <p:pic>
          <p:nvPicPr>
            <p:cNvPr id="261" name="그림 260">
              <a:extLst>
                <a:ext uri="{FF2B5EF4-FFF2-40B4-BE49-F238E27FC236}">
                  <a16:creationId xmlns:a16="http://schemas.microsoft.com/office/drawing/2014/main" id="{1423BC11-21DE-92E7-1534-D643BE9B0BB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4080" t="21019" r="29114" b="54259"/>
            <a:stretch>
              <a:fillRect/>
            </a:stretch>
          </p:blipFill>
          <p:spPr>
            <a:xfrm>
              <a:off x="4934303" y="5114767"/>
              <a:ext cx="403900" cy="445624"/>
            </a:xfrm>
            <a:prstGeom prst="rect">
              <a:avLst/>
            </a:prstGeom>
          </p:spPr>
        </p:pic>
      </p:grpSp>
      <p:grpSp>
        <p:nvGrpSpPr>
          <p:cNvPr id="265" name="그룹 264">
            <a:extLst>
              <a:ext uri="{FF2B5EF4-FFF2-40B4-BE49-F238E27FC236}">
                <a16:creationId xmlns:a16="http://schemas.microsoft.com/office/drawing/2014/main" id="{A78055F7-AAA4-2B1A-0F1B-48DB551FB118}"/>
              </a:ext>
            </a:extLst>
          </p:cNvPr>
          <p:cNvGrpSpPr/>
          <p:nvPr/>
        </p:nvGrpSpPr>
        <p:grpSpPr>
          <a:xfrm>
            <a:off x="1852647" y="4501597"/>
            <a:ext cx="732220" cy="689518"/>
            <a:chOff x="2191502" y="2691643"/>
            <a:chExt cx="732220" cy="689518"/>
          </a:xfrm>
        </p:grpSpPr>
        <p:sp>
          <p:nvSpPr>
            <p:cNvPr id="266" name="타원 265">
              <a:extLst>
                <a:ext uri="{FF2B5EF4-FFF2-40B4-BE49-F238E27FC236}">
                  <a16:creationId xmlns:a16="http://schemas.microsoft.com/office/drawing/2014/main" id="{044496E6-255C-099D-07B6-5070C01A4E60}"/>
                </a:ext>
              </a:extLst>
            </p:cNvPr>
            <p:cNvSpPr/>
            <p:nvPr/>
          </p:nvSpPr>
          <p:spPr>
            <a:xfrm>
              <a:off x="2212852" y="2691643"/>
              <a:ext cx="689520" cy="689518"/>
            </a:xfrm>
            <a:prstGeom prst="ellipse">
              <a:avLst/>
            </a:prstGeom>
            <a:solidFill>
              <a:srgbClr val="758171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267" name="TextBox 266">
              <a:extLst>
                <a:ext uri="{FF2B5EF4-FFF2-40B4-BE49-F238E27FC236}">
                  <a16:creationId xmlns:a16="http://schemas.microsoft.com/office/drawing/2014/main" id="{E235A821-59D9-77DC-8AC1-2DC4CFCD41EE}"/>
                </a:ext>
              </a:extLst>
            </p:cNvPr>
            <p:cNvSpPr txBox="1"/>
            <p:nvPr/>
          </p:nvSpPr>
          <p:spPr>
            <a:xfrm>
              <a:off x="2191502" y="2913291"/>
              <a:ext cx="732220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>
                  <a:solidFill>
                    <a:srgbClr val="031223"/>
                  </a:solidFill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수중</a:t>
              </a:r>
            </a:p>
          </p:txBody>
        </p:sp>
      </p:grpSp>
      <p:grpSp>
        <p:nvGrpSpPr>
          <p:cNvPr id="268" name="그룹 267">
            <a:extLst>
              <a:ext uri="{FF2B5EF4-FFF2-40B4-BE49-F238E27FC236}">
                <a16:creationId xmlns:a16="http://schemas.microsoft.com/office/drawing/2014/main" id="{6F43FC8F-97EF-6AD1-3AC6-65CEEDCCBAF5}"/>
              </a:ext>
            </a:extLst>
          </p:cNvPr>
          <p:cNvGrpSpPr/>
          <p:nvPr/>
        </p:nvGrpSpPr>
        <p:grpSpPr>
          <a:xfrm>
            <a:off x="3352937" y="5319547"/>
            <a:ext cx="732220" cy="689518"/>
            <a:chOff x="2191502" y="2691643"/>
            <a:chExt cx="732220" cy="689518"/>
          </a:xfrm>
        </p:grpSpPr>
        <p:sp>
          <p:nvSpPr>
            <p:cNvPr id="269" name="타원 268">
              <a:extLst>
                <a:ext uri="{FF2B5EF4-FFF2-40B4-BE49-F238E27FC236}">
                  <a16:creationId xmlns:a16="http://schemas.microsoft.com/office/drawing/2014/main" id="{99FBD90C-9888-6559-524C-4D32426A420F}"/>
                </a:ext>
              </a:extLst>
            </p:cNvPr>
            <p:cNvSpPr/>
            <p:nvPr/>
          </p:nvSpPr>
          <p:spPr>
            <a:xfrm>
              <a:off x="2212852" y="2691643"/>
              <a:ext cx="689520" cy="689518"/>
            </a:xfrm>
            <a:prstGeom prst="ellipse">
              <a:avLst/>
            </a:prstGeom>
            <a:solidFill>
              <a:srgbClr val="758171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270" name="TextBox 269">
              <a:extLst>
                <a:ext uri="{FF2B5EF4-FFF2-40B4-BE49-F238E27FC236}">
                  <a16:creationId xmlns:a16="http://schemas.microsoft.com/office/drawing/2014/main" id="{0BBFE771-03C4-402A-87C4-C78DB4637AB3}"/>
                </a:ext>
              </a:extLst>
            </p:cNvPr>
            <p:cNvSpPr txBox="1"/>
            <p:nvPr/>
          </p:nvSpPr>
          <p:spPr>
            <a:xfrm>
              <a:off x="2191502" y="2913291"/>
              <a:ext cx="732220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>
                  <a:solidFill>
                    <a:srgbClr val="031223"/>
                  </a:solidFill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유해</a:t>
              </a:r>
            </a:p>
          </p:txBody>
        </p:sp>
      </p:grpSp>
      <p:grpSp>
        <p:nvGrpSpPr>
          <p:cNvPr id="271" name="그룹 270">
            <a:extLst>
              <a:ext uri="{FF2B5EF4-FFF2-40B4-BE49-F238E27FC236}">
                <a16:creationId xmlns:a16="http://schemas.microsoft.com/office/drawing/2014/main" id="{93D07BC8-3E8B-CF6E-97FE-35468FAC5EEA}"/>
              </a:ext>
            </a:extLst>
          </p:cNvPr>
          <p:cNvGrpSpPr/>
          <p:nvPr/>
        </p:nvGrpSpPr>
        <p:grpSpPr>
          <a:xfrm>
            <a:off x="3397804" y="4599822"/>
            <a:ext cx="732220" cy="689518"/>
            <a:chOff x="2191502" y="2691643"/>
            <a:chExt cx="732220" cy="689518"/>
          </a:xfrm>
        </p:grpSpPr>
        <p:sp>
          <p:nvSpPr>
            <p:cNvPr id="272" name="타원 271">
              <a:extLst>
                <a:ext uri="{FF2B5EF4-FFF2-40B4-BE49-F238E27FC236}">
                  <a16:creationId xmlns:a16="http://schemas.microsoft.com/office/drawing/2014/main" id="{B0CFCE41-07CD-5D66-7D0D-A2D448D4F005}"/>
                </a:ext>
              </a:extLst>
            </p:cNvPr>
            <p:cNvSpPr/>
            <p:nvPr/>
          </p:nvSpPr>
          <p:spPr>
            <a:xfrm>
              <a:off x="2212852" y="2691643"/>
              <a:ext cx="689520" cy="689518"/>
            </a:xfrm>
            <a:prstGeom prst="ellipse">
              <a:avLst/>
            </a:prstGeom>
            <a:solidFill>
              <a:srgbClr val="758171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273" name="TextBox 272">
              <a:extLst>
                <a:ext uri="{FF2B5EF4-FFF2-40B4-BE49-F238E27FC236}">
                  <a16:creationId xmlns:a16="http://schemas.microsoft.com/office/drawing/2014/main" id="{B8D0B568-B674-891B-6690-3B12348FAC89}"/>
                </a:ext>
              </a:extLst>
            </p:cNvPr>
            <p:cNvSpPr txBox="1"/>
            <p:nvPr/>
          </p:nvSpPr>
          <p:spPr>
            <a:xfrm>
              <a:off x="2191502" y="2913291"/>
              <a:ext cx="732220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>
                  <a:solidFill>
                    <a:srgbClr val="031223"/>
                  </a:solidFill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자극</a:t>
              </a:r>
            </a:p>
          </p:txBody>
        </p:sp>
      </p:grpSp>
      <p:grpSp>
        <p:nvGrpSpPr>
          <p:cNvPr id="285" name="그룹 284">
            <a:extLst>
              <a:ext uri="{FF2B5EF4-FFF2-40B4-BE49-F238E27FC236}">
                <a16:creationId xmlns:a16="http://schemas.microsoft.com/office/drawing/2014/main" id="{E6BA847E-4E89-7409-4D28-9CB84479DA08}"/>
              </a:ext>
            </a:extLst>
          </p:cNvPr>
          <p:cNvGrpSpPr/>
          <p:nvPr/>
        </p:nvGrpSpPr>
        <p:grpSpPr>
          <a:xfrm>
            <a:off x="4016565" y="4990710"/>
            <a:ext cx="732220" cy="689518"/>
            <a:chOff x="6153160" y="5382116"/>
            <a:chExt cx="732220" cy="689518"/>
          </a:xfrm>
        </p:grpSpPr>
        <p:sp>
          <p:nvSpPr>
            <p:cNvPr id="239" name="타원 238">
              <a:extLst>
                <a:ext uri="{FF2B5EF4-FFF2-40B4-BE49-F238E27FC236}">
                  <a16:creationId xmlns:a16="http://schemas.microsoft.com/office/drawing/2014/main" id="{2247CD99-776D-94B0-B336-7828E22D5620}"/>
                </a:ext>
              </a:extLst>
            </p:cNvPr>
            <p:cNvSpPr/>
            <p:nvPr/>
          </p:nvSpPr>
          <p:spPr>
            <a:xfrm>
              <a:off x="6174510" y="5382116"/>
              <a:ext cx="689520" cy="689518"/>
            </a:xfrm>
            <a:prstGeom prst="ellipse">
              <a:avLst/>
            </a:prstGeom>
            <a:solidFill>
              <a:srgbClr val="758171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240" name="TextBox 239">
              <a:extLst>
                <a:ext uri="{FF2B5EF4-FFF2-40B4-BE49-F238E27FC236}">
                  <a16:creationId xmlns:a16="http://schemas.microsoft.com/office/drawing/2014/main" id="{E7CB1643-4147-5E04-2078-796D789C85EE}"/>
                </a:ext>
              </a:extLst>
            </p:cNvPr>
            <p:cNvSpPr txBox="1"/>
            <p:nvPr/>
          </p:nvSpPr>
          <p:spPr>
            <a:xfrm>
              <a:off x="6153160" y="5526820"/>
              <a:ext cx="732220" cy="40011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>
                  <a:solidFill>
                    <a:srgbClr val="031223"/>
                  </a:solidFill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환경</a:t>
              </a:r>
              <a:endPara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  <a:p>
              <a:pPr algn="ctr"/>
              <a:r>
                <a:rPr lang="ko-KR" altLang="en-US" sz="1000" dirty="0">
                  <a:solidFill>
                    <a:srgbClr val="031223"/>
                  </a:solidFill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게이지</a:t>
              </a:r>
            </a:p>
          </p:txBody>
        </p:sp>
      </p:grpSp>
      <p:grpSp>
        <p:nvGrpSpPr>
          <p:cNvPr id="250" name="그룹 249">
            <a:extLst>
              <a:ext uri="{FF2B5EF4-FFF2-40B4-BE49-F238E27FC236}">
                <a16:creationId xmlns:a16="http://schemas.microsoft.com/office/drawing/2014/main" id="{7AA2F1AF-5722-5FE8-0EBE-D38EC44005EC}"/>
              </a:ext>
            </a:extLst>
          </p:cNvPr>
          <p:cNvGrpSpPr/>
          <p:nvPr/>
        </p:nvGrpSpPr>
        <p:grpSpPr>
          <a:xfrm>
            <a:off x="2805230" y="2511352"/>
            <a:ext cx="957456" cy="957456"/>
            <a:chOff x="8237415" y="3509328"/>
            <a:chExt cx="957456" cy="957456"/>
          </a:xfrm>
        </p:grpSpPr>
        <p:sp>
          <p:nvSpPr>
            <p:cNvPr id="245" name="타원 244">
              <a:extLst>
                <a:ext uri="{FF2B5EF4-FFF2-40B4-BE49-F238E27FC236}">
                  <a16:creationId xmlns:a16="http://schemas.microsoft.com/office/drawing/2014/main" id="{57650027-BA61-6CAB-558A-E3994CD5EFB3}"/>
                </a:ext>
              </a:extLst>
            </p:cNvPr>
            <p:cNvSpPr/>
            <p:nvPr/>
          </p:nvSpPr>
          <p:spPr>
            <a:xfrm>
              <a:off x="8237415" y="3509328"/>
              <a:ext cx="957456" cy="957456"/>
            </a:xfrm>
            <a:prstGeom prst="ellipse">
              <a:avLst/>
            </a:prstGeom>
            <a:solidFill>
              <a:srgbClr val="84719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5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247" name="TextBox 246">
              <a:extLst>
                <a:ext uri="{FF2B5EF4-FFF2-40B4-BE49-F238E27FC236}">
                  <a16:creationId xmlns:a16="http://schemas.microsoft.com/office/drawing/2014/main" id="{22F6484A-FEDA-4DE6-A31C-EE2B7C288412}"/>
                </a:ext>
              </a:extLst>
            </p:cNvPr>
            <p:cNvSpPr txBox="1"/>
            <p:nvPr/>
          </p:nvSpPr>
          <p:spPr>
            <a:xfrm>
              <a:off x="8277173" y="4048977"/>
              <a:ext cx="877940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500" dirty="0">
                  <a:solidFill>
                    <a:srgbClr val="FDFDFE"/>
                  </a:solidFill>
                  <a:latin typeface="KoddiUD 온고딕 Bold" panose="020B0803000000000000" pitchFamily="50" charset="-127"/>
                  <a:ea typeface="KoddiUD 온고딕 Bold" panose="020B0803000000000000" pitchFamily="50" charset="-127"/>
                </a:rPr>
                <a:t>AI </a:t>
              </a:r>
              <a:r>
                <a:rPr lang="ko-KR" altLang="en-US" sz="1500" dirty="0">
                  <a:solidFill>
                    <a:srgbClr val="FDFDFE"/>
                  </a:solidFill>
                  <a:latin typeface="KoddiUD 온고딕 Bold" panose="020B0803000000000000" pitchFamily="50" charset="-127"/>
                  <a:ea typeface="KoddiUD 온고딕 Bold" panose="020B0803000000000000" pitchFamily="50" charset="-127"/>
                </a:rPr>
                <a:t>반응</a:t>
              </a:r>
            </a:p>
          </p:txBody>
        </p:sp>
        <p:pic>
          <p:nvPicPr>
            <p:cNvPr id="249" name="그림 248">
              <a:extLst>
                <a:ext uri="{FF2B5EF4-FFF2-40B4-BE49-F238E27FC236}">
                  <a16:creationId xmlns:a16="http://schemas.microsoft.com/office/drawing/2014/main" id="{5D97D8B8-0CB7-DB40-FDF0-65ED230E6A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7175" t="21019" r="6019" b="54259"/>
            <a:stretch>
              <a:fillRect/>
            </a:stretch>
          </p:blipFill>
          <p:spPr>
            <a:xfrm>
              <a:off x="8514193" y="3620029"/>
              <a:ext cx="403900" cy="445624"/>
            </a:xfrm>
            <a:prstGeom prst="rect">
              <a:avLst/>
            </a:prstGeom>
          </p:spPr>
        </p:pic>
      </p:grpSp>
      <p:grpSp>
        <p:nvGrpSpPr>
          <p:cNvPr id="275" name="그룹 274">
            <a:extLst>
              <a:ext uri="{FF2B5EF4-FFF2-40B4-BE49-F238E27FC236}">
                <a16:creationId xmlns:a16="http://schemas.microsoft.com/office/drawing/2014/main" id="{621C1EA2-CDA9-7836-CE76-A009EAEA5470}"/>
              </a:ext>
            </a:extLst>
          </p:cNvPr>
          <p:cNvGrpSpPr/>
          <p:nvPr/>
        </p:nvGrpSpPr>
        <p:grpSpPr>
          <a:xfrm>
            <a:off x="2270242" y="2076161"/>
            <a:ext cx="732220" cy="689518"/>
            <a:chOff x="8782427" y="2192213"/>
            <a:chExt cx="732220" cy="689518"/>
          </a:xfrm>
        </p:grpSpPr>
        <p:sp>
          <p:nvSpPr>
            <p:cNvPr id="255" name="타원 254">
              <a:extLst>
                <a:ext uri="{FF2B5EF4-FFF2-40B4-BE49-F238E27FC236}">
                  <a16:creationId xmlns:a16="http://schemas.microsoft.com/office/drawing/2014/main" id="{A5ECE511-975C-9E60-59F7-78BA87D27A8B}"/>
                </a:ext>
              </a:extLst>
            </p:cNvPr>
            <p:cNvSpPr/>
            <p:nvPr/>
          </p:nvSpPr>
          <p:spPr>
            <a:xfrm>
              <a:off x="8803777" y="2192213"/>
              <a:ext cx="689520" cy="689518"/>
            </a:xfrm>
            <a:prstGeom prst="ellipse">
              <a:avLst/>
            </a:prstGeom>
            <a:solidFill>
              <a:srgbClr val="84719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256" name="TextBox 255">
              <a:extLst>
                <a:ext uri="{FF2B5EF4-FFF2-40B4-BE49-F238E27FC236}">
                  <a16:creationId xmlns:a16="http://schemas.microsoft.com/office/drawing/2014/main" id="{F6DA1748-2810-21C4-76B3-D51C0E3BC193}"/>
                </a:ext>
              </a:extLst>
            </p:cNvPr>
            <p:cNvSpPr txBox="1"/>
            <p:nvPr/>
          </p:nvSpPr>
          <p:spPr>
            <a:xfrm>
              <a:off x="8782427" y="2413861"/>
              <a:ext cx="732220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>
                  <a:solidFill>
                    <a:srgbClr val="031223"/>
                  </a:solidFill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감지</a:t>
              </a:r>
            </a:p>
          </p:txBody>
        </p:sp>
      </p:grpSp>
      <p:grpSp>
        <p:nvGrpSpPr>
          <p:cNvPr id="276" name="그룹 275">
            <a:extLst>
              <a:ext uri="{FF2B5EF4-FFF2-40B4-BE49-F238E27FC236}">
                <a16:creationId xmlns:a16="http://schemas.microsoft.com/office/drawing/2014/main" id="{36A97815-66F7-E57C-FF0D-01FF453E7FBB}"/>
              </a:ext>
            </a:extLst>
          </p:cNvPr>
          <p:cNvGrpSpPr/>
          <p:nvPr/>
        </p:nvGrpSpPr>
        <p:grpSpPr>
          <a:xfrm>
            <a:off x="2947214" y="1793716"/>
            <a:ext cx="732220" cy="689518"/>
            <a:chOff x="8782427" y="2192213"/>
            <a:chExt cx="732220" cy="689518"/>
          </a:xfrm>
        </p:grpSpPr>
        <p:sp>
          <p:nvSpPr>
            <p:cNvPr id="277" name="타원 276">
              <a:extLst>
                <a:ext uri="{FF2B5EF4-FFF2-40B4-BE49-F238E27FC236}">
                  <a16:creationId xmlns:a16="http://schemas.microsoft.com/office/drawing/2014/main" id="{90AA21F2-9D5F-5B6C-CD81-E212B1DFA6AC}"/>
                </a:ext>
              </a:extLst>
            </p:cNvPr>
            <p:cNvSpPr/>
            <p:nvPr/>
          </p:nvSpPr>
          <p:spPr>
            <a:xfrm>
              <a:off x="8803777" y="2192213"/>
              <a:ext cx="689520" cy="689518"/>
            </a:xfrm>
            <a:prstGeom prst="ellipse">
              <a:avLst/>
            </a:prstGeom>
            <a:solidFill>
              <a:srgbClr val="84719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278" name="TextBox 277">
              <a:extLst>
                <a:ext uri="{FF2B5EF4-FFF2-40B4-BE49-F238E27FC236}">
                  <a16:creationId xmlns:a16="http://schemas.microsoft.com/office/drawing/2014/main" id="{1D72EEF2-FD98-D1F8-7053-E078F54CD1B7}"/>
                </a:ext>
              </a:extLst>
            </p:cNvPr>
            <p:cNvSpPr txBox="1"/>
            <p:nvPr/>
          </p:nvSpPr>
          <p:spPr>
            <a:xfrm>
              <a:off x="8782427" y="2413861"/>
              <a:ext cx="732220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>
                  <a:solidFill>
                    <a:srgbClr val="031223"/>
                  </a:solidFill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추적</a:t>
              </a:r>
            </a:p>
          </p:txBody>
        </p:sp>
      </p:grpSp>
      <p:grpSp>
        <p:nvGrpSpPr>
          <p:cNvPr id="279" name="그룹 278">
            <a:extLst>
              <a:ext uri="{FF2B5EF4-FFF2-40B4-BE49-F238E27FC236}">
                <a16:creationId xmlns:a16="http://schemas.microsoft.com/office/drawing/2014/main" id="{D13B611C-A971-7FC7-BEBF-F5160E19B16A}"/>
              </a:ext>
            </a:extLst>
          </p:cNvPr>
          <p:cNvGrpSpPr/>
          <p:nvPr/>
        </p:nvGrpSpPr>
        <p:grpSpPr>
          <a:xfrm>
            <a:off x="3802444" y="2654390"/>
            <a:ext cx="732220" cy="689518"/>
            <a:chOff x="8782427" y="2192213"/>
            <a:chExt cx="732220" cy="689518"/>
          </a:xfrm>
        </p:grpSpPr>
        <p:sp>
          <p:nvSpPr>
            <p:cNvPr id="280" name="타원 279">
              <a:extLst>
                <a:ext uri="{FF2B5EF4-FFF2-40B4-BE49-F238E27FC236}">
                  <a16:creationId xmlns:a16="http://schemas.microsoft.com/office/drawing/2014/main" id="{22D39AE5-0874-3036-61A4-68130B11807B}"/>
                </a:ext>
              </a:extLst>
            </p:cNvPr>
            <p:cNvSpPr/>
            <p:nvPr/>
          </p:nvSpPr>
          <p:spPr>
            <a:xfrm>
              <a:off x="8803777" y="2192213"/>
              <a:ext cx="689520" cy="689518"/>
            </a:xfrm>
            <a:prstGeom prst="ellipse">
              <a:avLst/>
            </a:prstGeom>
            <a:solidFill>
              <a:srgbClr val="84719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281" name="TextBox 280">
              <a:extLst>
                <a:ext uri="{FF2B5EF4-FFF2-40B4-BE49-F238E27FC236}">
                  <a16:creationId xmlns:a16="http://schemas.microsoft.com/office/drawing/2014/main" id="{EED3A99B-8EF3-3599-99FB-9787042AF2E6}"/>
                </a:ext>
              </a:extLst>
            </p:cNvPr>
            <p:cNvSpPr txBox="1"/>
            <p:nvPr/>
          </p:nvSpPr>
          <p:spPr>
            <a:xfrm>
              <a:off x="8782427" y="2413861"/>
              <a:ext cx="732220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>
                  <a:solidFill>
                    <a:srgbClr val="031223"/>
                  </a:solidFill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행동 변화</a:t>
              </a:r>
            </a:p>
          </p:txBody>
        </p:sp>
      </p:grpSp>
      <p:grpSp>
        <p:nvGrpSpPr>
          <p:cNvPr id="282" name="그룹 281">
            <a:extLst>
              <a:ext uri="{FF2B5EF4-FFF2-40B4-BE49-F238E27FC236}">
                <a16:creationId xmlns:a16="http://schemas.microsoft.com/office/drawing/2014/main" id="{D842C054-4662-1DD1-580D-A3CC070E58A6}"/>
              </a:ext>
            </a:extLst>
          </p:cNvPr>
          <p:cNvGrpSpPr/>
          <p:nvPr/>
        </p:nvGrpSpPr>
        <p:grpSpPr>
          <a:xfrm>
            <a:off x="4762025" y="3708749"/>
            <a:ext cx="732220" cy="689518"/>
            <a:chOff x="3961067" y="3891118"/>
            <a:chExt cx="732220" cy="689518"/>
          </a:xfrm>
        </p:grpSpPr>
        <p:sp>
          <p:nvSpPr>
            <p:cNvPr id="283" name="타원 282">
              <a:extLst>
                <a:ext uri="{FF2B5EF4-FFF2-40B4-BE49-F238E27FC236}">
                  <a16:creationId xmlns:a16="http://schemas.microsoft.com/office/drawing/2014/main" id="{09CFFDEA-F913-958C-D82C-66A9D72B9232}"/>
                </a:ext>
              </a:extLst>
            </p:cNvPr>
            <p:cNvSpPr/>
            <p:nvPr/>
          </p:nvSpPr>
          <p:spPr>
            <a:xfrm>
              <a:off x="3982417" y="3891118"/>
              <a:ext cx="689520" cy="689518"/>
            </a:xfrm>
            <a:prstGeom prst="ellipse">
              <a:avLst/>
            </a:prstGeom>
            <a:solidFill>
              <a:srgbClr val="A07B6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284" name="TextBox 283">
              <a:extLst>
                <a:ext uri="{FF2B5EF4-FFF2-40B4-BE49-F238E27FC236}">
                  <a16:creationId xmlns:a16="http://schemas.microsoft.com/office/drawing/2014/main" id="{FF725D74-052B-0FC1-9038-3CA7A4891823}"/>
                </a:ext>
              </a:extLst>
            </p:cNvPr>
            <p:cNvSpPr txBox="1"/>
            <p:nvPr/>
          </p:nvSpPr>
          <p:spPr>
            <a:xfrm>
              <a:off x="3961067" y="4112766"/>
              <a:ext cx="732220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>
                  <a:solidFill>
                    <a:srgbClr val="031223"/>
                  </a:solidFill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호흡량</a:t>
              </a:r>
            </a:p>
          </p:txBody>
        </p:sp>
      </p:grpSp>
      <p:grpSp>
        <p:nvGrpSpPr>
          <p:cNvPr id="288" name="그룹 287">
            <a:extLst>
              <a:ext uri="{FF2B5EF4-FFF2-40B4-BE49-F238E27FC236}">
                <a16:creationId xmlns:a16="http://schemas.microsoft.com/office/drawing/2014/main" id="{C3963123-55AE-28EB-ED9A-5A88146124A0}"/>
              </a:ext>
            </a:extLst>
          </p:cNvPr>
          <p:cNvGrpSpPr/>
          <p:nvPr/>
        </p:nvGrpSpPr>
        <p:grpSpPr>
          <a:xfrm>
            <a:off x="2468596" y="3481370"/>
            <a:ext cx="1294090" cy="1294091"/>
            <a:chOff x="3065610" y="3707861"/>
            <a:chExt cx="1763378" cy="1763378"/>
          </a:xfrm>
        </p:grpSpPr>
        <p:sp>
          <p:nvSpPr>
            <p:cNvPr id="289" name="타원 288">
              <a:extLst>
                <a:ext uri="{FF2B5EF4-FFF2-40B4-BE49-F238E27FC236}">
                  <a16:creationId xmlns:a16="http://schemas.microsoft.com/office/drawing/2014/main" id="{983ACA2C-132D-D1BE-0CEB-91DC01713137}"/>
                </a:ext>
              </a:extLst>
            </p:cNvPr>
            <p:cNvSpPr/>
            <p:nvPr/>
          </p:nvSpPr>
          <p:spPr>
            <a:xfrm>
              <a:off x="3065610" y="3707861"/>
              <a:ext cx="1763378" cy="1763378"/>
            </a:xfrm>
            <a:prstGeom prst="ellipse">
              <a:avLst/>
            </a:prstGeom>
            <a:solidFill>
              <a:srgbClr val="637A9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5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290" name="TextBox 289">
              <a:extLst>
                <a:ext uri="{FF2B5EF4-FFF2-40B4-BE49-F238E27FC236}">
                  <a16:creationId xmlns:a16="http://schemas.microsoft.com/office/drawing/2014/main" id="{52735736-CB4A-11EE-7D9D-FDC55E778F8A}"/>
                </a:ext>
              </a:extLst>
            </p:cNvPr>
            <p:cNvSpPr txBox="1"/>
            <p:nvPr/>
          </p:nvSpPr>
          <p:spPr>
            <a:xfrm>
              <a:off x="3107444" y="4754102"/>
              <a:ext cx="1679708" cy="44035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500" dirty="0">
                  <a:solidFill>
                    <a:srgbClr val="FDFDFE"/>
                  </a:solidFill>
                  <a:latin typeface="KoddiUD 온고딕 Bold" panose="020B0803000000000000" pitchFamily="50" charset="-127"/>
                  <a:ea typeface="KoddiUD 온고딕 Bold" panose="020B0803000000000000" pitchFamily="50" charset="-127"/>
                </a:rPr>
                <a:t>호흡 시스템</a:t>
              </a:r>
            </a:p>
          </p:txBody>
        </p:sp>
        <p:pic>
          <p:nvPicPr>
            <p:cNvPr id="291" name="그림 290">
              <a:extLst>
                <a:ext uri="{FF2B5EF4-FFF2-40B4-BE49-F238E27FC236}">
                  <a16:creationId xmlns:a16="http://schemas.microsoft.com/office/drawing/2014/main" id="{341942D2-5C25-C88A-3788-BE50087454D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725" t="21019" r="53469" b="54259"/>
            <a:stretch>
              <a:fillRect/>
            </a:stretch>
          </p:blipFill>
          <p:spPr>
            <a:xfrm>
              <a:off x="3550526" y="3870896"/>
              <a:ext cx="800512" cy="883206"/>
            </a:xfrm>
            <a:prstGeom prst="rect">
              <a:avLst/>
            </a:prstGeom>
          </p:spPr>
        </p:pic>
      </p:grpSp>
      <p:sp>
        <p:nvSpPr>
          <p:cNvPr id="292" name="TextBox 291">
            <a:extLst>
              <a:ext uri="{FF2B5EF4-FFF2-40B4-BE49-F238E27FC236}">
                <a16:creationId xmlns:a16="http://schemas.microsoft.com/office/drawing/2014/main" id="{326F0BAF-1499-7F5E-9D55-4A42AAC806A7}"/>
              </a:ext>
            </a:extLst>
          </p:cNvPr>
          <p:cNvSpPr txBox="1"/>
          <p:nvPr/>
        </p:nvSpPr>
        <p:spPr>
          <a:xfrm>
            <a:off x="1553353" y="6177883"/>
            <a:ext cx="31245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시스템 </a:t>
            </a:r>
            <a:r>
              <a:rPr lang="ko-KR" altLang="en-US" sz="1000" dirty="0" err="1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볼륨맵</a:t>
            </a:r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｜ 행동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환경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게이지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·AI 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반응의 연결</a:t>
            </a:r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C81C436B-C44B-A9BB-2C07-889117A57396}"/>
              </a:ext>
            </a:extLst>
          </p:cNvPr>
          <p:cNvSpPr txBox="1"/>
          <p:nvPr/>
        </p:nvSpPr>
        <p:spPr>
          <a:xfrm>
            <a:off x="6401045" y="1841737"/>
            <a:ext cx="116410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호흡 게이지</a:t>
            </a:r>
            <a:endParaRPr lang="ko-KR" altLang="en-US" sz="15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295" name="사각형: 둥근 모서리 294">
            <a:extLst>
              <a:ext uri="{FF2B5EF4-FFF2-40B4-BE49-F238E27FC236}">
                <a16:creationId xmlns:a16="http://schemas.microsoft.com/office/drawing/2014/main" id="{9F85FAB9-F073-D106-C0EC-8CC71C3E3DA8}"/>
              </a:ext>
            </a:extLst>
          </p:cNvPr>
          <p:cNvSpPr/>
          <p:nvPr/>
        </p:nvSpPr>
        <p:spPr>
          <a:xfrm>
            <a:off x="6672424" y="2355935"/>
            <a:ext cx="621345" cy="241953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49200">
                <a:srgbClr val="B4BCC8"/>
              </a:gs>
              <a:gs pos="0">
                <a:srgbClr val="B1BCCA"/>
              </a:gs>
              <a:gs pos="100000">
                <a:srgbClr val="CFBDA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 w="12700">
                <a:solidFill>
                  <a:schemeClr val="tx1"/>
                </a:solidFill>
              </a:ln>
            </a:endParaRPr>
          </a:p>
        </p:txBody>
      </p:sp>
      <p:sp>
        <p:nvSpPr>
          <p:cNvPr id="296" name="사각형: 둥근 모서리 295">
            <a:extLst>
              <a:ext uri="{FF2B5EF4-FFF2-40B4-BE49-F238E27FC236}">
                <a16:creationId xmlns:a16="http://schemas.microsoft.com/office/drawing/2014/main" id="{7BA1104A-AE09-4151-B78A-7E060CB6FFE4}"/>
              </a:ext>
            </a:extLst>
          </p:cNvPr>
          <p:cNvSpPr/>
          <p:nvPr/>
        </p:nvSpPr>
        <p:spPr>
          <a:xfrm>
            <a:off x="10324391" y="2355935"/>
            <a:ext cx="553568" cy="241953"/>
          </a:xfrm>
          <a:prstGeom prst="roundRect">
            <a:avLst>
              <a:gd name="adj" fmla="val 50000"/>
            </a:avLst>
          </a:prstGeom>
          <a:gradFill>
            <a:gsLst>
              <a:gs pos="50400">
                <a:srgbClr val="D6B8B8"/>
              </a:gs>
              <a:gs pos="0">
                <a:srgbClr val="CFBDAF"/>
              </a:gs>
              <a:gs pos="100000">
                <a:srgbClr val="D7B8B9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12700">
                <a:solidFill>
                  <a:schemeClr val="tx1"/>
                </a:solidFill>
              </a:ln>
            </a:endParaRPr>
          </a:p>
        </p:txBody>
      </p:sp>
      <p:sp>
        <p:nvSpPr>
          <p:cNvPr id="297" name="직사각형 296">
            <a:extLst>
              <a:ext uri="{FF2B5EF4-FFF2-40B4-BE49-F238E27FC236}">
                <a16:creationId xmlns:a16="http://schemas.microsoft.com/office/drawing/2014/main" id="{964FC945-449B-3E7F-DCA9-050703E8F78E}"/>
              </a:ext>
            </a:extLst>
          </p:cNvPr>
          <p:cNvSpPr/>
          <p:nvPr/>
        </p:nvSpPr>
        <p:spPr>
          <a:xfrm>
            <a:off x="7151046" y="2355935"/>
            <a:ext cx="3282400" cy="241418"/>
          </a:xfrm>
          <a:prstGeom prst="rect">
            <a:avLst/>
          </a:prstGeom>
          <a:gradFill>
            <a:gsLst>
              <a:gs pos="51700">
                <a:srgbClr val="CFBDAF"/>
              </a:gs>
              <a:gs pos="0">
                <a:srgbClr val="C0BCBD"/>
              </a:gs>
              <a:gs pos="100000">
                <a:srgbClr val="D2BBB3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8" name="사각형: 둥근 모서리 297">
            <a:extLst>
              <a:ext uri="{FF2B5EF4-FFF2-40B4-BE49-F238E27FC236}">
                <a16:creationId xmlns:a16="http://schemas.microsoft.com/office/drawing/2014/main" id="{88EA1FFE-EE17-5285-156C-138D9E8A5BB3}"/>
              </a:ext>
            </a:extLst>
          </p:cNvPr>
          <p:cNvSpPr/>
          <p:nvPr/>
        </p:nvSpPr>
        <p:spPr>
          <a:xfrm>
            <a:off x="6345517" y="2318174"/>
            <a:ext cx="439507" cy="320595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0</a:t>
            </a:r>
            <a:endParaRPr lang="ko-KR" altLang="en-US" sz="800" dirty="0">
              <a:solidFill>
                <a:schemeClr val="tx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299" name="사각형: 둥근 모서리 298">
            <a:extLst>
              <a:ext uri="{FF2B5EF4-FFF2-40B4-BE49-F238E27FC236}">
                <a16:creationId xmlns:a16="http://schemas.microsoft.com/office/drawing/2014/main" id="{510A783F-9C1E-A660-B11F-6600F8DE720C}"/>
              </a:ext>
            </a:extLst>
          </p:cNvPr>
          <p:cNvSpPr/>
          <p:nvPr/>
        </p:nvSpPr>
        <p:spPr>
          <a:xfrm>
            <a:off x="10799468" y="2318174"/>
            <a:ext cx="495039" cy="320595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100</a:t>
            </a:r>
            <a:endParaRPr lang="ko-KR" altLang="en-US" sz="800" dirty="0">
              <a:solidFill>
                <a:schemeClr val="tx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cxnSp>
        <p:nvCxnSpPr>
          <p:cNvPr id="300" name="직선 화살표 연결선 299">
            <a:extLst>
              <a:ext uri="{FF2B5EF4-FFF2-40B4-BE49-F238E27FC236}">
                <a16:creationId xmlns:a16="http://schemas.microsoft.com/office/drawing/2014/main" id="{CCE0B64F-7E72-9A45-6D09-4CDA82CA3B4A}"/>
              </a:ext>
            </a:extLst>
          </p:cNvPr>
          <p:cNvCxnSpPr>
            <a:cxnSpLocks/>
          </p:cNvCxnSpPr>
          <p:nvPr/>
        </p:nvCxnSpPr>
        <p:spPr>
          <a:xfrm>
            <a:off x="6672423" y="2713097"/>
            <a:ext cx="0" cy="153253"/>
          </a:xfrm>
          <a:prstGeom prst="straightConnector1">
            <a:avLst/>
          </a:prstGeom>
          <a:ln>
            <a:solidFill>
              <a:srgbClr val="637A96"/>
            </a:solidFill>
            <a:headEnd type="oval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1" name="직선 화살표 연결선 300">
            <a:extLst>
              <a:ext uri="{FF2B5EF4-FFF2-40B4-BE49-F238E27FC236}">
                <a16:creationId xmlns:a16="http://schemas.microsoft.com/office/drawing/2014/main" id="{AE9CDD3F-6E18-3A83-FBC9-014F52C6A1D3}"/>
              </a:ext>
            </a:extLst>
          </p:cNvPr>
          <p:cNvCxnSpPr>
            <a:cxnSpLocks/>
          </p:cNvCxnSpPr>
          <p:nvPr/>
        </p:nvCxnSpPr>
        <p:spPr>
          <a:xfrm>
            <a:off x="8786665" y="2712614"/>
            <a:ext cx="0" cy="153253"/>
          </a:xfrm>
          <a:prstGeom prst="straightConnector1">
            <a:avLst/>
          </a:prstGeom>
          <a:ln>
            <a:solidFill>
              <a:srgbClr val="A07B60"/>
            </a:solidFill>
            <a:headEnd type="oval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2" name="직선 화살표 연결선 301">
            <a:extLst>
              <a:ext uri="{FF2B5EF4-FFF2-40B4-BE49-F238E27FC236}">
                <a16:creationId xmlns:a16="http://schemas.microsoft.com/office/drawing/2014/main" id="{63BFB6A3-749C-F1C0-4CA7-1615F188002C}"/>
              </a:ext>
            </a:extLst>
          </p:cNvPr>
          <p:cNvCxnSpPr>
            <a:cxnSpLocks/>
          </p:cNvCxnSpPr>
          <p:nvPr/>
        </p:nvCxnSpPr>
        <p:spPr>
          <a:xfrm>
            <a:off x="10877959" y="2712663"/>
            <a:ext cx="0" cy="153253"/>
          </a:xfrm>
          <a:prstGeom prst="straightConnector1">
            <a:avLst/>
          </a:prstGeom>
          <a:ln>
            <a:solidFill>
              <a:srgbClr val="AF7273"/>
            </a:solidFill>
            <a:headEnd type="oval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8" name="TextBox 317">
            <a:extLst>
              <a:ext uri="{FF2B5EF4-FFF2-40B4-BE49-F238E27FC236}">
                <a16:creationId xmlns:a16="http://schemas.microsoft.com/office/drawing/2014/main" id="{9A60DA28-F0D8-6730-071E-D43793E8DD49}"/>
              </a:ext>
            </a:extLst>
          </p:cNvPr>
          <p:cNvSpPr txBox="1"/>
          <p:nvPr/>
        </p:nvSpPr>
        <p:spPr>
          <a:xfrm>
            <a:off x="6565270" y="2925252"/>
            <a:ext cx="1082348" cy="67608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637A96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평상 호흡</a:t>
            </a:r>
            <a:endParaRPr lang="en-US" altLang="ko-KR" sz="1000" dirty="0">
              <a:solidFill>
                <a:srgbClr val="637A96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150000"/>
              </a:lnSpc>
              <a:buClr>
                <a:srgbClr val="031223"/>
              </a:buClr>
            </a:pP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보유 호흡 없음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  <a:p>
            <a:pPr>
              <a:lnSpc>
                <a:spcPct val="150000"/>
              </a:lnSpc>
              <a:buClr>
                <a:srgbClr val="031223"/>
              </a:buClr>
            </a:pP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지상 사망 조건 아님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999B096F-C3D7-046C-D0FB-154B68534AAB}"/>
              </a:ext>
            </a:extLst>
          </p:cNvPr>
          <p:cNvSpPr txBox="1"/>
          <p:nvPr/>
        </p:nvSpPr>
        <p:spPr>
          <a:xfrm>
            <a:off x="10062422" y="2925251"/>
            <a:ext cx="984565" cy="67608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ko-KR" altLang="en-US" sz="10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최대 호흡량</a:t>
            </a:r>
            <a:endParaRPr lang="en-US" altLang="ko-KR" sz="1000" dirty="0">
              <a:solidFill>
                <a:srgbClr val="AF727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 algn="r">
              <a:lnSpc>
                <a:spcPct val="150000"/>
              </a:lnSpc>
              <a:buClr>
                <a:srgbClr val="031223"/>
              </a:buClr>
            </a:pP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숨 참기 최대 준비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  <a:p>
            <a:pPr algn="r">
              <a:lnSpc>
                <a:spcPct val="150000"/>
              </a:lnSpc>
              <a:buClr>
                <a:srgbClr val="031223"/>
              </a:buClr>
            </a:pPr>
            <a:r>
              <a:rPr lang="ko-KR" altLang="en-US" sz="800" dirty="0" err="1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과흡입</a:t>
            </a: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주의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22" name="TextBox 321">
            <a:extLst>
              <a:ext uri="{FF2B5EF4-FFF2-40B4-BE49-F238E27FC236}">
                <a16:creationId xmlns:a16="http://schemas.microsoft.com/office/drawing/2014/main" id="{68A7AF23-B2F6-5FED-DD46-8FCE5ED2E630}"/>
              </a:ext>
            </a:extLst>
          </p:cNvPr>
          <p:cNvSpPr txBox="1"/>
          <p:nvPr/>
        </p:nvSpPr>
        <p:spPr>
          <a:xfrm>
            <a:off x="8309612" y="2925250"/>
            <a:ext cx="954108" cy="67608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000" dirty="0">
                <a:solidFill>
                  <a:srgbClr val="A07B6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조절 구간</a:t>
            </a:r>
            <a:endParaRPr lang="en-US" altLang="ko-KR" sz="1000" dirty="0">
              <a:solidFill>
                <a:srgbClr val="A07B60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 algn="ctr">
              <a:lnSpc>
                <a:spcPct val="150000"/>
              </a:lnSpc>
              <a:buClr>
                <a:srgbClr val="031223"/>
              </a:buClr>
            </a:pP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필요한 양만 확보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  <a:p>
            <a:pPr algn="ctr">
              <a:lnSpc>
                <a:spcPct val="150000"/>
              </a:lnSpc>
              <a:buClr>
                <a:srgbClr val="031223"/>
              </a:buClr>
            </a:pP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부분 사용 가능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97A97172-A7C8-86DC-F6BC-8EE8364BDDF8}"/>
              </a:ext>
            </a:extLst>
          </p:cNvPr>
          <p:cNvSpPr txBox="1"/>
          <p:nvPr/>
        </p:nvSpPr>
        <p:spPr>
          <a:xfrm>
            <a:off x="6401045" y="3942393"/>
            <a:ext cx="1406154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호흡 행동 흐름</a:t>
            </a:r>
            <a:endParaRPr lang="ko-KR" altLang="en-US" sz="15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cxnSp>
        <p:nvCxnSpPr>
          <p:cNvPr id="325" name="직선 연결선 324">
            <a:extLst>
              <a:ext uri="{FF2B5EF4-FFF2-40B4-BE49-F238E27FC236}">
                <a16:creationId xmlns:a16="http://schemas.microsoft.com/office/drawing/2014/main" id="{0DB1389A-33D9-1317-5BD9-707900F11692}"/>
              </a:ext>
            </a:extLst>
          </p:cNvPr>
          <p:cNvCxnSpPr>
            <a:cxnSpLocks/>
          </p:cNvCxnSpPr>
          <p:nvPr/>
        </p:nvCxnSpPr>
        <p:spPr>
          <a:xfrm>
            <a:off x="6345517" y="3747898"/>
            <a:ext cx="5308601" cy="0"/>
          </a:xfrm>
          <a:prstGeom prst="line">
            <a:avLst/>
          </a:prstGeom>
          <a:ln w="12700">
            <a:solidFill>
              <a:srgbClr val="AF7273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5" name="TextBox 344">
            <a:extLst>
              <a:ext uri="{FF2B5EF4-FFF2-40B4-BE49-F238E27FC236}">
                <a16:creationId xmlns:a16="http://schemas.microsoft.com/office/drawing/2014/main" id="{1DFD6E76-3DA7-D09D-8C28-360B82FF74BA}"/>
              </a:ext>
            </a:extLst>
          </p:cNvPr>
          <p:cNvSpPr txBox="1"/>
          <p:nvPr/>
        </p:nvSpPr>
        <p:spPr>
          <a:xfrm>
            <a:off x="6739143" y="4874242"/>
            <a:ext cx="704039" cy="4914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000" dirty="0">
                <a:solidFill>
                  <a:srgbClr val="758171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들숨</a:t>
            </a:r>
            <a:endParaRPr lang="en-US" altLang="ko-KR" sz="1000" dirty="0">
              <a:solidFill>
                <a:srgbClr val="758171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 algn="ctr">
              <a:lnSpc>
                <a:spcPct val="150000"/>
              </a:lnSpc>
              <a:buClr>
                <a:srgbClr val="031223"/>
              </a:buClr>
            </a:pP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호흡량 확보</a:t>
            </a:r>
          </a:p>
        </p:txBody>
      </p:sp>
      <p:sp>
        <p:nvSpPr>
          <p:cNvPr id="347" name="타원 346">
            <a:extLst>
              <a:ext uri="{FF2B5EF4-FFF2-40B4-BE49-F238E27FC236}">
                <a16:creationId xmlns:a16="http://schemas.microsoft.com/office/drawing/2014/main" id="{3D78A514-D0EB-76E8-33E4-B9B279879D0C}"/>
              </a:ext>
            </a:extLst>
          </p:cNvPr>
          <p:cNvSpPr/>
          <p:nvPr/>
        </p:nvSpPr>
        <p:spPr>
          <a:xfrm>
            <a:off x="6849340" y="4389610"/>
            <a:ext cx="483646" cy="483646"/>
          </a:xfrm>
          <a:prstGeom prst="ellipse">
            <a:avLst/>
          </a:prstGeom>
          <a:solidFill>
            <a:srgbClr val="75817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 dirty="0">
              <a:solidFill>
                <a:srgbClr val="FDFDFE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pic>
        <p:nvPicPr>
          <p:cNvPr id="349" name="그림 348">
            <a:extLst>
              <a:ext uri="{FF2B5EF4-FFF2-40B4-BE49-F238E27FC236}">
                <a16:creationId xmlns:a16="http://schemas.microsoft.com/office/drawing/2014/main" id="{F44E62F0-4D99-9924-3D00-E6548AB9F2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76" t="57734" r="77157" b="20567"/>
          <a:stretch>
            <a:fillRect/>
          </a:stretch>
        </p:blipFill>
        <p:spPr>
          <a:xfrm>
            <a:off x="6905759" y="4450391"/>
            <a:ext cx="370808" cy="362084"/>
          </a:xfrm>
          <a:prstGeom prst="rect">
            <a:avLst/>
          </a:prstGeom>
        </p:spPr>
      </p:pic>
      <p:sp>
        <p:nvSpPr>
          <p:cNvPr id="363" name="TextBox 362">
            <a:extLst>
              <a:ext uri="{FF2B5EF4-FFF2-40B4-BE49-F238E27FC236}">
                <a16:creationId xmlns:a16="http://schemas.microsoft.com/office/drawing/2014/main" id="{B094DB9C-E17D-D297-FE3F-C90F726EF477}"/>
              </a:ext>
            </a:extLst>
          </p:cNvPr>
          <p:cNvSpPr txBox="1"/>
          <p:nvPr/>
        </p:nvSpPr>
        <p:spPr>
          <a:xfrm>
            <a:off x="8434645" y="4874242"/>
            <a:ext cx="704039" cy="4914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000" dirty="0">
                <a:solidFill>
                  <a:srgbClr val="84719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참기</a:t>
            </a:r>
            <a:endParaRPr lang="en-US" altLang="ko-KR" sz="1000" dirty="0">
              <a:solidFill>
                <a:srgbClr val="847190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 algn="ctr">
              <a:lnSpc>
                <a:spcPct val="150000"/>
              </a:lnSpc>
              <a:buClr>
                <a:srgbClr val="031223"/>
              </a:buClr>
            </a:pP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천천히 소비</a:t>
            </a:r>
            <a:endParaRPr lang="en-US" altLang="ko-KR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65" name="타원 364">
            <a:extLst>
              <a:ext uri="{FF2B5EF4-FFF2-40B4-BE49-F238E27FC236}">
                <a16:creationId xmlns:a16="http://schemas.microsoft.com/office/drawing/2014/main" id="{89A014AE-791E-3C5D-5809-6D792E390888}"/>
              </a:ext>
            </a:extLst>
          </p:cNvPr>
          <p:cNvSpPr/>
          <p:nvPr/>
        </p:nvSpPr>
        <p:spPr>
          <a:xfrm>
            <a:off x="8544841" y="4389610"/>
            <a:ext cx="483646" cy="483646"/>
          </a:xfrm>
          <a:prstGeom prst="ellipse">
            <a:avLst/>
          </a:prstGeom>
          <a:solidFill>
            <a:srgbClr val="84719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 dirty="0">
              <a:solidFill>
                <a:srgbClr val="FDFDFE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pic>
        <p:nvPicPr>
          <p:cNvPr id="367" name="그림 366">
            <a:extLst>
              <a:ext uri="{FF2B5EF4-FFF2-40B4-BE49-F238E27FC236}">
                <a16:creationId xmlns:a16="http://schemas.microsoft.com/office/drawing/2014/main" id="{8F488909-F689-0E5A-6AF8-28A10D23AB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080" t="57734" r="53253" b="20567"/>
          <a:stretch>
            <a:fillRect/>
          </a:stretch>
        </p:blipFill>
        <p:spPr>
          <a:xfrm>
            <a:off x="8601260" y="4450391"/>
            <a:ext cx="370808" cy="362084"/>
          </a:xfrm>
          <a:prstGeom prst="rect">
            <a:avLst/>
          </a:prstGeom>
        </p:spPr>
      </p:pic>
      <p:sp>
        <p:nvSpPr>
          <p:cNvPr id="373" name="TextBox 372">
            <a:extLst>
              <a:ext uri="{FF2B5EF4-FFF2-40B4-BE49-F238E27FC236}">
                <a16:creationId xmlns:a16="http://schemas.microsoft.com/office/drawing/2014/main" id="{B11FC839-738F-0E68-016E-00098C612B1C}"/>
              </a:ext>
            </a:extLst>
          </p:cNvPr>
          <p:cNvSpPr txBox="1"/>
          <p:nvPr/>
        </p:nvSpPr>
        <p:spPr>
          <a:xfrm>
            <a:off x="10240342" y="4874242"/>
            <a:ext cx="704039" cy="4914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000" dirty="0">
                <a:solidFill>
                  <a:srgbClr val="A07B6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날숨</a:t>
            </a:r>
            <a:endParaRPr lang="en-US" altLang="ko-KR" sz="1000" dirty="0">
              <a:solidFill>
                <a:srgbClr val="A07B60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 algn="ctr">
              <a:lnSpc>
                <a:spcPct val="150000"/>
              </a:lnSpc>
              <a:buClr>
                <a:srgbClr val="031223"/>
              </a:buClr>
            </a:pP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빠르게 소비</a:t>
            </a:r>
            <a:endParaRPr lang="en-US" altLang="ko-KR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75" name="타원 374">
            <a:extLst>
              <a:ext uri="{FF2B5EF4-FFF2-40B4-BE49-F238E27FC236}">
                <a16:creationId xmlns:a16="http://schemas.microsoft.com/office/drawing/2014/main" id="{59D84D0D-8DF6-4B43-1B05-078156E63243}"/>
              </a:ext>
            </a:extLst>
          </p:cNvPr>
          <p:cNvSpPr/>
          <p:nvPr/>
        </p:nvSpPr>
        <p:spPr>
          <a:xfrm>
            <a:off x="10350538" y="4388917"/>
            <a:ext cx="483646" cy="483646"/>
          </a:xfrm>
          <a:prstGeom prst="ellipse">
            <a:avLst/>
          </a:prstGeom>
          <a:solidFill>
            <a:srgbClr val="A07B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 dirty="0">
              <a:solidFill>
                <a:srgbClr val="FDFDFE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pic>
        <p:nvPicPr>
          <p:cNvPr id="377" name="그림 376">
            <a:extLst>
              <a:ext uri="{FF2B5EF4-FFF2-40B4-BE49-F238E27FC236}">
                <a16:creationId xmlns:a16="http://schemas.microsoft.com/office/drawing/2014/main" id="{2F2C4CBD-83D4-5247-50ED-88CA07301D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433" t="57734" r="28621" b="20567"/>
          <a:stretch>
            <a:fillRect/>
          </a:stretch>
        </p:blipFill>
        <p:spPr>
          <a:xfrm>
            <a:off x="10392723" y="4449698"/>
            <a:ext cx="399276" cy="362084"/>
          </a:xfrm>
          <a:prstGeom prst="rect">
            <a:avLst/>
          </a:prstGeom>
        </p:spPr>
      </p:pic>
      <p:cxnSp>
        <p:nvCxnSpPr>
          <p:cNvPr id="379" name="직선 화살표 연결선 378">
            <a:extLst>
              <a:ext uri="{FF2B5EF4-FFF2-40B4-BE49-F238E27FC236}">
                <a16:creationId xmlns:a16="http://schemas.microsoft.com/office/drawing/2014/main" id="{D248486C-B06C-5DD2-FEC4-89B9DEF85D5C}"/>
              </a:ext>
            </a:extLst>
          </p:cNvPr>
          <p:cNvCxnSpPr/>
          <p:nvPr/>
        </p:nvCxnSpPr>
        <p:spPr>
          <a:xfrm>
            <a:off x="7670800" y="4811782"/>
            <a:ext cx="495300" cy="0"/>
          </a:xfrm>
          <a:prstGeom prst="straightConnector1">
            <a:avLst/>
          </a:prstGeom>
          <a:ln w="12700">
            <a:gradFill flip="none" rotWithShape="1">
              <a:gsLst>
                <a:gs pos="0">
                  <a:srgbClr val="758171"/>
                </a:gs>
                <a:gs pos="100000">
                  <a:srgbClr val="847190"/>
                </a:gs>
              </a:gsLst>
              <a:lin ang="0" scaled="1"/>
              <a:tileRect/>
            </a:gradFill>
            <a:tailEnd type="arrow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0" name="직선 화살표 연결선 379">
            <a:extLst>
              <a:ext uri="{FF2B5EF4-FFF2-40B4-BE49-F238E27FC236}">
                <a16:creationId xmlns:a16="http://schemas.microsoft.com/office/drawing/2014/main" id="{EC80EEEC-5D04-7F9A-59B1-C8C5AD1038B5}"/>
              </a:ext>
            </a:extLst>
          </p:cNvPr>
          <p:cNvCxnSpPr/>
          <p:nvPr/>
        </p:nvCxnSpPr>
        <p:spPr>
          <a:xfrm>
            <a:off x="9467155" y="4811782"/>
            <a:ext cx="495300" cy="0"/>
          </a:xfrm>
          <a:prstGeom prst="straightConnector1">
            <a:avLst/>
          </a:prstGeom>
          <a:ln w="12700">
            <a:gradFill flip="none" rotWithShape="1">
              <a:gsLst>
                <a:gs pos="0">
                  <a:srgbClr val="847190"/>
                </a:gs>
                <a:gs pos="100000">
                  <a:srgbClr val="A07B60"/>
                </a:gs>
              </a:gsLst>
              <a:lin ang="0" scaled="1"/>
              <a:tileRect/>
            </a:gradFill>
            <a:tailEnd type="arrow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1" name="직선 연결선 380">
            <a:extLst>
              <a:ext uri="{FF2B5EF4-FFF2-40B4-BE49-F238E27FC236}">
                <a16:creationId xmlns:a16="http://schemas.microsoft.com/office/drawing/2014/main" id="{E3D06959-04AA-4E6C-22C5-7D364A10FC6B}"/>
              </a:ext>
            </a:extLst>
          </p:cNvPr>
          <p:cNvCxnSpPr>
            <a:cxnSpLocks/>
          </p:cNvCxnSpPr>
          <p:nvPr/>
        </p:nvCxnSpPr>
        <p:spPr>
          <a:xfrm>
            <a:off x="6345517" y="5490210"/>
            <a:ext cx="5308601" cy="0"/>
          </a:xfrm>
          <a:prstGeom prst="line">
            <a:avLst/>
          </a:prstGeom>
          <a:ln w="12700">
            <a:solidFill>
              <a:srgbClr val="AF7273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3" name="TextBox 382">
            <a:extLst>
              <a:ext uri="{FF2B5EF4-FFF2-40B4-BE49-F238E27FC236}">
                <a16:creationId xmlns:a16="http://schemas.microsoft.com/office/drawing/2014/main" id="{8D159185-FCD5-AF15-AEBD-C8C098F2F404}"/>
              </a:ext>
            </a:extLst>
          </p:cNvPr>
          <p:cNvSpPr txBox="1"/>
          <p:nvPr/>
        </p:nvSpPr>
        <p:spPr>
          <a:xfrm>
            <a:off x="6401045" y="5640894"/>
            <a:ext cx="1406154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기본 입력 구조</a:t>
            </a:r>
            <a:endParaRPr lang="ko-KR" altLang="en-US" sz="15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85" name="TextBox 384">
            <a:extLst>
              <a:ext uri="{FF2B5EF4-FFF2-40B4-BE49-F238E27FC236}">
                <a16:creationId xmlns:a16="http://schemas.microsoft.com/office/drawing/2014/main" id="{1583F427-EFCD-F532-F736-A9078A473EBA}"/>
              </a:ext>
            </a:extLst>
          </p:cNvPr>
          <p:cNvSpPr txBox="1"/>
          <p:nvPr/>
        </p:nvSpPr>
        <p:spPr>
          <a:xfrm>
            <a:off x="6401045" y="5922417"/>
            <a:ext cx="222048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상황에 맞춰 확보량과 소비량을 판단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87" name="TextBox 386">
            <a:extLst>
              <a:ext uri="{FF2B5EF4-FFF2-40B4-BE49-F238E27FC236}">
                <a16:creationId xmlns:a16="http://schemas.microsoft.com/office/drawing/2014/main" id="{8620A4F1-6571-35CF-78F9-99DD3629F394}"/>
              </a:ext>
            </a:extLst>
          </p:cNvPr>
          <p:cNvSpPr txBox="1"/>
          <p:nvPr/>
        </p:nvSpPr>
        <p:spPr>
          <a:xfrm>
            <a:off x="6401045" y="6193272"/>
            <a:ext cx="416812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※ </a:t>
            </a: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세부 수치와 예외 처리는 이후 </a:t>
            </a:r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&lt;</a:t>
            </a: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호흡 행동 규칙</a:t>
            </a:r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&gt;, &lt;</a:t>
            </a:r>
            <a:r>
              <a:rPr lang="ko-KR" altLang="en-US" sz="800" dirty="0" err="1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과흡입</a:t>
            </a:r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강제 호흡</a:t>
            </a:r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&gt; </a:t>
            </a: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페이지에서 설명</a:t>
            </a:r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8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B9D2DE-4876-724F-3393-473FEF97A649}"/>
              </a:ext>
            </a:extLst>
          </p:cNvPr>
          <p:cNvSpPr txBox="1"/>
          <p:nvPr/>
        </p:nvSpPr>
        <p:spPr>
          <a:xfrm>
            <a:off x="300437" y="576734"/>
            <a:ext cx="18229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2) </a:t>
            </a:r>
            <a:r>
              <a:rPr lang="ko-KR" altLang="en-US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호흡 시스템</a:t>
            </a:r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DEE35D06-4455-6FFA-7056-643D38B4DC66}"/>
              </a:ext>
            </a:extLst>
          </p:cNvPr>
          <p:cNvCxnSpPr>
            <a:cxnSpLocks/>
            <a:stCxn id="3" idx="3"/>
          </p:cNvCxnSpPr>
          <p:nvPr/>
        </p:nvCxnSpPr>
        <p:spPr>
          <a:xfrm flipV="1">
            <a:off x="2123372" y="738317"/>
            <a:ext cx="9651905" cy="38472"/>
          </a:xfrm>
          <a:prstGeom prst="line">
            <a:avLst/>
          </a:prstGeom>
          <a:ln w="12700">
            <a:solidFill>
              <a:srgbClr val="AF7273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2B5F25A4-3DD4-B8C1-983C-4777EDDE9F3A}"/>
              </a:ext>
            </a:extLst>
          </p:cNvPr>
          <p:cNvSpPr txBox="1"/>
          <p:nvPr/>
        </p:nvSpPr>
        <p:spPr>
          <a:xfrm>
            <a:off x="11812654" y="6499017"/>
            <a:ext cx="24558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4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986981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178F8-0C21-059A-9E2B-4594507B5C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그림 92">
            <a:extLst>
              <a:ext uri="{FF2B5EF4-FFF2-40B4-BE49-F238E27FC236}">
                <a16:creationId xmlns:a16="http://schemas.microsoft.com/office/drawing/2014/main" id="{ADC82A9B-7D39-8BF0-FA78-AC71CEB518C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6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184" r="5117" b="3367"/>
          <a:stretch>
            <a:fillRect/>
          </a:stretch>
        </p:blipFill>
        <p:spPr>
          <a:xfrm>
            <a:off x="4546535" y="3452593"/>
            <a:ext cx="7645465" cy="3405408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7EF96214-E7E9-4EB8-4C50-68B439587883}"/>
              </a:ext>
            </a:extLst>
          </p:cNvPr>
          <p:cNvSpPr txBox="1"/>
          <p:nvPr/>
        </p:nvSpPr>
        <p:spPr>
          <a:xfrm>
            <a:off x="300437" y="576734"/>
            <a:ext cx="23936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3) </a:t>
            </a:r>
            <a:r>
              <a:rPr lang="ko-KR" altLang="en-US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핵심 플레이 순환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B0B7C34-4C3D-3613-615D-1833DF946081}"/>
              </a:ext>
            </a:extLst>
          </p:cNvPr>
          <p:cNvSpPr txBox="1"/>
          <p:nvPr/>
        </p:nvSpPr>
        <p:spPr>
          <a:xfrm>
            <a:off x="312341" y="260477"/>
            <a:ext cx="106792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1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 </a:t>
            </a: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게임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시스템 개요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1DD064AE-F51A-6428-9B4D-6D575A8C1C7B}"/>
              </a:ext>
            </a:extLst>
          </p:cNvPr>
          <p:cNvCxnSpPr>
            <a:cxnSpLocks/>
            <a:stCxn id="56" idx="3"/>
          </p:cNvCxnSpPr>
          <p:nvPr/>
        </p:nvCxnSpPr>
        <p:spPr>
          <a:xfrm flipV="1">
            <a:off x="2694041" y="738317"/>
            <a:ext cx="9081236" cy="38472"/>
          </a:xfrm>
          <a:prstGeom prst="line">
            <a:avLst/>
          </a:prstGeom>
          <a:ln w="12700">
            <a:solidFill>
              <a:srgbClr val="AF7273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4DCFE253-9329-35FE-4367-CE7BF4C870BB}"/>
              </a:ext>
            </a:extLst>
          </p:cNvPr>
          <p:cNvSpPr txBox="1"/>
          <p:nvPr/>
        </p:nvSpPr>
        <p:spPr>
          <a:xfrm>
            <a:off x="6218341" y="2218032"/>
            <a:ext cx="1279517" cy="8797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500" dirty="0">
                <a:solidFill>
                  <a:srgbClr val="637A96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2</a:t>
            </a:r>
            <a:r>
              <a:rPr lang="en-US" altLang="ko-KR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준비</a:t>
            </a:r>
            <a:endParaRPr lang="en-US" altLang="ko-KR" sz="15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 algn="ctr">
              <a:lnSpc>
                <a:spcPct val="150000"/>
              </a:lnSpc>
              <a:buClr>
                <a:srgbClr val="031223"/>
              </a:buClr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필요한 호흡량 판단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  <a:p>
            <a:pPr algn="ctr">
              <a:lnSpc>
                <a:spcPct val="150000"/>
              </a:lnSpc>
              <a:buClr>
                <a:srgbClr val="031223"/>
              </a:buClr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들숨으로 호흡 확보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D0C7546-B556-CB0C-CEB9-EF1D3B96D715}"/>
              </a:ext>
            </a:extLst>
          </p:cNvPr>
          <p:cNvSpPr txBox="1"/>
          <p:nvPr/>
        </p:nvSpPr>
        <p:spPr>
          <a:xfrm>
            <a:off x="6256812" y="4742603"/>
            <a:ext cx="1202573" cy="8797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500" dirty="0">
                <a:solidFill>
                  <a:srgbClr val="A07B6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3</a:t>
            </a:r>
            <a:r>
              <a:rPr lang="en-US" altLang="ko-KR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실행</a:t>
            </a:r>
            <a:endParaRPr lang="en-US" altLang="ko-KR" sz="15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 algn="ctr">
              <a:lnSpc>
                <a:spcPct val="150000"/>
              </a:lnSpc>
              <a:buClr>
                <a:srgbClr val="031223"/>
              </a:buClr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이동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은폐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구조물</a:t>
            </a:r>
            <a:endParaRPr lang="en-US" altLang="ko-KR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 algn="ctr">
              <a:lnSpc>
                <a:spcPct val="150000"/>
              </a:lnSpc>
              <a:buClr>
                <a:srgbClr val="031223"/>
              </a:buClr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활용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소음 억제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919189E9-542E-22FB-2C94-A63AF1BD1F26}"/>
              </a:ext>
            </a:extLst>
          </p:cNvPr>
          <p:cNvCxnSpPr>
            <a:cxnSpLocks/>
          </p:cNvCxnSpPr>
          <p:nvPr/>
        </p:nvCxnSpPr>
        <p:spPr>
          <a:xfrm>
            <a:off x="7962900" y="1668037"/>
            <a:ext cx="3691218" cy="0"/>
          </a:xfrm>
          <a:prstGeom prst="line">
            <a:avLst/>
          </a:prstGeom>
          <a:ln w="12700">
            <a:solidFill>
              <a:srgbClr val="AF7273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0" name="그림 99">
            <a:extLst>
              <a:ext uri="{FF2B5EF4-FFF2-40B4-BE49-F238E27FC236}">
                <a16:creationId xmlns:a16="http://schemas.microsoft.com/office/drawing/2014/main" id="{F4B23810-E786-545F-3E8C-332A99E737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366" b="7366"/>
          <a:stretch>
            <a:fillRect/>
          </a:stretch>
        </p:blipFill>
        <p:spPr>
          <a:xfrm>
            <a:off x="4546726" y="4167492"/>
            <a:ext cx="1798616" cy="1150222"/>
          </a:xfrm>
          <a:prstGeom prst="rect">
            <a:avLst/>
          </a:prstGeom>
        </p:spPr>
      </p:pic>
      <p:pic>
        <p:nvPicPr>
          <p:cNvPr id="108" name="그림 107">
            <a:extLst>
              <a:ext uri="{FF2B5EF4-FFF2-40B4-BE49-F238E27FC236}">
                <a16:creationId xmlns:a16="http://schemas.microsoft.com/office/drawing/2014/main" id="{A15604B0-4462-1663-6A90-43436BFD48C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6725" y="2725047"/>
            <a:ext cx="1798616" cy="1348962"/>
          </a:xfrm>
          <a:prstGeom prst="rect">
            <a:avLst/>
          </a:prstGeom>
        </p:spPr>
      </p:pic>
      <p:sp>
        <p:nvSpPr>
          <p:cNvPr id="110" name="TextBox 109">
            <a:extLst>
              <a:ext uri="{FF2B5EF4-FFF2-40B4-BE49-F238E27FC236}">
                <a16:creationId xmlns:a16="http://schemas.microsoft.com/office/drawing/2014/main" id="{7CEAEAC7-796D-254E-91B7-FEB22A481257}"/>
              </a:ext>
            </a:extLst>
          </p:cNvPr>
          <p:cNvSpPr txBox="1"/>
          <p:nvPr/>
        </p:nvSpPr>
        <p:spPr>
          <a:xfrm>
            <a:off x="3203786" y="2901069"/>
            <a:ext cx="1241044" cy="8797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5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1 </a:t>
            </a:r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관찰</a:t>
            </a:r>
            <a:endParaRPr lang="en-US" altLang="ko-KR" sz="15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 algn="ctr">
              <a:lnSpc>
                <a:spcPct val="150000"/>
              </a:lnSpc>
              <a:buClr>
                <a:srgbClr val="031223"/>
              </a:buClr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적 위치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안전 지점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</a:t>
            </a:r>
          </a:p>
          <a:p>
            <a:pPr algn="ctr">
              <a:lnSpc>
                <a:spcPct val="150000"/>
              </a:lnSpc>
              <a:buClr>
                <a:srgbClr val="031223"/>
              </a:buClr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공기 상태 파악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pic>
        <p:nvPicPr>
          <p:cNvPr id="116" name="그림 115">
            <a:extLst>
              <a:ext uri="{FF2B5EF4-FFF2-40B4-BE49-F238E27FC236}">
                <a16:creationId xmlns:a16="http://schemas.microsoft.com/office/drawing/2014/main" id="{98D097D3-FA7F-F96E-28FC-85F0582E2A7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3465" y="2723561"/>
            <a:ext cx="1798616" cy="1348962"/>
          </a:xfrm>
          <a:prstGeom prst="rect">
            <a:avLst/>
          </a:prstGeom>
        </p:spPr>
      </p:pic>
      <p:pic>
        <p:nvPicPr>
          <p:cNvPr id="120" name="그림 119">
            <a:extLst>
              <a:ext uri="{FF2B5EF4-FFF2-40B4-BE49-F238E27FC236}">
                <a16:creationId xmlns:a16="http://schemas.microsoft.com/office/drawing/2014/main" id="{4135023F-725D-C5C8-80A5-A5A80CACDFF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3465" y="4073266"/>
            <a:ext cx="1798616" cy="1348962"/>
          </a:xfrm>
          <a:prstGeom prst="rect">
            <a:avLst/>
          </a:prstGeom>
        </p:spPr>
      </p:pic>
      <p:sp>
        <p:nvSpPr>
          <p:cNvPr id="122" name="TextBox 121">
            <a:extLst>
              <a:ext uri="{FF2B5EF4-FFF2-40B4-BE49-F238E27FC236}">
                <a16:creationId xmlns:a16="http://schemas.microsoft.com/office/drawing/2014/main" id="{497F3FD9-EFE5-4232-A7EF-5B95AF14FA08}"/>
              </a:ext>
            </a:extLst>
          </p:cNvPr>
          <p:cNvSpPr txBox="1"/>
          <p:nvPr/>
        </p:nvSpPr>
        <p:spPr>
          <a:xfrm>
            <a:off x="2960930" y="4264922"/>
            <a:ext cx="1726755" cy="8797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500" dirty="0">
                <a:solidFill>
                  <a:srgbClr val="84719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4</a:t>
            </a:r>
            <a:r>
              <a:rPr lang="en-US" altLang="ko-KR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대응</a:t>
            </a:r>
            <a:endParaRPr lang="en-US" altLang="ko-KR" sz="15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 algn="ctr">
              <a:lnSpc>
                <a:spcPct val="150000"/>
              </a:lnSpc>
              <a:buClr>
                <a:srgbClr val="031223"/>
              </a:buClr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참기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날숨으로</a:t>
            </a:r>
            <a:endParaRPr lang="en-US" altLang="ko-KR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 algn="ctr">
              <a:lnSpc>
                <a:spcPct val="150000"/>
              </a:lnSpc>
              <a:buClr>
                <a:srgbClr val="031223"/>
              </a:buClr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적 감지와 위험 공기에 대처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pic>
        <p:nvPicPr>
          <p:cNvPr id="124" name="그림 123">
            <a:extLst>
              <a:ext uri="{FF2B5EF4-FFF2-40B4-BE49-F238E27FC236}">
                <a16:creationId xmlns:a16="http://schemas.microsoft.com/office/drawing/2014/main" id="{1B365D47-2E16-BB82-ADAB-21F2BF1C6F3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6167" y="5089438"/>
            <a:ext cx="1756473" cy="134896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FC021928-25BB-6707-5E0D-1CC91264BDB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5095" y="1708132"/>
            <a:ext cx="1798616" cy="1348962"/>
          </a:xfrm>
          <a:prstGeom prst="rect">
            <a:avLst/>
          </a:prstGeom>
        </p:spPr>
      </p:pic>
      <p:cxnSp>
        <p:nvCxnSpPr>
          <p:cNvPr id="11" name="연결선: 구부러짐 10">
            <a:extLst>
              <a:ext uri="{FF2B5EF4-FFF2-40B4-BE49-F238E27FC236}">
                <a16:creationId xmlns:a16="http://schemas.microsoft.com/office/drawing/2014/main" id="{D88367FF-C8E5-CEEB-6479-4F11720FAB14}"/>
              </a:ext>
            </a:extLst>
          </p:cNvPr>
          <p:cNvCxnSpPr>
            <a:cxnSpLocks/>
            <a:stCxn id="116" idx="0"/>
            <a:endCxn id="7" idx="1"/>
          </p:cNvCxnSpPr>
          <p:nvPr/>
        </p:nvCxnSpPr>
        <p:spPr>
          <a:xfrm rot="5400000" flipH="1" flipV="1">
            <a:off x="2393460" y="2191926"/>
            <a:ext cx="340948" cy="722322"/>
          </a:xfrm>
          <a:prstGeom prst="curvedConnector2">
            <a:avLst/>
          </a:prstGeom>
          <a:ln w="12700">
            <a:solidFill>
              <a:srgbClr val="AF7273"/>
            </a:solidFill>
            <a:tailEnd type="arrow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C5C02A41-290B-3240-7C01-3E5878FF8DD9}"/>
              </a:ext>
            </a:extLst>
          </p:cNvPr>
          <p:cNvCxnSpPr>
            <a:cxnSpLocks/>
            <a:stCxn id="7" idx="3"/>
            <a:endCxn id="108" idx="0"/>
          </p:cNvCxnSpPr>
          <p:nvPr/>
        </p:nvCxnSpPr>
        <p:spPr>
          <a:xfrm>
            <a:off x="4723711" y="2382613"/>
            <a:ext cx="722322" cy="342434"/>
          </a:xfrm>
          <a:prstGeom prst="curvedConnector2">
            <a:avLst/>
          </a:prstGeom>
          <a:ln w="12700">
            <a:solidFill>
              <a:srgbClr val="AF7273"/>
            </a:solidFill>
            <a:tailEnd type="arrow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연결선: 구부러짐 18">
            <a:extLst>
              <a:ext uri="{FF2B5EF4-FFF2-40B4-BE49-F238E27FC236}">
                <a16:creationId xmlns:a16="http://schemas.microsoft.com/office/drawing/2014/main" id="{D050D6C2-DE1E-623E-D2AA-25F2398F47A1}"/>
              </a:ext>
            </a:extLst>
          </p:cNvPr>
          <p:cNvCxnSpPr>
            <a:cxnSpLocks/>
          </p:cNvCxnSpPr>
          <p:nvPr/>
        </p:nvCxnSpPr>
        <p:spPr>
          <a:xfrm>
            <a:off x="6408841" y="3399528"/>
            <a:ext cx="1" cy="1343075"/>
          </a:xfrm>
          <a:prstGeom prst="curvedConnector3">
            <a:avLst>
              <a:gd name="adj1" fmla="val 22860100000"/>
            </a:avLst>
          </a:prstGeom>
          <a:ln w="12700">
            <a:solidFill>
              <a:srgbClr val="AF7273"/>
            </a:solidFill>
            <a:tailEnd type="arrow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연결선: 구부러짐 24">
            <a:extLst>
              <a:ext uri="{FF2B5EF4-FFF2-40B4-BE49-F238E27FC236}">
                <a16:creationId xmlns:a16="http://schemas.microsoft.com/office/drawing/2014/main" id="{55041B0A-612D-5350-895E-5890479C5382}"/>
              </a:ext>
            </a:extLst>
          </p:cNvPr>
          <p:cNvCxnSpPr>
            <a:cxnSpLocks/>
          </p:cNvCxnSpPr>
          <p:nvPr/>
        </p:nvCxnSpPr>
        <p:spPr>
          <a:xfrm rot="5400000">
            <a:off x="4947560" y="5284876"/>
            <a:ext cx="341691" cy="616394"/>
          </a:xfrm>
          <a:prstGeom prst="curvedConnector2">
            <a:avLst/>
          </a:prstGeom>
          <a:ln w="12700">
            <a:solidFill>
              <a:srgbClr val="AF7273"/>
            </a:solidFill>
            <a:tailEnd type="arrow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연결선: 구부러짐 30">
            <a:extLst>
              <a:ext uri="{FF2B5EF4-FFF2-40B4-BE49-F238E27FC236}">
                <a16:creationId xmlns:a16="http://schemas.microsoft.com/office/drawing/2014/main" id="{650708A8-88AF-1D21-A430-522BD0B19FAA}"/>
              </a:ext>
            </a:extLst>
          </p:cNvPr>
          <p:cNvCxnSpPr>
            <a:cxnSpLocks/>
          </p:cNvCxnSpPr>
          <p:nvPr/>
        </p:nvCxnSpPr>
        <p:spPr>
          <a:xfrm rot="10800000">
            <a:off x="2234155" y="5422229"/>
            <a:ext cx="616394" cy="341691"/>
          </a:xfrm>
          <a:prstGeom prst="curvedConnector2">
            <a:avLst/>
          </a:prstGeom>
          <a:ln w="12700">
            <a:solidFill>
              <a:srgbClr val="AF7273"/>
            </a:solidFill>
            <a:tailEnd type="arrow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6A713842-0578-F1EC-216B-BC0ED197CF2C}"/>
              </a:ext>
            </a:extLst>
          </p:cNvPr>
          <p:cNvCxnSpPr>
            <a:cxnSpLocks/>
          </p:cNvCxnSpPr>
          <p:nvPr/>
        </p:nvCxnSpPr>
        <p:spPr>
          <a:xfrm rot="11040000">
            <a:off x="1377127" y="3398043"/>
            <a:ext cx="12700" cy="1349705"/>
          </a:xfrm>
          <a:prstGeom prst="curvedConnector3">
            <a:avLst>
              <a:gd name="adj1" fmla="val 1800000"/>
            </a:avLst>
          </a:prstGeom>
          <a:ln w="12700">
            <a:solidFill>
              <a:srgbClr val="AF7273"/>
            </a:solidFill>
            <a:tailEnd type="arrow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36442599-6EA5-BBAA-E781-C7DD9E50F89F}"/>
              </a:ext>
            </a:extLst>
          </p:cNvPr>
          <p:cNvSpPr txBox="1"/>
          <p:nvPr/>
        </p:nvSpPr>
        <p:spPr>
          <a:xfrm>
            <a:off x="470853" y="2263656"/>
            <a:ext cx="1199367" cy="8797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500" dirty="0">
                <a:solidFill>
                  <a:srgbClr val="A07B6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6</a:t>
            </a:r>
            <a:r>
              <a:rPr lang="en-US" altLang="ko-KR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ko-KR" altLang="en-US" sz="1500" dirty="0" err="1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재준비</a:t>
            </a:r>
            <a:endParaRPr lang="en-US" altLang="ko-KR" sz="15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 algn="ctr">
              <a:lnSpc>
                <a:spcPct val="150000"/>
              </a:lnSpc>
              <a:buClr>
                <a:srgbClr val="031223"/>
              </a:buClr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다음 구간 진입 전</a:t>
            </a:r>
            <a:endParaRPr lang="en-US" altLang="ko-KR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 algn="ctr">
              <a:lnSpc>
                <a:spcPct val="150000"/>
              </a:lnSpc>
              <a:buClr>
                <a:srgbClr val="031223"/>
              </a:buClr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다시 관찰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확보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382561A-E6E6-3DC4-219C-77BCD15A5F09}"/>
              </a:ext>
            </a:extLst>
          </p:cNvPr>
          <p:cNvSpPr txBox="1"/>
          <p:nvPr/>
        </p:nvSpPr>
        <p:spPr>
          <a:xfrm>
            <a:off x="468867" y="4742603"/>
            <a:ext cx="1032655" cy="8797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500" dirty="0">
                <a:solidFill>
                  <a:srgbClr val="758171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5</a:t>
            </a:r>
            <a:r>
              <a:rPr lang="en-US" altLang="ko-KR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도달</a:t>
            </a:r>
            <a:endParaRPr lang="en-US" altLang="ko-KR" sz="15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 algn="ctr">
              <a:lnSpc>
                <a:spcPct val="150000"/>
              </a:lnSpc>
              <a:buClr>
                <a:srgbClr val="031223"/>
              </a:buClr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다음 안전 지점</a:t>
            </a:r>
            <a:endParaRPr lang="en-US" altLang="ko-KR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 algn="ctr">
              <a:lnSpc>
                <a:spcPct val="150000"/>
              </a:lnSpc>
              <a:buClr>
                <a:srgbClr val="031223"/>
              </a:buClr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또는 문에 도착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E398C7A4-DD4F-BAB6-665F-D2BB8AC76071}"/>
              </a:ext>
            </a:extLst>
          </p:cNvPr>
          <p:cNvSpPr txBox="1"/>
          <p:nvPr/>
        </p:nvSpPr>
        <p:spPr>
          <a:xfrm>
            <a:off x="8149215" y="1915866"/>
            <a:ext cx="3504903" cy="5334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플레이어는 먼저 </a:t>
            </a:r>
            <a:r>
              <a:rPr lang="en-US" altLang="ko-KR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‘</a:t>
            </a:r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얼마나 숨을 확보할지</a:t>
            </a:r>
            <a:r>
              <a:rPr lang="en-US" altLang="ko-KR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’</a:t>
            </a:r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를 판단</a:t>
            </a:r>
            <a:r>
              <a:rPr lang="en-US" altLang="ko-KR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주변 상황을 관찰해 다음 행동에 필요한 호흡량을 미리 계산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AA0FEDA1-BE9B-6C97-71BC-67F59E8C7F30}"/>
              </a:ext>
            </a:extLst>
          </p:cNvPr>
          <p:cNvSpPr txBox="1"/>
          <p:nvPr/>
        </p:nvSpPr>
        <p:spPr>
          <a:xfrm>
            <a:off x="8149214" y="2684220"/>
            <a:ext cx="3451261" cy="764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호흡량은 이동</a:t>
            </a:r>
            <a:r>
              <a:rPr lang="en-US" altLang="ko-KR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·</a:t>
            </a:r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은폐</a:t>
            </a:r>
            <a:r>
              <a:rPr lang="en-US" altLang="ko-KR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·</a:t>
            </a:r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위험 대응의 공통 자원으로 작동</a:t>
            </a:r>
            <a:r>
              <a:rPr lang="en-US" altLang="ko-KR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모든 행동이 호흡과 연결되어 있어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항상 호흡량을 의식한 선택이 필요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D885E38E-DB73-B4CC-1395-24AC6FBA9035}"/>
              </a:ext>
            </a:extLst>
          </p:cNvPr>
          <p:cNvSpPr txBox="1"/>
          <p:nvPr/>
        </p:nvSpPr>
        <p:spPr>
          <a:xfrm>
            <a:off x="8149213" y="3683408"/>
            <a:ext cx="3504903" cy="764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안전 지점 도달 후 다시 다음 구간을 준비하는 반복 구조</a:t>
            </a:r>
            <a:r>
              <a:rPr lang="en-US" altLang="ko-KR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한 번의 이동이 끝나면 호흡을 확보하고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다음 구간의 위험을 다시 관찰하는 흐름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19" name="타원 118">
            <a:extLst>
              <a:ext uri="{FF2B5EF4-FFF2-40B4-BE49-F238E27FC236}">
                <a16:creationId xmlns:a16="http://schemas.microsoft.com/office/drawing/2014/main" id="{C4840EA4-C26E-23DD-1CD7-BCF54C2AAD02}"/>
              </a:ext>
            </a:extLst>
          </p:cNvPr>
          <p:cNvSpPr/>
          <p:nvPr/>
        </p:nvSpPr>
        <p:spPr>
          <a:xfrm>
            <a:off x="8058477" y="2040343"/>
            <a:ext cx="112067" cy="112067"/>
          </a:xfrm>
          <a:prstGeom prst="ellipse">
            <a:avLst/>
          </a:prstGeom>
          <a:solidFill>
            <a:srgbClr val="AF7273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AF7273"/>
              </a:solidFill>
            </a:endParaRPr>
          </a:p>
        </p:txBody>
      </p:sp>
      <p:sp>
        <p:nvSpPr>
          <p:cNvPr id="123" name="타원 122">
            <a:extLst>
              <a:ext uri="{FF2B5EF4-FFF2-40B4-BE49-F238E27FC236}">
                <a16:creationId xmlns:a16="http://schemas.microsoft.com/office/drawing/2014/main" id="{50DE2DA8-8C90-EC78-B7EA-FF738ACE014C}"/>
              </a:ext>
            </a:extLst>
          </p:cNvPr>
          <p:cNvSpPr/>
          <p:nvPr/>
        </p:nvSpPr>
        <p:spPr>
          <a:xfrm>
            <a:off x="8058477" y="2805841"/>
            <a:ext cx="112067" cy="112067"/>
          </a:xfrm>
          <a:prstGeom prst="ellipse">
            <a:avLst/>
          </a:prstGeom>
          <a:solidFill>
            <a:srgbClr val="637A96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AF7273"/>
              </a:solidFill>
            </a:endParaRPr>
          </a:p>
        </p:txBody>
      </p:sp>
      <p:sp>
        <p:nvSpPr>
          <p:cNvPr id="126" name="타원 125">
            <a:extLst>
              <a:ext uri="{FF2B5EF4-FFF2-40B4-BE49-F238E27FC236}">
                <a16:creationId xmlns:a16="http://schemas.microsoft.com/office/drawing/2014/main" id="{BE227EE4-8171-87F2-D579-8C2E6C367E99}"/>
              </a:ext>
            </a:extLst>
          </p:cNvPr>
          <p:cNvSpPr/>
          <p:nvPr/>
        </p:nvSpPr>
        <p:spPr>
          <a:xfrm>
            <a:off x="8058476" y="3802605"/>
            <a:ext cx="112067" cy="112067"/>
          </a:xfrm>
          <a:prstGeom prst="ellipse">
            <a:avLst/>
          </a:prstGeom>
          <a:solidFill>
            <a:srgbClr val="A07B60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AF7273"/>
              </a:solidFill>
            </a:endParaRP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84C1ACF3-A3B1-0186-D79F-74BF05FC84F8}"/>
              </a:ext>
            </a:extLst>
          </p:cNvPr>
          <p:cNvSpPr txBox="1"/>
          <p:nvPr/>
        </p:nvSpPr>
        <p:spPr>
          <a:xfrm>
            <a:off x="468867" y="1278140"/>
            <a:ext cx="5485797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AF727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관찰과 준비 → 긴장 속 실행 → 안전 지점 도달의 해소 → </a:t>
            </a:r>
            <a:r>
              <a:rPr lang="ko-KR" altLang="en-US" sz="1500" dirty="0" err="1">
                <a:solidFill>
                  <a:srgbClr val="AF727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재준비</a:t>
            </a:r>
            <a:endParaRPr lang="ko-KR" altLang="en-US" sz="1500" dirty="0">
              <a:solidFill>
                <a:srgbClr val="AF727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15B08713-84E3-A844-4858-1A2C6FFC55CF}"/>
              </a:ext>
            </a:extLst>
          </p:cNvPr>
          <p:cNvSpPr txBox="1"/>
          <p:nvPr/>
        </p:nvSpPr>
        <p:spPr>
          <a:xfrm>
            <a:off x="8058476" y="1278140"/>
            <a:ext cx="1774845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플레이 순환의 의미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7BB86C-B82C-C431-C4D5-BB9D39C0E263}"/>
              </a:ext>
            </a:extLst>
          </p:cNvPr>
          <p:cNvSpPr txBox="1"/>
          <p:nvPr/>
        </p:nvSpPr>
        <p:spPr>
          <a:xfrm>
            <a:off x="11812655" y="6499017"/>
            <a:ext cx="24558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8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5</a:t>
            </a:r>
            <a:endParaRPr lang="ko-KR" altLang="en-US" sz="800" dirty="0">
              <a:solidFill>
                <a:srgbClr val="FDFDFE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219767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418DB6-E67C-B989-0A10-0755A89077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Box 43">
            <a:extLst>
              <a:ext uri="{FF2B5EF4-FFF2-40B4-BE49-F238E27FC236}">
                <a16:creationId xmlns:a16="http://schemas.microsoft.com/office/drawing/2014/main" id="{534101B6-1195-41B1-9E93-DC6F5633BBE0}"/>
              </a:ext>
            </a:extLst>
          </p:cNvPr>
          <p:cNvSpPr txBox="1"/>
          <p:nvPr/>
        </p:nvSpPr>
        <p:spPr>
          <a:xfrm>
            <a:off x="300437" y="576734"/>
            <a:ext cx="38507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1) </a:t>
            </a:r>
            <a:r>
              <a:rPr lang="ko-KR" altLang="en-US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게임</a:t>
            </a:r>
            <a:r>
              <a:rPr lang="en-US" altLang="ko-KR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ko-KR" altLang="en-US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플레이 화면과 </a:t>
            </a:r>
            <a:r>
              <a:rPr lang="en-US" altLang="ko-KR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HUD </a:t>
            </a:r>
            <a:r>
              <a:rPr lang="ko-KR" altLang="en-US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구성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7BA12DA-EF67-3F26-0627-B9ABDE961394}"/>
              </a:ext>
            </a:extLst>
          </p:cNvPr>
          <p:cNvSpPr txBox="1"/>
          <p:nvPr/>
        </p:nvSpPr>
        <p:spPr>
          <a:xfrm>
            <a:off x="312341" y="260477"/>
            <a:ext cx="98937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solidFill>
                  <a:srgbClr val="637A96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2</a:t>
            </a:r>
            <a:r>
              <a:rPr lang="en-US" altLang="ko-KR" sz="8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플레이 화면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·UI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AEF66579-B8D3-6397-168A-2A7028FB9ACD}"/>
              </a:ext>
            </a:extLst>
          </p:cNvPr>
          <p:cNvCxnSpPr>
            <a:cxnSpLocks/>
            <a:stCxn id="44" idx="3"/>
          </p:cNvCxnSpPr>
          <p:nvPr/>
        </p:nvCxnSpPr>
        <p:spPr>
          <a:xfrm flipV="1">
            <a:off x="4151171" y="738317"/>
            <a:ext cx="7624106" cy="38472"/>
          </a:xfrm>
          <a:prstGeom prst="line">
            <a:avLst/>
          </a:prstGeom>
          <a:ln w="12700">
            <a:solidFill>
              <a:srgbClr val="637A96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07B5FDE7-B640-36BA-F7A4-8F3799F1EB7B}"/>
              </a:ext>
            </a:extLst>
          </p:cNvPr>
          <p:cNvSpPr txBox="1"/>
          <p:nvPr/>
        </p:nvSpPr>
        <p:spPr>
          <a:xfrm>
            <a:off x="300437" y="976844"/>
            <a:ext cx="345158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상황에 따라 필요한 정보를 선택적으로 표시하는 게임 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HUD.</a:t>
            </a:r>
            <a:endParaRPr lang="ko-KR" altLang="en-US" sz="1000" dirty="0">
              <a:solidFill>
                <a:srgbClr val="637A96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1CD5119-31E4-FDDB-C858-D621D57CE0B4}"/>
              </a:ext>
            </a:extLst>
          </p:cNvPr>
          <p:cNvSpPr txBox="1"/>
          <p:nvPr/>
        </p:nvSpPr>
        <p:spPr>
          <a:xfrm>
            <a:off x="751111" y="1405709"/>
            <a:ext cx="2016899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게임</a:t>
            </a:r>
            <a:r>
              <a:rPr lang="en-US" altLang="ko-KR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플레이 화면 예시</a:t>
            </a:r>
          </a:p>
        </p:txBody>
      </p:sp>
      <p:sp>
        <p:nvSpPr>
          <p:cNvPr id="82" name="사각형: 둥근 모서리 81">
            <a:extLst>
              <a:ext uri="{FF2B5EF4-FFF2-40B4-BE49-F238E27FC236}">
                <a16:creationId xmlns:a16="http://schemas.microsoft.com/office/drawing/2014/main" id="{DA74B908-84EC-2195-88F0-591526B9D192}"/>
              </a:ext>
            </a:extLst>
          </p:cNvPr>
          <p:cNvSpPr/>
          <p:nvPr/>
        </p:nvSpPr>
        <p:spPr>
          <a:xfrm>
            <a:off x="859856" y="1805691"/>
            <a:ext cx="6064991" cy="3412526"/>
          </a:xfrm>
          <a:prstGeom prst="roundRect">
            <a:avLst>
              <a:gd name="adj" fmla="val 5118"/>
            </a:avLst>
          </a:prstGeo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3C06937-D063-1108-76D7-49E59ADA1A89}"/>
              </a:ext>
            </a:extLst>
          </p:cNvPr>
          <p:cNvSpPr txBox="1"/>
          <p:nvPr/>
        </p:nvSpPr>
        <p:spPr>
          <a:xfrm>
            <a:off x="751111" y="5287064"/>
            <a:ext cx="338586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튜토리얼 플레이 예시 ｜ 이동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은폐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호흡 조작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감지 회피</a:t>
            </a:r>
          </a:p>
        </p:txBody>
      </p:sp>
      <p:sp>
        <p:nvSpPr>
          <p:cNvPr id="87" name="사각형: 둥근 모서리 86">
            <a:extLst>
              <a:ext uri="{FF2B5EF4-FFF2-40B4-BE49-F238E27FC236}">
                <a16:creationId xmlns:a16="http://schemas.microsoft.com/office/drawing/2014/main" id="{806102CD-E2A4-7F2F-F7F4-AF63DB48B11D}"/>
              </a:ext>
            </a:extLst>
          </p:cNvPr>
          <p:cNvSpPr/>
          <p:nvPr/>
        </p:nvSpPr>
        <p:spPr>
          <a:xfrm>
            <a:off x="862847" y="5785966"/>
            <a:ext cx="10466306" cy="495300"/>
          </a:xfrm>
          <a:prstGeom prst="roundRect">
            <a:avLst/>
          </a:prstGeom>
          <a:solidFill>
            <a:srgbClr val="031223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8A80961-8F5D-4C6C-D19F-721C45119873}"/>
              </a:ext>
            </a:extLst>
          </p:cNvPr>
          <p:cNvSpPr txBox="1"/>
          <p:nvPr/>
        </p:nvSpPr>
        <p:spPr>
          <a:xfrm>
            <a:off x="2018973" y="5872033"/>
            <a:ext cx="845616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HUD</a:t>
            </a:r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표시 원칙 </a:t>
            </a:r>
            <a:r>
              <a:rPr lang="ko-KR" altLang="en-US" sz="15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｜ </a:t>
            </a:r>
            <a:r>
              <a:rPr lang="en-US" altLang="ko-KR" sz="15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UI</a:t>
            </a:r>
            <a:r>
              <a:rPr lang="ko-KR" altLang="en-US" sz="15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는 해당 게이지가 사용되는 경우에만 화면에 표시되고</a:t>
            </a:r>
            <a:r>
              <a:rPr lang="en-US" altLang="ko-KR" sz="15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15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평소에는 표시되지 않음</a:t>
            </a:r>
            <a:r>
              <a:rPr lang="en-US" altLang="ko-KR" sz="15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5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91" name="타원 90">
            <a:extLst>
              <a:ext uri="{FF2B5EF4-FFF2-40B4-BE49-F238E27FC236}">
                <a16:creationId xmlns:a16="http://schemas.microsoft.com/office/drawing/2014/main" id="{A70032AD-F890-960D-ABF4-03FA727A2C58}"/>
              </a:ext>
            </a:extLst>
          </p:cNvPr>
          <p:cNvSpPr/>
          <p:nvPr/>
        </p:nvSpPr>
        <p:spPr>
          <a:xfrm>
            <a:off x="1857597" y="5952927"/>
            <a:ext cx="161376" cy="161376"/>
          </a:xfrm>
          <a:prstGeom prst="ellipse">
            <a:avLst/>
          </a:prstGeom>
          <a:solidFill>
            <a:srgbClr val="637A96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F0C2A31-EA4F-CDE9-A44B-2EF4A9EEDEEE}"/>
              </a:ext>
            </a:extLst>
          </p:cNvPr>
          <p:cNvSpPr txBox="1"/>
          <p:nvPr/>
        </p:nvSpPr>
        <p:spPr>
          <a:xfrm>
            <a:off x="7630182" y="1405709"/>
            <a:ext cx="1459054" cy="4078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5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HUD </a:t>
            </a:r>
            <a:r>
              <a:rPr lang="ko-KR" altLang="en-US" sz="15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표시 조건</a:t>
            </a:r>
            <a:endParaRPr lang="en-US" altLang="ko-KR" sz="1500" dirty="0"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D90F8F-9C4F-8931-5009-B5FF6E54641C}"/>
              </a:ext>
            </a:extLst>
          </p:cNvPr>
          <p:cNvSpPr txBox="1"/>
          <p:nvPr/>
        </p:nvSpPr>
        <p:spPr>
          <a:xfrm>
            <a:off x="7630182" y="1925123"/>
            <a:ext cx="1002197" cy="5334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637A96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호흡량 게이지</a:t>
            </a:r>
            <a:endParaRPr lang="en-US" altLang="ko-KR" sz="1000" dirty="0">
              <a:solidFill>
                <a:srgbClr val="637A96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호흡량 존재 시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0E7F598-6FF0-E845-3659-BE9072240B06}"/>
              </a:ext>
            </a:extLst>
          </p:cNvPr>
          <p:cNvSpPr txBox="1"/>
          <p:nvPr/>
        </p:nvSpPr>
        <p:spPr>
          <a:xfrm>
            <a:off x="7624144" y="2544669"/>
            <a:ext cx="1002197" cy="5334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A07B6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현재 환경 상태</a:t>
            </a:r>
            <a:endParaRPr lang="en-US" altLang="ko-KR" sz="1000" dirty="0">
              <a:solidFill>
                <a:srgbClr val="A07B60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호흡량 존재 시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10E2E55B-4EC2-DEB3-614E-44748B22C3C3}"/>
              </a:ext>
            </a:extLst>
          </p:cNvPr>
          <p:cNvCxnSpPr>
            <a:cxnSpLocks/>
          </p:cNvCxnSpPr>
          <p:nvPr/>
        </p:nvCxnSpPr>
        <p:spPr>
          <a:xfrm flipV="1">
            <a:off x="7624143" y="2497385"/>
            <a:ext cx="3708000" cy="18695"/>
          </a:xfrm>
          <a:prstGeom prst="line">
            <a:avLst/>
          </a:prstGeom>
          <a:ln w="12700">
            <a:solidFill>
              <a:srgbClr val="637A96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6E32B3DE-5515-2DD7-C6FD-CBA135BB4BA6}"/>
              </a:ext>
            </a:extLst>
          </p:cNvPr>
          <p:cNvCxnSpPr>
            <a:cxnSpLocks/>
          </p:cNvCxnSpPr>
          <p:nvPr/>
        </p:nvCxnSpPr>
        <p:spPr>
          <a:xfrm flipV="1">
            <a:off x="7624144" y="3109448"/>
            <a:ext cx="3708000" cy="23468"/>
          </a:xfrm>
          <a:prstGeom prst="line">
            <a:avLst/>
          </a:prstGeom>
          <a:ln w="12700">
            <a:solidFill>
              <a:srgbClr val="637A96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C9D2EFFE-FDB7-B199-37BB-7A33CEAD6392}"/>
              </a:ext>
            </a:extLst>
          </p:cNvPr>
          <p:cNvSpPr txBox="1"/>
          <p:nvPr/>
        </p:nvSpPr>
        <p:spPr>
          <a:xfrm>
            <a:off x="7624143" y="3157221"/>
            <a:ext cx="1002197" cy="5334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자극도 게이지</a:t>
            </a:r>
            <a:endParaRPr lang="en-US" altLang="ko-KR" sz="1000" dirty="0">
              <a:solidFill>
                <a:srgbClr val="AF727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호흡량 존재 시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EBAC919-35F3-D9CB-80F8-EA3CDC499DFC}"/>
              </a:ext>
            </a:extLst>
          </p:cNvPr>
          <p:cNvSpPr txBox="1"/>
          <p:nvPr/>
        </p:nvSpPr>
        <p:spPr>
          <a:xfrm>
            <a:off x="7624143" y="4380794"/>
            <a:ext cx="1002197" cy="5334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84719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이상 상태 표시</a:t>
            </a:r>
            <a:endParaRPr lang="en-US" altLang="ko-KR" sz="1000" dirty="0">
              <a:solidFill>
                <a:srgbClr val="847190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호흡량 존재 시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E9F22EC-B588-0512-F3C7-9B68501C91CB}"/>
              </a:ext>
            </a:extLst>
          </p:cNvPr>
          <p:cNvSpPr txBox="1"/>
          <p:nvPr/>
        </p:nvSpPr>
        <p:spPr>
          <a:xfrm>
            <a:off x="7624143" y="3779935"/>
            <a:ext cx="1002197" cy="5334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758171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오염도 게이지</a:t>
            </a:r>
            <a:endParaRPr lang="en-US" altLang="ko-KR" sz="1000" dirty="0">
              <a:solidFill>
                <a:srgbClr val="758171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호흡량 존재 시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C19232D-622C-3328-FCFF-3D5B994DD57D}"/>
              </a:ext>
            </a:extLst>
          </p:cNvPr>
          <p:cNvSpPr txBox="1"/>
          <p:nvPr/>
        </p:nvSpPr>
        <p:spPr>
          <a:xfrm>
            <a:off x="7624143" y="4993346"/>
            <a:ext cx="1002197" cy="5334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튜토리얼 안내</a:t>
            </a:r>
            <a:endParaRPr lang="en-US" altLang="ko-KR" sz="10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호흡량 존재 시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187E3AD0-0694-D9B7-07DB-65301E497DA3}"/>
              </a:ext>
            </a:extLst>
          </p:cNvPr>
          <p:cNvCxnSpPr>
            <a:cxnSpLocks/>
          </p:cNvCxnSpPr>
          <p:nvPr/>
        </p:nvCxnSpPr>
        <p:spPr>
          <a:xfrm flipV="1">
            <a:off x="7624144" y="3722000"/>
            <a:ext cx="3708000" cy="23468"/>
          </a:xfrm>
          <a:prstGeom prst="line">
            <a:avLst/>
          </a:prstGeom>
          <a:ln w="12700">
            <a:solidFill>
              <a:srgbClr val="637A96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945FA1F7-3EB1-0ACA-7915-0F7904059954}"/>
              </a:ext>
            </a:extLst>
          </p:cNvPr>
          <p:cNvCxnSpPr>
            <a:cxnSpLocks/>
          </p:cNvCxnSpPr>
          <p:nvPr/>
        </p:nvCxnSpPr>
        <p:spPr>
          <a:xfrm flipV="1">
            <a:off x="7624143" y="4334552"/>
            <a:ext cx="3708000" cy="23468"/>
          </a:xfrm>
          <a:prstGeom prst="line">
            <a:avLst/>
          </a:prstGeom>
          <a:ln w="12700">
            <a:solidFill>
              <a:srgbClr val="637A96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연결선 68">
            <a:extLst>
              <a:ext uri="{FF2B5EF4-FFF2-40B4-BE49-F238E27FC236}">
                <a16:creationId xmlns:a16="http://schemas.microsoft.com/office/drawing/2014/main" id="{423F3FE8-C4E1-B39B-2FA3-5EF572DF428F}"/>
              </a:ext>
            </a:extLst>
          </p:cNvPr>
          <p:cNvCxnSpPr>
            <a:cxnSpLocks/>
          </p:cNvCxnSpPr>
          <p:nvPr/>
        </p:nvCxnSpPr>
        <p:spPr>
          <a:xfrm flipV="1">
            <a:off x="7624143" y="4947104"/>
            <a:ext cx="3708000" cy="23468"/>
          </a:xfrm>
          <a:prstGeom prst="line">
            <a:avLst/>
          </a:prstGeom>
          <a:ln w="12700">
            <a:solidFill>
              <a:srgbClr val="637A96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1" name="그림 70">
            <a:extLst>
              <a:ext uri="{FF2B5EF4-FFF2-40B4-BE49-F238E27FC236}">
                <a16:creationId xmlns:a16="http://schemas.microsoft.com/office/drawing/2014/main" id="{526D77BB-4CE2-6188-2730-E554A0286A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149" t="7237" r="38361" b="78602"/>
          <a:stretch>
            <a:fillRect/>
          </a:stretch>
        </p:blipFill>
        <p:spPr>
          <a:xfrm>
            <a:off x="9122263" y="2600805"/>
            <a:ext cx="297290" cy="295755"/>
          </a:xfrm>
          <a:prstGeom prst="rect">
            <a:avLst/>
          </a:prstGeom>
        </p:spPr>
      </p:pic>
      <p:pic>
        <p:nvPicPr>
          <p:cNvPr id="73" name="그림 72">
            <a:extLst>
              <a:ext uri="{FF2B5EF4-FFF2-40B4-BE49-F238E27FC236}">
                <a16:creationId xmlns:a16="http://schemas.microsoft.com/office/drawing/2014/main" id="{B98594BE-AAAC-7F95-6F33-05C883A2220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1900"/>
          <a:stretch>
            <a:fillRect/>
          </a:stretch>
        </p:blipFill>
        <p:spPr>
          <a:xfrm>
            <a:off x="8981290" y="2026413"/>
            <a:ext cx="2347866" cy="324978"/>
          </a:xfrm>
          <a:prstGeom prst="rect">
            <a:avLst/>
          </a:prstGeom>
        </p:spPr>
      </p:pic>
      <p:pic>
        <p:nvPicPr>
          <p:cNvPr id="75" name="그림 74">
            <a:extLst>
              <a:ext uri="{FF2B5EF4-FFF2-40B4-BE49-F238E27FC236}">
                <a16:creationId xmlns:a16="http://schemas.microsoft.com/office/drawing/2014/main" id="{C741570B-3AA8-8DCD-D80F-773D71243D4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799" b="32100"/>
          <a:stretch>
            <a:fillRect/>
          </a:stretch>
        </p:blipFill>
        <p:spPr>
          <a:xfrm>
            <a:off x="8981290" y="3304888"/>
            <a:ext cx="2347863" cy="248224"/>
          </a:xfrm>
          <a:prstGeom prst="rect">
            <a:avLst/>
          </a:prstGeom>
        </p:spPr>
      </p:pic>
      <p:pic>
        <p:nvPicPr>
          <p:cNvPr id="77" name="그림 76">
            <a:extLst>
              <a:ext uri="{FF2B5EF4-FFF2-40B4-BE49-F238E27FC236}">
                <a16:creationId xmlns:a16="http://schemas.microsoft.com/office/drawing/2014/main" id="{579A7B5E-77CC-7496-7D0C-071CA39DF94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695"/>
          <a:stretch>
            <a:fillRect/>
          </a:stretch>
        </p:blipFill>
        <p:spPr>
          <a:xfrm>
            <a:off x="8984062" y="3903044"/>
            <a:ext cx="2347865" cy="275551"/>
          </a:xfrm>
          <a:prstGeom prst="rect">
            <a:avLst/>
          </a:prstGeom>
        </p:spPr>
      </p:pic>
      <p:sp>
        <p:nvSpPr>
          <p:cNvPr id="81" name="TextBox 80">
            <a:extLst>
              <a:ext uri="{FF2B5EF4-FFF2-40B4-BE49-F238E27FC236}">
                <a16:creationId xmlns:a16="http://schemas.microsoft.com/office/drawing/2014/main" id="{78CC5E7B-ECCD-329F-C096-B035C1BAE448}"/>
              </a:ext>
            </a:extLst>
          </p:cNvPr>
          <p:cNvSpPr txBox="1"/>
          <p:nvPr/>
        </p:nvSpPr>
        <p:spPr>
          <a:xfrm>
            <a:off x="9083220" y="2852411"/>
            <a:ext cx="207140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먼지    연기    꽃가루    독가스    유해 연기</a:t>
            </a:r>
          </a:p>
        </p:txBody>
      </p:sp>
      <p:pic>
        <p:nvPicPr>
          <p:cNvPr id="85" name="그림 84">
            <a:extLst>
              <a:ext uri="{FF2B5EF4-FFF2-40B4-BE49-F238E27FC236}">
                <a16:creationId xmlns:a16="http://schemas.microsoft.com/office/drawing/2014/main" id="{7AFB3DB6-B5D5-B19C-3BE2-B5EED59493F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397" t="7237" r="29113" b="78602"/>
          <a:stretch>
            <a:fillRect/>
          </a:stretch>
        </p:blipFill>
        <p:spPr>
          <a:xfrm>
            <a:off x="9437568" y="2593850"/>
            <a:ext cx="297290" cy="295755"/>
          </a:xfrm>
          <a:prstGeom prst="rect">
            <a:avLst/>
          </a:prstGeom>
        </p:spPr>
      </p:pic>
      <p:pic>
        <p:nvPicPr>
          <p:cNvPr id="88" name="그림 87">
            <a:extLst>
              <a:ext uri="{FF2B5EF4-FFF2-40B4-BE49-F238E27FC236}">
                <a16:creationId xmlns:a16="http://schemas.microsoft.com/office/drawing/2014/main" id="{38F8E660-2A1B-1942-85DA-B5062F5B0D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272" t="7237" r="21143" b="78602"/>
          <a:stretch>
            <a:fillRect/>
          </a:stretch>
        </p:blipFill>
        <p:spPr>
          <a:xfrm>
            <a:off x="9830106" y="2591556"/>
            <a:ext cx="237613" cy="295755"/>
          </a:xfrm>
          <a:prstGeom prst="rect">
            <a:avLst/>
          </a:prstGeom>
        </p:spPr>
      </p:pic>
      <p:pic>
        <p:nvPicPr>
          <p:cNvPr id="92" name="그림 91">
            <a:extLst>
              <a:ext uri="{FF2B5EF4-FFF2-40B4-BE49-F238E27FC236}">
                <a16:creationId xmlns:a16="http://schemas.microsoft.com/office/drawing/2014/main" id="{1EED1F60-5D2F-C7FF-6663-9A97A65566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067" t="7237" r="11363" b="78602"/>
          <a:stretch>
            <a:fillRect/>
          </a:stretch>
        </p:blipFill>
        <p:spPr>
          <a:xfrm>
            <a:off x="10204221" y="2591558"/>
            <a:ext cx="299796" cy="295754"/>
          </a:xfrm>
          <a:prstGeom prst="rect">
            <a:avLst/>
          </a:prstGeom>
        </p:spPr>
      </p:pic>
      <p:pic>
        <p:nvPicPr>
          <p:cNvPr id="94" name="그림 93">
            <a:extLst>
              <a:ext uri="{FF2B5EF4-FFF2-40B4-BE49-F238E27FC236}">
                <a16:creationId xmlns:a16="http://schemas.microsoft.com/office/drawing/2014/main" id="{1123C659-02BD-AF7C-B63E-9E13AB0464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190" t="7237" r="1240" b="78602"/>
          <a:stretch>
            <a:fillRect/>
          </a:stretch>
        </p:blipFill>
        <p:spPr>
          <a:xfrm>
            <a:off x="10680732" y="2593851"/>
            <a:ext cx="299796" cy="295754"/>
          </a:xfrm>
          <a:prstGeom prst="rect">
            <a:avLst/>
          </a:prstGeom>
        </p:spPr>
      </p:pic>
      <p:sp>
        <p:nvSpPr>
          <p:cNvPr id="97" name="타원 96">
            <a:extLst>
              <a:ext uri="{FF2B5EF4-FFF2-40B4-BE49-F238E27FC236}">
                <a16:creationId xmlns:a16="http://schemas.microsoft.com/office/drawing/2014/main" id="{DB7509D4-F776-110A-5C4A-1371886BCD0B}"/>
              </a:ext>
            </a:extLst>
          </p:cNvPr>
          <p:cNvSpPr/>
          <p:nvPr/>
        </p:nvSpPr>
        <p:spPr>
          <a:xfrm>
            <a:off x="9166884" y="4511448"/>
            <a:ext cx="282228" cy="282228"/>
          </a:xfrm>
          <a:prstGeom prst="ellipse">
            <a:avLst/>
          </a:prstGeom>
          <a:solidFill>
            <a:srgbClr val="AF7273">
              <a:alpha val="10000"/>
            </a:srgbClr>
          </a:solidFill>
          <a:ln>
            <a:solidFill>
              <a:srgbClr val="AF727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dirty="0">
                <a:solidFill>
                  <a:srgbClr val="AF727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!</a:t>
            </a:r>
            <a:endParaRPr lang="ko-KR" altLang="en-US" sz="1500" dirty="0">
              <a:solidFill>
                <a:srgbClr val="AF727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99" name="사각형: 둥근 모서리 98">
            <a:extLst>
              <a:ext uri="{FF2B5EF4-FFF2-40B4-BE49-F238E27FC236}">
                <a16:creationId xmlns:a16="http://schemas.microsoft.com/office/drawing/2014/main" id="{9FFFD7DE-AE98-CD76-4FC8-0B9261EC916E}"/>
              </a:ext>
            </a:extLst>
          </p:cNvPr>
          <p:cNvSpPr/>
          <p:nvPr/>
        </p:nvSpPr>
        <p:spPr>
          <a:xfrm>
            <a:off x="9166884" y="5116159"/>
            <a:ext cx="1205928" cy="290376"/>
          </a:xfrm>
          <a:prstGeom prst="roundRect">
            <a:avLst/>
          </a:prstGeom>
          <a:solidFill>
            <a:srgbClr val="031223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화면 내 안내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1CDC52-2B7E-CEC8-A082-FAE5FE1640D5}"/>
              </a:ext>
            </a:extLst>
          </p:cNvPr>
          <p:cNvSpPr txBox="1"/>
          <p:nvPr/>
        </p:nvSpPr>
        <p:spPr>
          <a:xfrm>
            <a:off x="11812654" y="6499017"/>
            <a:ext cx="24558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6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824413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51DD2A-DA9B-B8F3-DF70-395D3D1DD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사각형: 둥근 모서리 419">
            <a:extLst>
              <a:ext uri="{FF2B5EF4-FFF2-40B4-BE49-F238E27FC236}">
                <a16:creationId xmlns:a16="http://schemas.microsoft.com/office/drawing/2014/main" id="{E79CE544-1F66-7B17-88C3-5595FF011653}"/>
              </a:ext>
            </a:extLst>
          </p:cNvPr>
          <p:cNvSpPr/>
          <p:nvPr/>
        </p:nvSpPr>
        <p:spPr>
          <a:xfrm>
            <a:off x="3539017" y="1649157"/>
            <a:ext cx="2515546" cy="488774"/>
          </a:xfrm>
          <a:prstGeom prst="roundRect">
            <a:avLst/>
          </a:prstGeom>
          <a:solidFill>
            <a:srgbClr val="758171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2" name="사각형: 둥근 모서리 421">
            <a:extLst>
              <a:ext uri="{FF2B5EF4-FFF2-40B4-BE49-F238E27FC236}">
                <a16:creationId xmlns:a16="http://schemas.microsoft.com/office/drawing/2014/main" id="{1F3EA077-C84E-098A-FB3A-5CA3F4446577}"/>
              </a:ext>
            </a:extLst>
          </p:cNvPr>
          <p:cNvSpPr/>
          <p:nvPr/>
        </p:nvSpPr>
        <p:spPr>
          <a:xfrm>
            <a:off x="3537978" y="2173963"/>
            <a:ext cx="2515546" cy="488774"/>
          </a:xfrm>
          <a:prstGeom prst="roundRect">
            <a:avLst/>
          </a:prstGeom>
          <a:solidFill>
            <a:srgbClr val="847190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4" name="사각형: 둥근 모서리 423">
            <a:extLst>
              <a:ext uri="{FF2B5EF4-FFF2-40B4-BE49-F238E27FC236}">
                <a16:creationId xmlns:a16="http://schemas.microsoft.com/office/drawing/2014/main" id="{165C904A-849A-FAF3-8B67-0AA927CF36BE}"/>
              </a:ext>
            </a:extLst>
          </p:cNvPr>
          <p:cNvSpPr/>
          <p:nvPr/>
        </p:nvSpPr>
        <p:spPr>
          <a:xfrm>
            <a:off x="3537411" y="2698838"/>
            <a:ext cx="2515546" cy="488774"/>
          </a:xfrm>
          <a:prstGeom prst="roundRect">
            <a:avLst/>
          </a:prstGeom>
          <a:solidFill>
            <a:srgbClr val="A07B60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83A66CE-A8C7-CED9-47C9-E88561AE57BC}"/>
              </a:ext>
            </a:extLst>
          </p:cNvPr>
          <p:cNvSpPr txBox="1"/>
          <p:nvPr/>
        </p:nvSpPr>
        <p:spPr>
          <a:xfrm>
            <a:off x="300437" y="576734"/>
            <a:ext cx="214674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1) </a:t>
            </a:r>
            <a:r>
              <a:rPr lang="ko-KR" altLang="en-US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호흡 행동 규칙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E51BC8C-C8C7-2E40-15DC-27ADB637A21F}"/>
              </a:ext>
            </a:extLst>
          </p:cNvPr>
          <p:cNvSpPr txBox="1"/>
          <p:nvPr/>
        </p:nvSpPr>
        <p:spPr>
          <a:xfrm>
            <a:off x="312341" y="260477"/>
            <a:ext cx="82586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solidFill>
                  <a:srgbClr val="A07B6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3</a:t>
            </a:r>
            <a:r>
              <a:rPr lang="en-US" altLang="ko-KR" sz="8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시스템 규칙</a:t>
            </a:r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5DBBA0EB-B9FD-25FB-61CD-1312A3282A44}"/>
              </a:ext>
            </a:extLst>
          </p:cNvPr>
          <p:cNvCxnSpPr>
            <a:cxnSpLocks/>
            <a:stCxn id="44" idx="3"/>
          </p:cNvCxnSpPr>
          <p:nvPr/>
        </p:nvCxnSpPr>
        <p:spPr>
          <a:xfrm flipV="1">
            <a:off x="2447179" y="738317"/>
            <a:ext cx="9328098" cy="38472"/>
          </a:xfrm>
          <a:prstGeom prst="line">
            <a:avLst/>
          </a:prstGeom>
          <a:ln w="12700">
            <a:solidFill>
              <a:srgbClr val="A07B6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F5158E3D-99E5-02DF-3B09-3591D2EBAC65}"/>
              </a:ext>
            </a:extLst>
          </p:cNvPr>
          <p:cNvSpPr txBox="1"/>
          <p:nvPr/>
        </p:nvSpPr>
        <p:spPr>
          <a:xfrm>
            <a:off x="300437" y="976844"/>
            <a:ext cx="476604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들숨으로 확보한 호흡량을 참기로 활용하고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날숨으로 소모하여 평상 호흡으로 복귀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000" dirty="0">
              <a:solidFill>
                <a:srgbClr val="637A96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446A2E-A79A-B978-C0A2-DF1271466E5B}"/>
              </a:ext>
            </a:extLst>
          </p:cNvPr>
          <p:cNvSpPr txBox="1"/>
          <p:nvPr/>
        </p:nvSpPr>
        <p:spPr>
          <a:xfrm>
            <a:off x="475590" y="1248545"/>
            <a:ext cx="1406154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호흡</a:t>
            </a:r>
            <a:r>
              <a:rPr lang="en-US" altLang="ko-KR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행동 전환</a:t>
            </a:r>
            <a:endParaRPr lang="ko-KR" altLang="en-US" sz="15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53E9BA4E-E588-B6F0-BB6B-05792D4F6AD5}"/>
              </a:ext>
            </a:extLst>
          </p:cNvPr>
          <p:cNvSpPr/>
          <p:nvPr/>
        </p:nvSpPr>
        <p:spPr>
          <a:xfrm>
            <a:off x="710171" y="1754424"/>
            <a:ext cx="819214" cy="350526"/>
          </a:xfrm>
          <a:prstGeom prst="roundRect">
            <a:avLst/>
          </a:prstGeom>
          <a:solidFill>
            <a:srgbClr val="637A96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평상 호흡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F8B170E0-7735-B45F-C302-00DE6E1F5B15}"/>
              </a:ext>
            </a:extLst>
          </p:cNvPr>
          <p:cNvSpPr/>
          <p:nvPr/>
        </p:nvSpPr>
        <p:spPr>
          <a:xfrm>
            <a:off x="2137072" y="1754424"/>
            <a:ext cx="819214" cy="350526"/>
          </a:xfrm>
          <a:prstGeom prst="roundRect">
            <a:avLst/>
          </a:prstGeom>
          <a:solidFill>
            <a:srgbClr val="758171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들숨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C6D9E365-0C08-A951-9951-ECC041FB4222}"/>
              </a:ext>
            </a:extLst>
          </p:cNvPr>
          <p:cNvSpPr/>
          <p:nvPr/>
        </p:nvSpPr>
        <p:spPr>
          <a:xfrm>
            <a:off x="710171" y="2590891"/>
            <a:ext cx="819214" cy="350526"/>
          </a:xfrm>
          <a:prstGeom prst="roundRect">
            <a:avLst/>
          </a:prstGeom>
          <a:solidFill>
            <a:srgbClr val="A07B60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날숨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91A5B503-2DE7-1687-9460-05E98A3D04D9}"/>
              </a:ext>
            </a:extLst>
          </p:cNvPr>
          <p:cNvSpPr/>
          <p:nvPr/>
        </p:nvSpPr>
        <p:spPr>
          <a:xfrm>
            <a:off x="2137072" y="2590891"/>
            <a:ext cx="819214" cy="350526"/>
          </a:xfrm>
          <a:prstGeom prst="roundRect">
            <a:avLst/>
          </a:prstGeom>
          <a:solidFill>
            <a:srgbClr val="847190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참기</a:t>
            </a:r>
          </a:p>
        </p:txBody>
      </p: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6B4B0C4C-697E-C422-1E21-3EDEA00DA44B}"/>
              </a:ext>
            </a:extLst>
          </p:cNvPr>
          <p:cNvCxnSpPr>
            <a:cxnSpLocks/>
          </p:cNvCxnSpPr>
          <p:nvPr/>
        </p:nvCxnSpPr>
        <p:spPr>
          <a:xfrm>
            <a:off x="1670199" y="1929687"/>
            <a:ext cx="326058" cy="0"/>
          </a:xfrm>
          <a:prstGeom prst="straightConnector1">
            <a:avLst/>
          </a:prstGeom>
          <a:ln w="12700">
            <a:gradFill>
              <a:gsLst>
                <a:gs pos="0">
                  <a:srgbClr val="637A96"/>
                </a:gs>
                <a:gs pos="100000">
                  <a:srgbClr val="758171"/>
                </a:gs>
              </a:gsLst>
              <a:lin ang="5400000" scaled="1"/>
            </a:gra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C39D1CC3-418B-D97A-4C60-80A89FA55AF1}"/>
              </a:ext>
            </a:extLst>
          </p:cNvPr>
          <p:cNvCxnSpPr>
            <a:cxnSpLocks/>
          </p:cNvCxnSpPr>
          <p:nvPr/>
        </p:nvCxnSpPr>
        <p:spPr>
          <a:xfrm>
            <a:off x="2470479" y="2185186"/>
            <a:ext cx="0" cy="325469"/>
          </a:xfrm>
          <a:prstGeom prst="straightConnector1">
            <a:avLst/>
          </a:prstGeom>
          <a:ln w="12700">
            <a:gradFill>
              <a:gsLst>
                <a:gs pos="0">
                  <a:srgbClr val="758171"/>
                </a:gs>
                <a:gs pos="100000">
                  <a:srgbClr val="847190"/>
                </a:gs>
              </a:gsLst>
              <a:lin ang="5400000" scaled="1"/>
            </a:gra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EB44A66E-C70E-730B-9686-500D9EAE54E1}"/>
              </a:ext>
            </a:extLst>
          </p:cNvPr>
          <p:cNvCxnSpPr>
            <a:cxnSpLocks/>
          </p:cNvCxnSpPr>
          <p:nvPr/>
        </p:nvCxnSpPr>
        <p:spPr>
          <a:xfrm flipH="1">
            <a:off x="1670199" y="2766154"/>
            <a:ext cx="326058" cy="0"/>
          </a:xfrm>
          <a:prstGeom prst="straightConnector1">
            <a:avLst/>
          </a:prstGeom>
          <a:ln w="12700">
            <a:gradFill>
              <a:gsLst>
                <a:gs pos="0">
                  <a:srgbClr val="847190"/>
                </a:gs>
                <a:gs pos="100000">
                  <a:srgbClr val="A07B60"/>
                </a:gs>
              </a:gsLst>
              <a:lin ang="5400000" scaled="1"/>
            </a:gra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2380F5D9-9DA2-EDC0-876D-178B3D72CAFC}"/>
              </a:ext>
            </a:extLst>
          </p:cNvPr>
          <p:cNvCxnSpPr>
            <a:cxnSpLocks/>
          </p:cNvCxnSpPr>
          <p:nvPr/>
        </p:nvCxnSpPr>
        <p:spPr>
          <a:xfrm flipV="1">
            <a:off x="1119778" y="2185186"/>
            <a:ext cx="0" cy="325469"/>
          </a:xfrm>
          <a:prstGeom prst="straightConnector1">
            <a:avLst/>
          </a:prstGeom>
          <a:ln w="12700">
            <a:gradFill>
              <a:gsLst>
                <a:gs pos="0">
                  <a:srgbClr val="A07B60"/>
                </a:gs>
                <a:gs pos="100000">
                  <a:srgbClr val="637A96"/>
                </a:gs>
              </a:gsLst>
              <a:lin ang="5400000" scaled="1"/>
            </a:gra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E19774B6-80AC-546C-92BC-580D9E0B821D}"/>
              </a:ext>
            </a:extLst>
          </p:cNvPr>
          <p:cNvCxnSpPr>
            <a:cxnSpLocks/>
          </p:cNvCxnSpPr>
          <p:nvPr/>
        </p:nvCxnSpPr>
        <p:spPr>
          <a:xfrm flipH="1" flipV="1">
            <a:off x="1641240" y="2153043"/>
            <a:ext cx="377428" cy="370920"/>
          </a:xfrm>
          <a:prstGeom prst="straightConnector1">
            <a:avLst/>
          </a:prstGeom>
          <a:ln w="12700">
            <a:gradFill>
              <a:gsLst>
                <a:gs pos="0">
                  <a:srgbClr val="847190"/>
                </a:gs>
                <a:gs pos="100000">
                  <a:srgbClr val="637A96"/>
                </a:gs>
              </a:gsLst>
              <a:lin ang="5400000" scaled="1"/>
            </a:gra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F2D59AEA-4036-4A54-8DF3-5E4CBF8A5B9F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1637986" y="2153247"/>
            <a:ext cx="377428" cy="370920"/>
          </a:xfrm>
          <a:prstGeom prst="straightConnector1">
            <a:avLst/>
          </a:prstGeom>
          <a:ln w="12700">
            <a:gradFill>
              <a:gsLst>
                <a:gs pos="0">
                  <a:srgbClr val="A07B60"/>
                </a:gs>
                <a:gs pos="100000">
                  <a:srgbClr val="758171"/>
                </a:gs>
              </a:gsLst>
              <a:lin ang="5400000" scaled="1"/>
            </a:gradFill>
            <a:headEnd type="arrow" w="med" len="sm"/>
            <a:tailEnd type="non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7E6A1B1F-179D-9358-64E5-F5B2CB6CBFA1}"/>
              </a:ext>
            </a:extLst>
          </p:cNvPr>
          <p:cNvSpPr txBox="1"/>
          <p:nvPr/>
        </p:nvSpPr>
        <p:spPr>
          <a:xfrm>
            <a:off x="3445231" y="1253862"/>
            <a:ext cx="1590500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게임 플레이 예시</a:t>
            </a:r>
            <a:endParaRPr lang="ko-KR" altLang="en-US" sz="15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cxnSp>
        <p:nvCxnSpPr>
          <p:cNvPr id="73" name="직선 연결선 72">
            <a:extLst>
              <a:ext uri="{FF2B5EF4-FFF2-40B4-BE49-F238E27FC236}">
                <a16:creationId xmlns:a16="http://schemas.microsoft.com/office/drawing/2014/main" id="{F0933AA5-023E-4585-C975-FC2D501CFB6D}"/>
              </a:ext>
            </a:extLst>
          </p:cNvPr>
          <p:cNvCxnSpPr>
            <a:cxnSpLocks/>
          </p:cNvCxnSpPr>
          <p:nvPr/>
        </p:nvCxnSpPr>
        <p:spPr>
          <a:xfrm flipV="1">
            <a:off x="416723" y="3302753"/>
            <a:ext cx="11358554" cy="46846"/>
          </a:xfrm>
          <a:prstGeom prst="line">
            <a:avLst/>
          </a:prstGeom>
          <a:ln w="12700">
            <a:solidFill>
              <a:srgbClr val="A07B6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89A24878-A366-F044-7854-81B313C89C3B}"/>
              </a:ext>
            </a:extLst>
          </p:cNvPr>
          <p:cNvSpPr txBox="1"/>
          <p:nvPr/>
        </p:nvSpPr>
        <p:spPr>
          <a:xfrm>
            <a:off x="475590" y="3486448"/>
            <a:ext cx="195919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행동별 시스템 데이터</a:t>
            </a:r>
            <a:endParaRPr lang="ko-KR" altLang="en-US" sz="15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0D7D16C5-F3A7-F1C5-3544-18AFFA6F6398}"/>
              </a:ext>
            </a:extLst>
          </p:cNvPr>
          <p:cNvSpPr txBox="1"/>
          <p:nvPr/>
        </p:nvSpPr>
        <p:spPr>
          <a:xfrm>
            <a:off x="475590" y="5218567"/>
            <a:ext cx="1406154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조작 판정 규칙</a:t>
            </a:r>
            <a:endParaRPr lang="ko-KR" altLang="en-US" sz="15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8EF6BBC2-AAD4-92FC-723C-30762C831169}"/>
              </a:ext>
            </a:extLst>
          </p:cNvPr>
          <p:cNvSpPr txBox="1"/>
          <p:nvPr/>
        </p:nvSpPr>
        <p:spPr>
          <a:xfrm>
            <a:off x="476661" y="5523804"/>
            <a:ext cx="2356735" cy="4914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  부분 사용</a:t>
            </a:r>
            <a:endParaRPr lang="en-US" altLang="ko-KR" sz="10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게이지가 가득 차지 않아도 참기</a:t>
            </a:r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날숨 사용 가능</a:t>
            </a:r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8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23" name="타원 122">
            <a:extLst>
              <a:ext uri="{FF2B5EF4-FFF2-40B4-BE49-F238E27FC236}">
                <a16:creationId xmlns:a16="http://schemas.microsoft.com/office/drawing/2014/main" id="{5727F6B7-6F86-E779-82AC-1D9D9B8FE303}"/>
              </a:ext>
            </a:extLst>
          </p:cNvPr>
          <p:cNvSpPr/>
          <p:nvPr/>
        </p:nvSpPr>
        <p:spPr>
          <a:xfrm>
            <a:off x="579016" y="5673381"/>
            <a:ext cx="60747" cy="60747"/>
          </a:xfrm>
          <a:prstGeom prst="ellipse">
            <a:avLst/>
          </a:prstGeom>
          <a:solidFill>
            <a:srgbClr val="637A96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3C73B81F-3843-E9E0-2C72-094274A983A3}"/>
              </a:ext>
            </a:extLst>
          </p:cNvPr>
          <p:cNvSpPr txBox="1"/>
          <p:nvPr/>
        </p:nvSpPr>
        <p:spPr>
          <a:xfrm>
            <a:off x="8990532" y="5523804"/>
            <a:ext cx="2622452" cy="4914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  자동 날숨</a:t>
            </a:r>
            <a:endParaRPr lang="en-US" altLang="ko-KR" sz="10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0 </a:t>
            </a: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도달 전부터 유지한 입력은 새 입력으로 판정하지 않음</a:t>
            </a:r>
          </a:p>
        </p:txBody>
      </p:sp>
      <p:sp>
        <p:nvSpPr>
          <p:cNvPr id="131" name="타원 130">
            <a:extLst>
              <a:ext uri="{FF2B5EF4-FFF2-40B4-BE49-F238E27FC236}">
                <a16:creationId xmlns:a16="http://schemas.microsoft.com/office/drawing/2014/main" id="{49A56366-670E-9F89-AFBE-EA1845FE994A}"/>
              </a:ext>
            </a:extLst>
          </p:cNvPr>
          <p:cNvSpPr/>
          <p:nvPr/>
        </p:nvSpPr>
        <p:spPr>
          <a:xfrm>
            <a:off x="9092887" y="5673381"/>
            <a:ext cx="60747" cy="60747"/>
          </a:xfrm>
          <a:prstGeom prst="ellipse">
            <a:avLst/>
          </a:prstGeom>
          <a:solidFill>
            <a:srgbClr val="A07B60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2C38006A-3851-0E4D-BC12-499E631A2CBC}"/>
              </a:ext>
            </a:extLst>
          </p:cNvPr>
          <p:cNvSpPr txBox="1"/>
          <p:nvPr/>
        </p:nvSpPr>
        <p:spPr>
          <a:xfrm>
            <a:off x="3256146" y="5523804"/>
            <a:ext cx="2161169" cy="4914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  자동 날숨</a:t>
            </a:r>
            <a:endParaRPr lang="en-US" altLang="ko-KR" sz="10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들숨</a:t>
            </a:r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참기 해제 후 다른 입력이 없으면 진행</a:t>
            </a:r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8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47" name="타원 146">
            <a:extLst>
              <a:ext uri="{FF2B5EF4-FFF2-40B4-BE49-F238E27FC236}">
                <a16:creationId xmlns:a16="http://schemas.microsoft.com/office/drawing/2014/main" id="{4C43C3A5-29BC-9361-9D0C-8735648A3F37}"/>
              </a:ext>
            </a:extLst>
          </p:cNvPr>
          <p:cNvSpPr/>
          <p:nvPr/>
        </p:nvSpPr>
        <p:spPr>
          <a:xfrm>
            <a:off x="3358501" y="5673381"/>
            <a:ext cx="60747" cy="60747"/>
          </a:xfrm>
          <a:prstGeom prst="ellipse">
            <a:avLst/>
          </a:prstGeom>
          <a:solidFill>
            <a:srgbClr val="758171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343768B1-8E8D-AF75-CDD4-C1AA35A81380}"/>
              </a:ext>
            </a:extLst>
          </p:cNvPr>
          <p:cNvSpPr txBox="1"/>
          <p:nvPr/>
        </p:nvSpPr>
        <p:spPr>
          <a:xfrm>
            <a:off x="5840065" y="5523804"/>
            <a:ext cx="2769292" cy="4914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  행동 종료</a:t>
            </a:r>
            <a:endParaRPr lang="en-US" altLang="ko-KR" sz="10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참기</a:t>
            </a:r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날숨으로 호흡량이 </a:t>
            </a:r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0</a:t>
            </a: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에 도달하면</a:t>
            </a:r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평상 호흡으로 복귀</a:t>
            </a:r>
          </a:p>
        </p:txBody>
      </p:sp>
      <p:sp>
        <p:nvSpPr>
          <p:cNvPr id="153" name="타원 152">
            <a:extLst>
              <a:ext uri="{FF2B5EF4-FFF2-40B4-BE49-F238E27FC236}">
                <a16:creationId xmlns:a16="http://schemas.microsoft.com/office/drawing/2014/main" id="{145477A4-C895-1594-3276-5A725B961E2B}"/>
              </a:ext>
            </a:extLst>
          </p:cNvPr>
          <p:cNvSpPr/>
          <p:nvPr/>
        </p:nvSpPr>
        <p:spPr>
          <a:xfrm>
            <a:off x="5942420" y="5673381"/>
            <a:ext cx="60747" cy="60747"/>
          </a:xfrm>
          <a:prstGeom prst="ellipse">
            <a:avLst/>
          </a:prstGeom>
          <a:solidFill>
            <a:srgbClr val="847190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0" name="사각형: 둥근 모서리 189">
            <a:extLst>
              <a:ext uri="{FF2B5EF4-FFF2-40B4-BE49-F238E27FC236}">
                <a16:creationId xmlns:a16="http://schemas.microsoft.com/office/drawing/2014/main" id="{98EE6776-93EC-4660-01DF-7F0DAB970858}"/>
              </a:ext>
            </a:extLst>
          </p:cNvPr>
          <p:cNvSpPr/>
          <p:nvPr/>
        </p:nvSpPr>
        <p:spPr>
          <a:xfrm>
            <a:off x="579016" y="3908670"/>
            <a:ext cx="2247871" cy="948602"/>
          </a:xfrm>
          <a:prstGeom prst="roundRect">
            <a:avLst>
              <a:gd name="adj" fmla="val 5048"/>
            </a:avLst>
          </a:prstGeom>
          <a:solidFill>
            <a:srgbClr val="637A96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A2D86FAC-BECB-786C-64DA-A5F4028CCDE7}"/>
              </a:ext>
            </a:extLst>
          </p:cNvPr>
          <p:cNvSpPr txBox="1"/>
          <p:nvPr/>
        </p:nvSpPr>
        <p:spPr>
          <a:xfrm>
            <a:off x="631021" y="3972062"/>
            <a:ext cx="2063385" cy="82997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평상 호흡</a:t>
            </a:r>
            <a:endParaRPr lang="en-US" altLang="ko-KR" sz="10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solidFill>
                  <a:srgbClr val="637A96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0 </a:t>
            </a:r>
            <a:r>
              <a:rPr lang="ko-KR" altLang="en-US" sz="1000" dirty="0">
                <a:solidFill>
                  <a:srgbClr val="637A96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유지</a:t>
            </a:r>
            <a:endParaRPr lang="en-US" altLang="ko-KR" sz="1000" dirty="0">
              <a:solidFill>
                <a:srgbClr val="637A96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입력이 없는 기본 상태</a:t>
            </a:r>
            <a:endParaRPr lang="en-US" altLang="ko-KR" sz="8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소리</a:t>
            </a:r>
            <a:r>
              <a:rPr lang="en-US" altLang="ko-KR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ko-KR" altLang="en-US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반경 </a:t>
            </a:r>
            <a:r>
              <a:rPr lang="en-US" altLang="ko-KR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4m / </a:t>
            </a:r>
            <a:r>
              <a:rPr lang="ko-KR" altLang="en-US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위험 공기 흡입 배율 </a:t>
            </a:r>
            <a:r>
              <a:rPr lang="en-US" altLang="ko-KR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× 0.5</a:t>
            </a:r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</p:txBody>
      </p:sp>
      <p:cxnSp>
        <p:nvCxnSpPr>
          <p:cNvPr id="193" name="직선 연결선 192">
            <a:extLst>
              <a:ext uri="{FF2B5EF4-FFF2-40B4-BE49-F238E27FC236}">
                <a16:creationId xmlns:a16="http://schemas.microsoft.com/office/drawing/2014/main" id="{CA955808-C2E6-A35F-72C3-F9D6F8B30F07}"/>
              </a:ext>
            </a:extLst>
          </p:cNvPr>
          <p:cNvCxnSpPr>
            <a:cxnSpLocks/>
          </p:cNvCxnSpPr>
          <p:nvPr/>
        </p:nvCxnSpPr>
        <p:spPr>
          <a:xfrm>
            <a:off x="597378" y="3925888"/>
            <a:ext cx="0" cy="914400"/>
          </a:xfrm>
          <a:prstGeom prst="line">
            <a:avLst/>
          </a:prstGeom>
          <a:ln w="38100" cap="rnd">
            <a:solidFill>
              <a:srgbClr val="637A9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사각형: 둥근 모서리 198">
            <a:extLst>
              <a:ext uri="{FF2B5EF4-FFF2-40B4-BE49-F238E27FC236}">
                <a16:creationId xmlns:a16="http://schemas.microsoft.com/office/drawing/2014/main" id="{E10DECE2-3EBA-64E8-B56B-D5D3AC91DC90}"/>
              </a:ext>
            </a:extLst>
          </p:cNvPr>
          <p:cNvSpPr/>
          <p:nvPr/>
        </p:nvSpPr>
        <p:spPr>
          <a:xfrm>
            <a:off x="3500242" y="3908670"/>
            <a:ext cx="2247871" cy="948602"/>
          </a:xfrm>
          <a:prstGeom prst="roundRect">
            <a:avLst>
              <a:gd name="adj" fmla="val 5048"/>
            </a:avLst>
          </a:prstGeom>
          <a:solidFill>
            <a:srgbClr val="758171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95E2D252-54F8-7CBB-23E4-672298D96F53}"/>
              </a:ext>
            </a:extLst>
          </p:cNvPr>
          <p:cNvSpPr txBox="1"/>
          <p:nvPr/>
        </p:nvSpPr>
        <p:spPr>
          <a:xfrm>
            <a:off x="3549455" y="3972061"/>
            <a:ext cx="2039341" cy="82997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들숨</a:t>
            </a:r>
            <a:endParaRPr lang="en-US" altLang="ko-KR" sz="10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solidFill>
                  <a:srgbClr val="758171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+50/s</a:t>
            </a:r>
          </a:p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호흡량 확보</a:t>
            </a:r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소리</a:t>
            </a:r>
            <a:r>
              <a:rPr lang="en-US" altLang="ko-KR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ko-KR" altLang="en-US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반경 </a:t>
            </a:r>
            <a:r>
              <a:rPr lang="en-US" altLang="ko-KR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6m / </a:t>
            </a:r>
            <a:r>
              <a:rPr lang="ko-KR" altLang="en-US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위험 공기 흡입 배율 </a:t>
            </a:r>
            <a:r>
              <a:rPr lang="en-US" altLang="ko-KR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× 1.0</a:t>
            </a:r>
            <a:endParaRPr lang="ko-KR" altLang="en-US" sz="8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cxnSp>
        <p:nvCxnSpPr>
          <p:cNvPr id="201" name="직선 연결선 200">
            <a:extLst>
              <a:ext uri="{FF2B5EF4-FFF2-40B4-BE49-F238E27FC236}">
                <a16:creationId xmlns:a16="http://schemas.microsoft.com/office/drawing/2014/main" id="{8EB24864-729B-263B-DB94-2433922BA110}"/>
              </a:ext>
            </a:extLst>
          </p:cNvPr>
          <p:cNvCxnSpPr>
            <a:cxnSpLocks/>
          </p:cNvCxnSpPr>
          <p:nvPr/>
        </p:nvCxnSpPr>
        <p:spPr>
          <a:xfrm>
            <a:off x="3518604" y="3925888"/>
            <a:ext cx="0" cy="914400"/>
          </a:xfrm>
          <a:prstGeom prst="line">
            <a:avLst/>
          </a:prstGeom>
          <a:ln w="38100" cap="rnd">
            <a:solidFill>
              <a:srgbClr val="758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사각형: 둥근 모서리 201">
            <a:extLst>
              <a:ext uri="{FF2B5EF4-FFF2-40B4-BE49-F238E27FC236}">
                <a16:creationId xmlns:a16="http://schemas.microsoft.com/office/drawing/2014/main" id="{B52B12A1-8E17-00E1-7112-6551C83CF168}"/>
              </a:ext>
            </a:extLst>
          </p:cNvPr>
          <p:cNvSpPr/>
          <p:nvPr/>
        </p:nvSpPr>
        <p:spPr>
          <a:xfrm>
            <a:off x="9346751" y="3908670"/>
            <a:ext cx="2247871" cy="948602"/>
          </a:xfrm>
          <a:prstGeom prst="roundRect">
            <a:avLst>
              <a:gd name="adj" fmla="val 5048"/>
            </a:avLst>
          </a:prstGeom>
          <a:solidFill>
            <a:srgbClr val="A07B60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D9DFD01A-79F6-CB3D-3E8B-914F31B14352}"/>
              </a:ext>
            </a:extLst>
          </p:cNvPr>
          <p:cNvSpPr txBox="1"/>
          <p:nvPr/>
        </p:nvSpPr>
        <p:spPr>
          <a:xfrm>
            <a:off x="9399810" y="3972060"/>
            <a:ext cx="2039341" cy="82997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날숨</a:t>
            </a:r>
            <a:endParaRPr lang="en-US" altLang="ko-KR" sz="10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solidFill>
                  <a:srgbClr val="A07B6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-66.7/s</a:t>
            </a:r>
          </a:p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확보한 자원을 비우고 평상 호흡으로 복귀</a:t>
            </a:r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소리</a:t>
            </a:r>
            <a:r>
              <a:rPr lang="en-US" altLang="ko-KR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ko-KR" altLang="en-US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반경 </a:t>
            </a:r>
            <a:r>
              <a:rPr lang="en-US" altLang="ko-KR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7m / </a:t>
            </a:r>
            <a:r>
              <a:rPr lang="ko-KR" altLang="en-US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위험 공기 흡입 배율 </a:t>
            </a:r>
            <a:r>
              <a:rPr lang="en-US" altLang="ko-KR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× 0</a:t>
            </a:r>
            <a:endParaRPr lang="ko-KR" altLang="en-US" sz="8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cxnSp>
        <p:nvCxnSpPr>
          <p:cNvPr id="204" name="직선 연결선 203">
            <a:extLst>
              <a:ext uri="{FF2B5EF4-FFF2-40B4-BE49-F238E27FC236}">
                <a16:creationId xmlns:a16="http://schemas.microsoft.com/office/drawing/2014/main" id="{20A07404-33E4-B200-A0E8-CCA74D081A88}"/>
              </a:ext>
            </a:extLst>
          </p:cNvPr>
          <p:cNvCxnSpPr>
            <a:cxnSpLocks/>
          </p:cNvCxnSpPr>
          <p:nvPr/>
        </p:nvCxnSpPr>
        <p:spPr>
          <a:xfrm>
            <a:off x="9365113" y="3925888"/>
            <a:ext cx="0" cy="914400"/>
          </a:xfrm>
          <a:prstGeom prst="line">
            <a:avLst/>
          </a:prstGeom>
          <a:ln w="38100" cap="rnd">
            <a:solidFill>
              <a:srgbClr val="A07B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사각형: 둥근 모서리 204">
            <a:extLst>
              <a:ext uri="{FF2B5EF4-FFF2-40B4-BE49-F238E27FC236}">
                <a16:creationId xmlns:a16="http://schemas.microsoft.com/office/drawing/2014/main" id="{ECC3390F-50BC-2347-4488-989F1F39C306}"/>
              </a:ext>
            </a:extLst>
          </p:cNvPr>
          <p:cNvSpPr/>
          <p:nvPr/>
        </p:nvSpPr>
        <p:spPr>
          <a:xfrm>
            <a:off x="6421468" y="3908670"/>
            <a:ext cx="2247871" cy="948602"/>
          </a:xfrm>
          <a:prstGeom prst="roundRect">
            <a:avLst>
              <a:gd name="adj" fmla="val 5048"/>
            </a:avLst>
          </a:prstGeom>
          <a:solidFill>
            <a:srgbClr val="847190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6" name="TextBox 205">
            <a:extLst>
              <a:ext uri="{FF2B5EF4-FFF2-40B4-BE49-F238E27FC236}">
                <a16:creationId xmlns:a16="http://schemas.microsoft.com/office/drawing/2014/main" id="{74E8D17B-152B-0C08-9B55-52F16EDE8DDB}"/>
              </a:ext>
            </a:extLst>
          </p:cNvPr>
          <p:cNvSpPr txBox="1"/>
          <p:nvPr/>
        </p:nvSpPr>
        <p:spPr>
          <a:xfrm>
            <a:off x="6471954" y="3972061"/>
            <a:ext cx="1954381" cy="82997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참기</a:t>
            </a:r>
            <a:endParaRPr lang="en-US" altLang="ko-KR" sz="10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solidFill>
                  <a:srgbClr val="84719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-10/s</a:t>
            </a:r>
          </a:p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호흡 소리와 위험 공기 흡입 차단</a:t>
            </a:r>
            <a:r>
              <a:rPr lang="en-US" altLang="ko-KR" sz="8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소리</a:t>
            </a:r>
            <a:r>
              <a:rPr lang="en-US" altLang="ko-KR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ko-KR" altLang="en-US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반경 </a:t>
            </a:r>
            <a:r>
              <a:rPr lang="en-US" altLang="ko-KR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0m / </a:t>
            </a:r>
            <a:r>
              <a:rPr lang="ko-KR" altLang="en-US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위험 공기 흡입 배율 </a:t>
            </a:r>
            <a:r>
              <a:rPr lang="en-US" altLang="ko-KR" sz="8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× 0</a:t>
            </a:r>
            <a:endParaRPr lang="ko-KR" altLang="en-US" sz="8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cxnSp>
        <p:nvCxnSpPr>
          <p:cNvPr id="207" name="직선 연결선 206">
            <a:extLst>
              <a:ext uri="{FF2B5EF4-FFF2-40B4-BE49-F238E27FC236}">
                <a16:creationId xmlns:a16="http://schemas.microsoft.com/office/drawing/2014/main" id="{0F411C8E-F2E1-31E6-B262-B8775EF065F3}"/>
              </a:ext>
            </a:extLst>
          </p:cNvPr>
          <p:cNvCxnSpPr>
            <a:cxnSpLocks/>
          </p:cNvCxnSpPr>
          <p:nvPr/>
        </p:nvCxnSpPr>
        <p:spPr>
          <a:xfrm>
            <a:off x="6439830" y="3925888"/>
            <a:ext cx="0" cy="914400"/>
          </a:xfrm>
          <a:prstGeom prst="line">
            <a:avLst/>
          </a:prstGeom>
          <a:ln w="38100" cap="rnd">
            <a:solidFill>
              <a:srgbClr val="84719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7" name="사각형: 둥근 모서리 226">
            <a:extLst>
              <a:ext uri="{FF2B5EF4-FFF2-40B4-BE49-F238E27FC236}">
                <a16:creationId xmlns:a16="http://schemas.microsoft.com/office/drawing/2014/main" id="{6A33D46B-0FC5-6236-134E-3026129B9A81}"/>
              </a:ext>
            </a:extLst>
          </p:cNvPr>
          <p:cNvSpPr/>
          <p:nvPr/>
        </p:nvSpPr>
        <p:spPr>
          <a:xfrm>
            <a:off x="416722" y="6169339"/>
            <a:ext cx="4388359" cy="323165"/>
          </a:xfrm>
          <a:prstGeom prst="roundRect">
            <a:avLst/>
          </a:prstGeom>
          <a:solidFill>
            <a:srgbClr val="031223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※ 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지상에서 호흡량 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0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은 사망 조건이 아님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cxnSp>
        <p:nvCxnSpPr>
          <p:cNvPr id="228" name="직선 연결선 227">
            <a:extLst>
              <a:ext uri="{FF2B5EF4-FFF2-40B4-BE49-F238E27FC236}">
                <a16:creationId xmlns:a16="http://schemas.microsoft.com/office/drawing/2014/main" id="{58B2358E-28AF-5222-3091-AF6A369BE8F3}"/>
              </a:ext>
            </a:extLst>
          </p:cNvPr>
          <p:cNvCxnSpPr>
            <a:cxnSpLocks/>
          </p:cNvCxnSpPr>
          <p:nvPr/>
        </p:nvCxnSpPr>
        <p:spPr>
          <a:xfrm flipV="1">
            <a:off x="416723" y="5040072"/>
            <a:ext cx="11358554" cy="46846"/>
          </a:xfrm>
          <a:prstGeom prst="line">
            <a:avLst/>
          </a:prstGeom>
          <a:ln w="12700">
            <a:solidFill>
              <a:srgbClr val="A07B6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0" name="사각형: 둥근 모서리 229">
            <a:extLst>
              <a:ext uri="{FF2B5EF4-FFF2-40B4-BE49-F238E27FC236}">
                <a16:creationId xmlns:a16="http://schemas.microsoft.com/office/drawing/2014/main" id="{2E950D6A-AA25-330A-5F9F-BC72572F0B0F}"/>
              </a:ext>
            </a:extLst>
          </p:cNvPr>
          <p:cNvSpPr/>
          <p:nvPr/>
        </p:nvSpPr>
        <p:spPr>
          <a:xfrm>
            <a:off x="5066486" y="6169338"/>
            <a:ext cx="6708792" cy="323165"/>
          </a:xfrm>
          <a:prstGeom prst="roundRect">
            <a:avLst/>
          </a:prstGeom>
          <a:solidFill>
            <a:srgbClr val="031223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※ 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수중 환경도 기본 행동 규칙 동일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 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단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들숨과 호흡량 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0 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도달 결과는 수중 규칙 적용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cxnSp>
        <p:nvCxnSpPr>
          <p:cNvPr id="154" name="직선 연결선 153">
            <a:extLst>
              <a:ext uri="{FF2B5EF4-FFF2-40B4-BE49-F238E27FC236}">
                <a16:creationId xmlns:a16="http://schemas.microsoft.com/office/drawing/2014/main" id="{8DD775F5-9A3F-7066-B7C8-EBCED7553E3C}"/>
              </a:ext>
            </a:extLst>
          </p:cNvPr>
          <p:cNvCxnSpPr>
            <a:cxnSpLocks/>
          </p:cNvCxnSpPr>
          <p:nvPr/>
        </p:nvCxnSpPr>
        <p:spPr>
          <a:xfrm>
            <a:off x="3315813" y="1237998"/>
            <a:ext cx="0" cy="2092942"/>
          </a:xfrm>
          <a:prstGeom prst="line">
            <a:avLst/>
          </a:prstGeom>
          <a:ln w="12700">
            <a:solidFill>
              <a:srgbClr val="A07B6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48" name="그림 347">
            <a:extLst>
              <a:ext uri="{FF2B5EF4-FFF2-40B4-BE49-F238E27FC236}">
                <a16:creationId xmlns:a16="http://schemas.microsoft.com/office/drawing/2014/main" id="{20F22DAA-0DC0-7AB1-CE7A-3316FD1741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17" b="21908"/>
          <a:stretch>
            <a:fillRect/>
          </a:stretch>
        </p:blipFill>
        <p:spPr>
          <a:xfrm>
            <a:off x="6280984" y="886635"/>
            <a:ext cx="5332000" cy="2300934"/>
          </a:xfrm>
          <a:prstGeom prst="roundRect">
            <a:avLst>
              <a:gd name="adj" fmla="val 4568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349" name="그림 348">
            <a:extLst>
              <a:ext uri="{FF2B5EF4-FFF2-40B4-BE49-F238E27FC236}">
                <a16:creationId xmlns:a16="http://schemas.microsoft.com/office/drawing/2014/main" id="{141CF4EE-ED2C-FAB3-6FAB-008B43FB74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9" t="25397" r="66199" b="26772"/>
          <a:stretch>
            <a:fillRect/>
          </a:stretch>
        </p:blipFill>
        <p:spPr>
          <a:xfrm>
            <a:off x="6485632" y="1899914"/>
            <a:ext cx="1400645" cy="1181141"/>
          </a:xfrm>
          <a:prstGeom prst="rect">
            <a:avLst/>
          </a:prstGeom>
        </p:spPr>
      </p:pic>
      <p:pic>
        <p:nvPicPr>
          <p:cNvPr id="350" name="그림 349">
            <a:extLst>
              <a:ext uri="{FF2B5EF4-FFF2-40B4-BE49-F238E27FC236}">
                <a16:creationId xmlns:a16="http://schemas.microsoft.com/office/drawing/2014/main" id="{29CB5C51-3ADA-D5BA-1B8E-0CB3BBC28D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9" t="25397" r="66199" b="26772"/>
          <a:stretch>
            <a:fillRect/>
          </a:stretch>
        </p:blipFill>
        <p:spPr>
          <a:xfrm>
            <a:off x="8246661" y="1899407"/>
            <a:ext cx="1400645" cy="1181141"/>
          </a:xfrm>
          <a:prstGeom prst="rect">
            <a:avLst/>
          </a:prstGeom>
        </p:spPr>
      </p:pic>
      <p:pic>
        <p:nvPicPr>
          <p:cNvPr id="351" name="그림 350">
            <a:extLst>
              <a:ext uri="{FF2B5EF4-FFF2-40B4-BE49-F238E27FC236}">
                <a16:creationId xmlns:a16="http://schemas.microsoft.com/office/drawing/2014/main" id="{6C5D603E-EAE1-E58B-E64C-7652482868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9" t="25397" r="66199" b="26772"/>
          <a:stretch>
            <a:fillRect/>
          </a:stretch>
        </p:blipFill>
        <p:spPr>
          <a:xfrm>
            <a:off x="10010822" y="1899407"/>
            <a:ext cx="1400645" cy="1181141"/>
          </a:xfrm>
          <a:prstGeom prst="rect">
            <a:avLst/>
          </a:prstGeom>
        </p:spPr>
      </p:pic>
      <p:sp>
        <p:nvSpPr>
          <p:cNvPr id="352" name="TextBox 351">
            <a:extLst>
              <a:ext uri="{FF2B5EF4-FFF2-40B4-BE49-F238E27FC236}">
                <a16:creationId xmlns:a16="http://schemas.microsoft.com/office/drawing/2014/main" id="{A86739C4-9655-1481-138B-A4F66DE31D55}"/>
              </a:ext>
            </a:extLst>
          </p:cNvPr>
          <p:cNvSpPr txBox="1"/>
          <p:nvPr/>
        </p:nvSpPr>
        <p:spPr>
          <a:xfrm>
            <a:off x="6746049" y="1981695"/>
            <a:ext cx="55816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들숨 진행</a:t>
            </a:r>
          </a:p>
        </p:txBody>
      </p:sp>
      <p:sp>
        <p:nvSpPr>
          <p:cNvPr id="353" name="TextBox 352">
            <a:extLst>
              <a:ext uri="{FF2B5EF4-FFF2-40B4-BE49-F238E27FC236}">
                <a16:creationId xmlns:a16="http://schemas.microsoft.com/office/drawing/2014/main" id="{06E74E9D-50E7-203D-B2A9-293659916133}"/>
              </a:ext>
            </a:extLst>
          </p:cNvPr>
          <p:cNvSpPr txBox="1"/>
          <p:nvPr/>
        </p:nvSpPr>
        <p:spPr>
          <a:xfrm>
            <a:off x="8518590" y="1984076"/>
            <a:ext cx="55816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참기 진행</a:t>
            </a:r>
          </a:p>
        </p:txBody>
      </p:sp>
      <p:sp>
        <p:nvSpPr>
          <p:cNvPr id="354" name="TextBox 353">
            <a:extLst>
              <a:ext uri="{FF2B5EF4-FFF2-40B4-BE49-F238E27FC236}">
                <a16:creationId xmlns:a16="http://schemas.microsoft.com/office/drawing/2014/main" id="{A448A5F9-4F16-0016-19E7-8DAAA365F931}"/>
              </a:ext>
            </a:extLst>
          </p:cNvPr>
          <p:cNvSpPr txBox="1"/>
          <p:nvPr/>
        </p:nvSpPr>
        <p:spPr>
          <a:xfrm>
            <a:off x="10283728" y="1981695"/>
            <a:ext cx="55816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날숨 진행</a:t>
            </a:r>
          </a:p>
        </p:txBody>
      </p:sp>
      <p:sp>
        <p:nvSpPr>
          <p:cNvPr id="355" name="TextBox 354">
            <a:extLst>
              <a:ext uri="{FF2B5EF4-FFF2-40B4-BE49-F238E27FC236}">
                <a16:creationId xmlns:a16="http://schemas.microsoft.com/office/drawing/2014/main" id="{921F6D76-E386-1394-95D7-DF4F0464AD8D}"/>
              </a:ext>
            </a:extLst>
          </p:cNvPr>
          <p:cNvSpPr txBox="1"/>
          <p:nvPr/>
        </p:nvSpPr>
        <p:spPr>
          <a:xfrm>
            <a:off x="6885761" y="2199844"/>
            <a:ext cx="912429" cy="31290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5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마우스 좌클릭을 길게 눌러</a:t>
            </a:r>
            <a:endParaRPr lang="en-US" altLang="ko-KR" sz="500" dirty="0">
              <a:solidFill>
                <a:srgbClr val="FDFDFE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5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숨을 들이마시세요</a:t>
            </a:r>
            <a:r>
              <a:rPr lang="en-US" altLang="ko-KR" sz="5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500" dirty="0">
              <a:solidFill>
                <a:srgbClr val="FDFDFE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56" name="TextBox 355">
            <a:extLst>
              <a:ext uri="{FF2B5EF4-FFF2-40B4-BE49-F238E27FC236}">
                <a16:creationId xmlns:a16="http://schemas.microsoft.com/office/drawing/2014/main" id="{2BF7C2E8-D2D4-4717-7007-02FCDF962252}"/>
              </a:ext>
            </a:extLst>
          </p:cNvPr>
          <p:cNvSpPr txBox="1"/>
          <p:nvPr/>
        </p:nvSpPr>
        <p:spPr>
          <a:xfrm>
            <a:off x="8654284" y="2197585"/>
            <a:ext cx="912429" cy="31290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5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마우스 </a:t>
            </a:r>
            <a:r>
              <a:rPr lang="ko-KR" altLang="en-US" sz="500" dirty="0" err="1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우클릭을</a:t>
            </a:r>
            <a:r>
              <a:rPr lang="ko-KR" altLang="en-US" sz="5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길게 눌러</a:t>
            </a:r>
            <a:endParaRPr lang="en-US" altLang="ko-KR" sz="500" dirty="0">
              <a:solidFill>
                <a:srgbClr val="FDFDFE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5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숨을 참으세요</a:t>
            </a:r>
            <a:r>
              <a:rPr lang="en-US" altLang="ko-KR" sz="5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500" dirty="0">
              <a:solidFill>
                <a:srgbClr val="FDFDFE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57" name="TextBox 356">
            <a:extLst>
              <a:ext uri="{FF2B5EF4-FFF2-40B4-BE49-F238E27FC236}">
                <a16:creationId xmlns:a16="http://schemas.microsoft.com/office/drawing/2014/main" id="{DFAEBF07-5FCE-D33B-76EB-D43831D2CEDD}"/>
              </a:ext>
            </a:extLst>
          </p:cNvPr>
          <p:cNvSpPr txBox="1"/>
          <p:nvPr/>
        </p:nvSpPr>
        <p:spPr>
          <a:xfrm>
            <a:off x="10562811" y="2188102"/>
            <a:ext cx="670376" cy="31290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5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R </a:t>
            </a:r>
            <a:r>
              <a:rPr lang="ko-KR" altLang="en-US" sz="5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키를 한 번 눌러</a:t>
            </a:r>
            <a:endParaRPr lang="en-US" altLang="ko-KR" sz="500" dirty="0">
              <a:solidFill>
                <a:srgbClr val="FDFDFE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5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숨을 내쉬세요</a:t>
            </a:r>
            <a:r>
              <a:rPr lang="en-US" altLang="ko-KR" sz="5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500" dirty="0">
              <a:solidFill>
                <a:srgbClr val="FDFDFE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pic>
        <p:nvPicPr>
          <p:cNvPr id="358" name="그림 357">
            <a:extLst>
              <a:ext uri="{FF2B5EF4-FFF2-40B4-BE49-F238E27FC236}">
                <a16:creationId xmlns:a16="http://schemas.microsoft.com/office/drawing/2014/main" id="{86878BF6-BAFC-2661-18DD-6E13C5CF7CB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2492" y="2130787"/>
            <a:ext cx="467732" cy="467732"/>
          </a:xfrm>
          <a:prstGeom prst="rect">
            <a:avLst/>
          </a:prstGeom>
        </p:spPr>
      </p:pic>
      <p:sp>
        <p:nvSpPr>
          <p:cNvPr id="359" name="타원 358">
            <a:extLst>
              <a:ext uri="{FF2B5EF4-FFF2-40B4-BE49-F238E27FC236}">
                <a16:creationId xmlns:a16="http://schemas.microsoft.com/office/drawing/2014/main" id="{A57CF736-CDC5-343B-8B66-69533C6DBBE0}"/>
              </a:ext>
            </a:extLst>
          </p:cNvPr>
          <p:cNvSpPr/>
          <p:nvPr/>
        </p:nvSpPr>
        <p:spPr>
          <a:xfrm>
            <a:off x="6567901" y="1983680"/>
            <a:ext cx="198770" cy="198770"/>
          </a:xfrm>
          <a:prstGeom prst="ellipse">
            <a:avLst/>
          </a:prstGeom>
          <a:solidFill>
            <a:srgbClr val="758171"/>
          </a:solidFill>
          <a:ln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60" name="TextBox 359">
            <a:extLst>
              <a:ext uri="{FF2B5EF4-FFF2-40B4-BE49-F238E27FC236}">
                <a16:creationId xmlns:a16="http://schemas.microsoft.com/office/drawing/2014/main" id="{C7ACF2A6-83C2-3578-9122-06B9753896A1}"/>
              </a:ext>
            </a:extLst>
          </p:cNvPr>
          <p:cNvSpPr txBox="1"/>
          <p:nvPr/>
        </p:nvSpPr>
        <p:spPr>
          <a:xfrm>
            <a:off x="6544496" y="1975343"/>
            <a:ext cx="24558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8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</a:t>
            </a:r>
            <a:endParaRPr lang="ko-KR" altLang="en-US" sz="800" dirty="0">
              <a:solidFill>
                <a:srgbClr val="FDFDFE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61" name="타원 360">
            <a:extLst>
              <a:ext uri="{FF2B5EF4-FFF2-40B4-BE49-F238E27FC236}">
                <a16:creationId xmlns:a16="http://schemas.microsoft.com/office/drawing/2014/main" id="{044E9D5C-169E-EBD4-4E78-B4778F724068}"/>
              </a:ext>
            </a:extLst>
          </p:cNvPr>
          <p:cNvSpPr/>
          <p:nvPr/>
        </p:nvSpPr>
        <p:spPr>
          <a:xfrm>
            <a:off x="8335880" y="1983680"/>
            <a:ext cx="198770" cy="198770"/>
          </a:xfrm>
          <a:prstGeom prst="ellipse">
            <a:avLst/>
          </a:prstGeom>
          <a:solidFill>
            <a:srgbClr val="847190"/>
          </a:solidFill>
          <a:ln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62" name="TextBox 361">
            <a:extLst>
              <a:ext uri="{FF2B5EF4-FFF2-40B4-BE49-F238E27FC236}">
                <a16:creationId xmlns:a16="http://schemas.microsoft.com/office/drawing/2014/main" id="{4D933710-0DD4-BF6A-EEE1-76CA37BA46B3}"/>
              </a:ext>
            </a:extLst>
          </p:cNvPr>
          <p:cNvSpPr txBox="1"/>
          <p:nvPr/>
        </p:nvSpPr>
        <p:spPr>
          <a:xfrm>
            <a:off x="8312475" y="1970809"/>
            <a:ext cx="24558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8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2</a:t>
            </a:r>
            <a:endParaRPr lang="ko-KR" altLang="en-US" sz="800" dirty="0">
              <a:solidFill>
                <a:srgbClr val="FDFDFE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63" name="타원 362">
            <a:extLst>
              <a:ext uri="{FF2B5EF4-FFF2-40B4-BE49-F238E27FC236}">
                <a16:creationId xmlns:a16="http://schemas.microsoft.com/office/drawing/2014/main" id="{1CCF160C-08A0-0E01-96A7-BFB0D6B51A9C}"/>
              </a:ext>
            </a:extLst>
          </p:cNvPr>
          <p:cNvSpPr/>
          <p:nvPr/>
        </p:nvSpPr>
        <p:spPr>
          <a:xfrm>
            <a:off x="10097938" y="1983223"/>
            <a:ext cx="198770" cy="198770"/>
          </a:xfrm>
          <a:prstGeom prst="ellipse">
            <a:avLst/>
          </a:prstGeom>
          <a:solidFill>
            <a:srgbClr val="A07B60"/>
          </a:solidFill>
          <a:ln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64" name="TextBox 363">
            <a:extLst>
              <a:ext uri="{FF2B5EF4-FFF2-40B4-BE49-F238E27FC236}">
                <a16:creationId xmlns:a16="http://schemas.microsoft.com/office/drawing/2014/main" id="{7C833DFB-B073-3AE6-46A5-B2327F585B3C}"/>
              </a:ext>
            </a:extLst>
          </p:cNvPr>
          <p:cNvSpPr txBox="1"/>
          <p:nvPr/>
        </p:nvSpPr>
        <p:spPr>
          <a:xfrm>
            <a:off x="10074533" y="1975343"/>
            <a:ext cx="24558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800" dirty="0">
                <a:solidFill>
                  <a:srgbClr val="FDFDF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3</a:t>
            </a:r>
            <a:endParaRPr lang="ko-KR" altLang="en-US" sz="800" dirty="0">
              <a:solidFill>
                <a:srgbClr val="FDFDFE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pic>
        <p:nvPicPr>
          <p:cNvPr id="365" name="그림 364">
            <a:extLst>
              <a:ext uri="{FF2B5EF4-FFF2-40B4-BE49-F238E27FC236}">
                <a16:creationId xmlns:a16="http://schemas.microsoft.com/office/drawing/2014/main" id="{9026BE9B-30A9-D8D2-3FA7-EFFA195C677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474" t="33704" r="61458" b="22871"/>
          <a:stretch>
            <a:fillRect/>
          </a:stretch>
        </p:blipFill>
        <p:spPr>
          <a:xfrm>
            <a:off x="6667286" y="2237070"/>
            <a:ext cx="218475" cy="262888"/>
          </a:xfrm>
          <a:prstGeom prst="rect">
            <a:avLst/>
          </a:prstGeom>
        </p:spPr>
      </p:pic>
      <p:pic>
        <p:nvPicPr>
          <p:cNvPr id="366" name="그림 365">
            <a:extLst>
              <a:ext uri="{FF2B5EF4-FFF2-40B4-BE49-F238E27FC236}">
                <a16:creationId xmlns:a16="http://schemas.microsoft.com/office/drawing/2014/main" id="{769F2511-0F6E-0104-5F08-971478FC841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650" t="33704" r="11282" b="22871"/>
          <a:stretch>
            <a:fillRect/>
          </a:stretch>
        </p:blipFill>
        <p:spPr>
          <a:xfrm>
            <a:off x="8435265" y="2237070"/>
            <a:ext cx="218475" cy="262888"/>
          </a:xfrm>
          <a:prstGeom prst="rect">
            <a:avLst/>
          </a:prstGeom>
        </p:spPr>
      </p:pic>
      <p:pic>
        <p:nvPicPr>
          <p:cNvPr id="367" name="그림 366">
            <a:extLst>
              <a:ext uri="{FF2B5EF4-FFF2-40B4-BE49-F238E27FC236}">
                <a16:creationId xmlns:a16="http://schemas.microsoft.com/office/drawing/2014/main" id="{9DC5A0CF-952F-AEFF-3D64-EA96F88CD3C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686" t="61250" r="727" b="2084"/>
          <a:stretch>
            <a:fillRect/>
          </a:stretch>
        </p:blipFill>
        <p:spPr>
          <a:xfrm>
            <a:off x="10822321" y="2523975"/>
            <a:ext cx="402838" cy="450564"/>
          </a:xfrm>
          <a:prstGeom prst="rect">
            <a:avLst/>
          </a:prstGeom>
        </p:spPr>
      </p:pic>
      <p:pic>
        <p:nvPicPr>
          <p:cNvPr id="368" name="그림 367">
            <a:extLst>
              <a:ext uri="{FF2B5EF4-FFF2-40B4-BE49-F238E27FC236}">
                <a16:creationId xmlns:a16="http://schemas.microsoft.com/office/drawing/2014/main" id="{6B3BFC35-6BEB-200F-3789-4D02A6CA19C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376" t="61250" r="30911" b="2084"/>
          <a:stretch>
            <a:fillRect/>
          </a:stretch>
        </p:blipFill>
        <p:spPr>
          <a:xfrm>
            <a:off x="9076756" y="2523975"/>
            <a:ext cx="322984" cy="450564"/>
          </a:xfrm>
          <a:prstGeom prst="rect">
            <a:avLst/>
          </a:prstGeom>
        </p:spPr>
      </p:pic>
      <p:pic>
        <p:nvPicPr>
          <p:cNvPr id="369" name="그림 368">
            <a:extLst>
              <a:ext uri="{FF2B5EF4-FFF2-40B4-BE49-F238E27FC236}">
                <a16:creationId xmlns:a16="http://schemas.microsoft.com/office/drawing/2014/main" id="{D8D0EDE8-0D2C-9E33-F8E8-F6A3B999209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064" t="61250" r="50349" b="2084"/>
          <a:stretch>
            <a:fillRect/>
          </a:stretch>
        </p:blipFill>
        <p:spPr>
          <a:xfrm>
            <a:off x="7282069" y="2523975"/>
            <a:ext cx="402838" cy="450564"/>
          </a:xfrm>
          <a:prstGeom prst="rect">
            <a:avLst/>
          </a:prstGeom>
        </p:spPr>
      </p:pic>
      <p:pic>
        <p:nvPicPr>
          <p:cNvPr id="370" name="그림 369">
            <a:extLst>
              <a:ext uri="{FF2B5EF4-FFF2-40B4-BE49-F238E27FC236}">
                <a16:creationId xmlns:a16="http://schemas.microsoft.com/office/drawing/2014/main" id="{9F8A7C3E-D716-1565-B6C4-D4955DCFC44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" t="61250" r="75146" b="2084"/>
          <a:stretch>
            <a:fillRect/>
          </a:stretch>
        </p:blipFill>
        <p:spPr>
          <a:xfrm>
            <a:off x="6683921" y="2523975"/>
            <a:ext cx="402838" cy="450564"/>
          </a:xfrm>
          <a:prstGeom prst="rect">
            <a:avLst/>
          </a:prstGeom>
        </p:spPr>
      </p:pic>
      <p:pic>
        <p:nvPicPr>
          <p:cNvPr id="371" name="그림 370">
            <a:extLst>
              <a:ext uri="{FF2B5EF4-FFF2-40B4-BE49-F238E27FC236}">
                <a16:creationId xmlns:a16="http://schemas.microsoft.com/office/drawing/2014/main" id="{FEE57214-FAF0-D6FD-E539-AB8E2883534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" t="61250" r="75146" b="2084"/>
          <a:stretch>
            <a:fillRect/>
          </a:stretch>
        </p:blipFill>
        <p:spPr>
          <a:xfrm>
            <a:off x="8452321" y="2523975"/>
            <a:ext cx="402838" cy="450564"/>
          </a:xfrm>
          <a:prstGeom prst="rect">
            <a:avLst/>
          </a:prstGeom>
        </p:spPr>
      </p:pic>
      <p:pic>
        <p:nvPicPr>
          <p:cNvPr id="372" name="그림 371">
            <a:extLst>
              <a:ext uri="{FF2B5EF4-FFF2-40B4-BE49-F238E27FC236}">
                <a16:creationId xmlns:a16="http://schemas.microsoft.com/office/drawing/2014/main" id="{6A2B304D-5009-6558-B6C1-9AEA09390D7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" t="61250" r="75146" b="2084"/>
          <a:stretch>
            <a:fillRect/>
          </a:stretch>
        </p:blipFill>
        <p:spPr>
          <a:xfrm>
            <a:off x="10257386" y="2523975"/>
            <a:ext cx="402838" cy="450564"/>
          </a:xfrm>
          <a:prstGeom prst="rect">
            <a:avLst/>
          </a:prstGeom>
        </p:spPr>
      </p:pic>
      <p:cxnSp>
        <p:nvCxnSpPr>
          <p:cNvPr id="373" name="직선 화살표 연결선 372">
            <a:extLst>
              <a:ext uri="{FF2B5EF4-FFF2-40B4-BE49-F238E27FC236}">
                <a16:creationId xmlns:a16="http://schemas.microsoft.com/office/drawing/2014/main" id="{7AC3773C-83D9-3DDE-E732-6683CD331685}"/>
              </a:ext>
            </a:extLst>
          </p:cNvPr>
          <p:cNvCxnSpPr>
            <a:cxnSpLocks/>
          </p:cNvCxnSpPr>
          <p:nvPr/>
        </p:nvCxnSpPr>
        <p:spPr>
          <a:xfrm>
            <a:off x="7094994" y="2746640"/>
            <a:ext cx="154575" cy="0"/>
          </a:xfrm>
          <a:prstGeom prst="straightConnector1">
            <a:avLst/>
          </a:prstGeom>
          <a:ln w="12700" cap="rnd">
            <a:solidFill>
              <a:srgbClr val="FDFDFE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4" name="직선 화살표 연결선 373">
            <a:extLst>
              <a:ext uri="{FF2B5EF4-FFF2-40B4-BE49-F238E27FC236}">
                <a16:creationId xmlns:a16="http://schemas.microsoft.com/office/drawing/2014/main" id="{27D6A8D1-E70B-A1B4-AA72-1AEE272176D8}"/>
              </a:ext>
            </a:extLst>
          </p:cNvPr>
          <p:cNvCxnSpPr>
            <a:cxnSpLocks/>
          </p:cNvCxnSpPr>
          <p:nvPr/>
        </p:nvCxnSpPr>
        <p:spPr>
          <a:xfrm>
            <a:off x="8869530" y="2746640"/>
            <a:ext cx="154575" cy="0"/>
          </a:xfrm>
          <a:prstGeom prst="straightConnector1">
            <a:avLst/>
          </a:prstGeom>
          <a:ln w="12700" cap="rnd">
            <a:solidFill>
              <a:srgbClr val="FDFDFE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5" name="직선 화살표 연결선 374">
            <a:extLst>
              <a:ext uri="{FF2B5EF4-FFF2-40B4-BE49-F238E27FC236}">
                <a16:creationId xmlns:a16="http://schemas.microsoft.com/office/drawing/2014/main" id="{3C8125D2-CAFA-3F84-73B1-8E8910BBAB86}"/>
              </a:ext>
            </a:extLst>
          </p:cNvPr>
          <p:cNvCxnSpPr>
            <a:cxnSpLocks/>
          </p:cNvCxnSpPr>
          <p:nvPr/>
        </p:nvCxnSpPr>
        <p:spPr>
          <a:xfrm>
            <a:off x="10629215" y="2746640"/>
            <a:ext cx="154575" cy="0"/>
          </a:xfrm>
          <a:prstGeom prst="straightConnector1">
            <a:avLst/>
          </a:prstGeom>
          <a:ln w="12700" cap="rnd">
            <a:solidFill>
              <a:srgbClr val="FDFDFE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76" name="그림 375">
            <a:extLst>
              <a:ext uri="{FF2B5EF4-FFF2-40B4-BE49-F238E27FC236}">
                <a16:creationId xmlns:a16="http://schemas.microsoft.com/office/drawing/2014/main" id="{6E00834E-FFCC-9398-5BA7-5B309850462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131" t="51624" r="80754" b="43705"/>
          <a:stretch>
            <a:fillRect/>
          </a:stretch>
        </p:blipFill>
        <p:spPr>
          <a:xfrm>
            <a:off x="6998749" y="1875179"/>
            <a:ext cx="328871" cy="141362"/>
          </a:xfrm>
          <a:prstGeom prst="rect">
            <a:avLst/>
          </a:prstGeom>
          <a:effectLst>
            <a:softEdge rad="31750"/>
          </a:effectLst>
        </p:spPr>
      </p:pic>
      <p:pic>
        <p:nvPicPr>
          <p:cNvPr id="377" name="그림 376">
            <a:extLst>
              <a:ext uri="{FF2B5EF4-FFF2-40B4-BE49-F238E27FC236}">
                <a16:creationId xmlns:a16="http://schemas.microsoft.com/office/drawing/2014/main" id="{1A8E0847-F560-23C1-79BC-822687D8B3A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04" t="5648" r="63334" b="41389"/>
          <a:stretch>
            <a:fillRect/>
          </a:stretch>
        </p:blipFill>
        <p:spPr>
          <a:xfrm>
            <a:off x="6970485" y="1275376"/>
            <a:ext cx="558167" cy="674686"/>
          </a:xfrm>
          <a:prstGeom prst="rect">
            <a:avLst/>
          </a:prstGeom>
        </p:spPr>
      </p:pic>
      <p:pic>
        <p:nvPicPr>
          <p:cNvPr id="378" name="그림 377">
            <a:extLst>
              <a:ext uri="{FF2B5EF4-FFF2-40B4-BE49-F238E27FC236}">
                <a16:creationId xmlns:a16="http://schemas.microsoft.com/office/drawing/2014/main" id="{BA3881A3-C0C6-EDA6-1B5C-F2761D00452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006" t="50964" r="49758" b="43734"/>
          <a:stretch>
            <a:fillRect/>
          </a:stretch>
        </p:blipFill>
        <p:spPr>
          <a:xfrm>
            <a:off x="8522567" y="1847794"/>
            <a:ext cx="496770" cy="160484"/>
          </a:xfrm>
          <a:prstGeom prst="rect">
            <a:avLst/>
          </a:prstGeom>
          <a:effectLst>
            <a:softEdge rad="31750"/>
          </a:effectLst>
        </p:spPr>
      </p:pic>
      <p:pic>
        <p:nvPicPr>
          <p:cNvPr id="379" name="그림 378">
            <a:extLst>
              <a:ext uri="{FF2B5EF4-FFF2-40B4-BE49-F238E27FC236}">
                <a16:creationId xmlns:a16="http://schemas.microsoft.com/office/drawing/2014/main" id="{CFA50FCA-ADFB-BFB9-F12E-702B691FC22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667" t="5648" r="38740" b="41389"/>
          <a:stretch>
            <a:fillRect/>
          </a:stretch>
        </p:blipFill>
        <p:spPr>
          <a:xfrm>
            <a:off x="8731240" y="1286075"/>
            <a:ext cx="417717" cy="674686"/>
          </a:xfrm>
          <a:prstGeom prst="rect">
            <a:avLst/>
          </a:prstGeom>
        </p:spPr>
      </p:pic>
      <p:pic>
        <p:nvPicPr>
          <p:cNvPr id="380" name="그림 379">
            <a:extLst>
              <a:ext uri="{FF2B5EF4-FFF2-40B4-BE49-F238E27FC236}">
                <a16:creationId xmlns:a16="http://schemas.microsoft.com/office/drawing/2014/main" id="{D2C80ECF-DA1A-E7E4-EF0E-9016E3948D7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076" t="51430" r="16701" b="43828"/>
          <a:stretch>
            <a:fillRect/>
          </a:stretch>
        </p:blipFill>
        <p:spPr>
          <a:xfrm>
            <a:off x="10346651" y="1875686"/>
            <a:ext cx="496076" cy="143535"/>
          </a:xfrm>
          <a:prstGeom prst="rect">
            <a:avLst/>
          </a:prstGeom>
          <a:effectLst>
            <a:softEdge rad="31750"/>
          </a:effectLst>
        </p:spPr>
      </p:pic>
      <p:pic>
        <p:nvPicPr>
          <p:cNvPr id="381" name="그림 380">
            <a:extLst>
              <a:ext uri="{FF2B5EF4-FFF2-40B4-BE49-F238E27FC236}">
                <a16:creationId xmlns:a16="http://schemas.microsoft.com/office/drawing/2014/main" id="{9DF96AE0-28F4-A58C-C251-564623A6432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551" t="5648" r="943" b="41389"/>
          <a:stretch>
            <a:fillRect/>
          </a:stretch>
        </p:blipFill>
        <p:spPr>
          <a:xfrm>
            <a:off x="10482498" y="1300657"/>
            <a:ext cx="569102" cy="674686"/>
          </a:xfrm>
          <a:prstGeom prst="rect">
            <a:avLst/>
          </a:prstGeom>
        </p:spPr>
      </p:pic>
      <p:sp>
        <p:nvSpPr>
          <p:cNvPr id="386" name="타원 385">
            <a:extLst>
              <a:ext uri="{FF2B5EF4-FFF2-40B4-BE49-F238E27FC236}">
                <a16:creationId xmlns:a16="http://schemas.microsoft.com/office/drawing/2014/main" id="{6A93F942-5605-5C72-0A5F-09F5C8D08726}"/>
              </a:ext>
            </a:extLst>
          </p:cNvPr>
          <p:cNvSpPr/>
          <p:nvPr/>
        </p:nvSpPr>
        <p:spPr>
          <a:xfrm>
            <a:off x="3604766" y="2236140"/>
            <a:ext cx="161374" cy="161372"/>
          </a:xfrm>
          <a:prstGeom prst="ellipse">
            <a:avLst/>
          </a:prstGeom>
          <a:solidFill>
            <a:srgbClr val="84719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88" name="TextBox 387">
            <a:extLst>
              <a:ext uri="{FF2B5EF4-FFF2-40B4-BE49-F238E27FC236}">
                <a16:creationId xmlns:a16="http://schemas.microsoft.com/office/drawing/2014/main" id="{D27D3BEB-83EF-6FB6-7013-83D811E1B56C}"/>
              </a:ext>
            </a:extLst>
          </p:cNvPr>
          <p:cNvSpPr txBox="1"/>
          <p:nvPr/>
        </p:nvSpPr>
        <p:spPr>
          <a:xfrm>
            <a:off x="3562663" y="2209104"/>
            <a:ext cx="24558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800" dirty="0">
                <a:solidFill>
                  <a:srgbClr val="FDFDFE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2</a:t>
            </a:r>
            <a:endParaRPr lang="ko-KR" altLang="en-US" sz="800" dirty="0">
              <a:solidFill>
                <a:srgbClr val="FDFDFE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390" name="TextBox 389">
            <a:extLst>
              <a:ext uri="{FF2B5EF4-FFF2-40B4-BE49-F238E27FC236}">
                <a16:creationId xmlns:a16="http://schemas.microsoft.com/office/drawing/2014/main" id="{F8327E7B-98F9-6D86-A9D9-9F694CB06BB1}"/>
              </a:ext>
            </a:extLst>
          </p:cNvPr>
          <p:cNvSpPr txBox="1"/>
          <p:nvPr/>
        </p:nvSpPr>
        <p:spPr>
          <a:xfrm>
            <a:off x="3766461" y="2193715"/>
            <a:ext cx="4315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참기</a:t>
            </a:r>
            <a:endParaRPr lang="ko-KR" altLang="en-US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92" name="타원 391">
            <a:extLst>
              <a:ext uri="{FF2B5EF4-FFF2-40B4-BE49-F238E27FC236}">
                <a16:creationId xmlns:a16="http://schemas.microsoft.com/office/drawing/2014/main" id="{5AFF3474-C445-07A9-4868-0C820442BF5A}"/>
              </a:ext>
            </a:extLst>
          </p:cNvPr>
          <p:cNvSpPr/>
          <p:nvPr/>
        </p:nvSpPr>
        <p:spPr>
          <a:xfrm>
            <a:off x="3604445" y="2760096"/>
            <a:ext cx="161374" cy="161372"/>
          </a:xfrm>
          <a:prstGeom prst="ellipse">
            <a:avLst/>
          </a:prstGeom>
          <a:solidFill>
            <a:srgbClr val="A07B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4" name="TextBox 393">
            <a:extLst>
              <a:ext uri="{FF2B5EF4-FFF2-40B4-BE49-F238E27FC236}">
                <a16:creationId xmlns:a16="http://schemas.microsoft.com/office/drawing/2014/main" id="{85BE04DB-E25D-E234-7AB4-6B66C7EABB69}"/>
              </a:ext>
            </a:extLst>
          </p:cNvPr>
          <p:cNvSpPr txBox="1"/>
          <p:nvPr/>
        </p:nvSpPr>
        <p:spPr>
          <a:xfrm>
            <a:off x="3562342" y="2733060"/>
            <a:ext cx="24558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800" dirty="0">
                <a:solidFill>
                  <a:srgbClr val="FDFDFE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3</a:t>
            </a:r>
            <a:endParaRPr lang="ko-KR" altLang="en-US" sz="800" dirty="0">
              <a:solidFill>
                <a:srgbClr val="FDFDFE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396" name="TextBox 395">
            <a:extLst>
              <a:ext uri="{FF2B5EF4-FFF2-40B4-BE49-F238E27FC236}">
                <a16:creationId xmlns:a16="http://schemas.microsoft.com/office/drawing/2014/main" id="{6FDBE8AA-B56E-0591-9AA4-D54F85D318E2}"/>
              </a:ext>
            </a:extLst>
          </p:cNvPr>
          <p:cNvSpPr txBox="1"/>
          <p:nvPr/>
        </p:nvSpPr>
        <p:spPr>
          <a:xfrm>
            <a:off x="3766140" y="2717671"/>
            <a:ext cx="4388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날숨</a:t>
            </a:r>
            <a:endParaRPr lang="ko-KR" altLang="en-US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98" name="TextBox 397">
            <a:extLst>
              <a:ext uri="{FF2B5EF4-FFF2-40B4-BE49-F238E27FC236}">
                <a16:creationId xmlns:a16="http://schemas.microsoft.com/office/drawing/2014/main" id="{931A3716-A935-EDA9-65B2-9DE60D7F55D7}"/>
              </a:ext>
            </a:extLst>
          </p:cNvPr>
          <p:cNvSpPr txBox="1"/>
          <p:nvPr/>
        </p:nvSpPr>
        <p:spPr>
          <a:xfrm>
            <a:off x="4194764" y="2127101"/>
            <a:ext cx="1249060" cy="5334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마우스 </a:t>
            </a:r>
            <a:r>
              <a:rPr lang="ko-KR" altLang="en-US" sz="1000" dirty="0" err="1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우클릭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유지</a:t>
            </a:r>
            <a:endParaRPr lang="en-US" altLang="ko-KR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게이지 천천히 감소</a:t>
            </a:r>
          </a:p>
        </p:txBody>
      </p:sp>
      <p:sp>
        <p:nvSpPr>
          <p:cNvPr id="400" name="TextBox 399">
            <a:extLst>
              <a:ext uri="{FF2B5EF4-FFF2-40B4-BE49-F238E27FC236}">
                <a16:creationId xmlns:a16="http://schemas.microsoft.com/office/drawing/2014/main" id="{717E3EB4-170A-B493-6FDD-3885CCB752F2}"/>
              </a:ext>
            </a:extLst>
          </p:cNvPr>
          <p:cNvSpPr txBox="1"/>
          <p:nvPr/>
        </p:nvSpPr>
        <p:spPr>
          <a:xfrm>
            <a:off x="4194764" y="2651355"/>
            <a:ext cx="1249060" cy="5334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R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키 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회 입력</a:t>
            </a:r>
            <a:endParaRPr lang="en-US" altLang="ko-KR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게이지 빠르게 감소</a:t>
            </a:r>
          </a:p>
        </p:txBody>
      </p:sp>
      <p:pic>
        <p:nvPicPr>
          <p:cNvPr id="402" name="그림 401">
            <a:extLst>
              <a:ext uri="{FF2B5EF4-FFF2-40B4-BE49-F238E27FC236}">
                <a16:creationId xmlns:a16="http://schemas.microsoft.com/office/drawing/2014/main" id="{39DD22DF-100C-D892-C3C5-FE9855B1D4D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27" t="39983" r="5217" b="34675"/>
          <a:stretch>
            <a:fillRect/>
          </a:stretch>
        </p:blipFill>
        <p:spPr>
          <a:xfrm>
            <a:off x="5377460" y="2465054"/>
            <a:ext cx="593713" cy="126288"/>
          </a:xfrm>
          <a:prstGeom prst="rect">
            <a:avLst/>
          </a:prstGeom>
        </p:spPr>
      </p:pic>
      <p:pic>
        <p:nvPicPr>
          <p:cNvPr id="404" name="그림 403">
            <a:extLst>
              <a:ext uri="{FF2B5EF4-FFF2-40B4-BE49-F238E27FC236}">
                <a16:creationId xmlns:a16="http://schemas.microsoft.com/office/drawing/2014/main" id="{0D3B3B26-7224-3F87-CAB7-F903780AAD6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27" t="67477" r="5217" b="7181"/>
          <a:stretch>
            <a:fillRect/>
          </a:stretch>
        </p:blipFill>
        <p:spPr>
          <a:xfrm>
            <a:off x="5377460" y="2993475"/>
            <a:ext cx="593713" cy="126288"/>
          </a:xfrm>
          <a:prstGeom prst="rect">
            <a:avLst/>
          </a:prstGeom>
        </p:spPr>
      </p:pic>
      <p:sp>
        <p:nvSpPr>
          <p:cNvPr id="406" name="타원 405">
            <a:extLst>
              <a:ext uri="{FF2B5EF4-FFF2-40B4-BE49-F238E27FC236}">
                <a16:creationId xmlns:a16="http://schemas.microsoft.com/office/drawing/2014/main" id="{8709DB6C-3ECA-B79E-FA61-61041238E049}"/>
              </a:ext>
            </a:extLst>
          </p:cNvPr>
          <p:cNvSpPr/>
          <p:nvPr/>
        </p:nvSpPr>
        <p:spPr>
          <a:xfrm>
            <a:off x="3604766" y="1713808"/>
            <a:ext cx="161374" cy="161372"/>
          </a:xfrm>
          <a:prstGeom prst="ellipse">
            <a:avLst/>
          </a:prstGeom>
          <a:solidFill>
            <a:srgbClr val="75817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08" name="TextBox 407">
            <a:extLst>
              <a:ext uri="{FF2B5EF4-FFF2-40B4-BE49-F238E27FC236}">
                <a16:creationId xmlns:a16="http://schemas.microsoft.com/office/drawing/2014/main" id="{083C0F7D-7183-20F9-EAD1-C3BB9970BF33}"/>
              </a:ext>
            </a:extLst>
          </p:cNvPr>
          <p:cNvSpPr txBox="1"/>
          <p:nvPr/>
        </p:nvSpPr>
        <p:spPr>
          <a:xfrm>
            <a:off x="3562663" y="1686772"/>
            <a:ext cx="24558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800" dirty="0">
                <a:solidFill>
                  <a:srgbClr val="FDFDFE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1</a:t>
            </a:r>
            <a:endParaRPr lang="ko-KR" altLang="en-US" sz="800" dirty="0">
              <a:solidFill>
                <a:srgbClr val="FDFDFE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410" name="TextBox 409">
            <a:extLst>
              <a:ext uri="{FF2B5EF4-FFF2-40B4-BE49-F238E27FC236}">
                <a16:creationId xmlns:a16="http://schemas.microsoft.com/office/drawing/2014/main" id="{D94F79D6-3611-2BB1-7A87-5D339E883124}"/>
              </a:ext>
            </a:extLst>
          </p:cNvPr>
          <p:cNvSpPr txBox="1"/>
          <p:nvPr/>
        </p:nvSpPr>
        <p:spPr>
          <a:xfrm>
            <a:off x="3766461" y="1671383"/>
            <a:ext cx="4315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들숨</a:t>
            </a:r>
            <a:endParaRPr lang="ko-KR" altLang="en-US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412" name="TextBox 411">
            <a:extLst>
              <a:ext uri="{FF2B5EF4-FFF2-40B4-BE49-F238E27FC236}">
                <a16:creationId xmlns:a16="http://schemas.microsoft.com/office/drawing/2014/main" id="{74DA6BB9-AFB1-EA71-3057-3AEADE995317}"/>
              </a:ext>
            </a:extLst>
          </p:cNvPr>
          <p:cNvSpPr txBox="1"/>
          <p:nvPr/>
        </p:nvSpPr>
        <p:spPr>
          <a:xfrm>
            <a:off x="4197989" y="1608439"/>
            <a:ext cx="1249060" cy="5334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마우스 </a:t>
            </a:r>
            <a:r>
              <a:rPr lang="ko-KR" altLang="en-US" sz="1000" dirty="0" err="1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좌클릭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유지</a:t>
            </a:r>
            <a:endParaRPr lang="en-US" altLang="ko-KR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게이지 증가</a:t>
            </a:r>
          </a:p>
        </p:txBody>
      </p:sp>
      <p:pic>
        <p:nvPicPr>
          <p:cNvPr id="414" name="그림 413">
            <a:extLst>
              <a:ext uri="{FF2B5EF4-FFF2-40B4-BE49-F238E27FC236}">
                <a16:creationId xmlns:a16="http://schemas.microsoft.com/office/drawing/2014/main" id="{90BCC3F1-C025-E16A-CF5F-F8380FC99BF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27" t="11682" r="5217" b="62976"/>
          <a:stretch>
            <a:fillRect/>
          </a:stretch>
        </p:blipFill>
        <p:spPr>
          <a:xfrm>
            <a:off x="4972237" y="1950569"/>
            <a:ext cx="593713" cy="12628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B57430A-530E-FEF4-824C-E9057A85F0EC}"/>
              </a:ext>
            </a:extLst>
          </p:cNvPr>
          <p:cNvSpPr txBox="1"/>
          <p:nvPr/>
        </p:nvSpPr>
        <p:spPr>
          <a:xfrm>
            <a:off x="11812654" y="6499017"/>
            <a:ext cx="24558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7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192731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CD422-F5B3-D867-ABFE-7948FA460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Box 24">
            <a:extLst>
              <a:ext uri="{FF2B5EF4-FFF2-40B4-BE49-F238E27FC236}">
                <a16:creationId xmlns:a16="http://schemas.microsoft.com/office/drawing/2014/main" id="{4D70BC99-5A1B-71B7-6C43-D066E964B90D}"/>
              </a:ext>
            </a:extLst>
          </p:cNvPr>
          <p:cNvSpPr txBox="1"/>
          <p:nvPr/>
        </p:nvSpPr>
        <p:spPr>
          <a:xfrm>
            <a:off x="1442096" y="2563184"/>
            <a:ext cx="124906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강제</a:t>
            </a:r>
            <a:r>
              <a:rPr lang="en-US" altLang="ko-KR" sz="2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ko-KR" altLang="en-US" sz="2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호흡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64F8428-2554-39CE-A593-B8F2E3F41ACF}"/>
              </a:ext>
            </a:extLst>
          </p:cNvPr>
          <p:cNvSpPr txBox="1"/>
          <p:nvPr/>
        </p:nvSpPr>
        <p:spPr>
          <a:xfrm>
            <a:off x="300437" y="576734"/>
            <a:ext cx="243528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2) </a:t>
            </a:r>
            <a:r>
              <a:rPr lang="ko-KR" altLang="en-US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강제 호흡</a:t>
            </a:r>
            <a:r>
              <a:rPr lang="en-US" altLang="ko-KR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·</a:t>
            </a:r>
            <a:r>
              <a:rPr lang="ko-KR" altLang="en-US" sz="2000" dirty="0" err="1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과흡입</a:t>
            </a:r>
            <a:endParaRPr lang="ko-KR" altLang="en-US" sz="2000" dirty="0"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B1C4B4F-C712-AD38-575E-40E1326ACA2A}"/>
              </a:ext>
            </a:extLst>
          </p:cNvPr>
          <p:cNvSpPr txBox="1"/>
          <p:nvPr/>
        </p:nvSpPr>
        <p:spPr>
          <a:xfrm>
            <a:off x="312341" y="260477"/>
            <a:ext cx="82586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solidFill>
                  <a:srgbClr val="A07B6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3</a:t>
            </a:r>
            <a:r>
              <a:rPr lang="en-US" altLang="ko-KR" sz="8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시스템 규칙</a:t>
            </a:r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146C40F3-FCEF-3FAB-FF2B-0326A0230013}"/>
              </a:ext>
            </a:extLst>
          </p:cNvPr>
          <p:cNvCxnSpPr>
            <a:cxnSpLocks/>
            <a:stCxn id="44" idx="3"/>
          </p:cNvCxnSpPr>
          <p:nvPr/>
        </p:nvCxnSpPr>
        <p:spPr>
          <a:xfrm flipV="1">
            <a:off x="2735719" y="738317"/>
            <a:ext cx="9039558" cy="38472"/>
          </a:xfrm>
          <a:prstGeom prst="line">
            <a:avLst/>
          </a:prstGeom>
          <a:ln w="12700">
            <a:solidFill>
              <a:srgbClr val="A07B6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ED138941-CCE3-79F7-49E2-F4289038DC49}"/>
              </a:ext>
            </a:extLst>
          </p:cNvPr>
          <p:cNvSpPr txBox="1"/>
          <p:nvPr/>
        </p:nvSpPr>
        <p:spPr>
          <a:xfrm>
            <a:off x="0" y="-540871"/>
            <a:ext cx="21368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글꼴 </a:t>
            </a:r>
            <a:r>
              <a:rPr lang="ko-KR" altLang="en-US" sz="2000" dirty="0" err="1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온고딕</a:t>
            </a:r>
            <a:r>
              <a:rPr lang="ko-KR" altLang="en-US" sz="2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en-US" altLang="ko-KR" sz="2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20pt</a:t>
            </a:r>
            <a:endParaRPr lang="ko-KR" altLang="en-US" sz="2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DEBD712-364F-3B08-8EC2-314B2427D5E3}"/>
              </a:ext>
            </a:extLst>
          </p:cNvPr>
          <p:cNvSpPr txBox="1"/>
          <p:nvPr/>
        </p:nvSpPr>
        <p:spPr>
          <a:xfrm>
            <a:off x="2136803" y="-463926"/>
            <a:ext cx="535724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5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15p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DF6B529-3415-9D1E-DA9D-6D70FC96E23C}"/>
              </a:ext>
            </a:extLst>
          </p:cNvPr>
          <p:cNvSpPr txBox="1"/>
          <p:nvPr/>
        </p:nvSpPr>
        <p:spPr>
          <a:xfrm>
            <a:off x="2672527" y="-386982"/>
            <a:ext cx="468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10pt</a:t>
            </a:r>
            <a:endParaRPr lang="ko-KR" altLang="en-US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EABAD76-BF97-418D-E74F-099E80860648}"/>
              </a:ext>
            </a:extLst>
          </p:cNvPr>
          <p:cNvSpPr txBox="1"/>
          <p:nvPr/>
        </p:nvSpPr>
        <p:spPr>
          <a:xfrm>
            <a:off x="3140925" y="-356205"/>
            <a:ext cx="34977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8pt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56" name="타원 55">
            <a:extLst>
              <a:ext uri="{FF2B5EF4-FFF2-40B4-BE49-F238E27FC236}">
                <a16:creationId xmlns:a16="http://schemas.microsoft.com/office/drawing/2014/main" id="{97BA4575-B021-408E-A9AF-CC5FD17B30C2}"/>
              </a:ext>
            </a:extLst>
          </p:cNvPr>
          <p:cNvSpPr/>
          <p:nvPr/>
        </p:nvSpPr>
        <p:spPr>
          <a:xfrm>
            <a:off x="4103543" y="-434736"/>
            <a:ext cx="293974" cy="293974"/>
          </a:xfrm>
          <a:prstGeom prst="ellipse">
            <a:avLst/>
          </a:prstGeom>
          <a:solidFill>
            <a:srgbClr val="637A96">
              <a:alpha val="10000"/>
            </a:srgbClr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94D366F-686C-1884-52C1-344053BE5556}"/>
              </a:ext>
            </a:extLst>
          </p:cNvPr>
          <p:cNvSpPr txBox="1"/>
          <p:nvPr/>
        </p:nvSpPr>
        <p:spPr>
          <a:xfrm>
            <a:off x="4399727" y="-386983"/>
            <a:ext cx="252665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투명도 </a:t>
            </a: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90%               70%               30%</a:t>
            </a:r>
            <a:endParaRPr lang="ko-KR" altLang="en-US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60" name="타원 59">
            <a:extLst>
              <a:ext uri="{FF2B5EF4-FFF2-40B4-BE49-F238E27FC236}">
                <a16:creationId xmlns:a16="http://schemas.microsoft.com/office/drawing/2014/main" id="{51E99FCF-6173-4490-6BD3-3BEE6065867F}"/>
              </a:ext>
            </a:extLst>
          </p:cNvPr>
          <p:cNvSpPr/>
          <p:nvPr/>
        </p:nvSpPr>
        <p:spPr>
          <a:xfrm>
            <a:off x="5369080" y="-434736"/>
            <a:ext cx="293974" cy="293974"/>
          </a:xfrm>
          <a:prstGeom prst="ellipse">
            <a:avLst/>
          </a:prstGeom>
          <a:solidFill>
            <a:srgbClr val="637A96">
              <a:alpha val="30000"/>
            </a:srgbClr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394EA931-42DB-ADA4-2716-BE43B51B23BC}"/>
              </a:ext>
            </a:extLst>
          </p:cNvPr>
          <p:cNvSpPr/>
          <p:nvPr/>
        </p:nvSpPr>
        <p:spPr>
          <a:xfrm>
            <a:off x="6198530" y="-434736"/>
            <a:ext cx="293974" cy="293974"/>
          </a:xfrm>
          <a:prstGeom prst="ellipse">
            <a:avLst/>
          </a:prstGeom>
          <a:solidFill>
            <a:srgbClr val="637A96">
              <a:alpha val="70000"/>
            </a:srgbClr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CCBEC7-41B9-2D1B-6770-99C4F4D789ED}"/>
              </a:ext>
            </a:extLst>
          </p:cNvPr>
          <p:cNvSpPr txBox="1"/>
          <p:nvPr/>
        </p:nvSpPr>
        <p:spPr>
          <a:xfrm>
            <a:off x="300437" y="976844"/>
            <a:ext cx="640592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호흡량의 상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하한에서 유효하지 않은 조작을 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</a:t>
            </a: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초 이상 유지하면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호흡 제어에 실패하고 거친 호흡 상태로 진입함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000" dirty="0">
              <a:solidFill>
                <a:srgbClr val="637A96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CCEDA6-2248-BE5E-45CB-9D377EA4BFE8}"/>
              </a:ext>
            </a:extLst>
          </p:cNvPr>
          <p:cNvSpPr txBox="1"/>
          <p:nvPr/>
        </p:nvSpPr>
        <p:spPr>
          <a:xfrm>
            <a:off x="440394" y="1396485"/>
            <a:ext cx="262764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호흡량 경계에 따른 실패 판정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139DA04-0E14-3C90-32AB-1F6C1B4CD09D}"/>
              </a:ext>
            </a:extLst>
          </p:cNvPr>
          <p:cNvSpPr/>
          <p:nvPr/>
        </p:nvSpPr>
        <p:spPr>
          <a:xfrm>
            <a:off x="2507461" y="1938170"/>
            <a:ext cx="7177078" cy="176238"/>
          </a:xfrm>
          <a:prstGeom prst="roundRect">
            <a:avLst>
              <a:gd name="adj" fmla="val 50000"/>
            </a:avLst>
          </a:prstGeom>
          <a:solidFill>
            <a:srgbClr val="031223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916E9066-CE00-4AD8-DB0F-47F6D4A29615}"/>
              </a:ext>
            </a:extLst>
          </p:cNvPr>
          <p:cNvSpPr/>
          <p:nvPr/>
        </p:nvSpPr>
        <p:spPr>
          <a:xfrm>
            <a:off x="2366973" y="1885802"/>
            <a:ext cx="280976" cy="280974"/>
          </a:xfrm>
          <a:prstGeom prst="ellipse">
            <a:avLst/>
          </a:prstGeom>
          <a:solidFill>
            <a:srgbClr val="AF72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2E8F25D4-6EB3-324B-F7C2-AF97EA94390E}"/>
              </a:ext>
            </a:extLst>
          </p:cNvPr>
          <p:cNvSpPr/>
          <p:nvPr/>
        </p:nvSpPr>
        <p:spPr>
          <a:xfrm>
            <a:off x="9544051" y="1885801"/>
            <a:ext cx="280976" cy="280974"/>
          </a:xfrm>
          <a:prstGeom prst="ellipse">
            <a:avLst/>
          </a:prstGeom>
          <a:solidFill>
            <a:srgbClr val="AF72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4518E3E-DE5F-D7C3-B0FA-1E2CCB49A582}"/>
              </a:ext>
            </a:extLst>
          </p:cNvPr>
          <p:cNvSpPr txBox="1"/>
          <p:nvPr/>
        </p:nvSpPr>
        <p:spPr>
          <a:xfrm>
            <a:off x="9419081" y="2166775"/>
            <a:ext cx="530915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5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100</a:t>
            </a:r>
            <a:endParaRPr lang="ko-KR" altLang="en-US" sz="1500" dirty="0">
              <a:solidFill>
                <a:srgbClr val="AF727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4F54ABF-C5DF-3E50-2C4C-44EFBAB0A734}"/>
              </a:ext>
            </a:extLst>
          </p:cNvPr>
          <p:cNvSpPr txBox="1"/>
          <p:nvPr/>
        </p:nvSpPr>
        <p:spPr>
          <a:xfrm>
            <a:off x="2357419" y="2166775"/>
            <a:ext cx="30008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5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0</a:t>
            </a:r>
            <a:endParaRPr lang="ko-KR" altLang="en-US" sz="1500" dirty="0">
              <a:solidFill>
                <a:srgbClr val="AF727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5862F1DF-434C-4316-BC55-4A0417DC3BB5}"/>
              </a:ext>
            </a:extLst>
          </p:cNvPr>
          <p:cNvCxnSpPr>
            <a:cxnSpLocks/>
          </p:cNvCxnSpPr>
          <p:nvPr/>
        </p:nvCxnSpPr>
        <p:spPr>
          <a:xfrm>
            <a:off x="1386346" y="2663176"/>
            <a:ext cx="0" cy="200127"/>
          </a:xfrm>
          <a:prstGeom prst="line">
            <a:avLst/>
          </a:prstGeom>
          <a:ln w="38100" cap="rnd">
            <a:solidFill>
              <a:srgbClr val="AF7273"/>
            </a:solidFill>
            <a:headEnd type="none"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1" name="그림 30">
            <a:extLst>
              <a:ext uri="{FF2B5EF4-FFF2-40B4-BE49-F238E27FC236}">
                <a16:creationId xmlns:a16="http://schemas.microsoft.com/office/drawing/2014/main" id="{9904BFA6-BB79-A94F-0EC7-40E80C92AB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575" r="52939"/>
          <a:stretch>
            <a:fillRect/>
          </a:stretch>
        </p:blipFill>
        <p:spPr>
          <a:xfrm>
            <a:off x="4026603" y="2563184"/>
            <a:ext cx="1137809" cy="1165645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F33E8FE5-41BA-2F5A-9505-145C8C6E07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782" r="7869"/>
          <a:stretch>
            <a:fillRect/>
          </a:stretch>
        </p:blipFill>
        <p:spPr>
          <a:xfrm>
            <a:off x="9543774" y="2473188"/>
            <a:ext cx="1006926" cy="1279486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46CC383B-67B1-6620-2A0B-384D5BF6C6B3}"/>
              </a:ext>
            </a:extLst>
          </p:cNvPr>
          <p:cNvSpPr txBox="1"/>
          <p:nvPr/>
        </p:nvSpPr>
        <p:spPr>
          <a:xfrm>
            <a:off x="6836335" y="2563184"/>
            <a:ext cx="9252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 err="1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과흡입</a:t>
            </a:r>
            <a:endParaRPr lang="ko-KR" altLang="en-US" sz="20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C169F0EC-69A0-991A-B43E-FA7D0F02E3A6}"/>
              </a:ext>
            </a:extLst>
          </p:cNvPr>
          <p:cNvCxnSpPr>
            <a:cxnSpLocks/>
          </p:cNvCxnSpPr>
          <p:nvPr/>
        </p:nvCxnSpPr>
        <p:spPr>
          <a:xfrm>
            <a:off x="6780585" y="2663176"/>
            <a:ext cx="0" cy="200127"/>
          </a:xfrm>
          <a:prstGeom prst="line">
            <a:avLst/>
          </a:prstGeom>
          <a:ln w="38100" cap="rnd">
            <a:solidFill>
              <a:srgbClr val="AF7273"/>
            </a:solidFill>
            <a:headEnd type="arrow" w="sm" len="sm"/>
            <a:tailEnd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FE4848C1-3DF9-282E-7042-29BF600350E3}"/>
              </a:ext>
            </a:extLst>
          </p:cNvPr>
          <p:cNvSpPr txBox="1"/>
          <p:nvPr/>
        </p:nvSpPr>
        <p:spPr>
          <a:xfrm>
            <a:off x="1442096" y="2978870"/>
            <a:ext cx="97654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하한</a:t>
            </a:r>
            <a:r>
              <a:rPr lang="en-US" altLang="ko-KR" sz="10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·</a:t>
            </a:r>
            <a:r>
              <a:rPr lang="ko-KR" altLang="en-US" sz="10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호흡량 </a:t>
            </a:r>
            <a:r>
              <a:rPr lang="en-US" altLang="ko-KR" sz="10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0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9943A3F-1A01-A84B-CDB0-A9B1F7838974}"/>
              </a:ext>
            </a:extLst>
          </p:cNvPr>
          <p:cNvSpPr txBox="1"/>
          <p:nvPr/>
        </p:nvSpPr>
        <p:spPr>
          <a:xfrm>
            <a:off x="6836335" y="2970519"/>
            <a:ext cx="11304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상한</a:t>
            </a:r>
            <a:r>
              <a:rPr lang="en-US" altLang="ko-KR" sz="10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·</a:t>
            </a:r>
            <a:r>
              <a:rPr lang="ko-KR" altLang="en-US" sz="10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호흡량 </a:t>
            </a:r>
            <a:r>
              <a:rPr lang="en-US" altLang="ko-KR" sz="10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100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9C1E580-5CC6-EA05-3CE5-F5001EB53FD7}"/>
              </a:ext>
            </a:extLst>
          </p:cNvPr>
          <p:cNvSpPr txBox="1"/>
          <p:nvPr/>
        </p:nvSpPr>
        <p:spPr>
          <a:xfrm>
            <a:off x="1442096" y="3225091"/>
            <a:ext cx="1943161" cy="5334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평상 호흡에서 참기 또는 날숨을</a:t>
            </a:r>
            <a:endParaRPr lang="en-US" altLang="ko-KR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새로 입력하고 </a:t>
            </a:r>
            <a:r>
              <a:rPr lang="en-US" altLang="ko-KR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1</a:t>
            </a:r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초 이상 유지</a:t>
            </a:r>
            <a:endParaRPr lang="en-US" altLang="ko-KR" sz="10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5121B0E-E894-4594-018E-9CE3EE34F824}"/>
              </a:ext>
            </a:extLst>
          </p:cNvPr>
          <p:cNvSpPr txBox="1"/>
          <p:nvPr/>
        </p:nvSpPr>
        <p:spPr>
          <a:xfrm>
            <a:off x="6780585" y="3219194"/>
            <a:ext cx="1641796" cy="5334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호흡량이 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100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일 때 들숨을</a:t>
            </a:r>
            <a:endParaRPr lang="en-US" altLang="ko-KR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1</a:t>
            </a:r>
            <a:r>
              <a:rPr lang="ko-KR" altLang="en-US" sz="10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초 이상 유지</a:t>
            </a:r>
            <a:endParaRPr lang="en-US" altLang="ko-KR" sz="10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24F6CB78-0ABD-179F-7C28-91324BA79434}"/>
              </a:ext>
            </a:extLst>
          </p:cNvPr>
          <p:cNvCxnSpPr>
            <a:cxnSpLocks/>
          </p:cNvCxnSpPr>
          <p:nvPr/>
        </p:nvCxnSpPr>
        <p:spPr>
          <a:xfrm flipV="1">
            <a:off x="416723" y="3890229"/>
            <a:ext cx="11358554" cy="46846"/>
          </a:xfrm>
          <a:prstGeom prst="line">
            <a:avLst/>
          </a:prstGeom>
          <a:ln w="12700">
            <a:solidFill>
              <a:srgbClr val="A07B6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E4DCF3CA-9786-06A6-0D1E-484E2A72782F}"/>
              </a:ext>
            </a:extLst>
          </p:cNvPr>
          <p:cNvSpPr txBox="1"/>
          <p:nvPr/>
        </p:nvSpPr>
        <p:spPr>
          <a:xfrm>
            <a:off x="440394" y="4058146"/>
            <a:ext cx="100219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637A96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입력 판정 예외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BACDD44-6C53-55CF-A97C-FB2D8B75B9BE}"/>
              </a:ext>
            </a:extLst>
          </p:cNvPr>
          <p:cNvSpPr txBox="1"/>
          <p:nvPr/>
        </p:nvSpPr>
        <p:spPr>
          <a:xfrm>
            <a:off x="1677986" y="4059468"/>
            <a:ext cx="613501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참기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날숨 중 호흡량이 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0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에 도달하면 행동 종료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 0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에 도달하기 전부터 유지한 입력은 새 입력으로 보지 않음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F73B3E7-6C81-2D9D-C1F5-7328ED588CB0}"/>
              </a:ext>
            </a:extLst>
          </p:cNvPr>
          <p:cNvSpPr txBox="1"/>
          <p:nvPr/>
        </p:nvSpPr>
        <p:spPr>
          <a:xfrm>
            <a:off x="3846287" y="475921"/>
            <a:ext cx="855617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>
                <a:solidFill>
                  <a:srgbClr val="FF0000"/>
                </a:solidFill>
              </a:rPr>
              <a:t>강제호흡과 </a:t>
            </a:r>
            <a:r>
              <a:rPr lang="ko-KR" altLang="en-US" b="1" dirty="0" err="1">
                <a:solidFill>
                  <a:srgbClr val="FF0000"/>
                </a:solidFill>
              </a:rPr>
              <a:t>과흡입</a:t>
            </a:r>
            <a:r>
              <a:rPr lang="ko-KR" altLang="en-US" b="1" dirty="0">
                <a:solidFill>
                  <a:srgbClr val="FF0000"/>
                </a:solidFill>
              </a:rPr>
              <a:t> 규칙을 수정한 내용을 </a:t>
            </a:r>
            <a:r>
              <a:rPr lang="ko-KR" altLang="en-US" b="1" dirty="0" err="1">
                <a:solidFill>
                  <a:srgbClr val="FF0000"/>
                </a:solidFill>
              </a:rPr>
              <a:t>반영해야해</a:t>
            </a:r>
            <a:endParaRPr lang="en-US" altLang="ko-KR" b="1" dirty="0">
              <a:solidFill>
                <a:srgbClr val="FF0000"/>
              </a:solidFill>
            </a:endParaRPr>
          </a:p>
          <a:p>
            <a:endParaRPr lang="en-US" altLang="ko-KR" b="1" dirty="0">
              <a:solidFill>
                <a:srgbClr val="FF0000"/>
              </a:solidFill>
            </a:endParaRPr>
          </a:p>
          <a:p>
            <a:r>
              <a:rPr lang="ko-KR" altLang="en-US" b="1" dirty="0">
                <a:solidFill>
                  <a:srgbClr val="FF0000"/>
                </a:solidFill>
              </a:rPr>
              <a:t>데이터 테이블 엑셀과 </a:t>
            </a:r>
            <a:r>
              <a:rPr lang="en-US" altLang="ko-KR" b="1" dirty="0">
                <a:solidFill>
                  <a:srgbClr val="FF0000"/>
                </a:solidFill>
              </a:rPr>
              <a:t>ppt</a:t>
            </a:r>
            <a:r>
              <a:rPr lang="ko-KR" altLang="en-US" b="1" dirty="0">
                <a:solidFill>
                  <a:srgbClr val="FF0000"/>
                </a:solidFill>
              </a:rPr>
              <a:t>를 첨부해서 수정할 내용을 찾아보자</a:t>
            </a:r>
            <a:r>
              <a:rPr lang="en-US" altLang="ko-KR" b="1" dirty="0">
                <a:solidFill>
                  <a:srgbClr val="FF0000"/>
                </a:solidFill>
              </a:rPr>
              <a:t>.</a:t>
            </a:r>
          </a:p>
          <a:p>
            <a:endParaRPr lang="en-US" altLang="ko-KR" b="1" dirty="0">
              <a:solidFill>
                <a:srgbClr val="FF0000"/>
              </a:solidFill>
            </a:endParaRPr>
          </a:p>
          <a:p>
            <a:r>
              <a:rPr lang="ko-KR" altLang="en-US" b="1" dirty="0">
                <a:solidFill>
                  <a:srgbClr val="FF0000"/>
                </a:solidFill>
              </a:rPr>
              <a:t>확인해야 할 </a:t>
            </a:r>
            <a:r>
              <a:rPr lang="en-US" altLang="ko-KR" b="1" dirty="0" err="1">
                <a:solidFill>
                  <a:srgbClr val="FF0000"/>
                </a:solidFill>
              </a:rPr>
              <a:t>gpt</a:t>
            </a:r>
            <a:r>
              <a:rPr lang="ko-KR" altLang="en-US" b="1" dirty="0">
                <a:solidFill>
                  <a:srgbClr val="FF0000"/>
                </a:solidFill>
              </a:rPr>
              <a:t>대화의 제목은 </a:t>
            </a:r>
            <a:r>
              <a:rPr lang="en-US" altLang="ko-KR" b="1" dirty="0">
                <a:solidFill>
                  <a:srgbClr val="FF0000"/>
                </a:solidFill>
              </a:rPr>
              <a:t>‘[ppt </a:t>
            </a:r>
            <a:r>
              <a:rPr lang="ko-KR" altLang="en-US" b="1" dirty="0">
                <a:solidFill>
                  <a:srgbClr val="FF0000"/>
                </a:solidFill>
              </a:rPr>
              <a:t>수정 시 참고</a:t>
            </a:r>
            <a:r>
              <a:rPr lang="en-US" altLang="ko-KR" b="1" dirty="0">
                <a:solidFill>
                  <a:srgbClr val="FF0000"/>
                </a:solidFill>
              </a:rPr>
              <a:t>] </a:t>
            </a:r>
            <a:r>
              <a:rPr lang="ko-KR" altLang="en-US" b="1" dirty="0">
                <a:solidFill>
                  <a:srgbClr val="FF0000"/>
                </a:solidFill>
              </a:rPr>
              <a:t>참기 호흡 설계 비교</a:t>
            </a:r>
            <a:r>
              <a:rPr lang="en-US" altLang="ko-KR" b="1" dirty="0">
                <a:solidFill>
                  <a:srgbClr val="FF0000"/>
                </a:solidFill>
              </a:rPr>
              <a:t>’</a:t>
            </a:r>
            <a:r>
              <a:rPr lang="ko-KR" altLang="en-US" b="1" dirty="0">
                <a:solidFill>
                  <a:srgbClr val="FF0000"/>
                </a:solidFill>
              </a:rPr>
              <a:t>야</a:t>
            </a:r>
            <a:r>
              <a:rPr lang="en-US" altLang="ko-KR" b="1" dirty="0">
                <a:solidFill>
                  <a:srgbClr val="FF0000"/>
                </a:solidFill>
              </a:rPr>
              <a:t>.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FF2785D8-415A-E441-B7C9-E4976F6E3D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0757868"/>
              </p:ext>
            </p:extLst>
          </p:nvPr>
        </p:nvGraphicFramePr>
        <p:xfrm>
          <a:off x="416723" y="5503140"/>
          <a:ext cx="11358553" cy="990900"/>
        </p:xfrm>
        <a:graphic>
          <a:graphicData uri="http://schemas.openxmlformats.org/drawingml/2006/table">
            <a:tbl>
              <a:tblPr firstRow="1" bandRow="1">
                <a:tableStyleId>{1FECB4D8-DB02-4DC6-A0A2-4F2EBAE1DC90}</a:tableStyleId>
              </a:tblPr>
              <a:tblGrid>
                <a:gridCol w="1893092">
                  <a:extLst>
                    <a:ext uri="{9D8B030D-6E8A-4147-A177-3AD203B41FA5}">
                      <a16:colId xmlns:a16="http://schemas.microsoft.com/office/drawing/2014/main" val="1370420926"/>
                    </a:ext>
                  </a:extLst>
                </a:gridCol>
                <a:gridCol w="2835926">
                  <a:extLst>
                    <a:ext uri="{9D8B030D-6E8A-4147-A177-3AD203B41FA5}">
                      <a16:colId xmlns:a16="http://schemas.microsoft.com/office/drawing/2014/main" val="686055307"/>
                    </a:ext>
                  </a:extLst>
                </a:gridCol>
                <a:gridCol w="1416424">
                  <a:extLst>
                    <a:ext uri="{9D8B030D-6E8A-4147-A177-3AD203B41FA5}">
                      <a16:colId xmlns:a16="http://schemas.microsoft.com/office/drawing/2014/main" val="1735435186"/>
                    </a:ext>
                  </a:extLst>
                </a:gridCol>
                <a:gridCol w="1416424">
                  <a:extLst>
                    <a:ext uri="{9D8B030D-6E8A-4147-A177-3AD203B41FA5}">
                      <a16:colId xmlns:a16="http://schemas.microsoft.com/office/drawing/2014/main" val="3585137349"/>
                    </a:ext>
                  </a:extLst>
                </a:gridCol>
                <a:gridCol w="1416424">
                  <a:extLst>
                    <a:ext uri="{9D8B030D-6E8A-4147-A177-3AD203B41FA5}">
                      <a16:colId xmlns:a16="http://schemas.microsoft.com/office/drawing/2014/main" val="1945752824"/>
                    </a:ext>
                  </a:extLst>
                </a:gridCol>
                <a:gridCol w="2380263">
                  <a:extLst>
                    <a:ext uri="{9D8B030D-6E8A-4147-A177-3AD203B41FA5}">
                      <a16:colId xmlns:a16="http://schemas.microsoft.com/office/drawing/2014/main" val="2080545273"/>
                    </a:ext>
                  </a:extLst>
                </a:gridCol>
              </a:tblGrid>
              <a:tr h="33030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000" b="0" dirty="0" err="1">
                          <a:solidFill>
                            <a:srgbClr val="031223"/>
                          </a:solidFill>
                          <a:latin typeface="KoddiUD 온고딕 Bold" panose="020B0803000000000000" pitchFamily="50" charset="-127"/>
                          <a:ea typeface="KoddiUD 온고딕 Bold" panose="020B0803000000000000" pitchFamily="50" charset="-127"/>
                        </a:rPr>
                        <a:t>과흡입</a:t>
                      </a:r>
                      <a:endParaRPr lang="ko-KR" altLang="en-US" sz="1000" b="0" dirty="0">
                        <a:solidFill>
                          <a:srgbClr val="031223"/>
                        </a:solidFill>
                        <a:latin typeface="KoddiUD 온고딕 Bold" panose="020B0803000000000000" pitchFamily="50" charset="-127"/>
                        <a:ea typeface="KoddiUD 온고딕 Bold" panose="020B0803000000000000" pitchFamily="50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31223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000" b="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100</a:t>
                      </a:r>
                      <a:r>
                        <a:rPr lang="ko-KR" altLang="en-US" sz="1000" b="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에서 들숨 입력 계속 유지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31223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000" b="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1</a:t>
                      </a:r>
                      <a:r>
                        <a:rPr lang="ko-KR" altLang="en-US" sz="1000" b="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31223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000" b="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2</a:t>
                      </a:r>
                      <a:r>
                        <a:rPr lang="ko-KR" altLang="en-US" sz="1000" b="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31223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000" b="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8m</a:t>
                      </a:r>
                      <a:endParaRPr lang="ko-KR" altLang="en-US" sz="1000" b="0" dirty="0">
                        <a:solidFill>
                          <a:srgbClr val="031223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31223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000" b="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호흡량 </a:t>
                      </a:r>
                      <a:r>
                        <a:rPr lang="en-US" altLang="ko-KR" sz="1000" b="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0 / </a:t>
                      </a:r>
                      <a:r>
                        <a:rPr lang="ko-KR" altLang="en-US" sz="1000" b="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평상 호흡</a:t>
                      </a:r>
                    </a:p>
                  </a:txBody>
                  <a:tcPr anchor="ctr">
                    <a:lnL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31223">
                        <a:alpha val="1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9481714"/>
                  </a:ext>
                </a:extLst>
              </a:tr>
              <a:tr h="33030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000" dirty="0">
                          <a:solidFill>
                            <a:srgbClr val="031223"/>
                          </a:solidFill>
                          <a:latin typeface="KoddiUD 온고딕 Bold" panose="020B0803000000000000" pitchFamily="50" charset="-127"/>
                          <a:ea typeface="KoddiUD 온고딕 Bold" panose="020B0803000000000000" pitchFamily="50" charset="-127"/>
                        </a:rPr>
                        <a:t>참기 강제 호흡</a:t>
                      </a:r>
                    </a:p>
                  </a:txBody>
                  <a:tcPr anchor="ctr">
                    <a:lnL w="12700" cmpd="sng"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00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평상 호흡</a:t>
                      </a:r>
                      <a:r>
                        <a:rPr lang="en-US" altLang="ko-KR" sz="100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(0)</a:t>
                      </a:r>
                      <a:r>
                        <a:rPr lang="ko-KR" altLang="en-US" sz="100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에서 참기 새 입력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00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1</a:t>
                      </a:r>
                      <a:r>
                        <a:rPr lang="ko-KR" altLang="en-US" sz="100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00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2</a:t>
                      </a:r>
                      <a:r>
                        <a:rPr lang="ko-KR" altLang="en-US" sz="100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00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8m</a:t>
                      </a:r>
                      <a:endParaRPr lang="ko-KR" altLang="en-US" sz="1000" dirty="0">
                        <a:solidFill>
                          <a:srgbClr val="031223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000" b="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호흡량 </a:t>
                      </a:r>
                      <a:r>
                        <a:rPr lang="en-US" altLang="ko-KR" sz="1000" b="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0 / </a:t>
                      </a:r>
                      <a:r>
                        <a:rPr lang="ko-KR" altLang="en-US" sz="1000" b="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평상 호흡</a:t>
                      </a:r>
                      <a:endParaRPr lang="ko-KR" altLang="en-US" sz="1000" dirty="0">
                        <a:solidFill>
                          <a:srgbClr val="031223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2682841"/>
                  </a:ext>
                </a:extLst>
              </a:tr>
              <a:tr h="33030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000" dirty="0">
                          <a:solidFill>
                            <a:srgbClr val="031223"/>
                          </a:solidFill>
                          <a:latin typeface="KoddiUD 온고딕 Bold" panose="020B0803000000000000" pitchFamily="50" charset="-127"/>
                          <a:ea typeface="KoddiUD 온고딕 Bold" panose="020B0803000000000000" pitchFamily="50" charset="-127"/>
                        </a:rPr>
                        <a:t>날숨 강제 호흡</a:t>
                      </a:r>
                    </a:p>
                  </a:txBody>
                  <a:tcPr anchor="ctr">
                    <a:lnL w="12700" cmpd="sng"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31223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00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평상 호흡</a:t>
                      </a:r>
                      <a:r>
                        <a:rPr lang="en-US" altLang="ko-KR" sz="100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(0)</a:t>
                      </a:r>
                      <a:r>
                        <a:rPr lang="ko-KR" altLang="en-US" sz="100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에서 날숨 새 입력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31223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00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1</a:t>
                      </a:r>
                      <a:r>
                        <a:rPr lang="ko-KR" altLang="en-US" sz="100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31223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00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2</a:t>
                      </a:r>
                      <a:r>
                        <a:rPr lang="ko-KR" altLang="en-US" sz="100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31223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00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8m</a:t>
                      </a:r>
                      <a:endParaRPr lang="ko-KR" altLang="en-US" sz="1000" dirty="0">
                        <a:solidFill>
                          <a:srgbClr val="031223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31223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000" b="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호흡량 </a:t>
                      </a:r>
                      <a:r>
                        <a:rPr lang="en-US" altLang="ko-KR" sz="1000" b="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0 / </a:t>
                      </a:r>
                      <a:r>
                        <a:rPr lang="ko-KR" altLang="en-US" sz="1000" b="0" dirty="0">
                          <a:solidFill>
                            <a:srgbClr val="031223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평상 호흡</a:t>
                      </a:r>
                      <a:endParaRPr lang="ko-KR" altLang="en-US" sz="1000" dirty="0">
                        <a:solidFill>
                          <a:srgbClr val="031223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 anchor="ctr">
                    <a:lnL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31223">
                        <a:alpha val="1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3730510"/>
                  </a:ext>
                </a:extLst>
              </a:tr>
            </a:tbl>
          </a:graphicData>
        </a:graphic>
      </p:graphicFrame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1F771E45-906C-A1D9-A6F4-6A04BA265DD1}"/>
              </a:ext>
            </a:extLst>
          </p:cNvPr>
          <p:cNvSpPr/>
          <p:nvPr/>
        </p:nvSpPr>
        <p:spPr>
          <a:xfrm flipV="1">
            <a:off x="416723" y="5173996"/>
            <a:ext cx="11358553" cy="327822"/>
          </a:xfrm>
          <a:prstGeom prst="roundRect">
            <a:avLst>
              <a:gd name="adj" fmla="val 12147"/>
            </a:avLst>
          </a:prstGeom>
          <a:solidFill>
            <a:srgbClr val="03122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16C99AB-874A-1FD2-A9FD-2EEFA1AC4E88}"/>
              </a:ext>
            </a:extLst>
          </p:cNvPr>
          <p:cNvSpPr txBox="1"/>
          <p:nvPr/>
        </p:nvSpPr>
        <p:spPr>
          <a:xfrm>
            <a:off x="416723" y="5214796"/>
            <a:ext cx="55496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FDFDFE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이벤트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13B11DB-9996-031D-F3FD-A740AE8571DF}"/>
              </a:ext>
            </a:extLst>
          </p:cNvPr>
          <p:cNvSpPr txBox="1"/>
          <p:nvPr/>
        </p:nvSpPr>
        <p:spPr>
          <a:xfrm>
            <a:off x="2305830" y="5214796"/>
            <a:ext cx="71686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FDFDFE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발생 조건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1621609-6428-007A-E4B2-175E11D1D506}"/>
              </a:ext>
            </a:extLst>
          </p:cNvPr>
          <p:cNvSpPr txBox="1"/>
          <p:nvPr/>
        </p:nvSpPr>
        <p:spPr>
          <a:xfrm>
            <a:off x="5148814" y="5214795"/>
            <a:ext cx="4315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>
                <a:solidFill>
                  <a:srgbClr val="FDFDFE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유예</a:t>
            </a:r>
            <a:endParaRPr lang="ko-KR" altLang="en-US" sz="1000" dirty="0">
              <a:solidFill>
                <a:srgbClr val="FDFDFE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ED2F407-10E6-8ACF-1409-F332A15306BA}"/>
              </a:ext>
            </a:extLst>
          </p:cNvPr>
          <p:cNvSpPr txBox="1"/>
          <p:nvPr/>
        </p:nvSpPr>
        <p:spPr>
          <a:xfrm>
            <a:off x="6562439" y="5214794"/>
            <a:ext cx="4315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>
                <a:solidFill>
                  <a:srgbClr val="FDFDFE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지속</a:t>
            </a:r>
            <a:endParaRPr lang="ko-KR" altLang="en-US" sz="1000" dirty="0">
              <a:solidFill>
                <a:srgbClr val="FDFDFE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A53CA48-6B70-33D4-2327-05DE95CE189E}"/>
              </a:ext>
            </a:extLst>
          </p:cNvPr>
          <p:cNvSpPr txBox="1"/>
          <p:nvPr/>
        </p:nvSpPr>
        <p:spPr>
          <a:xfrm>
            <a:off x="7978091" y="5214794"/>
            <a:ext cx="71686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FDFDFE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소리 반경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F52B18E-EC55-3ED8-92CA-9D19DBA0725D}"/>
              </a:ext>
            </a:extLst>
          </p:cNvPr>
          <p:cNvSpPr txBox="1"/>
          <p:nvPr/>
        </p:nvSpPr>
        <p:spPr>
          <a:xfrm>
            <a:off x="9395416" y="5214793"/>
            <a:ext cx="59343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FDFDFE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종료 후</a:t>
            </a: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B46014DB-6AEA-D3A4-05BD-9085B23127D6}"/>
              </a:ext>
            </a:extLst>
          </p:cNvPr>
          <p:cNvSpPr/>
          <p:nvPr/>
        </p:nvSpPr>
        <p:spPr>
          <a:xfrm flipV="1">
            <a:off x="416723" y="4401004"/>
            <a:ext cx="11358553" cy="583101"/>
          </a:xfrm>
          <a:prstGeom prst="roundRect">
            <a:avLst>
              <a:gd name="adj" fmla="val 12147"/>
            </a:avLst>
          </a:prstGeom>
          <a:solidFill>
            <a:srgbClr val="031223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53C035D-0789-8C44-46CF-B7076069418A}"/>
              </a:ext>
            </a:extLst>
          </p:cNvPr>
          <p:cNvSpPr txBox="1"/>
          <p:nvPr/>
        </p:nvSpPr>
        <p:spPr>
          <a:xfrm>
            <a:off x="676751" y="4454027"/>
            <a:ext cx="2002471" cy="47705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호흡량 상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하한에서 키 입력 유지</a:t>
            </a:r>
            <a:endParaRPr lang="en-US" altLang="ko-KR" sz="1000" dirty="0">
              <a:solidFill>
                <a:srgbClr val="637A96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r>
              <a:rPr lang="en-US" altLang="ko-KR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1</a:t>
            </a:r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초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05DEB59-99A5-858A-0BD0-D356C827772B}"/>
              </a:ext>
            </a:extLst>
          </p:cNvPr>
          <p:cNvSpPr txBox="1"/>
          <p:nvPr/>
        </p:nvSpPr>
        <p:spPr>
          <a:xfrm>
            <a:off x="4090103" y="4454027"/>
            <a:ext cx="2077813" cy="47705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강제 호흡 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/ </a:t>
            </a:r>
            <a:r>
              <a:rPr lang="ko-KR" altLang="en-US" sz="1000" dirty="0" err="1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과흡입</a:t>
            </a: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상태 지속 시간</a:t>
            </a:r>
            <a:endParaRPr lang="en-US" altLang="ko-KR" sz="1000" dirty="0">
              <a:solidFill>
                <a:srgbClr val="637A96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r>
              <a:rPr lang="en-US" altLang="ko-KR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2</a:t>
            </a:r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초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ED19EC8-62D9-DE68-D5DA-D091D8DB3CBB}"/>
              </a:ext>
            </a:extLst>
          </p:cNvPr>
          <p:cNvSpPr txBox="1"/>
          <p:nvPr/>
        </p:nvSpPr>
        <p:spPr>
          <a:xfrm>
            <a:off x="7578797" y="4451091"/>
            <a:ext cx="716863" cy="47705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소리 반경</a:t>
            </a:r>
            <a:endParaRPr lang="en-US" altLang="ko-KR" sz="1000" dirty="0">
              <a:solidFill>
                <a:srgbClr val="637A96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r>
              <a:rPr lang="en-US" altLang="ko-KR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8m</a:t>
            </a:r>
            <a:endParaRPr lang="ko-KR" altLang="en-US" sz="15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A5D2F3D-FE25-A5E7-8158-6C7D56E62F57}"/>
              </a:ext>
            </a:extLst>
          </p:cNvPr>
          <p:cNvSpPr txBox="1"/>
          <p:nvPr/>
        </p:nvSpPr>
        <p:spPr>
          <a:xfrm>
            <a:off x="9706541" y="4451091"/>
            <a:ext cx="1794081" cy="47705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종료 후</a:t>
            </a:r>
            <a:endParaRPr lang="en-US" altLang="ko-KR" sz="1000" dirty="0">
              <a:solidFill>
                <a:srgbClr val="637A96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호흡량 </a:t>
            </a:r>
            <a:r>
              <a:rPr lang="en-US" altLang="ko-KR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0·</a:t>
            </a:r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평상 호흡</a:t>
            </a:r>
          </a:p>
        </p:txBody>
      </p: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20C83436-5C87-E9E0-4E2E-81DAB66E81A8}"/>
              </a:ext>
            </a:extLst>
          </p:cNvPr>
          <p:cNvCxnSpPr>
            <a:cxnSpLocks/>
          </p:cNvCxnSpPr>
          <p:nvPr/>
        </p:nvCxnSpPr>
        <p:spPr>
          <a:xfrm>
            <a:off x="3234342" y="4711961"/>
            <a:ext cx="326058" cy="0"/>
          </a:xfrm>
          <a:prstGeom prst="straightConnector1">
            <a:avLst/>
          </a:prstGeom>
          <a:ln w="12700">
            <a:solidFill>
              <a:srgbClr val="637A96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0833B09E-00F1-0E07-EED0-56B4B40107C1}"/>
              </a:ext>
            </a:extLst>
          </p:cNvPr>
          <p:cNvCxnSpPr>
            <a:cxnSpLocks/>
          </p:cNvCxnSpPr>
          <p:nvPr/>
        </p:nvCxnSpPr>
        <p:spPr>
          <a:xfrm>
            <a:off x="6718343" y="4711961"/>
            <a:ext cx="326058" cy="0"/>
          </a:xfrm>
          <a:prstGeom prst="straightConnector1">
            <a:avLst/>
          </a:prstGeom>
          <a:ln w="12700">
            <a:solidFill>
              <a:srgbClr val="637A96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B0C231ED-17AC-ADE7-F9E8-4338CDCFA3B1}"/>
              </a:ext>
            </a:extLst>
          </p:cNvPr>
          <p:cNvCxnSpPr>
            <a:cxnSpLocks/>
          </p:cNvCxnSpPr>
          <p:nvPr/>
        </p:nvCxnSpPr>
        <p:spPr>
          <a:xfrm>
            <a:off x="8836414" y="4711961"/>
            <a:ext cx="326058" cy="0"/>
          </a:xfrm>
          <a:prstGeom prst="straightConnector1">
            <a:avLst/>
          </a:prstGeom>
          <a:ln w="12700">
            <a:solidFill>
              <a:srgbClr val="637A96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B962EE41-0A55-4BA9-FC5F-CD589B44862A}"/>
              </a:ext>
            </a:extLst>
          </p:cNvPr>
          <p:cNvSpPr txBox="1"/>
          <p:nvPr/>
        </p:nvSpPr>
        <p:spPr>
          <a:xfrm>
            <a:off x="11812654" y="6499017"/>
            <a:ext cx="24558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8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463185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972A93-50A7-C9B5-EA31-A027A4105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그림 52">
            <a:extLst>
              <a:ext uri="{FF2B5EF4-FFF2-40B4-BE49-F238E27FC236}">
                <a16:creationId xmlns:a16="http://schemas.microsoft.com/office/drawing/2014/main" id="{D0CCDDBD-43FE-5AD1-944F-1835E4CF63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090" t="64812" r="29926" b="1228"/>
          <a:stretch>
            <a:fillRect/>
          </a:stretch>
        </p:blipFill>
        <p:spPr>
          <a:xfrm>
            <a:off x="3985127" y="4731892"/>
            <a:ext cx="3939370" cy="1794010"/>
          </a:xfrm>
          <a:prstGeom prst="ellipse">
            <a:avLst/>
          </a:prstGeom>
          <a:ln>
            <a:noFill/>
          </a:ln>
          <a:effectLst>
            <a:softEdge rad="31750"/>
          </a:effectLst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BB6FBDA4-84AF-7A8E-1B1C-17415A9BB8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09" t="35798" r="60875" b="22282"/>
          <a:stretch>
            <a:fillRect/>
          </a:stretch>
        </p:blipFill>
        <p:spPr>
          <a:xfrm>
            <a:off x="1479313" y="3041979"/>
            <a:ext cx="3313632" cy="2214566"/>
          </a:xfrm>
          <a:prstGeom prst="ellipse">
            <a:avLst/>
          </a:prstGeom>
          <a:ln>
            <a:noFill/>
          </a:ln>
          <a:effectLst>
            <a:softEdge rad="31750"/>
          </a:effectLst>
        </p:spPr>
      </p:pic>
      <p:pic>
        <p:nvPicPr>
          <p:cNvPr id="57" name="그림 56">
            <a:extLst>
              <a:ext uri="{FF2B5EF4-FFF2-40B4-BE49-F238E27FC236}">
                <a16:creationId xmlns:a16="http://schemas.microsoft.com/office/drawing/2014/main" id="{78B37CA1-B246-9173-CBFE-D01DF5F8FA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073" t="37411" r="5062" b="22282"/>
          <a:stretch>
            <a:fillRect/>
          </a:stretch>
        </p:blipFill>
        <p:spPr>
          <a:xfrm>
            <a:off x="7278165" y="3084567"/>
            <a:ext cx="3271276" cy="2129390"/>
          </a:xfrm>
          <a:prstGeom prst="ellipse">
            <a:avLst/>
          </a:prstGeom>
          <a:ln>
            <a:noFill/>
          </a:ln>
          <a:effectLst>
            <a:softEdge rad="31750"/>
          </a:effectLst>
        </p:spPr>
      </p:pic>
      <p:pic>
        <p:nvPicPr>
          <p:cNvPr id="59" name="그림 58">
            <a:extLst>
              <a:ext uri="{FF2B5EF4-FFF2-40B4-BE49-F238E27FC236}">
                <a16:creationId xmlns:a16="http://schemas.microsoft.com/office/drawing/2014/main" id="{92CC064D-A94E-4F5C-3367-F7D7D0A201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25" t="1107" r="48081" b="61508"/>
          <a:stretch>
            <a:fillRect/>
          </a:stretch>
        </p:blipFill>
        <p:spPr>
          <a:xfrm>
            <a:off x="2375763" y="1154185"/>
            <a:ext cx="3790082" cy="1975008"/>
          </a:xfrm>
          <a:prstGeom prst="ellipse">
            <a:avLst/>
          </a:prstGeom>
          <a:ln>
            <a:noFill/>
          </a:ln>
          <a:effectLst>
            <a:softEdge rad="31750"/>
          </a:effectLst>
        </p:spPr>
      </p:pic>
      <p:pic>
        <p:nvPicPr>
          <p:cNvPr id="61" name="그림 60">
            <a:extLst>
              <a:ext uri="{FF2B5EF4-FFF2-40B4-BE49-F238E27FC236}">
                <a16:creationId xmlns:a16="http://schemas.microsoft.com/office/drawing/2014/main" id="{F9C533F6-246F-DD80-4362-C7D55593BE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500" t="-1815" r="10267" b="61507"/>
          <a:stretch>
            <a:fillRect/>
          </a:stretch>
        </p:blipFill>
        <p:spPr>
          <a:xfrm>
            <a:off x="6147943" y="1023501"/>
            <a:ext cx="3681184" cy="2129390"/>
          </a:xfrm>
          <a:prstGeom prst="ellipse">
            <a:avLst/>
          </a:prstGeom>
          <a:ln>
            <a:noFill/>
          </a:ln>
          <a:effectLst>
            <a:softEdge rad="31750"/>
          </a:effectLst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4FFE0C4A-B6AE-196C-1A7F-F2D409C14907}"/>
              </a:ext>
            </a:extLst>
          </p:cNvPr>
          <p:cNvSpPr txBox="1"/>
          <p:nvPr/>
        </p:nvSpPr>
        <p:spPr>
          <a:xfrm>
            <a:off x="300437" y="576734"/>
            <a:ext cx="18229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3) </a:t>
            </a:r>
            <a:r>
              <a:rPr lang="ko-KR" altLang="en-US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공기별 환경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78B86EA-C403-8891-A531-F97121654D6B}"/>
              </a:ext>
            </a:extLst>
          </p:cNvPr>
          <p:cNvSpPr txBox="1"/>
          <p:nvPr/>
        </p:nvSpPr>
        <p:spPr>
          <a:xfrm>
            <a:off x="312341" y="260477"/>
            <a:ext cx="82586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solidFill>
                  <a:srgbClr val="A07B60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3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 </a:t>
            </a: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시스템 규칙</a:t>
            </a:r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C1566634-B2F9-0728-8DCA-00AC418E227F}"/>
              </a:ext>
            </a:extLst>
          </p:cNvPr>
          <p:cNvCxnSpPr>
            <a:cxnSpLocks/>
            <a:stCxn id="44" idx="3"/>
          </p:cNvCxnSpPr>
          <p:nvPr/>
        </p:nvCxnSpPr>
        <p:spPr>
          <a:xfrm flipV="1">
            <a:off x="2123372" y="738317"/>
            <a:ext cx="9651905" cy="38472"/>
          </a:xfrm>
          <a:prstGeom prst="line">
            <a:avLst/>
          </a:prstGeom>
          <a:ln w="12700">
            <a:solidFill>
              <a:srgbClr val="A07B6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AD730C56-94DB-CD6B-938A-93E7D2930D10}"/>
              </a:ext>
            </a:extLst>
          </p:cNvPr>
          <p:cNvSpPr txBox="1"/>
          <p:nvPr/>
        </p:nvSpPr>
        <p:spPr>
          <a:xfrm>
            <a:off x="0" y="-540871"/>
            <a:ext cx="21368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글꼴 </a:t>
            </a:r>
            <a:r>
              <a:rPr lang="ko-KR" altLang="en-US" sz="2000" dirty="0" err="1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온고딕</a:t>
            </a:r>
            <a:r>
              <a:rPr lang="ko-KR" altLang="en-US" sz="2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en-US" altLang="ko-KR" sz="2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20pt</a:t>
            </a:r>
            <a:endParaRPr lang="ko-KR" altLang="en-US" sz="2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CA8457C-45D7-2649-FFD8-E99A31DD6B82}"/>
              </a:ext>
            </a:extLst>
          </p:cNvPr>
          <p:cNvSpPr txBox="1"/>
          <p:nvPr/>
        </p:nvSpPr>
        <p:spPr>
          <a:xfrm>
            <a:off x="2136803" y="-463926"/>
            <a:ext cx="535724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5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15p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0C6613D-27AA-28EE-A0BC-00A4014CDE10}"/>
              </a:ext>
            </a:extLst>
          </p:cNvPr>
          <p:cNvSpPr txBox="1"/>
          <p:nvPr/>
        </p:nvSpPr>
        <p:spPr>
          <a:xfrm>
            <a:off x="2672527" y="-386982"/>
            <a:ext cx="468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10pt</a:t>
            </a:r>
            <a:endParaRPr lang="ko-KR" altLang="en-US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811905F-F451-CDF1-335E-D770F44911FC}"/>
              </a:ext>
            </a:extLst>
          </p:cNvPr>
          <p:cNvSpPr txBox="1"/>
          <p:nvPr/>
        </p:nvSpPr>
        <p:spPr>
          <a:xfrm>
            <a:off x="3140925" y="-356205"/>
            <a:ext cx="34977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8pt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56" name="타원 55">
            <a:extLst>
              <a:ext uri="{FF2B5EF4-FFF2-40B4-BE49-F238E27FC236}">
                <a16:creationId xmlns:a16="http://schemas.microsoft.com/office/drawing/2014/main" id="{ACA4BC7F-E9FE-AE85-54BD-E12FD7F113E6}"/>
              </a:ext>
            </a:extLst>
          </p:cNvPr>
          <p:cNvSpPr/>
          <p:nvPr/>
        </p:nvSpPr>
        <p:spPr>
          <a:xfrm>
            <a:off x="4103543" y="-434736"/>
            <a:ext cx="293974" cy="293974"/>
          </a:xfrm>
          <a:prstGeom prst="ellipse">
            <a:avLst/>
          </a:prstGeom>
          <a:solidFill>
            <a:srgbClr val="637A96">
              <a:alpha val="10000"/>
            </a:srgbClr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1FE664B-A930-7D7E-3D74-16A660E1C28D}"/>
              </a:ext>
            </a:extLst>
          </p:cNvPr>
          <p:cNvSpPr txBox="1"/>
          <p:nvPr/>
        </p:nvSpPr>
        <p:spPr>
          <a:xfrm>
            <a:off x="4399727" y="-386983"/>
            <a:ext cx="252665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투명도 </a:t>
            </a: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90%               70%               30%</a:t>
            </a:r>
            <a:endParaRPr lang="ko-KR" altLang="en-US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60" name="타원 59">
            <a:extLst>
              <a:ext uri="{FF2B5EF4-FFF2-40B4-BE49-F238E27FC236}">
                <a16:creationId xmlns:a16="http://schemas.microsoft.com/office/drawing/2014/main" id="{082DE0ED-9D96-2B81-715D-566A67913726}"/>
              </a:ext>
            </a:extLst>
          </p:cNvPr>
          <p:cNvSpPr/>
          <p:nvPr/>
        </p:nvSpPr>
        <p:spPr>
          <a:xfrm>
            <a:off x="5369080" y="-434736"/>
            <a:ext cx="293974" cy="293974"/>
          </a:xfrm>
          <a:prstGeom prst="ellipse">
            <a:avLst/>
          </a:prstGeom>
          <a:solidFill>
            <a:srgbClr val="637A96">
              <a:alpha val="30000"/>
            </a:srgbClr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E244D753-5CED-950D-5132-8021FF18C83F}"/>
              </a:ext>
            </a:extLst>
          </p:cNvPr>
          <p:cNvSpPr/>
          <p:nvPr/>
        </p:nvSpPr>
        <p:spPr>
          <a:xfrm>
            <a:off x="6198530" y="-434736"/>
            <a:ext cx="293974" cy="293974"/>
          </a:xfrm>
          <a:prstGeom prst="ellipse">
            <a:avLst/>
          </a:prstGeom>
          <a:solidFill>
            <a:srgbClr val="637A96">
              <a:alpha val="70000"/>
            </a:srgbClr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704A64ED-684C-ED12-4455-7F57732D8300}"/>
              </a:ext>
            </a:extLst>
          </p:cNvPr>
          <p:cNvSpPr/>
          <p:nvPr/>
        </p:nvSpPr>
        <p:spPr>
          <a:xfrm>
            <a:off x="-653586" y="344583"/>
            <a:ext cx="478118" cy="478118"/>
          </a:xfrm>
          <a:prstGeom prst="ellipse">
            <a:avLst/>
          </a:prstGeom>
          <a:solidFill>
            <a:srgbClr val="AF7273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AF727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B3EFDA05-2B56-F6C8-D34B-7F2E74C19D6F}"/>
              </a:ext>
            </a:extLst>
          </p:cNvPr>
          <p:cNvSpPr/>
          <p:nvPr/>
        </p:nvSpPr>
        <p:spPr>
          <a:xfrm>
            <a:off x="-653586" y="2297913"/>
            <a:ext cx="478118" cy="478118"/>
          </a:xfrm>
          <a:prstGeom prst="ellipse">
            <a:avLst/>
          </a:prstGeom>
          <a:solidFill>
            <a:srgbClr val="637A96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68" name="타원 67">
            <a:extLst>
              <a:ext uri="{FF2B5EF4-FFF2-40B4-BE49-F238E27FC236}">
                <a16:creationId xmlns:a16="http://schemas.microsoft.com/office/drawing/2014/main" id="{C8F12D73-B565-B3D6-3661-A909CF1C5C24}"/>
              </a:ext>
            </a:extLst>
          </p:cNvPr>
          <p:cNvSpPr/>
          <p:nvPr/>
        </p:nvSpPr>
        <p:spPr>
          <a:xfrm>
            <a:off x="-653586" y="998939"/>
            <a:ext cx="478118" cy="478118"/>
          </a:xfrm>
          <a:prstGeom prst="ellipse">
            <a:avLst/>
          </a:prstGeom>
          <a:solidFill>
            <a:srgbClr val="A07B60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A07B60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70" name="타원 69">
            <a:extLst>
              <a:ext uri="{FF2B5EF4-FFF2-40B4-BE49-F238E27FC236}">
                <a16:creationId xmlns:a16="http://schemas.microsoft.com/office/drawing/2014/main" id="{90428247-1E5E-AFB7-A1B1-480B4CF39E11}"/>
              </a:ext>
            </a:extLst>
          </p:cNvPr>
          <p:cNvSpPr/>
          <p:nvPr/>
        </p:nvSpPr>
        <p:spPr>
          <a:xfrm>
            <a:off x="-653586" y="2942531"/>
            <a:ext cx="478118" cy="478118"/>
          </a:xfrm>
          <a:prstGeom prst="ellipse">
            <a:avLst/>
          </a:prstGeom>
          <a:solidFill>
            <a:srgbClr val="847190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72" name="타원 71">
            <a:extLst>
              <a:ext uri="{FF2B5EF4-FFF2-40B4-BE49-F238E27FC236}">
                <a16:creationId xmlns:a16="http://schemas.microsoft.com/office/drawing/2014/main" id="{AA618DF3-56CA-34DC-8F98-00D67D5E547C}"/>
              </a:ext>
            </a:extLst>
          </p:cNvPr>
          <p:cNvSpPr/>
          <p:nvPr/>
        </p:nvSpPr>
        <p:spPr>
          <a:xfrm>
            <a:off x="-653586" y="1643557"/>
            <a:ext cx="478118" cy="478118"/>
          </a:xfrm>
          <a:prstGeom prst="ellipse">
            <a:avLst/>
          </a:prstGeom>
          <a:solidFill>
            <a:srgbClr val="758171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74" name="타원 73">
            <a:extLst>
              <a:ext uri="{FF2B5EF4-FFF2-40B4-BE49-F238E27FC236}">
                <a16:creationId xmlns:a16="http://schemas.microsoft.com/office/drawing/2014/main" id="{FE8A7D9F-B66C-E560-6AD1-583E661BED59}"/>
              </a:ext>
            </a:extLst>
          </p:cNvPr>
          <p:cNvSpPr/>
          <p:nvPr/>
        </p:nvSpPr>
        <p:spPr>
          <a:xfrm>
            <a:off x="-653586" y="3592018"/>
            <a:ext cx="478118" cy="478118"/>
          </a:xfrm>
          <a:prstGeom prst="ellipse">
            <a:avLst/>
          </a:prstGeom>
          <a:solidFill>
            <a:srgbClr val="FDFDFE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6CC1B5A4-2EFA-3AE2-B31C-23102790039A}"/>
              </a:ext>
            </a:extLst>
          </p:cNvPr>
          <p:cNvSpPr/>
          <p:nvPr/>
        </p:nvSpPr>
        <p:spPr>
          <a:xfrm>
            <a:off x="-653586" y="4241505"/>
            <a:ext cx="478118" cy="478118"/>
          </a:xfrm>
          <a:prstGeom prst="ellipse">
            <a:avLst/>
          </a:prstGeom>
          <a:solidFill>
            <a:srgbClr val="031223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66A49B-F892-2AE3-8770-1C19A99C1AC5}"/>
              </a:ext>
            </a:extLst>
          </p:cNvPr>
          <p:cNvSpPr txBox="1"/>
          <p:nvPr/>
        </p:nvSpPr>
        <p:spPr>
          <a:xfrm>
            <a:off x="300437" y="976844"/>
            <a:ext cx="29530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공기가 바뀌면 같은 호흡 행동도 다른 결과를 만듦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000" dirty="0">
              <a:solidFill>
                <a:srgbClr val="637A96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FB64CC5-1D67-15D3-A2B9-2AF1DC274C94}"/>
              </a:ext>
            </a:extLst>
          </p:cNvPr>
          <p:cNvSpPr txBox="1"/>
          <p:nvPr/>
        </p:nvSpPr>
        <p:spPr>
          <a:xfrm>
            <a:off x="1089415" y="1630446"/>
            <a:ext cx="1308371" cy="67608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먼지</a:t>
            </a:r>
            <a:endParaRPr lang="en-US" altLang="ko-KR" sz="1000" dirty="0"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들숨 시 자극도 누적 증가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기침 위험 증가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53D2B1-1103-34F9-C7AD-78A422CF9817}"/>
              </a:ext>
            </a:extLst>
          </p:cNvPr>
          <p:cNvSpPr txBox="1"/>
          <p:nvPr/>
        </p:nvSpPr>
        <p:spPr>
          <a:xfrm>
            <a:off x="1075309" y="4787987"/>
            <a:ext cx="1308371" cy="67608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연기</a:t>
            </a:r>
            <a:endParaRPr lang="en-US" altLang="ko-KR" sz="800" dirty="0"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들숨 시 자극도 누적 증가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기침 위험 증가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3C8CF91-D357-3A29-1759-A6F68DA72F43}"/>
              </a:ext>
            </a:extLst>
          </p:cNvPr>
          <p:cNvSpPr txBox="1"/>
          <p:nvPr/>
        </p:nvSpPr>
        <p:spPr>
          <a:xfrm>
            <a:off x="9829127" y="4735357"/>
            <a:ext cx="1284326" cy="67608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독가스</a:t>
            </a:r>
            <a:endParaRPr lang="en-US" altLang="ko-KR" sz="800" dirty="0"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들숨 시 오염도 누적 증가</a:t>
            </a:r>
            <a:endParaRPr lang="en-US" altLang="ko-KR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흡입 주의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2000A8E-6F45-678C-EC49-62E01F5E420C}"/>
              </a:ext>
            </a:extLst>
          </p:cNvPr>
          <p:cNvSpPr/>
          <p:nvPr/>
        </p:nvSpPr>
        <p:spPr>
          <a:xfrm>
            <a:off x="5262453" y="4583586"/>
            <a:ext cx="167084" cy="33855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DA9EAA2F-3E6F-1A66-ECFB-E8F06D0B7E90}"/>
              </a:ext>
            </a:extLst>
          </p:cNvPr>
          <p:cNvSpPr/>
          <p:nvPr/>
        </p:nvSpPr>
        <p:spPr>
          <a:xfrm>
            <a:off x="6616509" y="4592322"/>
            <a:ext cx="190977" cy="3407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1D89F98C-E42B-743F-2A27-A5D97FE2E6CF}"/>
              </a:ext>
            </a:extLst>
          </p:cNvPr>
          <p:cNvSpPr/>
          <p:nvPr/>
        </p:nvSpPr>
        <p:spPr>
          <a:xfrm>
            <a:off x="1470616" y="1730732"/>
            <a:ext cx="762560" cy="149082"/>
          </a:xfrm>
          <a:prstGeom prst="roundRect">
            <a:avLst>
              <a:gd name="adj" fmla="val 50000"/>
            </a:avLst>
          </a:prstGeom>
          <a:solidFill>
            <a:srgbClr val="A07B60">
              <a:alpha val="3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rgbClr val="A07B6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자극도 상승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617CEA6-9DF6-C741-A3D9-8A826F205F6E}"/>
              </a:ext>
            </a:extLst>
          </p:cNvPr>
          <p:cNvSpPr txBox="1"/>
          <p:nvPr/>
        </p:nvSpPr>
        <p:spPr>
          <a:xfrm>
            <a:off x="9790827" y="1630446"/>
            <a:ext cx="1308371" cy="67608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꽃가루</a:t>
            </a:r>
            <a:endParaRPr lang="en-US" altLang="ko-KR" sz="1000" dirty="0"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들숨 시 자극도 누적 증가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기침 위험 증가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EBF0E27C-702B-A004-F0BF-AE6FF496EEB3}"/>
              </a:ext>
            </a:extLst>
          </p:cNvPr>
          <p:cNvSpPr/>
          <p:nvPr/>
        </p:nvSpPr>
        <p:spPr>
          <a:xfrm>
            <a:off x="10291554" y="1730732"/>
            <a:ext cx="762560" cy="149082"/>
          </a:xfrm>
          <a:prstGeom prst="roundRect">
            <a:avLst>
              <a:gd name="adj" fmla="val 50000"/>
            </a:avLst>
          </a:prstGeom>
          <a:solidFill>
            <a:srgbClr val="A07B60">
              <a:alpha val="3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rgbClr val="A07B6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자극도 상승</a:t>
            </a:r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1B064052-57FF-6BE3-49FB-D15AB6CFDB5C}"/>
              </a:ext>
            </a:extLst>
          </p:cNvPr>
          <p:cNvSpPr/>
          <p:nvPr/>
        </p:nvSpPr>
        <p:spPr>
          <a:xfrm>
            <a:off x="10336638" y="4834582"/>
            <a:ext cx="762560" cy="149082"/>
          </a:xfrm>
          <a:prstGeom prst="roundRect">
            <a:avLst>
              <a:gd name="adj" fmla="val 50000"/>
            </a:avLst>
          </a:prstGeom>
          <a:solidFill>
            <a:srgbClr val="AF7273">
              <a:alpha val="3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오염도 상승</a:t>
            </a:r>
          </a:p>
        </p:txBody>
      </p:sp>
      <p:sp>
        <p:nvSpPr>
          <p:cNvPr id="80" name="사각형: 둥근 모서리 79">
            <a:extLst>
              <a:ext uri="{FF2B5EF4-FFF2-40B4-BE49-F238E27FC236}">
                <a16:creationId xmlns:a16="http://schemas.microsoft.com/office/drawing/2014/main" id="{736F3A36-0B09-77ED-F8A2-732A55081857}"/>
              </a:ext>
            </a:extLst>
          </p:cNvPr>
          <p:cNvSpPr/>
          <p:nvPr/>
        </p:nvSpPr>
        <p:spPr>
          <a:xfrm>
            <a:off x="1460305" y="4887212"/>
            <a:ext cx="762560" cy="149082"/>
          </a:xfrm>
          <a:prstGeom prst="roundRect">
            <a:avLst>
              <a:gd name="adj" fmla="val 50000"/>
            </a:avLst>
          </a:prstGeom>
          <a:solidFill>
            <a:srgbClr val="A07B60">
              <a:alpha val="3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rgbClr val="A07B6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자극도 상승</a:t>
            </a:r>
          </a:p>
        </p:txBody>
      </p:sp>
      <p:cxnSp>
        <p:nvCxnSpPr>
          <p:cNvPr id="82" name="직선 연결선 81">
            <a:extLst>
              <a:ext uri="{FF2B5EF4-FFF2-40B4-BE49-F238E27FC236}">
                <a16:creationId xmlns:a16="http://schemas.microsoft.com/office/drawing/2014/main" id="{B7A9D5B9-D839-8A7B-9F8F-D17566D148DD}"/>
              </a:ext>
            </a:extLst>
          </p:cNvPr>
          <p:cNvCxnSpPr>
            <a:cxnSpLocks/>
          </p:cNvCxnSpPr>
          <p:nvPr/>
        </p:nvCxnSpPr>
        <p:spPr>
          <a:xfrm flipH="1">
            <a:off x="2434475" y="4831791"/>
            <a:ext cx="122639" cy="129962"/>
          </a:xfrm>
          <a:prstGeom prst="line">
            <a:avLst/>
          </a:prstGeom>
          <a:ln w="12700" cap="rnd">
            <a:solidFill>
              <a:srgbClr val="A07B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연결선 83">
            <a:extLst>
              <a:ext uri="{FF2B5EF4-FFF2-40B4-BE49-F238E27FC236}">
                <a16:creationId xmlns:a16="http://schemas.microsoft.com/office/drawing/2014/main" id="{F61FF51A-FDB9-D3B4-5CF2-0ADB7C65148A}"/>
              </a:ext>
            </a:extLst>
          </p:cNvPr>
          <p:cNvCxnSpPr>
            <a:cxnSpLocks/>
            <a:stCxn id="80" idx="3"/>
          </p:cNvCxnSpPr>
          <p:nvPr/>
        </p:nvCxnSpPr>
        <p:spPr>
          <a:xfrm>
            <a:off x="2222865" y="4961753"/>
            <a:ext cx="227996" cy="0"/>
          </a:xfrm>
          <a:prstGeom prst="line">
            <a:avLst/>
          </a:prstGeom>
          <a:ln w="12700" cap="rnd">
            <a:solidFill>
              <a:srgbClr val="A07B60"/>
            </a:solidFill>
            <a:head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D2AFEAD3-BF53-DC61-76DF-576755C1079D}"/>
              </a:ext>
            </a:extLst>
          </p:cNvPr>
          <p:cNvCxnSpPr>
            <a:cxnSpLocks/>
          </p:cNvCxnSpPr>
          <p:nvPr/>
        </p:nvCxnSpPr>
        <p:spPr>
          <a:xfrm>
            <a:off x="1732555" y="5491680"/>
            <a:ext cx="0" cy="174943"/>
          </a:xfrm>
          <a:prstGeom prst="straightConnector1">
            <a:avLst/>
          </a:prstGeom>
          <a:ln w="12700">
            <a:solidFill>
              <a:srgbClr val="AF7273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9152AECD-EF7D-98AF-A87D-9D11AF9080F0}"/>
              </a:ext>
            </a:extLst>
          </p:cNvPr>
          <p:cNvSpPr txBox="1"/>
          <p:nvPr/>
        </p:nvSpPr>
        <p:spPr>
          <a:xfrm>
            <a:off x="1083391" y="5663267"/>
            <a:ext cx="2092239" cy="4914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유해 연기</a:t>
            </a:r>
            <a:endParaRPr lang="en-US" altLang="ko-KR" sz="800" dirty="0"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불 인형 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3</a:t>
            </a: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단계 진입 시 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‘</a:t>
            </a: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오염 환경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’</a:t>
            </a: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으로 전환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93" name="사각형: 둥근 모서리 92">
            <a:extLst>
              <a:ext uri="{FF2B5EF4-FFF2-40B4-BE49-F238E27FC236}">
                <a16:creationId xmlns:a16="http://schemas.microsoft.com/office/drawing/2014/main" id="{D621EA26-A9CB-6C8B-32D2-382D1A339918}"/>
              </a:ext>
            </a:extLst>
          </p:cNvPr>
          <p:cNvSpPr/>
          <p:nvPr/>
        </p:nvSpPr>
        <p:spPr>
          <a:xfrm>
            <a:off x="1743270" y="5762492"/>
            <a:ext cx="762560" cy="149082"/>
          </a:xfrm>
          <a:prstGeom prst="roundRect">
            <a:avLst>
              <a:gd name="adj" fmla="val 50000"/>
            </a:avLst>
          </a:prstGeom>
          <a:solidFill>
            <a:srgbClr val="AF7273">
              <a:alpha val="3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rgbClr val="AF727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오염도 상승</a:t>
            </a:r>
          </a:p>
        </p:txBody>
      </p:sp>
      <p:cxnSp>
        <p:nvCxnSpPr>
          <p:cNvPr id="95" name="직선 연결선 94">
            <a:extLst>
              <a:ext uri="{FF2B5EF4-FFF2-40B4-BE49-F238E27FC236}">
                <a16:creationId xmlns:a16="http://schemas.microsoft.com/office/drawing/2014/main" id="{4906EA70-3C81-4269-ED35-D1C813A61B45}"/>
              </a:ext>
            </a:extLst>
          </p:cNvPr>
          <p:cNvCxnSpPr>
            <a:cxnSpLocks/>
          </p:cNvCxnSpPr>
          <p:nvPr/>
        </p:nvCxnSpPr>
        <p:spPr>
          <a:xfrm flipH="1" flipV="1">
            <a:off x="2816512" y="1805273"/>
            <a:ext cx="162857" cy="167699"/>
          </a:xfrm>
          <a:prstGeom prst="line">
            <a:avLst/>
          </a:prstGeom>
          <a:ln w="12700" cap="rnd">
            <a:solidFill>
              <a:srgbClr val="A07B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연결선 95">
            <a:extLst>
              <a:ext uri="{FF2B5EF4-FFF2-40B4-BE49-F238E27FC236}">
                <a16:creationId xmlns:a16="http://schemas.microsoft.com/office/drawing/2014/main" id="{EB101C80-3A1B-E370-85E5-143A459E7D30}"/>
              </a:ext>
            </a:extLst>
          </p:cNvPr>
          <p:cNvCxnSpPr>
            <a:cxnSpLocks/>
            <a:stCxn id="22" idx="3"/>
          </p:cNvCxnSpPr>
          <p:nvPr/>
        </p:nvCxnSpPr>
        <p:spPr>
          <a:xfrm>
            <a:off x="2233176" y="1805273"/>
            <a:ext cx="583336" cy="0"/>
          </a:xfrm>
          <a:prstGeom prst="line">
            <a:avLst/>
          </a:prstGeom>
          <a:ln w="12700" cap="rnd">
            <a:solidFill>
              <a:srgbClr val="A07B60"/>
            </a:solidFill>
            <a:head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직선 연결선 101">
            <a:extLst>
              <a:ext uri="{FF2B5EF4-FFF2-40B4-BE49-F238E27FC236}">
                <a16:creationId xmlns:a16="http://schemas.microsoft.com/office/drawing/2014/main" id="{02838520-DD1B-9349-4C8E-28CDF7790069}"/>
              </a:ext>
            </a:extLst>
          </p:cNvPr>
          <p:cNvCxnSpPr>
            <a:cxnSpLocks/>
          </p:cNvCxnSpPr>
          <p:nvPr/>
        </p:nvCxnSpPr>
        <p:spPr>
          <a:xfrm flipV="1">
            <a:off x="9057768" y="1819047"/>
            <a:ext cx="158143" cy="163782"/>
          </a:xfrm>
          <a:prstGeom prst="line">
            <a:avLst/>
          </a:prstGeom>
          <a:ln w="12700" cap="rnd">
            <a:solidFill>
              <a:srgbClr val="A07B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연결선 102">
            <a:extLst>
              <a:ext uri="{FF2B5EF4-FFF2-40B4-BE49-F238E27FC236}">
                <a16:creationId xmlns:a16="http://schemas.microsoft.com/office/drawing/2014/main" id="{F0213AFE-C515-696A-A8D0-254B82D0B2D8}"/>
              </a:ext>
            </a:extLst>
          </p:cNvPr>
          <p:cNvCxnSpPr>
            <a:cxnSpLocks/>
          </p:cNvCxnSpPr>
          <p:nvPr/>
        </p:nvCxnSpPr>
        <p:spPr>
          <a:xfrm flipH="1">
            <a:off x="9218441" y="1819047"/>
            <a:ext cx="589421" cy="0"/>
          </a:xfrm>
          <a:prstGeom prst="line">
            <a:avLst/>
          </a:prstGeom>
          <a:ln w="12700" cap="rnd">
            <a:solidFill>
              <a:srgbClr val="A07B60"/>
            </a:solidFill>
            <a:head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직선 연결선 113">
            <a:extLst>
              <a:ext uri="{FF2B5EF4-FFF2-40B4-BE49-F238E27FC236}">
                <a16:creationId xmlns:a16="http://schemas.microsoft.com/office/drawing/2014/main" id="{4505790C-E7A6-3A80-D22C-D178900BCF88}"/>
              </a:ext>
            </a:extLst>
          </p:cNvPr>
          <p:cNvCxnSpPr>
            <a:cxnSpLocks/>
          </p:cNvCxnSpPr>
          <p:nvPr/>
        </p:nvCxnSpPr>
        <p:spPr>
          <a:xfrm>
            <a:off x="9576529" y="4790883"/>
            <a:ext cx="127748" cy="127684"/>
          </a:xfrm>
          <a:prstGeom prst="line">
            <a:avLst/>
          </a:prstGeom>
          <a:ln w="12700" cap="rnd">
            <a:solidFill>
              <a:srgbClr val="AF72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직선 연결선 114">
            <a:extLst>
              <a:ext uri="{FF2B5EF4-FFF2-40B4-BE49-F238E27FC236}">
                <a16:creationId xmlns:a16="http://schemas.microsoft.com/office/drawing/2014/main" id="{B8C31184-2528-15E0-0424-DF3C220BE5B1}"/>
              </a:ext>
            </a:extLst>
          </p:cNvPr>
          <p:cNvCxnSpPr>
            <a:cxnSpLocks/>
          </p:cNvCxnSpPr>
          <p:nvPr/>
        </p:nvCxnSpPr>
        <p:spPr>
          <a:xfrm flipH="1">
            <a:off x="9705468" y="4918927"/>
            <a:ext cx="123659" cy="0"/>
          </a:xfrm>
          <a:prstGeom prst="line">
            <a:avLst/>
          </a:prstGeom>
          <a:ln w="12700" cap="rnd">
            <a:solidFill>
              <a:srgbClr val="AF7273"/>
            </a:solidFill>
            <a:head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직선 연결선 119">
            <a:extLst>
              <a:ext uri="{FF2B5EF4-FFF2-40B4-BE49-F238E27FC236}">
                <a16:creationId xmlns:a16="http://schemas.microsoft.com/office/drawing/2014/main" id="{2C92E937-771E-9E66-FB66-E7CD19488B44}"/>
              </a:ext>
            </a:extLst>
          </p:cNvPr>
          <p:cNvCxnSpPr>
            <a:cxnSpLocks/>
          </p:cNvCxnSpPr>
          <p:nvPr/>
        </p:nvCxnSpPr>
        <p:spPr>
          <a:xfrm>
            <a:off x="7592155" y="5911833"/>
            <a:ext cx="104333" cy="0"/>
          </a:xfrm>
          <a:prstGeom prst="line">
            <a:avLst/>
          </a:prstGeom>
          <a:ln w="12700" cap="rnd">
            <a:solidFill>
              <a:srgbClr val="637A9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직선 연결선 120">
            <a:extLst>
              <a:ext uri="{FF2B5EF4-FFF2-40B4-BE49-F238E27FC236}">
                <a16:creationId xmlns:a16="http://schemas.microsoft.com/office/drawing/2014/main" id="{A484B49E-7E0C-7D33-2439-9D76208685D1}"/>
              </a:ext>
            </a:extLst>
          </p:cNvPr>
          <p:cNvCxnSpPr>
            <a:cxnSpLocks/>
          </p:cNvCxnSpPr>
          <p:nvPr/>
        </p:nvCxnSpPr>
        <p:spPr>
          <a:xfrm flipH="1">
            <a:off x="7699514" y="5581806"/>
            <a:ext cx="314473" cy="330027"/>
          </a:xfrm>
          <a:prstGeom prst="line">
            <a:avLst/>
          </a:prstGeom>
          <a:ln w="12700" cap="rnd">
            <a:solidFill>
              <a:srgbClr val="637A96"/>
            </a:solidFill>
            <a:head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8BFE3919-8062-9BE4-4794-37404A564527}"/>
              </a:ext>
            </a:extLst>
          </p:cNvPr>
          <p:cNvSpPr txBox="1"/>
          <p:nvPr/>
        </p:nvSpPr>
        <p:spPr>
          <a:xfrm>
            <a:off x="8013987" y="5389606"/>
            <a:ext cx="1293944" cy="8607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수중</a:t>
            </a:r>
            <a:endParaRPr lang="en-US" altLang="ko-KR" sz="800" dirty="0"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정상 들숨 불가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보유 호흡량 내 행동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참기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날숨은 지상과 동일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31" name="사각형: 둥근 모서리 130">
            <a:extLst>
              <a:ext uri="{FF2B5EF4-FFF2-40B4-BE49-F238E27FC236}">
                <a16:creationId xmlns:a16="http://schemas.microsoft.com/office/drawing/2014/main" id="{4CA3549B-B494-A4C6-02F1-795976E18E14}"/>
              </a:ext>
            </a:extLst>
          </p:cNvPr>
          <p:cNvSpPr/>
          <p:nvPr/>
        </p:nvSpPr>
        <p:spPr>
          <a:xfrm>
            <a:off x="8394140" y="5489341"/>
            <a:ext cx="902527" cy="149082"/>
          </a:xfrm>
          <a:prstGeom prst="roundRect">
            <a:avLst>
              <a:gd name="adj" fmla="val 50000"/>
            </a:avLst>
          </a:prstGeom>
          <a:solidFill>
            <a:srgbClr val="637A96">
              <a:alpha val="3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rgbClr val="637A96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호흡 확보 불가</a:t>
            </a:r>
          </a:p>
        </p:txBody>
      </p:sp>
      <p:pic>
        <p:nvPicPr>
          <p:cNvPr id="134" name="그림 133">
            <a:extLst>
              <a:ext uri="{FF2B5EF4-FFF2-40B4-BE49-F238E27FC236}">
                <a16:creationId xmlns:a16="http://schemas.microsoft.com/office/drawing/2014/main" id="{DF3DEF39-4572-00F3-C7CD-0DD164448C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242" t="19722" r="36973" b="42196"/>
          <a:stretch>
            <a:fillRect/>
          </a:stretch>
        </p:blipFill>
        <p:spPr>
          <a:xfrm>
            <a:off x="4673942" y="2126155"/>
            <a:ext cx="2659944" cy="2128474"/>
          </a:xfrm>
          <a:prstGeom prst="ellipse">
            <a:avLst/>
          </a:prstGeom>
          <a:ln>
            <a:noFill/>
          </a:ln>
          <a:effectLst>
            <a:softEdge rad="63500"/>
          </a:effectLst>
        </p:spPr>
      </p:pic>
      <p:sp>
        <p:nvSpPr>
          <p:cNvPr id="136" name="TextBox 135">
            <a:extLst>
              <a:ext uri="{FF2B5EF4-FFF2-40B4-BE49-F238E27FC236}">
                <a16:creationId xmlns:a16="http://schemas.microsoft.com/office/drawing/2014/main" id="{D21FA53C-FB07-DF72-9B27-9A23DA5E19BB}"/>
              </a:ext>
            </a:extLst>
          </p:cNvPr>
          <p:cNvSpPr txBox="1"/>
          <p:nvPr/>
        </p:nvSpPr>
        <p:spPr>
          <a:xfrm>
            <a:off x="5340936" y="4177617"/>
            <a:ext cx="1104790" cy="67608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정상 공기</a:t>
            </a:r>
            <a:endParaRPr lang="en-US" altLang="ko-KR" sz="800" dirty="0"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호흡 제약 없음</a:t>
            </a:r>
            <a:endParaRPr lang="en-US" altLang="ko-KR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자극도 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 </a:t>
            </a: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오염도 회복</a:t>
            </a:r>
          </a:p>
        </p:txBody>
      </p:sp>
      <p:pic>
        <p:nvPicPr>
          <p:cNvPr id="138" name="그림 137">
            <a:extLst>
              <a:ext uri="{FF2B5EF4-FFF2-40B4-BE49-F238E27FC236}">
                <a16:creationId xmlns:a16="http://schemas.microsoft.com/office/drawing/2014/main" id="{D98691ED-92F4-F650-7AEB-FB9D8F1BDE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718" t="25459" r="46013" b="44340"/>
          <a:stretch>
            <a:fillRect/>
          </a:stretch>
        </p:blipFill>
        <p:spPr>
          <a:xfrm>
            <a:off x="5410238" y="2462781"/>
            <a:ext cx="1010088" cy="1672542"/>
          </a:xfrm>
          <a:prstGeom prst="rect">
            <a:avLst/>
          </a:prstGeom>
          <a:effectLst>
            <a:softEdge rad="63500"/>
          </a:effectLst>
        </p:spPr>
      </p:pic>
      <p:sp>
        <p:nvSpPr>
          <p:cNvPr id="140" name="사각형: 둥근 모서리 139">
            <a:extLst>
              <a:ext uri="{FF2B5EF4-FFF2-40B4-BE49-F238E27FC236}">
                <a16:creationId xmlns:a16="http://schemas.microsoft.com/office/drawing/2014/main" id="{27194832-D6E3-0B10-DE91-4709B09F2612}"/>
              </a:ext>
            </a:extLst>
          </p:cNvPr>
          <p:cNvSpPr/>
          <p:nvPr/>
        </p:nvSpPr>
        <p:spPr>
          <a:xfrm>
            <a:off x="6007015" y="4283400"/>
            <a:ext cx="646156" cy="149082"/>
          </a:xfrm>
          <a:prstGeom prst="roundRect">
            <a:avLst>
              <a:gd name="adj" fmla="val 50000"/>
            </a:avLst>
          </a:prstGeom>
          <a:solidFill>
            <a:srgbClr val="758171">
              <a:alpha val="30000"/>
            </a:srgbClr>
          </a:solidFill>
          <a:ln w="127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rgbClr val="758171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회복 구간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E111AAE1-804F-0868-697A-2F3E2E18D401}"/>
              </a:ext>
            </a:extLst>
          </p:cNvPr>
          <p:cNvSpPr txBox="1"/>
          <p:nvPr/>
        </p:nvSpPr>
        <p:spPr>
          <a:xfrm>
            <a:off x="11812654" y="6499017"/>
            <a:ext cx="24558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9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633510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168CCA-88C1-10BE-3D75-EB8DCE54C6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A91D7E4C-4A07-AE4C-BA55-DDCBEED6BC23}"/>
              </a:ext>
            </a:extLst>
          </p:cNvPr>
          <p:cNvSpPr/>
          <p:nvPr/>
        </p:nvSpPr>
        <p:spPr>
          <a:xfrm>
            <a:off x="510711" y="1783936"/>
            <a:ext cx="2627694" cy="1158595"/>
          </a:xfrm>
          <a:prstGeom prst="roundRect">
            <a:avLst>
              <a:gd name="adj" fmla="val 9445"/>
            </a:avLst>
          </a:prstGeom>
          <a:solidFill>
            <a:srgbClr val="758171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A6D08085-0CEB-E363-EA23-2ECD1040F30D}"/>
              </a:ext>
            </a:extLst>
          </p:cNvPr>
          <p:cNvSpPr/>
          <p:nvPr/>
        </p:nvSpPr>
        <p:spPr>
          <a:xfrm>
            <a:off x="3358490" y="1783936"/>
            <a:ext cx="2627694" cy="1158595"/>
          </a:xfrm>
          <a:prstGeom prst="roundRect">
            <a:avLst>
              <a:gd name="adj" fmla="val 9445"/>
            </a:avLst>
          </a:prstGeom>
          <a:solidFill>
            <a:srgbClr val="A07B60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8D22B29C-CAB0-11A9-35D4-1B136FE0B38F}"/>
              </a:ext>
            </a:extLst>
          </p:cNvPr>
          <p:cNvSpPr/>
          <p:nvPr/>
        </p:nvSpPr>
        <p:spPr>
          <a:xfrm>
            <a:off x="6204506" y="1783936"/>
            <a:ext cx="2627694" cy="1158595"/>
          </a:xfrm>
          <a:prstGeom prst="roundRect">
            <a:avLst>
              <a:gd name="adj" fmla="val 9445"/>
            </a:avLst>
          </a:prstGeom>
          <a:solidFill>
            <a:srgbClr val="AF7273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09450F67-7CFE-3713-4110-5DD83877490F}"/>
              </a:ext>
            </a:extLst>
          </p:cNvPr>
          <p:cNvSpPr/>
          <p:nvPr/>
        </p:nvSpPr>
        <p:spPr>
          <a:xfrm>
            <a:off x="9053595" y="1783936"/>
            <a:ext cx="2627694" cy="1158595"/>
          </a:xfrm>
          <a:prstGeom prst="roundRect">
            <a:avLst>
              <a:gd name="adj" fmla="val 9445"/>
            </a:avLst>
          </a:prstGeom>
          <a:solidFill>
            <a:srgbClr val="637A96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8CADCE8-F732-0742-88DA-753397BE2DB3}"/>
              </a:ext>
            </a:extLst>
          </p:cNvPr>
          <p:cNvSpPr txBox="1"/>
          <p:nvPr/>
        </p:nvSpPr>
        <p:spPr>
          <a:xfrm>
            <a:off x="300437" y="576734"/>
            <a:ext cx="29642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4) </a:t>
            </a:r>
            <a:r>
              <a:rPr lang="ko-KR" altLang="en-US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공기 환경과 이상 상태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0A5A573-C3FE-8D08-461B-1F9A7C48CC09}"/>
              </a:ext>
            </a:extLst>
          </p:cNvPr>
          <p:cNvSpPr txBox="1"/>
          <p:nvPr/>
        </p:nvSpPr>
        <p:spPr>
          <a:xfrm>
            <a:off x="312341" y="260477"/>
            <a:ext cx="82586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solidFill>
                  <a:srgbClr val="A07B6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3</a:t>
            </a:r>
            <a:r>
              <a:rPr lang="en-US" altLang="ko-KR" sz="8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시스템 규칙</a:t>
            </a:r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94729D8D-7E7D-62D3-E388-734BCB36AAD4}"/>
              </a:ext>
            </a:extLst>
          </p:cNvPr>
          <p:cNvCxnSpPr>
            <a:cxnSpLocks/>
            <a:stCxn id="44" idx="3"/>
          </p:cNvCxnSpPr>
          <p:nvPr/>
        </p:nvCxnSpPr>
        <p:spPr>
          <a:xfrm flipV="1">
            <a:off x="3264710" y="738317"/>
            <a:ext cx="8510567" cy="38472"/>
          </a:xfrm>
          <a:prstGeom prst="line">
            <a:avLst/>
          </a:prstGeom>
          <a:ln w="12700">
            <a:solidFill>
              <a:srgbClr val="A07B6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A2E57B6C-DBC2-8B17-286E-23885A2FB025}"/>
              </a:ext>
            </a:extLst>
          </p:cNvPr>
          <p:cNvSpPr txBox="1"/>
          <p:nvPr/>
        </p:nvSpPr>
        <p:spPr>
          <a:xfrm>
            <a:off x="0" y="-540871"/>
            <a:ext cx="21368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글꼴 </a:t>
            </a:r>
            <a:r>
              <a:rPr lang="ko-KR" altLang="en-US" sz="2000" dirty="0" err="1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온고딕</a:t>
            </a:r>
            <a:r>
              <a:rPr lang="ko-KR" altLang="en-US" sz="2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en-US" altLang="ko-KR" sz="2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20pt</a:t>
            </a:r>
            <a:endParaRPr lang="ko-KR" altLang="en-US" sz="2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18E1027-CE24-9A4E-0CED-C50778849A9C}"/>
              </a:ext>
            </a:extLst>
          </p:cNvPr>
          <p:cNvSpPr txBox="1"/>
          <p:nvPr/>
        </p:nvSpPr>
        <p:spPr>
          <a:xfrm>
            <a:off x="2136803" y="-463926"/>
            <a:ext cx="535724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5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15p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80C5F46-9062-F96A-6BF1-86A09164A43A}"/>
              </a:ext>
            </a:extLst>
          </p:cNvPr>
          <p:cNvSpPr txBox="1"/>
          <p:nvPr/>
        </p:nvSpPr>
        <p:spPr>
          <a:xfrm>
            <a:off x="2672527" y="-386982"/>
            <a:ext cx="468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10pt</a:t>
            </a:r>
            <a:endParaRPr lang="ko-KR" altLang="en-US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B930C64-500C-BBA9-90C9-12372D5E1F3C}"/>
              </a:ext>
            </a:extLst>
          </p:cNvPr>
          <p:cNvSpPr txBox="1"/>
          <p:nvPr/>
        </p:nvSpPr>
        <p:spPr>
          <a:xfrm>
            <a:off x="3140925" y="-356205"/>
            <a:ext cx="34977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8pt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56" name="타원 55">
            <a:extLst>
              <a:ext uri="{FF2B5EF4-FFF2-40B4-BE49-F238E27FC236}">
                <a16:creationId xmlns:a16="http://schemas.microsoft.com/office/drawing/2014/main" id="{592A4E63-F43A-6941-E2CF-39C0F1CA586A}"/>
              </a:ext>
            </a:extLst>
          </p:cNvPr>
          <p:cNvSpPr/>
          <p:nvPr/>
        </p:nvSpPr>
        <p:spPr>
          <a:xfrm>
            <a:off x="4103543" y="-434736"/>
            <a:ext cx="293974" cy="293974"/>
          </a:xfrm>
          <a:prstGeom prst="ellipse">
            <a:avLst/>
          </a:prstGeom>
          <a:solidFill>
            <a:srgbClr val="637A96">
              <a:alpha val="10000"/>
            </a:srgbClr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E37B482-2F4D-9171-2418-8E4FB3CED8E5}"/>
              </a:ext>
            </a:extLst>
          </p:cNvPr>
          <p:cNvSpPr txBox="1"/>
          <p:nvPr/>
        </p:nvSpPr>
        <p:spPr>
          <a:xfrm>
            <a:off x="4399727" y="-386983"/>
            <a:ext cx="252665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투명도 </a:t>
            </a: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90%               70%               30%</a:t>
            </a:r>
            <a:endParaRPr lang="ko-KR" altLang="en-US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60" name="타원 59">
            <a:extLst>
              <a:ext uri="{FF2B5EF4-FFF2-40B4-BE49-F238E27FC236}">
                <a16:creationId xmlns:a16="http://schemas.microsoft.com/office/drawing/2014/main" id="{CC895F72-1C1B-3BE3-C4FC-1E627A6BB03F}"/>
              </a:ext>
            </a:extLst>
          </p:cNvPr>
          <p:cNvSpPr/>
          <p:nvPr/>
        </p:nvSpPr>
        <p:spPr>
          <a:xfrm>
            <a:off x="5369080" y="-434736"/>
            <a:ext cx="293974" cy="293974"/>
          </a:xfrm>
          <a:prstGeom prst="ellipse">
            <a:avLst/>
          </a:prstGeom>
          <a:solidFill>
            <a:srgbClr val="637A96">
              <a:alpha val="30000"/>
            </a:srgbClr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16A094E7-3AEF-FD04-B80E-F2CC46BEB580}"/>
              </a:ext>
            </a:extLst>
          </p:cNvPr>
          <p:cNvSpPr/>
          <p:nvPr/>
        </p:nvSpPr>
        <p:spPr>
          <a:xfrm>
            <a:off x="6198530" y="-434736"/>
            <a:ext cx="293974" cy="293974"/>
          </a:xfrm>
          <a:prstGeom prst="ellipse">
            <a:avLst/>
          </a:prstGeom>
          <a:solidFill>
            <a:srgbClr val="637A96">
              <a:alpha val="70000"/>
            </a:srgbClr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74E90C58-99C2-7D38-D8E3-5440A10EE08C}"/>
              </a:ext>
            </a:extLst>
          </p:cNvPr>
          <p:cNvSpPr/>
          <p:nvPr/>
        </p:nvSpPr>
        <p:spPr>
          <a:xfrm>
            <a:off x="-653586" y="344583"/>
            <a:ext cx="478118" cy="478118"/>
          </a:xfrm>
          <a:prstGeom prst="ellipse">
            <a:avLst/>
          </a:prstGeom>
          <a:solidFill>
            <a:srgbClr val="AF7273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AF7273"/>
              </a:solidFill>
            </a:endParaRPr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B5B531E7-9205-E10C-1BAC-4DFF7D7F548E}"/>
              </a:ext>
            </a:extLst>
          </p:cNvPr>
          <p:cNvSpPr/>
          <p:nvPr/>
        </p:nvSpPr>
        <p:spPr>
          <a:xfrm>
            <a:off x="-653586" y="2297913"/>
            <a:ext cx="478118" cy="478118"/>
          </a:xfrm>
          <a:prstGeom prst="ellipse">
            <a:avLst/>
          </a:prstGeom>
          <a:solidFill>
            <a:srgbClr val="637A96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타원 67">
            <a:extLst>
              <a:ext uri="{FF2B5EF4-FFF2-40B4-BE49-F238E27FC236}">
                <a16:creationId xmlns:a16="http://schemas.microsoft.com/office/drawing/2014/main" id="{91F3948F-86A7-587C-B2C2-5ADC19139BF7}"/>
              </a:ext>
            </a:extLst>
          </p:cNvPr>
          <p:cNvSpPr/>
          <p:nvPr/>
        </p:nvSpPr>
        <p:spPr>
          <a:xfrm>
            <a:off x="-653586" y="998939"/>
            <a:ext cx="478118" cy="478118"/>
          </a:xfrm>
          <a:prstGeom prst="ellipse">
            <a:avLst/>
          </a:prstGeom>
          <a:solidFill>
            <a:srgbClr val="A07B60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A07B60"/>
              </a:solidFill>
            </a:endParaRPr>
          </a:p>
        </p:txBody>
      </p:sp>
      <p:sp>
        <p:nvSpPr>
          <p:cNvPr id="70" name="타원 69">
            <a:extLst>
              <a:ext uri="{FF2B5EF4-FFF2-40B4-BE49-F238E27FC236}">
                <a16:creationId xmlns:a16="http://schemas.microsoft.com/office/drawing/2014/main" id="{C7DD4BBE-C756-9216-09BF-77461D282A98}"/>
              </a:ext>
            </a:extLst>
          </p:cNvPr>
          <p:cNvSpPr/>
          <p:nvPr/>
        </p:nvSpPr>
        <p:spPr>
          <a:xfrm>
            <a:off x="-653586" y="2942531"/>
            <a:ext cx="478118" cy="478118"/>
          </a:xfrm>
          <a:prstGeom prst="ellipse">
            <a:avLst/>
          </a:prstGeom>
          <a:solidFill>
            <a:srgbClr val="847190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타원 71">
            <a:extLst>
              <a:ext uri="{FF2B5EF4-FFF2-40B4-BE49-F238E27FC236}">
                <a16:creationId xmlns:a16="http://schemas.microsoft.com/office/drawing/2014/main" id="{28DC2379-DA9E-491B-DB1B-DB47CED555E4}"/>
              </a:ext>
            </a:extLst>
          </p:cNvPr>
          <p:cNvSpPr/>
          <p:nvPr/>
        </p:nvSpPr>
        <p:spPr>
          <a:xfrm>
            <a:off x="-653586" y="1643557"/>
            <a:ext cx="478118" cy="478118"/>
          </a:xfrm>
          <a:prstGeom prst="ellipse">
            <a:avLst/>
          </a:prstGeom>
          <a:solidFill>
            <a:srgbClr val="758171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타원 73">
            <a:extLst>
              <a:ext uri="{FF2B5EF4-FFF2-40B4-BE49-F238E27FC236}">
                <a16:creationId xmlns:a16="http://schemas.microsoft.com/office/drawing/2014/main" id="{F1AF9A99-CAC5-264D-45F5-2BBFC5BBFDDB}"/>
              </a:ext>
            </a:extLst>
          </p:cNvPr>
          <p:cNvSpPr/>
          <p:nvPr/>
        </p:nvSpPr>
        <p:spPr>
          <a:xfrm>
            <a:off x="-653586" y="3592018"/>
            <a:ext cx="478118" cy="478118"/>
          </a:xfrm>
          <a:prstGeom prst="ellipse">
            <a:avLst/>
          </a:prstGeom>
          <a:solidFill>
            <a:srgbClr val="FDFDFE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608F7279-6BFC-EFC1-DA2A-D18D7AEA7724}"/>
              </a:ext>
            </a:extLst>
          </p:cNvPr>
          <p:cNvSpPr/>
          <p:nvPr/>
        </p:nvSpPr>
        <p:spPr>
          <a:xfrm>
            <a:off x="-653586" y="4241505"/>
            <a:ext cx="478118" cy="478118"/>
          </a:xfrm>
          <a:prstGeom prst="ellipse">
            <a:avLst/>
          </a:prstGeom>
          <a:solidFill>
            <a:srgbClr val="031223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194C0D-581B-0D5D-E849-0321B071B9EF}"/>
              </a:ext>
            </a:extLst>
          </p:cNvPr>
          <p:cNvSpPr txBox="1"/>
          <p:nvPr/>
        </p:nvSpPr>
        <p:spPr>
          <a:xfrm>
            <a:off x="300437" y="976844"/>
            <a:ext cx="476604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들숨으로 확보한 호흡량을 참기로 활용하고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날숨으로 소모하여 평상 호흡으로 복귀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0694B38-7671-A8D5-00ED-420194204A44}"/>
              </a:ext>
            </a:extLst>
          </p:cNvPr>
          <p:cNvSpPr txBox="1"/>
          <p:nvPr/>
        </p:nvSpPr>
        <p:spPr>
          <a:xfrm>
            <a:off x="11751740" y="6499017"/>
            <a:ext cx="30649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10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B72FAA1-7BC5-B5AF-0B3C-B30174CE7B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42" t="27572" r="78173" b="27570"/>
          <a:stretch>
            <a:fillRect/>
          </a:stretch>
        </p:blipFill>
        <p:spPr>
          <a:xfrm>
            <a:off x="636372" y="1920734"/>
            <a:ext cx="177801" cy="16127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D209966-A15D-AC91-D420-A2B2EB167C4C}"/>
              </a:ext>
            </a:extLst>
          </p:cNvPr>
          <p:cNvSpPr txBox="1"/>
          <p:nvPr/>
        </p:nvSpPr>
        <p:spPr>
          <a:xfrm>
            <a:off x="463333" y="1424915"/>
            <a:ext cx="1590500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환경별 적용 규칙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5B6355C-2804-D89D-B895-6F783EDA9E79}"/>
              </a:ext>
            </a:extLst>
          </p:cNvPr>
          <p:cNvSpPr txBox="1"/>
          <p:nvPr/>
        </p:nvSpPr>
        <p:spPr>
          <a:xfrm>
            <a:off x="844803" y="1841692"/>
            <a:ext cx="979755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안전 공기</a:t>
            </a:r>
            <a:endParaRPr lang="en-US" altLang="ko-KR" sz="15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E86C5B9-927C-A394-71E9-8E3708922764}"/>
              </a:ext>
            </a:extLst>
          </p:cNvPr>
          <p:cNvSpPr txBox="1"/>
          <p:nvPr/>
        </p:nvSpPr>
        <p:spPr>
          <a:xfrm>
            <a:off x="570784" y="2164857"/>
            <a:ext cx="1709122" cy="5334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자극도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오염도 게이지 회복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이상 상태 해제 가능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C9746589-F60E-1168-F938-718E65828270}"/>
              </a:ext>
            </a:extLst>
          </p:cNvPr>
          <p:cNvSpPr/>
          <p:nvPr/>
        </p:nvSpPr>
        <p:spPr>
          <a:xfrm>
            <a:off x="605744" y="1882616"/>
            <a:ext cx="239059" cy="239059"/>
          </a:xfrm>
          <a:prstGeom prst="ellipse">
            <a:avLst/>
          </a:prstGeom>
          <a:solidFill>
            <a:srgbClr val="758171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C9CEC84-51F8-6B85-CAAF-88407388BD1A}"/>
              </a:ext>
            </a:extLst>
          </p:cNvPr>
          <p:cNvSpPr txBox="1"/>
          <p:nvPr/>
        </p:nvSpPr>
        <p:spPr>
          <a:xfrm>
            <a:off x="3692582" y="1841692"/>
            <a:ext cx="979755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자극 공기</a:t>
            </a:r>
            <a:endParaRPr lang="en-US" altLang="ko-KR" sz="15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DCBD4A2-E377-5B91-0EB9-8B659A391BE8}"/>
              </a:ext>
            </a:extLst>
          </p:cNvPr>
          <p:cNvSpPr txBox="1"/>
          <p:nvPr/>
        </p:nvSpPr>
        <p:spPr>
          <a:xfrm>
            <a:off x="3418563" y="2164857"/>
            <a:ext cx="1463862" cy="7643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먼지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꽃가루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연기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자극도 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+20/s.</a:t>
            </a:r>
          </a:p>
          <a:p>
            <a:pPr>
              <a:lnSpc>
                <a:spcPct val="150000"/>
              </a:lnSpc>
            </a:pP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100 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도달 시 이상 상태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DFA26F14-B552-B522-9EDF-564113D479C7}"/>
              </a:ext>
            </a:extLst>
          </p:cNvPr>
          <p:cNvSpPr/>
          <p:nvPr/>
        </p:nvSpPr>
        <p:spPr>
          <a:xfrm>
            <a:off x="3453523" y="1882616"/>
            <a:ext cx="239059" cy="239059"/>
          </a:xfrm>
          <a:prstGeom prst="ellipse">
            <a:avLst/>
          </a:prstGeom>
          <a:solidFill>
            <a:srgbClr val="A07B60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C2E24EE-F9E4-8301-74F6-8BDDE1611202}"/>
              </a:ext>
            </a:extLst>
          </p:cNvPr>
          <p:cNvSpPr txBox="1"/>
          <p:nvPr/>
        </p:nvSpPr>
        <p:spPr>
          <a:xfrm>
            <a:off x="6538598" y="1841692"/>
            <a:ext cx="979755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오염 공기</a:t>
            </a:r>
            <a:endParaRPr lang="en-US" altLang="ko-KR" sz="15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6A83186-0725-AC3E-889D-FF4FEE83ECE5}"/>
              </a:ext>
            </a:extLst>
          </p:cNvPr>
          <p:cNvSpPr txBox="1"/>
          <p:nvPr/>
        </p:nvSpPr>
        <p:spPr>
          <a:xfrm>
            <a:off x="6264579" y="2164857"/>
            <a:ext cx="2520242" cy="7643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독가스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유해 연기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오염도 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+25/s.</a:t>
            </a:r>
          </a:p>
          <a:p>
            <a:pPr>
              <a:lnSpc>
                <a:spcPct val="150000"/>
              </a:lnSpc>
            </a:pP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50 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이상 시 이상 상태 ｜ 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100 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도달 시 사망</a:t>
            </a:r>
            <a:endParaRPr lang="en-US" altLang="ko-KR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4F00CB80-9D65-8956-802B-5322C9CE933D}"/>
              </a:ext>
            </a:extLst>
          </p:cNvPr>
          <p:cNvSpPr/>
          <p:nvPr/>
        </p:nvSpPr>
        <p:spPr>
          <a:xfrm>
            <a:off x="6299539" y="1882616"/>
            <a:ext cx="239059" cy="239059"/>
          </a:xfrm>
          <a:prstGeom prst="ellipse">
            <a:avLst/>
          </a:prstGeom>
          <a:solidFill>
            <a:srgbClr val="AF7273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A83473B-94A3-EA73-CDC1-4C6EBE25E77C}"/>
              </a:ext>
            </a:extLst>
          </p:cNvPr>
          <p:cNvSpPr txBox="1"/>
          <p:nvPr/>
        </p:nvSpPr>
        <p:spPr>
          <a:xfrm>
            <a:off x="9387687" y="1841692"/>
            <a:ext cx="553357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>
                <a:solidFill>
                  <a:srgbClr val="031223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수중</a:t>
            </a:r>
            <a:endParaRPr lang="en-US" altLang="ko-KR" sz="1500" dirty="0">
              <a:solidFill>
                <a:srgbClr val="031223"/>
              </a:solidFill>
              <a:latin typeface="KoddiUD 온고딕 Bold" panose="020B0803000000000000" pitchFamily="50" charset="-127"/>
              <a:ea typeface="KoddiUD 온고딕 Bold" panose="020B0803000000000000" pitchFamily="50" charset="-12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E583BD5-20B7-F542-9C99-D1189A9006BE}"/>
              </a:ext>
            </a:extLst>
          </p:cNvPr>
          <p:cNvSpPr txBox="1"/>
          <p:nvPr/>
        </p:nvSpPr>
        <p:spPr>
          <a:xfrm>
            <a:off x="9113668" y="2164857"/>
            <a:ext cx="1744388" cy="7643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들숨 입력 시 호흡량 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-100/s</a:t>
            </a: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호흡량 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0 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→ 익사</a:t>
            </a:r>
            <a:endParaRPr lang="en-US" altLang="ko-KR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기존 자극도</a:t>
            </a:r>
            <a:r>
              <a:rPr lang="en-US" altLang="ko-KR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·</a:t>
            </a:r>
            <a:r>
              <a:rPr lang="ko-KR" altLang="en-US" sz="1000" dirty="0">
                <a:solidFill>
                  <a:srgbClr val="031223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오염도 유지</a:t>
            </a:r>
            <a:endParaRPr lang="en-US" altLang="ko-KR" sz="1000" dirty="0">
              <a:solidFill>
                <a:srgbClr val="031223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47" name="타원 46">
            <a:extLst>
              <a:ext uri="{FF2B5EF4-FFF2-40B4-BE49-F238E27FC236}">
                <a16:creationId xmlns:a16="http://schemas.microsoft.com/office/drawing/2014/main" id="{ADDA2AD1-77EB-77A1-D0D0-FF844AB51CEC}"/>
              </a:ext>
            </a:extLst>
          </p:cNvPr>
          <p:cNvSpPr/>
          <p:nvPr/>
        </p:nvSpPr>
        <p:spPr>
          <a:xfrm>
            <a:off x="9148628" y="1882616"/>
            <a:ext cx="239059" cy="239059"/>
          </a:xfrm>
          <a:prstGeom prst="ellipse">
            <a:avLst/>
          </a:prstGeom>
          <a:solidFill>
            <a:srgbClr val="637A96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5" name="그림 54">
            <a:extLst>
              <a:ext uri="{FF2B5EF4-FFF2-40B4-BE49-F238E27FC236}">
                <a16:creationId xmlns:a16="http://schemas.microsoft.com/office/drawing/2014/main" id="{56DD7DD6-5E62-87FA-998F-34FF8F2103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188" t="27572" r="54327" b="27570"/>
          <a:stretch>
            <a:fillRect/>
          </a:stretch>
        </p:blipFill>
        <p:spPr>
          <a:xfrm>
            <a:off x="3484151" y="1920734"/>
            <a:ext cx="177801" cy="161272"/>
          </a:xfrm>
          <a:prstGeom prst="rect">
            <a:avLst/>
          </a:prstGeom>
        </p:spPr>
      </p:pic>
      <p:pic>
        <p:nvPicPr>
          <p:cNvPr id="59" name="그림 58">
            <a:extLst>
              <a:ext uri="{FF2B5EF4-FFF2-40B4-BE49-F238E27FC236}">
                <a16:creationId xmlns:a16="http://schemas.microsoft.com/office/drawing/2014/main" id="{07EB3ED3-7E49-B61E-FE03-C7C5B2E78E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296" t="27572" r="28275" b="27570"/>
          <a:stretch>
            <a:fillRect/>
          </a:stretch>
        </p:blipFill>
        <p:spPr>
          <a:xfrm>
            <a:off x="6314292" y="1925823"/>
            <a:ext cx="209551" cy="161272"/>
          </a:xfrm>
          <a:prstGeom prst="rect">
            <a:avLst/>
          </a:prstGeom>
        </p:spPr>
      </p:pic>
      <p:pic>
        <p:nvPicPr>
          <p:cNvPr id="63" name="그림 62">
            <a:extLst>
              <a:ext uri="{FF2B5EF4-FFF2-40B4-BE49-F238E27FC236}">
                <a16:creationId xmlns:a16="http://schemas.microsoft.com/office/drawing/2014/main" id="{F6014E8F-0FE2-CC42-6B68-AF77DC3339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075" t="27572" r="3496" b="27570"/>
          <a:stretch>
            <a:fillRect/>
          </a:stretch>
        </p:blipFill>
        <p:spPr>
          <a:xfrm>
            <a:off x="9163382" y="1920734"/>
            <a:ext cx="209551" cy="161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41845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506926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A3426F-6A55-1EBE-068D-505CF7273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Box 43">
            <a:extLst>
              <a:ext uri="{FF2B5EF4-FFF2-40B4-BE49-F238E27FC236}">
                <a16:creationId xmlns:a16="http://schemas.microsoft.com/office/drawing/2014/main" id="{069DB741-3A07-835B-5775-FAB970C75E34}"/>
              </a:ext>
            </a:extLst>
          </p:cNvPr>
          <p:cNvSpPr txBox="1"/>
          <p:nvPr/>
        </p:nvSpPr>
        <p:spPr>
          <a:xfrm>
            <a:off x="300437" y="576734"/>
            <a:ext cx="214674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1) </a:t>
            </a:r>
            <a:r>
              <a:rPr lang="ko-KR" altLang="en-US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호흡 행동 규칙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E584323-EAFC-072B-BA50-5C951EF9104E}"/>
              </a:ext>
            </a:extLst>
          </p:cNvPr>
          <p:cNvSpPr txBox="1"/>
          <p:nvPr/>
        </p:nvSpPr>
        <p:spPr>
          <a:xfrm>
            <a:off x="312341" y="260477"/>
            <a:ext cx="82586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solidFill>
                  <a:srgbClr val="A07B6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3</a:t>
            </a:r>
            <a:r>
              <a:rPr lang="en-US" altLang="ko-KR" sz="8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시스템 규칙</a:t>
            </a:r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CE5705A3-163B-F52C-4CC3-E9763B19DAB2}"/>
              </a:ext>
            </a:extLst>
          </p:cNvPr>
          <p:cNvCxnSpPr>
            <a:cxnSpLocks/>
            <a:stCxn id="44" idx="3"/>
          </p:cNvCxnSpPr>
          <p:nvPr/>
        </p:nvCxnSpPr>
        <p:spPr>
          <a:xfrm flipV="1">
            <a:off x="2447179" y="738317"/>
            <a:ext cx="9328098" cy="38472"/>
          </a:xfrm>
          <a:prstGeom prst="line">
            <a:avLst/>
          </a:prstGeom>
          <a:ln w="12700">
            <a:solidFill>
              <a:srgbClr val="A07B6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ABF046B8-1D56-2B6B-4070-B4F0C6087A7D}"/>
              </a:ext>
            </a:extLst>
          </p:cNvPr>
          <p:cNvSpPr txBox="1"/>
          <p:nvPr/>
        </p:nvSpPr>
        <p:spPr>
          <a:xfrm>
            <a:off x="0" y="-540871"/>
            <a:ext cx="21368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글꼴 </a:t>
            </a:r>
            <a:r>
              <a:rPr lang="ko-KR" altLang="en-US" sz="2000" dirty="0" err="1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온고딕</a:t>
            </a:r>
            <a:r>
              <a:rPr lang="ko-KR" altLang="en-US" sz="2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en-US" altLang="ko-KR" sz="2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20pt</a:t>
            </a:r>
            <a:endParaRPr lang="ko-KR" altLang="en-US" sz="2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B92774C-B6B9-2A16-07DA-60C77B00F1B9}"/>
              </a:ext>
            </a:extLst>
          </p:cNvPr>
          <p:cNvSpPr txBox="1"/>
          <p:nvPr/>
        </p:nvSpPr>
        <p:spPr>
          <a:xfrm>
            <a:off x="2136803" y="-463926"/>
            <a:ext cx="535724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5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15p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E0439F3-4963-0F24-BE79-78C0D6E890A8}"/>
              </a:ext>
            </a:extLst>
          </p:cNvPr>
          <p:cNvSpPr txBox="1"/>
          <p:nvPr/>
        </p:nvSpPr>
        <p:spPr>
          <a:xfrm>
            <a:off x="2672527" y="-386982"/>
            <a:ext cx="468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10pt</a:t>
            </a:r>
            <a:endParaRPr lang="ko-KR" altLang="en-US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A008E2E-14E2-5BEC-E3B4-3BBBDAAF0C61}"/>
              </a:ext>
            </a:extLst>
          </p:cNvPr>
          <p:cNvSpPr txBox="1"/>
          <p:nvPr/>
        </p:nvSpPr>
        <p:spPr>
          <a:xfrm>
            <a:off x="3140925" y="-356205"/>
            <a:ext cx="34977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8pt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56" name="타원 55">
            <a:extLst>
              <a:ext uri="{FF2B5EF4-FFF2-40B4-BE49-F238E27FC236}">
                <a16:creationId xmlns:a16="http://schemas.microsoft.com/office/drawing/2014/main" id="{811630E9-CEBB-A40D-FC15-9B6F69C1753F}"/>
              </a:ext>
            </a:extLst>
          </p:cNvPr>
          <p:cNvSpPr/>
          <p:nvPr/>
        </p:nvSpPr>
        <p:spPr>
          <a:xfrm>
            <a:off x="4103543" y="-434736"/>
            <a:ext cx="293974" cy="293974"/>
          </a:xfrm>
          <a:prstGeom prst="ellipse">
            <a:avLst/>
          </a:prstGeom>
          <a:solidFill>
            <a:srgbClr val="637A96">
              <a:alpha val="10000"/>
            </a:srgbClr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18F634A-7F33-896D-472C-B15674F12AE6}"/>
              </a:ext>
            </a:extLst>
          </p:cNvPr>
          <p:cNvSpPr txBox="1"/>
          <p:nvPr/>
        </p:nvSpPr>
        <p:spPr>
          <a:xfrm>
            <a:off x="4399727" y="-386983"/>
            <a:ext cx="252665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투명도 </a:t>
            </a: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90%               70%               30%</a:t>
            </a:r>
            <a:endParaRPr lang="ko-KR" altLang="en-US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60" name="타원 59">
            <a:extLst>
              <a:ext uri="{FF2B5EF4-FFF2-40B4-BE49-F238E27FC236}">
                <a16:creationId xmlns:a16="http://schemas.microsoft.com/office/drawing/2014/main" id="{5F85664D-4FFB-81F2-0982-350324436EDF}"/>
              </a:ext>
            </a:extLst>
          </p:cNvPr>
          <p:cNvSpPr/>
          <p:nvPr/>
        </p:nvSpPr>
        <p:spPr>
          <a:xfrm>
            <a:off x="5369080" y="-434736"/>
            <a:ext cx="293974" cy="293974"/>
          </a:xfrm>
          <a:prstGeom prst="ellipse">
            <a:avLst/>
          </a:prstGeom>
          <a:solidFill>
            <a:srgbClr val="637A96">
              <a:alpha val="30000"/>
            </a:srgbClr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80712699-FA0C-7938-3B1D-503ABAB70FE0}"/>
              </a:ext>
            </a:extLst>
          </p:cNvPr>
          <p:cNvSpPr/>
          <p:nvPr/>
        </p:nvSpPr>
        <p:spPr>
          <a:xfrm>
            <a:off x="6198530" y="-434736"/>
            <a:ext cx="293974" cy="293974"/>
          </a:xfrm>
          <a:prstGeom prst="ellipse">
            <a:avLst/>
          </a:prstGeom>
          <a:solidFill>
            <a:srgbClr val="637A96">
              <a:alpha val="70000"/>
            </a:srgbClr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71A74365-63F3-A4CD-76F1-DB9BD6BE5800}"/>
              </a:ext>
            </a:extLst>
          </p:cNvPr>
          <p:cNvSpPr/>
          <p:nvPr/>
        </p:nvSpPr>
        <p:spPr>
          <a:xfrm>
            <a:off x="-653586" y="344583"/>
            <a:ext cx="478118" cy="478118"/>
          </a:xfrm>
          <a:prstGeom prst="ellipse">
            <a:avLst/>
          </a:prstGeom>
          <a:solidFill>
            <a:srgbClr val="AF7273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AF7273"/>
              </a:solidFill>
            </a:endParaRPr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794E7C8C-B90B-9FB7-5FDA-EBFFA5069AC3}"/>
              </a:ext>
            </a:extLst>
          </p:cNvPr>
          <p:cNvSpPr/>
          <p:nvPr/>
        </p:nvSpPr>
        <p:spPr>
          <a:xfrm>
            <a:off x="-653586" y="2297913"/>
            <a:ext cx="478118" cy="478118"/>
          </a:xfrm>
          <a:prstGeom prst="ellipse">
            <a:avLst/>
          </a:prstGeom>
          <a:solidFill>
            <a:srgbClr val="637A96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타원 67">
            <a:extLst>
              <a:ext uri="{FF2B5EF4-FFF2-40B4-BE49-F238E27FC236}">
                <a16:creationId xmlns:a16="http://schemas.microsoft.com/office/drawing/2014/main" id="{53BDC7BE-FD26-B8E1-4CF0-B8A1C8D8518D}"/>
              </a:ext>
            </a:extLst>
          </p:cNvPr>
          <p:cNvSpPr/>
          <p:nvPr/>
        </p:nvSpPr>
        <p:spPr>
          <a:xfrm>
            <a:off x="-653586" y="998939"/>
            <a:ext cx="478118" cy="478118"/>
          </a:xfrm>
          <a:prstGeom prst="ellipse">
            <a:avLst/>
          </a:prstGeom>
          <a:solidFill>
            <a:srgbClr val="A07B60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A07B60"/>
              </a:solidFill>
            </a:endParaRPr>
          </a:p>
        </p:txBody>
      </p:sp>
      <p:sp>
        <p:nvSpPr>
          <p:cNvPr id="70" name="타원 69">
            <a:extLst>
              <a:ext uri="{FF2B5EF4-FFF2-40B4-BE49-F238E27FC236}">
                <a16:creationId xmlns:a16="http://schemas.microsoft.com/office/drawing/2014/main" id="{36EF9A9D-3B07-3450-F9A6-2D8076C0E2DF}"/>
              </a:ext>
            </a:extLst>
          </p:cNvPr>
          <p:cNvSpPr/>
          <p:nvPr/>
        </p:nvSpPr>
        <p:spPr>
          <a:xfrm>
            <a:off x="-653586" y="2942531"/>
            <a:ext cx="478118" cy="478118"/>
          </a:xfrm>
          <a:prstGeom prst="ellipse">
            <a:avLst/>
          </a:prstGeom>
          <a:solidFill>
            <a:srgbClr val="847190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타원 71">
            <a:extLst>
              <a:ext uri="{FF2B5EF4-FFF2-40B4-BE49-F238E27FC236}">
                <a16:creationId xmlns:a16="http://schemas.microsoft.com/office/drawing/2014/main" id="{6B35C797-6BA9-A273-2537-5B394AC98D2E}"/>
              </a:ext>
            </a:extLst>
          </p:cNvPr>
          <p:cNvSpPr/>
          <p:nvPr/>
        </p:nvSpPr>
        <p:spPr>
          <a:xfrm>
            <a:off x="-653586" y="1643557"/>
            <a:ext cx="478118" cy="478118"/>
          </a:xfrm>
          <a:prstGeom prst="ellipse">
            <a:avLst/>
          </a:prstGeom>
          <a:solidFill>
            <a:srgbClr val="758171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타원 73">
            <a:extLst>
              <a:ext uri="{FF2B5EF4-FFF2-40B4-BE49-F238E27FC236}">
                <a16:creationId xmlns:a16="http://schemas.microsoft.com/office/drawing/2014/main" id="{A72A2B4A-C976-5EE4-2DC9-23A32C11416E}"/>
              </a:ext>
            </a:extLst>
          </p:cNvPr>
          <p:cNvSpPr/>
          <p:nvPr/>
        </p:nvSpPr>
        <p:spPr>
          <a:xfrm>
            <a:off x="-653586" y="3592018"/>
            <a:ext cx="478118" cy="478118"/>
          </a:xfrm>
          <a:prstGeom prst="ellipse">
            <a:avLst/>
          </a:prstGeom>
          <a:solidFill>
            <a:srgbClr val="FDFDFE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35298E49-0DB0-E300-757D-53A12179102D}"/>
              </a:ext>
            </a:extLst>
          </p:cNvPr>
          <p:cNvSpPr/>
          <p:nvPr/>
        </p:nvSpPr>
        <p:spPr>
          <a:xfrm>
            <a:off x="-653586" y="4241505"/>
            <a:ext cx="478118" cy="478118"/>
          </a:xfrm>
          <a:prstGeom prst="ellipse">
            <a:avLst/>
          </a:prstGeom>
          <a:solidFill>
            <a:srgbClr val="031223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0749B3-7A2A-C438-6142-D3194D6384CA}"/>
              </a:ext>
            </a:extLst>
          </p:cNvPr>
          <p:cNvSpPr txBox="1"/>
          <p:nvPr/>
        </p:nvSpPr>
        <p:spPr>
          <a:xfrm>
            <a:off x="300437" y="976844"/>
            <a:ext cx="476604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들숨으로 확보한 호흡량을 참기로 활용하고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날숨으로 소모하여 평상 호흡으로 복귀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65905E-CF1B-2B7C-85AB-2E4F49A06C05}"/>
              </a:ext>
            </a:extLst>
          </p:cNvPr>
          <p:cNvSpPr txBox="1"/>
          <p:nvPr/>
        </p:nvSpPr>
        <p:spPr>
          <a:xfrm>
            <a:off x="11751740" y="6499017"/>
            <a:ext cx="30649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11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744449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AEEAA-B8D1-A2F5-3C54-D740E30CF6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Box 43">
            <a:extLst>
              <a:ext uri="{FF2B5EF4-FFF2-40B4-BE49-F238E27FC236}">
                <a16:creationId xmlns:a16="http://schemas.microsoft.com/office/drawing/2014/main" id="{32F7ABB4-0915-3AAA-FF22-A1C96B8833AE}"/>
              </a:ext>
            </a:extLst>
          </p:cNvPr>
          <p:cNvSpPr txBox="1"/>
          <p:nvPr/>
        </p:nvSpPr>
        <p:spPr>
          <a:xfrm>
            <a:off x="300437" y="576734"/>
            <a:ext cx="214674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1) </a:t>
            </a:r>
            <a:r>
              <a:rPr lang="ko-KR" altLang="en-US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호흡 행동 규칙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C2EE09A-F5BC-4804-EEFB-9819BFB2152C}"/>
              </a:ext>
            </a:extLst>
          </p:cNvPr>
          <p:cNvSpPr txBox="1"/>
          <p:nvPr/>
        </p:nvSpPr>
        <p:spPr>
          <a:xfrm>
            <a:off x="312341" y="260477"/>
            <a:ext cx="82586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solidFill>
                  <a:srgbClr val="A07B6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3</a:t>
            </a:r>
            <a:r>
              <a:rPr lang="en-US" altLang="ko-KR" sz="8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시스템 규칙</a:t>
            </a:r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F7C6946E-6482-C04F-91D8-A3A697702971}"/>
              </a:ext>
            </a:extLst>
          </p:cNvPr>
          <p:cNvCxnSpPr>
            <a:cxnSpLocks/>
            <a:stCxn id="44" idx="3"/>
          </p:cNvCxnSpPr>
          <p:nvPr/>
        </p:nvCxnSpPr>
        <p:spPr>
          <a:xfrm flipV="1">
            <a:off x="2447179" y="738317"/>
            <a:ext cx="9328098" cy="38472"/>
          </a:xfrm>
          <a:prstGeom prst="line">
            <a:avLst/>
          </a:prstGeom>
          <a:ln w="12700">
            <a:solidFill>
              <a:srgbClr val="A07B6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35792F41-2AD7-C776-AEB1-C71A445D3FCC}"/>
              </a:ext>
            </a:extLst>
          </p:cNvPr>
          <p:cNvSpPr txBox="1"/>
          <p:nvPr/>
        </p:nvSpPr>
        <p:spPr>
          <a:xfrm>
            <a:off x="0" y="-540871"/>
            <a:ext cx="21368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글꼴 </a:t>
            </a:r>
            <a:r>
              <a:rPr lang="ko-KR" altLang="en-US" sz="2000" dirty="0" err="1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온고딕</a:t>
            </a:r>
            <a:r>
              <a:rPr lang="ko-KR" altLang="en-US" sz="2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en-US" altLang="ko-KR" sz="2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20pt</a:t>
            </a:r>
            <a:endParaRPr lang="ko-KR" altLang="en-US" sz="2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816ADF3-F4D7-E746-66BE-D6FA61A53BA3}"/>
              </a:ext>
            </a:extLst>
          </p:cNvPr>
          <p:cNvSpPr txBox="1"/>
          <p:nvPr/>
        </p:nvSpPr>
        <p:spPr>
          <a:xfrm>
            <a:off x="2136803" y="-463926"/>
            <a:ext cx="535724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5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15p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E66F570-9B41-5619-43C4-FEB965378FD9}"/>
              </a:ext>
            </a:extLst>
          </p:cNvPr>
          <p:cNvSpPr txBox="1"/>
          <p:nvPr/>
        </p:nvSpPr>
        <p:spPr>
          <a:xfrm>
            <a:off x="2672527" y="-386982"/>
            <a:ext cx="468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10pt</a:t>
            </a:r>
            <a:endParaRPr lang="ko-KR" altLang="en-US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D11BF11-69FA-173C-EB5D-9B29C4AD6D3C}"/>
              </a:ext>
            </a:extLst>
          </p:cNvPr>
          <p:cNvSpPr txBox="1"/>
          <p:nvPr/>
        </p:nvSpPr>
        <p:spPr>
          <a:xfrm>
            <a:off x="3140925" y="-356205"/>
            <a:ext cx="34977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8pt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56" name="타원 55">
            <a:extLst>
              <a:ext uri="{FF2B5EF4-FFF2-40B4-BE49-F238E27FC236}">
                <a16:creationId xmlns:a16="http://schemas.microsoft.com/office/drawing/2014/main" id="{8FC7C8E7-1946-A8EA-9BC3-8783A18F2A8F}"/>
              </a:ext>
            </a:extLst>
          </p:cNvPr>
          <p:cNvSpPr/>
          <p:nvPr/>
        </p:nvSpPr>
        <p:spPr>
          <a:xfrm>
            <a:off x="4103543" y="-434736"/>
            <a:ext cx="293974" cy="293974"/>
          </a:xfrm>
          <a:prstGeom prst="ellipse">
            <a:avLst/>
          </a:prstGeom>
          <a:solidFill>
            <a:srgbClr val="637A96">
              <a:alpha val="10000"/>
            </a:srgbClr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6ECF5D8-89A7-DC5F-DE98-73B10EB8F67F}"/>
              </a:ext>
            </a:extLst>
          </p:cNvPr>
          <p:cNvSpPr txBox="1"/>
          <p:nvPr/>
        </p:nvSpPr>
        <p:spPr>
          <a:xfrm>
            <a:off x="4399727" y="-386983"/>
            <a:ext cx="252665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투명도 </a:t>
            </a: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90%               70%               30%</a:t>
            </a:r>
            <a:endParaRPr lang="ko-KR" altLang="en-US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60" name="타원 59">
            <a:extLst>
              <a:ext uri="{FF2B5EF4-FFF2-40B4-BE49-F238E27FC236}">
                <a16:creationId xmlns:a16="http://schemas.microsoft.com/office/drawing/2014/main" id="{A018EA61-A9E1-7120-D19D-1E47C26EEA53}"/>
              </a:ext>
            </a:extLst>
          </p:cNvPr>
          <p:cNvSpPr/>
          <p:nvPr/>
        </p:nvSpPr>
        <p:spPr>
          <a:xfrm>
            <a:off x="5369080" y="-434736"/>
            <a:ext cx="293974" cy="293974"/>
          </a:xfrm>
          <a:prstGeom prst="ellipse">
            <a:avLst/>
          </a:prstGeom>
          <a:solidFill>
            <a:srgbClr val="637A96">
              <a:alpha val="30000"/>
            </a:srgbClr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F7D60C77-A30E-DC94-1CB4-AC29FD5EDAA3}"/>
              </a:ext>
            </a:extLst>
          </p:cNvPr>
          <p:cNvSpPr/>
          <p:nvPr/>
        </p:nvSpPr>
        <p:spPr>
          <a:xfrm>
            <a:off x="6198530" y="-434736"/>
            <a:ext cx="293974" cy="293974"/>
          </a:xfrm>
          <a:prstGeom prst="ellipse">
            <a:avLst/>
          </a:prstGeom>
          <a:solidFill>
            <a:srgbClr val="637A96">
              <a:alpha val="70000"/>
            </a:srgbClr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F17BBBE9-A1CB-0477-14D3-96C12C664FA3}"/>
              </a:ext>
            </a:extLst>
          </p:cNvPr>
          <p:cNvSpPr/>
          <p:nvPr/>
        </p:nvSpPr>
        <p:spPr>
          <a:xfrm>
            <a:off x="-653586" y="344583"/>
            <a:ext cx="478118" cy="478118"/>
          </a:xfrm>
          <a:prstGeom prst="ellipse">
            <a:avLst/>
          </a:prstGeom>
          <a:solidFill>
            <a:srgbClr val="AF7273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AF7273"/>
              </a:solidFill>
            </a:endParaRPr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DB37614A-FA81-E9E8-2376-131C5C187D54}"/>
              </a:ext>
            </a:extLst>
          </p:cNvPr>
          <p:cNvSpPr/>
          <p:nvPr/>
        </p:nvSpPr>
        <p:spPr>
          <a:xfrm>
            <a:off x="-653586" y="2297913"/>
            <a:ext cx="478118" cy="478118"/>
          </a:xfrm>
          <a:prstGeom prst="ellipse">
            <a:avLst/>
          </a:prstGeom>
          <a:solidFill>
            <a:srgbClr val="637A96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타원 67">
            <a:extLst>
              <a:ext uri="{FF2B5EF4-FFF2-40B4-BE49-F238E27FC236}">
                <a16:creationId xmlns:a16="http://schemas.microsoft.com/office/drawing/2014/main" id="{BB40B55B-B7E8-1886-0CDA-4305FD6498D7}"/>
              </a:ext>
            </a:extLst>
          </p:cNvPr>
          <p:cNvSpPr/>
          <p:nvPr/>
        </p:nvSpPr>
        <p:spPr>
          <a:xfrm>
            <a:off x="-653586" y="998939"/>
            <a:ext cx="478118" cy="478118"/>
          </a:xfrm>
          <a:prstGeom prst="ellipse">
            <a:avLst/>
          </a:prstGeom>
          <a:solidFill>
            <a:srgbClr val="A07B60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A07B60"/>
              </a:solidFill>
            </a:endParaRPr>
          </a:p>
        </p:txBody>
      </p:sp>
      <p:sp>
        <p:nvSpPr>
          <p:cNvPr id="70" name="타원 69">
            <a:extLst>
              <a:ext uri="{FF2B5EF4-FFF2-40B4-BE49-F238E27FC236}">
                <a16:creationId xmlns:a16="http://schemas.microsoft.com/office/drawing/2014/main" id="{808A959B-F54F-D324-D890-D7B8D318E062}"/>
              </a:ext>
            </a:extLst>
          </p:cNvPr>
          <p:cNvSpPr/>
          <p:nvPr/>
        </p:nvSpPr>
        <p:spPr>
          <a:xfrm>
            <a:off x="-653586" y="2942531"/>
            <a:ext cx="478118" cy="478118"/>
          </a:xfrm>
          <a:prstGeom prst="ellipse">
            <a:avLst/>
          </a:prstGeom>
          <a:solidFill>
            <a:srgbClr val="847190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타원 71">
            <a:extLst>
              <a:ext uri="{FF2B5EF4-FFF2-40B4-BE49-F238E27FC236}">
                <a16:creationId xmlns:a16="http://schemas.microsoft.com/office/drawing/2014/main" id="{F673F5BC-006C-6105-CB82-E0C74C3B2B43}"/>
              </a:ext>
            </a:extLst>
          </p:cNvPr>
          <p:cNvSpPr/>
          <p:nvPr/>
        </p:nvSpPr>
        <p:spPr>
          <a:xfrm>
            <a:off x="-653586" y="1643557"/>
            <a:ext cx="478118" cy="478118"/>
          </a:xfrm>
          <a:prstGeom prst="ellipse">
            <a:avLst/>
          </a:prstGeom>
          <a:solidFill>
            <a:srgbClr val="758171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타원 73">
            <a:extLst>
              <a:ext uri="{FF2B5EF4-FFF2-40B4-BE49-F238E27FC236}">
                <a16:creationId xmlns:a16="http://schemas.microsoft.com/office/drawing/2014/main" id="{F74D80F7-27C2-4612-5EB1-8C7A99956F74}"/>
              </a:ext>
            </a:extLst>
          </p:cNvPr>
          <p:cNvSpPr/>
          <p:nvPr/>
        </p:nvSpPr>
        <p:spPr>
          <a:xfrm>
            <a:off x="-653586" y="3592018"/>
            <a:ext cx="478118" cy="478118"/>
          </a:xfrm>
          <a:prstGeom prst="ellipse">
            <a:avLst/>
          </a:prstGeom>
          <a:solidFill>
            <a:srgbClr val="FDFDFE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794A0391-EE99-22C3-5720-5951EE1EC9F2}"/>
              </a:ext>
            </a:extLst>
          </p:cNvPr>
          <p:cNvSpPr/>
          <p:nvPr/>
        </p:nvSpPr>
        <p:spPr>
          <a:xfrm>
            <a:off x="-653586" y="4241505"/>
            <a:ext cx="478118" cy="478118"/>
          </a:xfrm>
          <a:prstGeom prst="ellipse">
            <a:avLst/>
          </a:prstGeom>
          <a:solidFill>
            <a:srgbClr val="031223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6092CA-77A4-E1DD-B73D-1979FA8F30B2}"/>
              </a:ext>
            </a:extLst>
          </p:cNvPr>
          <p:cNvSpPr txBox="1"/>
          <p:nvPr/>
        </p:nvSpPr>
        <p:spPr>
          <a:xfrm>
            <a:off x="300437" y="976844"/>
            <a:ext cx="476604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들숨으로 확보한 호흡량을 참기로 활용하고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날숨으로 소모하여 평상 호흡으로 복귀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A523B5-21E9-006F-C638-9FAC546E257F}"/>
              </a:ext>
            </a:extLst>
          </p:cNvPr>
          <p:cNvSpPr txBox="1"/>
          <p:nvPr/>
        </p:nvSpPr>
        <p:spPr>
          <a:xfrm>
            <a:off x="11751740" y="6499017"/>
            <a:ext cx="30649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12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301940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A6B687-907E-A244-FFC7-576674BEC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Box 43">
            <a:extLst>
              <a:ext uri="{FF2B5EF4-FFF2-40B4-BE49-F238E27FC236}">
                <a16:creationId xmlns:a16="http://schemas.microsoft.com/office/drawing/2014/main" id="{B149919C-4B70-2A49-9325-D59AECC608D3}"/>
              </a:ext>
            </a:extLst>
          </p:cNvPr>
          <p:cNvSpPr txBox="1"/>
          <p:nvPr/>
        </p:nvSpPr>
        <p:spPr>
          <a:xfrm>
            <a:off x="300437" y="576734"/>
            <a:ext cx="214674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1) </a:t>
            </a:r>
            <a:r>
              <a:rPr lang="ko-KR" altLang="en-US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호흡 행동 규칙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EE82198-A926-2E3F-A8BE-0486D05EAF18}"/>
              </a:ext>
            </a:extLst>
          </p:cNvPr>
          <p:cNvSpPr txBox="1"/>
          <p:nvPr/>
        </p:nvSpPr>
        <p:spPr>
          <a:xfrm>
            <a:off x="312341" y="260477"/>
            <a:ext cx="82586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solidFill>
                  <a:srgbClr val="A07B6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3</a:t>
            </a:r>
            <a:r>
              <a:rPr lang="en-US" altLang="ko-KR" sz="8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시스템 규칙</a:t>
            </a:r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8DAABF1E-3FB8-1445-0192-582E96F1FAAE}"/>
              </a:ext>
            </a:extLst>
          </p:cNvPr>
          <p:cNvCxnSpPr>
            <a:cxnSpLocks/>
            <a:stCxn id="44" idx="3"/>
          </p:cNvCxnSpPr>
          <p:nvPr/>
        </p:nvCxnSpPr>
        <p:spPr>
          <a:xfrm flipV="1">
            <a:off x="2447179" y="738317"/>
            <a:ext cx="9328098" cy="38472"/>
          </a:xfrm>
          <a:prstGeom prst="line">
            <a:avLst/>
          </a:prstGeom>
          <a:ln w="12700">
            <a:solidFill>
              <a:srgbClr val="A07B6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C53C4F9D-C79C-05EF-D82F-099BDD5F2452}"/>
              </a:ext>
            </a:extLst>
          </p:cNvPr>
          <p:cNvSpPr txBox="1"/>
          <p:nvPr/>
        </p:nvSpPr>
        <p:spPr>
          <a:xfrm>
            <a:off x="0" y="-540871"/>
            <a:ext cx="21368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글꼴 </a:t>
            </a:r>
            <a:r>
              <a:rPr lang="ko-KR" altLang="en-US" sz="2000" dirty="0" err="1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온고딕</a:t>
            </a:r>
            <a:r>
              <a:rPr lang="ko-KR" altLang="en-US" sz="2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en-US" altLang="ko-KR" sz="2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20pt</a:t>
            </a:r>
            <a:endParaRPr lang="ko-KR" altLang="en-US" sz="2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DAAC24E-3FC1-255A-7591-E749DFAA1710}"/>
              </a:ext>
            </a:extLst>
          </p:cNvPr>
          <p:cNvSpPr txBox="1"/>
          <p:nvPr/>
        </p:nvSpPr>
        <p:spPr>
          <a:xfrm>
            <a:off x="2136803" y="-463926"/>
            <a:ext cx="535724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5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15p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151B2F2-60E6-80F2-1026-300B0F91A4C8}"/>
              </a:ext>
            </a:extLst>
          </p:cNvPr>
          <p:cNvSpPr txBox="1"/>
          <p:nvPr/>
        </p:nvSpPr>
        <p:spPr>
          <a:xfrm>
            <a:off x="2672527" y="-386982"/>
            <a:ext cx="468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10pt</a:t>
            </a:r>
            <a:endParaRPr lang="ko-KR" altLang="en-US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1745AF1-4665-B824-3912-66981023A4BF}"/>
              </a:ext>
            </a:extLst>
          </p:cNvPr>
          <p:cNvSpPr txBox="1"/>
          <p:nvPr/>
        </p:nvSpPr>
        <p:spPr>
          <a:xfrm>
            <a:off x="3140925" y="-356205"/>
            <a:ext cx="34977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8pt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56" name="타원 55">
            <a:extLst>
              <a:ext uri="{FF2B5EF4-FFF2-40B4-BE49-F238E27FC236}">
                <a16:creationId xmlns:a16="http://schemas.microsoft.com/office/drawing/2014/main" id="{A10319A6-6C19-C253-D92E-02F701746405}"/>
              </a:ext>
            </a:extLst>
          </p:cNvPr>
          <p:cNvSpPr/>
          <p:nvPr/>
        </p:nvSpPr>
        <p:spPr>
          <a:xfrm>
            <a:off x="4103543" y="-434736"/>
            <a:ext cx="293974" cy="293974"/>
          </a:xfrm>
          <a:prstGeom prst="ellipse">
            <a:avLst/>
          </a:prstGeom>
          <a:solidFill>
            <a:srgbClr val="637A96">
              <a:alpha val="10000"/>
            </a:srgbClr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8FB4C76-0357-6E71-16EE-DF795C54D687}"/>
              </a:ext>
            </a:extLst>
          </p:cNvPr>
          <p:cNvSpPr txBox="1"/>
          <p:nvPr/>
        </p:nvSpPr>
        <p:spPr>
          <a:xfrm>
            <a:off x="4399727" y="-386983"/>
            <a:ext cx="252665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투명도 </a:t>
            </a: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90%               70%               30%</a:t>
            </a:r>
            <a:endParaRPr lang="ko-KR" altLang="en-US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60" name="타원 59">
            <a:extLst>
              <a:ext uri="{FF2B5EF4-FFF2-40B4-BE49-F238E27FC236}">
                <a16:creationId xmlns:a16="http://schemas.microsoft.com/office/drawing/2014/main" id="{29CBDD3E-5EC8-1BD6-924D-C747AD1DB1F6}"/>
              </a:ext>
            </a:extLst>
          </p:cNvPr>
          <p:cNvSpPr/>
          <p:nvPr/>
        </p:nvSpPr>
        <p:spPr>
          <a:xfrm>
            <a:off x="5369080" y="-434736"/>
            <a:ext cx="293974" cy="293974"/>
          </a:xfrm>
          <a:prstGeom prst="ellipse">
            <a:avLst/>
          </a:prstGeom>
          <a:solidFill>
            <a:srgbClr val="637A96">
              <a:alpha val="30000"/>
            </a:srgbClr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2370DC95-E442-FB20-2071-4906F51D121B}"/>
              </a:ext>
            </a:extLst>
          </p:cNvPr>
          <p:cNvSpPr/>
          <p:nvPr/>
        </p:nvSpPr>
        <p:spPr>
          <a:xfrm>
            <a:off x="6198530" y="-434736"/>
            <a:ext cx="293974" cy="293974"/>
          </a:xfrm>
          <a:prstGeom prst="ellipse">
            <a:avLst/>
          </a:prstGeom>
          <a:solidFill>
            <a:srgbClr val="637A96">
              <a:alpha val="70000"/>
            </a:srgbClr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C0FF3215-35DA-4561-D7CA-2986D1846FA3}"/>
              </a:ext>
            </a:extLst>
          </p:cNvPr>
          <p:cNvSpPr/>
          <p:nvPr/>
        </p:nvSpPr>
        <p:spPr>
          <a:xfrm>
            <a:off x="-653586" y="344583"/>
            <a:ext cx="478118" cy="478118"/>
          </a:xfrm>
          <a:prstGeom prst="ellipse">
            <a:avLst/>
          </a:prstGeom>
          <a:solidFill>
            <a:srgbClr val="AF7273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AF7273"/>
              </a:solidFill>
            </a:endParaRPr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6CA02385-963F-FE37-2B3F-5C2C0EBD4523}"/>
              </a:ext>
            </a:extLst>
          </p:cNvPr>
          <p:cNvSpPr/>
          <p:nvPr/>
        </p:nvSpPr>
        <p:spPr>
          <a:xfrm>
            <a:off x="-653586" y="2297913"/>
            <a:ext cx="478118" cy="478118"/>
          </a:xfrm>
          <a:prstGeom prst="ellipse">
            <a:avLst/>
          </a:prstGeom>
          <a:solidFill>
            <a:srgbClr val="637A96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타원 67">
            <a:extLst>
              <a:ext uri="{FF2B5EF4-FFF2-40B4-BE49-F238E27FC236}">
                <a16:creationId xmlns:a16="http://schemas.microsoft.com/office/drawing/2014/main" id="{65A926BC-ECBE-7731-D5B0-F7D5B4F76E0F}"/>
              </a:ext>
            </a:extLst>
          </p:cNvPr>
          <p:cNvSpPr/>
          <p:nvPr/>
        </p:nvSpPr>
        <p:spPr>
          <a:xfrm>
            <a:off x="-653586" y="998939"/>
            <a:ext cx="478118" cy="478118"/>
          </a:xfrm>
          <a:prstGeom prst="ellipse">
            <a:avLst/>
          </a:prstGeom>
          <a:solidFill>
            <a:srgbClr val="A07B60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A07B60"/>
              </a:solidFill>
            </a:endParaRPr>
          </a:p>
        </p:txBody>
      </p:sp>
      <p:sp>
        <p:nvSpPr>
          <p:cNvPr id="70" name="타원 69">
            <a:extLst>
              <a:ext uri="{FF2B5EF4-FFF2-40B4-BE49-F238E27FC236}">
                <a16:creationId xmlns:a16="http://schemas.microsoft.com/office/drawing/2014/main" id="{25825285-0E70-5D11-9263-3E6FA889AB2E}"/>
              </a:ext>
            </a:extLst>
          </p:cNvPr>
          <p:cNvSpPr/>
          <p:nvPr/>
        </p:nvSpPr>
        <p:spPr>
          <a:xfrm>
            <a:off x="-653586" y="2942531"/>
            <a:ext cx="478118" cy="478118"/>
          </a:xfrm>
          <a:prstGeom prst="ellipse">
            <a:avLst/>
          </a:prstGeom>
          <a:solidFill>
            <a:srgbClr val="847190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타원 71">
            <a:extLst>
              <a:ext uri="{FF2B5EF4-FFF2-40B4-BE49-F238E27FC236}">
                <a16:creationId xmlns:a16="http://schemas.microsoft.com/office/drawing/2014/main" id="{3C4FCBFC-2956-313C-AD53-4B1AE50E77BA}"/>
              </a:ext>
            </a:extLst>
          </p:cNvPr>
          <p:cNvSpPr/>
          <p:nvPr/>
        </p:nvSpPr>
        <p:spPr>
          <a:xfrm>
            <a:off x="-653586" y="1643557"/>
            <a:ext cx="478118" cy="478118"/>
          </a:xfrm>
          <a:prstGeom prst="ellipse">
            <a:avLst/>
          </a:prstGeom>
          <a:solidFill>
            <a:srgbClr val="758171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타원 73">
            <a:extLst>
              <a:ext uri="{FF2B5EF4-FFF2-40B4-BE49-F238E27FC236}">
                <a16:creationId xmlns:a16="http://schemas.microsoft.com/office/drawing/2014/main" id="{66BD333D-DC0F-28BF-1B76-21C8512BFF99}"/>
              </a:ext>
            </a:extLst>
          </p:cNvPr>
          <p:cNvSpPr/>
          <p:nvPr/>
        </p:nvSpPr>
        <p:spPr>
          <a:xfrm>
            <a:off x="-653586" y="3592018"/>
            <a:ext cx="478118" cy="478118"/>
          </a:xfrm>
          <a:prstGeom prst="ellipse">
            <a:avLst/>
          </a:prstGeom>
          <a:solidFill>
            <a:srgbClr val="FDFDFE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A3872902-4E15-C9F6-F331-06BDA73D4BA6}"/>
              </a:ext>
            </a:extLst>
          </p:cNvPr>
          <p:cNvSpPr/>
          <p:nvPr/>
        </p:nvSpPr>
        <p:spPr>
          <a:xfrm>
            <a:off x="-653586" y="4241505"/>
            <a:ext cx="478118" cy="478118"/>
          </a:xfrm>
          <a:prstGeom prst="ellipse">
            <a:avLst/>
          </a:prstGeom>
          <a:solidFill>
            <a:srgbClr val="031223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8FDEF4-070F-86F5-785B-189C3C490CB9}"/>
              </a:ext>
            </a:extLst>
          </p:cNvPr>
          <p:cNvSpPr txBox="1"/>
          <p:nvPr/>
        </p:nvSpPr>
        <p:spPr>
          <a:xfrm>
            <a:off x="300437" y="976844"/>
            <a:ext cx="476604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들숨으로 확보한 호흡량을 참기로 활용하고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날숨으로 소모하여 평상 호흡으로 복귀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2D1D00D-75A4-190B-4997-A2A334F9DCC3}"/>
              </a:ext>
            </a:extLst>
          </p:cNvPr>
          <p:cNvSpPr txBox="1"/>
          <p:nvPr/>
        </p:nvSpPr>
        <p:spPr>
          <a:xfrm>
            <a:off x="11751740" y="6499017"/>
            <a:ext cx="30649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13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133393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F7DB1C-0DA2-7DF1-1904-AC2F6965C2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Box 43">
            <a:extLst>
              <a:ext uri="{FF2B5EF4-FFF2-40B4-BE49-F238E27FC236}">
                <a16:creationId xmlns:a16="http://schemas.microsoft.com/office/drawing/2014/main" id="{7A646C2F-279A-5552-B0DF-14A75BD7898E}"/>
              </a:ext>
            </a:extLst>
          </p:cNvPr>
          <p:cNvSpPr txBox="1"/>
          <p:nvPr/>
        </p:nvSpPr>
        <p:spPr>
          <a:xfrm>
            <a:off x="300437" y="576734"/>
            <a:ext cx="214674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1) </a:t>
            </a:r>
            <a:r>
              <a:rPr lang="ko-KR" altLang="en-US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호흡 행동 규칙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60F9546-7CF6-55B6-AC15-6447B751C77E}"/>
              </a:ext>
            </a:extLst>
          </p:cNvPr>
          <p:cNvSpPr txBox="1"/>
          <p:nvPr/>
        </p:nvSpPr>
        <p:spPr>
          <a:xfrm>
            <a:off x="312341" y="260477"/>
            <a:ext cx="82586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solidFill>
                  <a:srgbClr val="A07B6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3</a:t>
            </a:r>
            <a:r>
              <a:rPr lang="en-US" altLang="ko-KR" sz="8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시스템 규칙</a:t>
            </a:r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071F7704-21EB-20A2-A8AF-40BADECBD46E}"/>
              </a:ext>
            </a:extLst>
          </p:cNvPr>
          <p:cNvCxnSpPr>
            <a:cxnSpLocks/>
            <a:stCxn id="44" idx="3"/>
          </p:cNvCxnSpPr>
          <p:nvPr/>
        </p:nvCxnSpPr>
        <p:spPr>
          <a:xfrm flipV="1">
            <a:off x="2447179" y="738317"/>
            <a:ext cx="9328098" cy="38472"/>
          </a:xfrm>
          <a:prstGeom prst="line">
            <a:avLst/>
          </a:prstGeom>
          <a:ln w="12700">
            <a:solidFill>
              <a:srgbClr val="A07B6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CB28F81B-41C6-C591-982B-E0C32F600C71}"/>
              </a:ext>
            </a:extLst>
          </p:cNvPr>
          <p:cNvSpPr txBox="1"/>
          <p:nvPr/>
        </p:nvSpPr>
        <p:spPr>
          <a:xfrm>
            <a:off x="0" y="-540871"/>
            <a:ext cx="21368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글꼴 </a:t>
            </a:r>
            <a:r>
              <a:rPr lang="ko-KR" altLang="en-US" sz="2000" dirty="0" err="1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온고딕</a:t>
            </a:r>
            <a:r>
              <a:rPr lang="ko-KR" altLang="en-US" sz="2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en-US" altLang="ko-KR" sz="2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20pt</a:t>
            </a:r>
            <a:endParaRPr lang="ko-KR" altLang="en-US" sz="2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BEBE3A1-F4A6-6812-042D-F4CF3022BB9B}"/>
              </a:ext>
            </a:extLst>
          </p:cNvPr>
          <p:cNvSpPr txBox="1"/>
          <p:nvPr/>
        </p:nvSpPr>
        <p:spPr>
          <a:xfrm>
            <a:off x="2136803" y="-463926"/>
            <a:ext cx="535724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5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15p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AE49E1E-B907-C066-93C4-ADE9C839BF1C}"/>
              </a:ext>
            </a:extLst>
          </p:cNvPr>
          <p:cNvSpPr txBox="1"/>
          <p:nvPr/>
        </p:nvSpPr>
        <p:spPr>
          <a:xfrm>
            <a:off x="2672527" y="-386982"/>
            <a:ext cx="468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10pt</a:t>
            </a:r>
            <a:endParaRPr lang="ko-KR" altLang="en-US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BD192A1-1D97-7C53-A82F-4663A94105B8}"/>
              </a:ext>
            </a:extLst>
          </p:cNvPr>
          <p:cNvSpPr txBox="1"/>
          <p:nvPr/>
        </p:nvSpPr>
        <p:spPr>
          <a:xfrm>
            <a:off x="3140925" y="-356205"/>
            <a:ext cx="34977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8pt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56" name="타원 55">
            <a:extLst>
              <a:ext uri="{FF2B5EF4-FFF2-40B4-BE49-F238E27FC236}">
                <a16:creationId xmlns:a16="http://schemas.microsoft.com/office/drawing/2014/main" id="{DD6C7A8C-D583-F88D-DC4A-9AD70FD8F340}"/>
              </a:ext>
            </a:extLst>
          </p:cNvPr>
          <p:cNvSpPr/>
          <p:nvPr/>
        </p:nvSpPr>
        <p:spPr>
          <a:xfrm>
            <a:off x="4103543" y="-434736"/>
            <a:ext cx="293974" cy="293974"/>
          </a:xfrm>
          <a:prstGeom prst="ellipse">
            <a:avLst/>
          </a:prstGeom>
          <a:solidFill>
            <a:srgbClr val="637A96">
              <a:alpha val="10000"/>
            </a:srgbClr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D9B7B38-942D-D4A6-B4AB-94E17380C053}"/>
              </a:ext>
            </a:extLst>
          </p:cNvPr>
          <p:cNvSpPr txBox="1"/>
          <p:nvPr/>
        </p:nvSpPr>
        <p:spPr>
          <a:xfrm>
            <a:off x="4399727" y="-386983"/>
            <a:ext cx="252665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투명도 </a:t>
            </a: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90%               70%               30%</a:t>
            </a:r>
            <a:endParaRPr lang="ko-KR" altLang="en-US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60" name="타원 59">
            <a:extLst>
              <a:ext uri="{FF2B5EF4-FFF2-40B4-BE49-F238E27FC236}">
                <a16:creationId xmlns:a16="http://schemas.microsoft.com/office/drawing/2014/main" id="{C13C1CA7-233F-E929-53D5-4E017E981701}"/>
              </a:ext>
            </a:extLst>
          </p:cNvPr>
          <p:cNvSpPr/>
          <p:nvPr/>
        </p:nvSpPr>
        <p:spPr>
          <a:xfrm>
            <a:off x="5369080" y="-434736"/>
            <a:ext cx="293974" cy="293974"/>
          </a:xfrm>
          <a:prstGeom prst="ellipse">
            <a:avLst/>
          </a:prstGeom>
          <a:solidFill>
            <a:srgbClr val="637A96">
              <a:alpha val="30000"/>
            </a:srgbClr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F87BE22A-4165-E167-AA28-1D77A369A577}"/>
              </a:ext>
            </a:extLst>
          </p:cNvPr>
          <p:cNvSpPr/>
          <p:nvPr/>
        </p:nvSpPr>
        <p:spPr>
          <a:xfrm>
            <a:off x="6198530" y="-434736"/>
            <a:ext cx="293974" cy="293974"/>
          </a:xfrm>
          <a:prstGeom prst="ellipse">
            <a:avLst/>
          </a:prstGeom>
          <a:solidFill>
            <a:srgbClr val="637A96">
              <a:alpha val="70000"/>
            </a:srgbClr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6B8A571C-B5E7-87E0-830B-7EF3492B24E8}"/>
              </a:ext>
            </a:extLst>
          </p:cNvPr>
          <p:cNvSpPr/>
          <p:nvPr/>
        </p:nvSpPr>
        <p:spPr>
          <a:xfrm>
            <a:off x="-653586" y="344583"/>
            <a:ext cx="478118" cy="478118"/>
          </a:xfrm>
          <a:prstGeom prst="ellipse">
            <a:avLst/>
          </a:prstGeom>
          <a:solidFill>
            <a:srgbClr val="AF7273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AF7273"/>
              </a:solidFill>
            </a:endParaRPr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9522FA18-92B8-B690-75AD-8F512D693F2B}"/>
              </a:ext>
            </a:extLst>
          </p:cNvPr>
          <p:cNvSpPr/>
          <p:nvPr/>
        </p:nvSpPr>
        <p:spPr>
          <a:xfrm>
            <a:off x="-653586" y="2297913"/>
            <a:ext cx="478118" cy="478118"/>
          </a:xfrm>
          <a:prstGeom prst="ellipse">
            <a:avLst/>
          </a:prstGeom>
          <a:solidFill>
            <a:srgbClr val="637A96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타원 67">
            <a:extLst>
              <a:ext uri="{FF2B5EF4-FFF2-40B4-BE49-F238E27FC236}">
                <a16:creationId xmlns:a16="http://schemas.microsoft.com/office/drawing/2014/main" id="{DB508A1F-DF7E-1F40-2CC4-934D23C55053}"/>
              </a:ext>
            </a:extLst>
          </p:cNvPr>
          <p:cNvSpPr/>
          <p:nvPr/>
        </p:nvSpPr>
        <p:spPr>
          <a:xfrm>
            <a:off x="-653586" y="998939"/>
            <a:ext cx="478118" cy="478118"/>
          </a:xfrm>
          <a:prstGeom prst="ellipse">
            <a:avLst/>
          </a:prstGeom>
          <a:solidFill>
            <a:srgbClr val="A07B60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A07B60"/>
              </a:solidFill>
            </a:endParaRPr>
          </a:p>
        </p:txBody>
      </p:sp>
      <p:sp>
        <p:nvSpPr>
          <p:cNvPr id="70" name="타원 69">
            <a:extLst>
              <a:ext uri="{FF2B5EF4-FFF2-40B4-BE49-F238E27FC236}">
                <a16:creationId xmlns:a16="http://schemas.microsoft.com/office/drawing/2014/main" id="{7AB3E14C-8D55-B09B-3FE2-DDE88D65DB71}"/>
              </a:ext>
            </a:extLst>
          </p:cNvPr>
          <p:cNvSpPr/>
          <p:nvPr/>
        </p:nvSpPr>
        <p:spPr>
          <a:xfrm>
            <a:off x="-653586" y="2942531"/>
            <a:ext cx="478118" cy="478118"/>
          </a:xfrm>
          <a:prstGeom prst="ellipse">
            <a:avLst/>
          </a:prstGeom>
          <a:solidFill>
            <a:srgbClr val="847190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타원 71">
            <a:extLst>
              <a:ext uri="{FF2B5EF4-FFF2-40B4-BE49-F238E27FC236}">
                <a16:creationId xmlns:a16="http://schemas.microsoft.com/office/drawing/2014/main" id="{E2A9CE19-3EBF-0608-3B5D-B4D1DB3DAEDE}"/>
              </a:ext>
            </a:extLst>
          </p:cNvPr>
          <p:cNvSpPr/>
          <p:nvPr/>
        </p:nvSpPr>
        <p:spPr>
          <a:xfrm>
            <a:off x="-653586" y="1643557"/>
            <a:ext cx="478118" cy="478118"/>
          </a:xfrm>
          <a:prstGeom prst="ellipse">
            <a:avLst/>
          </a:prstGeom>
          <a:solidFill>
            <a:srgbClr val="758171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타원 73">
            <a:extLst>
              <a:ext uri="{FF2B5EF4-FFF2-40B4-BE49-F238E27FC236}">
                <a16:creationId xmlns:a16="http://schemas.microsoft.com/office/drawing/2014/main" id="{B2262A50-1E66-1EBA-2CDC-A93175B24CD9}"/>
              </a:ext>
            </a:extLst>
          </p:cNvPr>
          <p:cNvSpPr/>
          <p:nvPr/>
        </p:nvSpPr>
        <p:spPr>
          <a:xfrm>
            <a:off x="-653586" y="3592018"/>
            <a:ext cx="478118" cy="478118"/>
          </a:xfrm>
          <a:prstGeom prst="ellipse">
            <a:avLst/>
          </a:prstGeom>
          <a:solidFill>
            <a:srgbClr val="FDFDFE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15E07C65-8CE2-DAAF-8ADE-C382EE556E83}"/>
              </a:ext>
            </a:extLst>
          </p:cNvPr>
          <p:cNvSpPr/>
          <p:nvPr/>
        </p:nvSpPr>
        <p:spPr>
          <a:xfrm>
            <a:off x="-653586" y="4241505"/>
            <a:ext cx="478118" cy="478118"/>
          </a:xfrm>
          <a:prstGeom prst="ellipse">
            <a:avLst/>
          </a:prstGeom>
          <a:solidFill>
            <a:srgbClr val="031223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018E46-BBF5-4128-A4DF-3690514D0E01}"/>
              </a:ext>
            </a:extLst>
          </p:cNvPr>
          <p:cNvSpPr txBox="1"/>
          <p:nvPr/>
        </p:nvSpPr>
        <p:spPr>
          <a:xfrm>
            <a:off x="300437" y="976844"/>
            <a:ext cx="476604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들숨으로 확보한 호흡량을 참기로 활용하고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날숨으로 소모하여 평상 호흡으로 복귀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08ABFF8-E41C-473B-23FD-ED3E78EF3574}"/>
              </a:ext>
            </a:extLst>
          </p:cNvPr>
          <p:cNvSpPr txBox="1"/>
          <p:nvPr/>
        </p:nvSpPr>
        <p:spPr>
          <a:xfrm>
            <a:off x="11751740" y="6499017"/>
            <a:ext cx="30649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14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461744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EF574-6DE2-3607-391B-50AC2BC93E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Box 43">
            <a:extLst>
              <a:ext uri="{FF2B5EF4-FFF2-40B4-BE49-F238E27FC236}">
                <a16:creationId xmlns:a16="http://schemas.microsoft.com/office/drawing/2014/main" id="{07A53E13-E1C2-EC6C-EDE3-4B053F076022}"/>
              </a:ext>
            </a:extLst>
          </p:cNvPr>
          <p:cNvSpPr txBox="1"/>
          <p:nvPr/>
        </p:nvSpPr>
        <p:spPr>
          <a:xfrm>
            <a:off x="300437" y="576734"/>
            <a:ext cx="214674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1) </a:t>
            </a:r>
            <a:r>
              <a:rPr lang="ko-KR" altLang="en-US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호흡 행동 규칙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539C87D-6C1A-FFED-7EB1-9562C5E79321}"/>
              </a:ext>
            </a:extLst>
          </p:cNvPr>
          <p:cNvSpPr txBox="1"/>
          <p:nvPr/>
        </p:nvSpPr>
        <p:spPr>
          <a:xfrm>
            <a:off x="312341" y="260477"/>
            <a:ext cx="82586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solidFill>
                  <a:srgbClr val="A07B6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3</a:t>
            </a:r>
            <a:r>
              <a:rPr lang="en-US" altLang="ko-KR" sz="8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시스템 규칙</a:t>
            </a:r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BA0AB98F-FDCA-9B8B-BDBE-CBE217CA9368}"/>
              </a:ext>
            </a:extLst>
          </p:cNvPr>
          <p:cNvCxnSpPr>
            <a:cxnSpLocks/>
            <a:stCxn id="44" idx="3"/>
          </p:cNvCxnSpPr>
          <p:nvPr/>
        </p:nvCxnSpPr>
        <p:spPr>
          <a:xfrm flipV="1">
            <a:off x="2447179" y="738317"/>
            <a:ext cx="9328098" cy="38472"/>
          </a:xfrm>
          <a:prstGeom prst="line">
            <a:avLst/>
          </a:prstGeom>
          <a:ln w="12700">
            <a:solidFill>
              <a:srgbClr val="A07B6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A0B93029-AD06-FB2B-4215-4D787350C083}"/>
              </a:ext>
            </a:extLst>
          </p:cNvPr>
          <p:cNvSpPr txBox="1"/>
          <p:nvPr/>
        </p:nvSpPr>
        <p:spPr>
          <a:xfrm>
            <a:off x="0" y="-540871"/>
            <a:ext cx="21368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글꼴 </a:t>
            </a:r>
            <a:r>
              <a:rPr lang="ko-KR" altLang="en-US" sz="2000" dirty="0" err="1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온고딕</a:t>
            </a:r>
            <a:r>
              <a:rPr lang="ko-KR" altLang="en-US" sz="2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en-US" altLang="ko-KR" sz="2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20pt</a:t>
            </a:r>
            <a:endParaRPr lang="ko-KR" altLang="en-US" sz="2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654A81F-6DB8-9420-C9EB-CF9AA5C6ED97}"/>
              </a:ext>
            </a:extLst>
          </p:cNvPr>
          <p:cNvSpPr txBox="1"/>
          <p:nvPr/>
        </p:nvSpPr>
        <p:spPr>
          <a:xfrm>
            <a:off x="2136803" y="-463926"/>
            <a:ext cx="535724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5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15p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52FC3B1-4187-09B8-8C05-1F062D8667BD}"/>
              </a:ext>
            </a:extLst>
          </p:cNvPr>
          <p:cNvSpPr txBox="1"/>
          <p:nvPr/>
        </p:nvSpPr>
        <p:spPr>
          <a:xfrm>
            <a:off x="2672527" y="-386982"/>
            <a:ext cx="468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10pt</a:t>
            </a:r>
            <a:endParaRPr lang="ko-KR" altLang="en-US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DA08568-046E-0284-A9B9-365CE0921D93}"/>
              </a:ext>
            </a:extLst>
          </p:cNvPr>
          <p:cNvSpPr txBox="1"/>
          <p:nvPr/>
        </p:nvSpPr>
        <p:spPr>
          <a:xfrm>
            <a:off x="3140925" y="-356205"/>
            <a:ext cx="34977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8pt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56" name="타원 55">
            <a:extLst>
              <a:ext uri="{FF2B5EF4-FFF2-40B4-BE49-F238E27FC236}">
                <a16:creationId xmlns:a16="http://schemas.microsoft.com/office/drawing/2014/main" id="{5221287A-39CC-1FB7-EA66-EB45747D296B}"/>
              </a:ext>
            </a:extLst>
          </p:cNvPr>
          <p:cNvSpPr/>
          <p:nvPr/>
        </p:nvSpPr>
        <p:spPr>
          <a:xfrm>
            <a:off x="4103543" y="-434736"/>
            <a:ext cx="293974" cy="293974"/>
          </a:xfrm>
          <a:prstGeom prst="ellipse">
            <a:avLst/>
          </a:prstGeom>
          <a:solidFill>
            <a:srgbClr val="637A96">
              <a:alpha val="10000"/>
            </a:srgbClr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695C727-49DA-4239-CCB9-4170C2A176C0}"/>
              </a:ext>
            </a:extLst>
          </p:cNvPr>
          <p:cNvSpPr txBox="1"/>
          <p:nvPr/>
        </p:nvSpPr>
        <p:spPr>
          <a:xfrm>
            <a:off x="4399727" y="-386983"/>
            <a:ext cx="252665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투명도 </a:t>
            </a: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90%               70%               30%</a:t>
            </a:r>
            <a:endParaRPr lang="ko-KR" altLang="en-US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60" name="타원 59">
            <a:extLst>
              <a:ext uri="{FF2B5EF4-FFF2-40B4-BE49-F238E27FC236}">
                <a16:creationId xmlns:a16="http://schemas.microsoft.com/office/drawing/2014/main" id="{85BDD0C7-6EF4-009B-CE55-872E5C1D5176}"/>
              </a:ext>
            </a:extLst>
          </p:cNvPr>
          <p:cNvSpPr/>
          <p:nvPr/>
        </p:nvSpPr>
        <p:spPr>
          <a:xfrm>
            <a:off x="5369080" y="-434736"/>
            <a:ext cx="293974" cy="293974"/>
          </a:xfrm>
          <a:prstGeom prst="ellipse">
            <a:avLst/>
          </a:prstGeom>
          <a:solidFill>
            <a:srgbClr val="637A96">
              <a:alpha val="30000"/>
            </a:srgbClr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7E0A32F6-76A1-8932-BF42-2DD595F6D28C}"/>
              </a:ext>
            </a:extLst>
          </p:cNvPr>
          <p:cNvSpPr/>
          <p:nvPr/>
        </p:nvSpPr>
        <p:spPr>
          <a:xfrm>
            <a:off x="6198530" y="-434736"/>
            <a:ext cx="293974" cy="293974"/>
          </a:xfrm>
          <a:prstGeom prst="ellipse">
            <a:avLst/>
          </a:prstGeom>
          <a:solidFill>
            <a:srgbClr val="637A96">
              <a:alpha val="70000"/>
            </a:srgbClr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589171F4-C296-7D0F-580D-DB956AF6C7D2}"/>
              </a:ext>
            </a:extLst>
          </p:cNvPr>
          <p:cNvSpPr/>
          <p:nvPr/>
        </p:nvSpPr>
        <p:spPr>
          <a:xfrm>
            <a:off x="-653586" y="344583"/>
            <a:ext cx="478118" cy="478118"/>
          </a:xfrm>
          <a:prstGeom prst="ellipse">
            <a:avLst/>
          </a:prstGeom>
          <a:solidFill>
            <a:srgbClr val="AF7273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AF7273"/>
              </a:solidFill>
            </a:endParaRPr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09860DD8-2DD5-4EDA-5358-B0A5B503399D}"/>
              </a:ext>
            </a:extLst>
          </p:cNvPr>
          <p:cNvSpPr/>
          <p:nvPr/>
        </p:nvSpPr>
        <p:spPr>
          <a:xfrm>
            <a:off x="-653586" y="2297913"/>
            <a:ext cx="478118" cy="478118"/>
          </a:xfrm>
          <a:prstGeom prst="ellipse">
            <a:avLst/>
          </a:prstGeom>
          <a:solidFill>
            <a:srgbClr val="637A96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타원 67">
            <a:extLst>
              <a:ext uri="{FF2B5EF4-FFF2-40B4-BE49-F238E27FC236}">
                <a16:creationId xmlns:a16="http://schemas.microsoft.com/office/drawing/2014/main" id="{D6A34CF1-4263-1761-0565-19EBEC1BBCD6}"/>
              </a:ext>
            </a:extLst>
          </p:cNvPr>
          <p:cNvSpPr/>
          <p:nvPr/>
        </p:nvSpPr>
        <p:spPr>
          <a:xfrm>
            <a:off x="-653586" y="998939"/>
            <a:ext cx="478118" cy="478118"/>
          </a:xfrm>
          <a:prstGeom prst="ellipse">
            <a:avLst/>
          </a:prstGeom>
          <a:solidFill>
            <a:srgbClr val="A07B60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A07B60"/>
              </a:solidFill>
            </a:endParaRPr>
          </a:p>
        </p:txBody>
      </p:sp>
      <p:sp>
        <p:nvSpPr>
          <p:cNvPr id="70" name="타원 69">
            <a:extLst>
              <a:ext uri="{FF2B5EF4-FFF2-40B4-BE49-F238E27FC236}">
                <a16:creationId xmlns:a16="http://schemas.microsoft.com/office/drawing/2014/main" id="{6CBD34D7-D959-8BA6-A781-B70CE0AB9A2D}"/>
              </a:ext>
            </a:extLst>
          </p:cNvPr>
          <p:cNvSpPr/>
          <p:nvPr/>
        </p:nvSpPr>
        <p:spPr>
          <a:xfrm>
            <a:off x="-653586" y="2942531"/>
            <a:ext cx="478118" cy="478118"/>
          </a:xfrm>
          <a:prstGeom prst="ellipse">
            <a:avLst/>
          </a:prstGeom>
          <a:solidFill>
            <a:srgbClr val="847190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타원 71">
            <a:extLst>
              <a:ext uri="{FF2B5EF4-FFF2-40B4-BE49-F238E27FC236}">
                <a16:creationId xmlns:a16="http://schemas.microsoft.com/office/drawing/2014/main" id="{EA6FA66C-8BB9-8E74-2122-88E86C28C209}"/>
              </a:ext>
            </a:extLst>
          </p:cNvPr>
          <p:cNvSpPr/>
          <p:nvPr/>
        </p:nvSpPr>
        <p:spPr>
          <a:xfrm>
            <a:off x="-653586" y="1643557"/>
            <a:ext cx="478118" cy="478118"/>
          </a:xfrm>
          <a:prstGeom prst="ellipse">
            <a:avLst/>
          </a:prstGeom>
          <a:solidFill>
            <a:srgbClr val="758171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타원 73">
            <a:extLst>
              <a:ext uri="{FF2B5EF4-FFF2-40B4-BE49-F238E27FC236}">
                <a16:creationId xmlns:a16="http://schemas.microsoft.com/office/drawing/2014/main" id="{1694F1D4-7F35-C072-BCE7-B2718EC7E053}"/>
              </a:ext>
            </a:extLst>
          </p:cNvPr>
          <p:cNvSpPr/>
          <p:nvPr/>
        </p:nvSpPr>
        <p:spPr>
          <a:xfrm>
            <a:off x="-653586" y="3592018"/>
            <a:ext cx="478118" cy="478118"/>
          </a:xfrm>
          <a:prstGeom prst="ellipse">
            <a:avLst/>
          </a:prstGeom>
          <a:solidFill>
            <a:srgbClr val="FDFDFE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F7F77AB9-7CA9-81B6-0A1F-3B524A72CEB8}"/>
              </a:ext>
            </a:extLst>
          </p:cNvPr>
          <p:cNvSpPr/>
          <p:nvPr/>
        </p:nvSpPr>
        <p:spPr>
          <a:xfrm>
            <a:off x="-653586" y="4241505"/>
            <a:ext cx="478118" cy="478118"/>
          </a:xfrm>
          <a:prstGeom prst="ellipse">
            <a:avLst/>
          </a:prstGeom>
          <a:solidFill>
            <a:srgbClr val="031223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0333C7-3B63-6299-0780-D2C44B16BDD3}"/>
              </a:ext>
            </a:extLst>
          </p:cNvPr>
          <p:cNvSpPr txBox="1"/>
          <p:nvPr/>
        </p:nvSpPr>
        <p:spPr>
          <a:xfrm>
            <a:off x="300437" y="976844"/>
            <a:ext cx="476604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들숨으로 확보한 호흡량을 참기로 활용하고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날숨으로 소모하여 평상 호흡으로 복귀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7BB68A-F245-0ACF-3EE2-B458C3B6AFD1}"/>
              </a:ext>
            </a:extLst>
          </p:cNvPr>
          <p:cNvSpPr txBox="1"/>
          <p:nvPr/>
        </p:nvSpPr>
        <p:spPr>
          <a:xfrm>
            <a:off x="11751740" y="6499017"/>
            <a:ext cx="30649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15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417413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0960D-00D9-22EE-4966-DF64DBD8B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Box 43">
            <a:extLst>
              <a:ext uri="{FF2B5EF4-FFF2-40B4-BE49-F238E27FC236}">
                <a16:creationId xmlns:a16="http://schemas.microsoft.com/office/drawing/2014/main" id="{2291D2BB-42D0-D3DF-6373-41B4D0B72C28}"/>
              </a:ext>
            </a:extLst>
          </p:cNvPr>
          <p:cNvSpPr txBox="1"/>
          <p:nvPr/>
        </p:nvSpPr>
        <p:spPr>
          <a:xfrm>
            <a:off x="300437" y="576734"/>
            <a:ext cx="214674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1) </a:t>
            </a:r>
            <a:r>
              <a:rPr lang="ko-KR" altLang="en-US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호흡 행동 규칙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9FCE35A-9A6F-6D25-1BB2-574DF9389B4E}"/>
              </a:ext>
            </a:extLst>
          </p:cNvPr>
          <p:cNvSpPr txBox="1"/>
          <p:nvPr/>
        </p:nvSpPr>
        <p:spPr>
          <a:xfrm>
            <a:off x="312341" y="260477"/>
            <a:ext cx="82586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solidFill>
                  <a:srgbClr val="A07B6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3</a:t>
            </a:r>
            <a:r>
              <a:rPr lang="en-US" altLang="ko-KR" sz="8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시스템 규칙</a:t>
            </a:r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73D60400-A6CB-FD6F-50C0-A1784541BFC9}"/>
              </a:ext>
            </a:extLst>
          </p:cNvPr>
          <p:cNvCxnSpPr>
            <a:cxnSpLocks/>
            <a:stCxn id="44" idx="3"/>
          </p:cNvCxnSpPr>
          <p:nvPr/>
        </p:nvCxnSpPr>
        <p:spPr>
          <a:xfrm flipV="1">
            <a:off x="2447179" y="738317"/>
            <a:ext cx="9328098" cy="38472"/>
          </a:xfrm>
          <a:prstGeom prst="line">
            <a:avLst/>
          </a:prstGeom>
          <a:ln w="12700">
            <a:solidFill>
              <a:srgbClr val="A07B6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DA5C3C0F-547A-B7D6-2458-FD6418FD6915}"/>
              </a:ext>
            </a:extLst>
          </p:cNvPr>
          <p:cNvSpPr txBox="1"/>
          <p:nvPr/>
        </p:nvSpPr>
        <p:spPr>
          <a:xfrm>
            <a:off x="0" y="-540871"/>
            <a:ext cx="21368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글꼴 </a:t>
            </a:r>
            <a:r>
              <a:rPr lang="ko-KR" altLang="en-US" sz="2000" dirty="0" err="1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온고딕</a:t>
            </a:r>
            <a:r>
              <a:rPr lang="ko-KR" altLang="en-US" sz="2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en-US" altLang="ko-KR" sz="2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20pt</a:t>
            </a:r>
            <a:endParaRPr lang="ko-KR" altLang="en-US" sz="2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159EC77-7961-474E-B0A8-2618DD3EB33B}"/>
              </a:ext>
            </a:extLst>
          </p:cNvPr>
          <p:cNvSpPr txBox="1"/>
          <p:nvPr/>
        </p:nvSpPr>
        <p:spPr>
          <a:xfrm>
            <a:off x="2136803" y="-463926"/>
            <a:ext cx="535724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5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15p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99505E5-F63B-E2EE-46A3-44F244F7381E}"/>
              </a:ext>
            </a:extLst>
          </p:cNvPr>
          <p:cNvSpPr txBox="1"/>
          <p:nvPr/>
        </p:nvSpPr>
        <p:spPr>
          <a:xfrm>
            <a:off x="2672527" y="-386982"/>
            <a:ext cx="468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10pt</a:t>
            </a:r>
            <a:endParaRPr lang="ko-KR" altLang="en-US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7F9B7C6-06C8-F1D9-6D8C-A6062E9968BE}"/>
              </a:ext>
            </a:extLst>
          </p:cNvPr>
          <p:cNvSpPr txBox="1"/>
          <p:nvPr/>
        </p:nvSpPr>
        <p:spPr>
          <a:xfrm>
            <a:off x="3140925" y="-356205"/>
            <a:ext cx="34977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8pt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56" name="타원 55">
            <a:extLst>
              <a:ext uri="{FF2B5EF4-FFF2-40B4-BE49-F238E27FC236}">
                <a16:creationId xmlns:a16="http://schemas.microsoft.com/office/drawing/2014/main" id="{F5905134-1117-422D-9048-D17C28BEFFCD}"/>
              </a:ext>
            </a:extLst>
          </p:cNvPr>
          <p:cNvSpPr/>
          <p:nvPr/>
        </p:nvSpPr>
        <p:spPr>
          <a:xfrm>
            <a:off x="4103543" y="-434736"/>
            <a:ext cx="293974" cy="293974"/>
          </a:xfrm>
          <a:prstGeom prst="ellipse">
            <a:avLst/>
          </a:prstGeom>
          <a:solidFill>
            <a:srgbClr val="637A96">
              <a:alpha val="10000"/>
            </a:srgbClr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C289D94-0AB4-DE93-3279-D100ABC872DA}"/>
              </a:ext>
            </a:extLst>
          </p:cNvPr>
          <p:cNvSpPr txBox="1"/>
          <p:nvPr/>
        </p:nvSpPr>
        <p:spPr>
          <a:xfrm>
            <a:off x="4399727" y="-386983"/>
            <a:ext cx="252665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투명도 </a:t>
            </a: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90%               70%               30%</a:t>
            </a:r>
            <a:endParaRPr lang="ko-KR" altLang="en-US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60" name="타원 59">
            <a:extLst>
              <a:ext uri="{FF2B5EF4-FFF2-40B4-BE49-F238E27FC236}">
                <a16:creationId xmlns:a16="http://schemas.microsoft.com/office/drawing/2014/main" id="{CE0EB4AE-CA8B-40C3-A5E3-255036502CED}"/>
              </a:ext>
            </a:extLst>
          </p:cNvPr>
          <p:cNvSpPr/>
          <p:nvPr/>
        </p:nvSpPr>
        <p:spPr>
          <a:xfrm>
            <a:off x="5369080" y="-434736"/>
            <a:ext cx="293974" cy="293974"/>
          </a:xfrm>
          <a:prstGeom prst="ellipse">
            <a:avLst/>
          </a:prstGeom>
          <a:solidFill>
            <a:srgbClr val="637A96">
              <a:alpha val="30000"/>
            </a:srgbClr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383430BB-68B8-3F9F-E3B4-EAB799D15325}"/>
              </a:ext>
            </a:extLst>
          </p:cNvPr>
          <p:cNvSpPr/>
          <p:nvPr/>
        </p:nvSpPr>
        <p:spPr>
          <a:xfrm>
            <a:off x="6198530" y="-434736"/>
            <a:ext cx="293974" cy="293974"/>
          </a:xfrm>
          <a:prstGeom prst="ellipse">
            <a:avLst/>
          </a:prstGeom>
          <a:solidFill>
            <a:srgbClr val="637A96">
              <a:alpha val="70000"/>
            </a:srgbClr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34B4F415-537D-6E3E-4A9D-55E0F5088231}"/>
              </a:ext>
            </a:extLst>
          </p:cNvPr>
          <p:cNvSpPr/>
          <p:nvPr/>
        </p:nvSpPr>
        <p:spPr>
          <a:xfrm>
            <a:off x="-653586" y="344583"/>
            <a:ext cx="478118" cy="478118"/>
          </a:xfrm>
          <a:prstGeom prst="ellipse">
            <a:avLst/>
          </a:prstGeom>
          <a:solidFill>
            <a:srgbClr val="AF7273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AF7273"/>
              </a:solidFill>
            </a:endParaRPr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79F825BF-FE30-D777-277A-1FC38ABCD92E}"/>
              </a:ext>
            </a:extLst>
          </p:cNvPr>
          <p:cNvSpPr/>
          <p:nvPr/>
        </p:nvSpPr>
        <p:spPr>
          <a:xfrm>
            <a:off x="-653586" y="2297913"/>
            <a:ext cx="478118" cy="478118"/>
          </a:xfrm>
          <a:prstGeom prst="ellipse">
            <a:avLst/>
          </a:prstGeom>
          <a:solidFill>
            <a:srgbClr val="637A96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타원 67">
            <a:extLst>
              <a:ext uri="{FF2B5EF4-FFF2-40B4-BE49-F238E27FC236}">
                <a16:creationId xmlns:a16="http://schemas.microsoft.com/office/drawing/2014/main" id="{13FDECCD-D3CB-0B9E-8D95-F8E49FBA1466}"/>
              </a:ext>
            </a:extLst>
          </p:cNvPr>
          <p:cNvSpPr/>
          <p:nvPr/>
        </p:nvSpPr>
        <p:spPr>
          <a:xfrm>
            <a:off x="-653586" y="998939"/>
            <a:ext cx="478118" cy="478118"/>
          </a:xfrm>
          <a:prstGeom prst="ellipse">
            <a:avLst/>
          </a:prstGeom>
          <a:solidFill>
            <a:srgbClr val="A07B60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A07B60"/>
              </a:solidFill>
            </a:endParaRPr>
          </a:p>
        </p:txBody>
      </p:sp>
      <p:sp>
        <p:nvSpPr>
          <p:cNvPr id="70" name="타원 69">
            <a:extLst>
              <a:ext uri="{FF2B5EF4-FFF2-40B4-BE49-F238E27FC236}">
                <a16:creationId xmlns:a16="http://schemas.microsoft.com/office/drawing/2014/main" id="{DD9AA700-4CED-7741-EE65-D69E6648CC8E}"/>
              </a:ext>
            </a:extLst>
          </p:cNvPr>
          <p:cNvSpPr/>
          <p:nvPr/>
        </p:nvSpPr>
        <p:spPr>
          <a:xfrm>
            <a:off x="-653586" y="2942531"/>
            <a:ext cx="478118" cy="478118"/>
          </a:xfrm>
          <a:prstGeom prst="ellipse">
            <a:avLst/>
          </a:prstGeom>
          <a:solidFill>
            <a:srgbClr val="847190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타원 71">
            <a:extLst>
              <a:ext uri="{FF2B5EF4-FFF2-40B4-BE49-F238E27FC236}">
                <a16:creationId xmlns:a16="http://schemas.microsoft.com/office/drawing/2014/main" id="{DA1268F0-6F9B-37D7-84BF-C2D9D3FC6598}"/>
              </a:ext>
            </a:extLst>
          </p:cNvPr>
          <p:cNvSpPr/>
          <p:nvPr/>
        </p:nvSpPr>
        <p:spPr>
          <a:xfrm>
            <a:off x="-653586" y="1643557"/>
            <a:ext cx="478118" cy="478118"/>
          </a:xfrm>
          <a:prstGeom prst="ellipse">
            <a:avLst/>
          </a:prstGeom>
          <a:solidFill>
            <a:srgbClr val="758171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타원 73">
            <a:extLst>
              <a:ext uri="{FF2B5EF4-FFF2-40B4-BE49-F238E27FC236}">
                <a16:creationId xmlns:a16="http://schemas.microsoft.com/office/drawing/2014/main" id="{6484E7C9-90AE-EA39-4722-0F8227B15D8D}"/>
              </a:ext>
            </a:extLst>
          </p:cNvPr>
          <p:cNvSpPr/>
          <p:nvPr/>
        </p:nvSpPr>
        <p:spPr>
          <a:xfrm>
            <a:off x="-653586" y="3592018"/>
            <a:ext cx="478118" cy="478118"/>
          </a:xfrm>
          <a:prstGeom prst="ellipse">
            <a:avLst/>
          </a:prstGeom>
          <a:solidFill>
            <a:srgbClr val="FDFDFE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A5B41D00-3732-5899-1940-5C290C6A14B5}"/>
              </a:ext>
            </a:extLst>
          </p:cNvPr>
          <p:cNvSpPr/>
          <p:nvPr/>
        </p:nvSpPr>
        <p:spPr>
          <a:xfrm>
            <a:off x="-653586" y="4241505"/>
            <a:ext cx="478118" cy="478118"/>
          </a:xfrm>
          <a:prstGeom prst="ellipse">
            <a:avLst/>
          </a:prstGeom>
          <a:solidFill>
            <a:srgbClr val="031223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BB0DCB1-E81D-1440-F247-4F0C9DAFDAA8}"/>
              </a:ext>
            </a:extLst>
          </p:cNvPr>
          <p:cNvSpPr txBox="1"/>
          <p:nvPr/>
        </p:nvSpPr>
        <p:spPr>
          <a:xfrm>
            <a:off x="300437" y="976844"/>
            <a:ext cx="476604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들숨으로 확보한 호흡량을 참기로 활용하고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날숨으로 소모하여 평상 호흡으로 복귀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2F24262-342B-184F-9878-43F93A1953B6}"/>
              </a:ext>
            </a:extLst>
          </p:cNvPr>
          <p:cNvSpPr txBox="1"/>
          <p:nvPr/>
        </p:nvSpPr>
        <p:spPr>
          <a:xfrm>
            <a:off x="11751740" y="6499017"/>
            <a:ext cx="30649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16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742330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0F2832-1310-1609-079B-DDEB54FE8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Box 43">
            <a:extLst>
              <a:ext uri="{FF2B5EF4-FFF2-40B4-BE49-F238E27FC236}">
                <a16:creationId xmlns:a16="http://schemas.microsoft.com/office/drawing/2014/main" id="{9AF18FCA-C6A7-AEF6-D4E6-5B82D74F6745}"/>
              </a:ext>
            </a:extLst>
          </p:cNvPr>
          <p:cNvSpPr txBox="1"/>
          <p:nvPr/>
        </p:nvSpPr>
        <p:spPr>
          <a:xfrm>
            <a:off x="300437" y="576734"/>
            <a:ext cx="214674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1) </a:t>
            </a:r>
            <a:r>
              <a:rPr lang="ko-KR" altLang="en-US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호흡 행동 규칙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80B5F35-ABF6-607A-96E6-F396F2061675}"/>
              </a:ext>
            </a:extLst>
          </p:cNvPr>
          <p:cNvSpPr txBox="1"/>
          <p:nvPr/>
        </p:nvSpPr>
        <p:spPr>
          <a:xfrm>
            <a:off x="312341" y="260477"/>
            <a:ext cx="82586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solidFill>
                  <a:srgbClr val="A07B6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3</a:t>
            </a:r>
            <a:r>
              <a:rPr lang="en-US" altLang="ko-KR" sz="8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시스템 규칙</a:t>
            </a:r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3A6642C9-9E0A-A45F-BBDA-C685991078E9}"/>
              </a:ext>
            </a:extLst>
          </p:cNvPr>
          <p:cNvCxnSpPr>
            <a:cxnSpLocks/>
            <a:stCxn id="44" idx="3"/>
          </p:cNvCxnSpPr>
          <p:nvPr/>
        </p:nvCxnSpPr>
        <p:spPr>
          <a:xfrm flipV="1">
            <a:off x="2447179" y="738317"/>
            <a:ext cx="9328098" cy="38472"/>
          </a:xfrm>
          <a:prstGeom prst="line">
            <a:avLst/>
          </a:prstGeom>
          <a:ln w="12700">
            <a:solidFill>
              <a:srgbClr val="A07B6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088CEFCF-9D8E-D020-B93E-DC22262DC366}"/>
              </a:ext>
            </a:extLst>
          </p:cNvPr>
          <p:cNvSpPr txBox="1"/>
          <p:nvPr/>
        </p:nvSpPr>
        <p:spPr>
          <a:xfrm>
            <a:off x="0" y="-540871"/>
            <a:ext cx="21368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글꼴 </a:t>
            </a:r>
            <a:r>
              <a:rPr lang="ko-KR" altLang="en-US" sz="2000" dirty="0" err="1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온고딕</a:t>
            </a:r>
            <a:r>
              <a:rPr lang="ko-KR" altLang="en-US" sz="2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en-US" altLang="ko-KR" sz="2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20pt</a:t>
            </a:r>
            <a:endParaRPr lang="ko-KR" altLang="en-US" sz="2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AA0D8CB-3A4E-F7C7-90E1-59B72F61ED70}"/>
              </a:ext>
            </a:extLst>
          </p:cNvPr>
          <p:cNvSpPr txBox="1"/>
          <p:nvPr/>
        </p:nvSpPr>
        <p:spPr>
          <a:xfrm>
            <a:off x="2136803" y="-463926"/>
            <a:ext cx="535724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5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15p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D5953C1-A198-2E93-99BF-2EBFB3919CF4}"/>
              </a:ext>
            </a:extLst>
          </p:cNvPr>
          <p:cNvSpPr txBox="1"/>
          <p:nvPr/>
        </p:nvSpPr>
        <p:spPr>
          <a:xfrm>
            <a:off x="2672527" y="-386982"/>
            <a:ext cx="468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10pt</a:t>
            </a:r>
            <a:endParaRPr lang="ko-KR" altLang="en-US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219F132-21D9-92E8-DBBF-AD9495192213}"/>
              </a:ext>
            </a:extLst>
          </p:cNvPr>
          <p:cNvSpPr txBox="1"/>
          <p:nvPr/>
        </p:nvSpPr>
        <p:spPr>
          <a:xfrm>
            <a:off x="3140925" y="-356205"/>
            <a:ext cx="34977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8pt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56" name="타원 55">
            <a:extLst>
              <a:ext uri="{FF2B5EF4-FFF2-40B4-BE49-F238E27FC236}">
                <a16:creationId xmlns:a16="http://schemas.microsoft.com/office/drawing/2014/main" id="{BF09F08E-18C4-4863-898E-87087A2AAF57}"/>
              </a:ext>
            </a:extLst>
          </p:cNvPr>
          <p:cNvSpPr/>
          <p:nvPr/>
        </p:nvSpPr>
        <p:spPr>
          <a:xfrm>
            <a:off x="4103543" y="-434736"/>
            <a:ext cx="293974" cy="293974"/>
          </a:xfrm>
          <a:prstGeom prst="ellipse">
            <a:avLst/>
          </a:prstGeom>
          <a:solidFill>
            <a:srgbClr val="637A96">
              <a:alpha val="10000"/>
            </a:srgbClr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DB7E3C7-1F36-A0CD-5AE7-DC43F6F047FF}"/>
              </a:ext>
            </a:extLst>
          </p:cNvPr>
          <p:cNvSpPr txBox="1"/>
          <p:nvPr/>
        </p:nvSpPr>
        <p:spPr>
          <a:xfrm>
            <a:off x="4399727" y="-386983"/>
            <a:ext cx="252665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투명도 </a:t>
            </a: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90%               70%               30%</a:t>
            </a:r>
            <a:endParaRPr lang="ko-KR" altLang="en-US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60" name="타원 59">
            <a:extLst>
              <a:ext uri="{FF2B5EF4-FFF2-40B4-BE49-F238E27FC236}">
                <a16:creationId xmlns:a16="http://schemas.microsoft.com/office/drawing/2014/main" id="{73358D5D-EB3D-A637-C1B8-63C30173A1D0}"/>
              </a:ext>
            </a:extLst>
          </p:cNvPr>
          <p:cNvSpPr/>
          <p:nvPr/>
        </p:nvSpPr>
        <p:spPr>
          <a:xfrm>
            <a:off x="5369080" y="-434736"/>
            <a:ext cx="293974" cy="293974"/>
          </a:xfrm>
          <a:prstGeom prst="ellipse">
            <a:avLst/>
          </a:prstGeom>
          <a:solidFill>
            <a:srgbClr val="637A96">
              <a:alpha val="30000"/>
            </a:srgbClr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C0774417-0F74-8F5C-9CCA-D470CF977F28}"/>
              </a:ext>
            </a:extLst>
          </p:cNvPr>
          <p:cNvSpPr/>
          <p:nvPr/>
        </p:nvSpPr>
        <p:spPr>
          <a:xfrm>
            <a:off x="6198530" y="-434736"/>
            <a:ext cx="293974" cy="293974"/>
          </a:xfrm>
          <a:prstGeom prst="ellipse">
            <a:avLst/>
          </a:prstGeom>
          <a:solidFill>
            <a:srgbClr val="637A96">
              <a:alpha val="70000"/>
            </a:srgbClr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3C46E6F2-957E-F77A-56F0-2D09D3117B13}"/>
              </a:ext>
            </a:extLst>
          </p:cNvPr>
          <p:cNvSpPr/>
          <p:nvPr/>
        </p:nvSpPr>
        <p:spPr>
          <a:xfrm>
            <a:off x="-653586" y="344583"/>
            <a:ext cx="478118" cy="478118"/>
          </a:xfrm>
          <a:prstGeom prst="ellipse">
            <a:avLst/>
          </a:prstGeom>
          <a:solidFill>
            <a:srgbClr val="AF7273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AF7273"/>
              </a:solidFill>
            </a:endParaRPr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16C8B1FE-A92D-234F-0183-8CD281AA90A0}"/>
              </a:ext>
            </a:extLst>
          </p:cNvPr>
          <p:cNvSpPr/>
          <p:nvPr/>
        </p:nvSpPr>
        <p:spPr>
          <a:xfrm>
            <a:off x="-653586" y="2297913"/>
            <a:ext cx="478118" cy="478118"/>
          </a:xfrm>
          <a:prstGeom prst="ellipse">
            <a:avLst/>
          </a:prstGeom>
          <a:solidFill>
            <a:srgbClr val="637A96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타원 67">
            <a:extLst>
              <a:ext uri="{FF2B5EF4-FFF2-40B4-BE49-F238E27FC236}">
                <a16:creationId xmlns:a16="http://schemas.microsoft.com/office/drawing/2014/main" id="{63DCC799-1BDB-DDB3-942F-0286CA655063}"/>
              </a:ext>
            </a:extLst>
          </p:cNvPr>
          <p:cNvSpPr/>
          <p:nvPr/>
        </p:nvSpPr>
        <p:spPr>
          <a:xfrm>
            <a:off x="-653586" y="998939"/>
            <a:ext cx="478118" cy="478118"/>
          </a:xfrm>
          <a:prstGeom prst="ellipse">
            <a:avLst/>
          </a:prstGeom>
          <a:solidFill>
            <a:srgbClr val="A07B60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A07B60"/>
              </a:solidFill>
            </a:endParaRPr>
          </a:p>
        </p:txBody>
      </p:sp>
      <p:sp>
        <p:nvSpPr>
          <p:cNvPr id="70" name="타원 69">
            <a:extLst>
              <a:ext uri="{FF2B5EF4-FFF2-40B4-BE49-F238E27FC236}">
                <a16:creationId xmlns:a16="http://schemas.microsoft.com/office/drawing/2014/main" id="{F158A653-F2A2-11D9-8290-D6D013FDADA9}"/>
              </a:ext>
            </a:extLst>
          </p:cNvPr>
          <p:cNvSpPr/>
          <p:nvPr/>
        </p:nvSpPr>
        <p:spPr>
          <a:xfrm>
            <a:off x="-653586" y="2942531"/>
            <a:ext cx="478118" cy="478118"/>
          </a:xfrm>
          <a:prstGeom prst="ellipse">
            <a:avLst/>
          </a:prstGeom>
          <a:solidFill>
            <a:srgbClr val="847190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타원 71">
            <a:extLst>
              <a:ext uri="{FF2B5EF4-FFF2-40B4-BE49-F238E27FC236}">
                <a16:creationId xmlns:a16="http://schemas.microsoft.com/office/drawing/2014/main" id="{F3E1F660-D4CE-5733-4307-C31DCC107DC7}"/>
              </a:ext>
            </a:extLst>
          </p:cNvPr>
          <p:cNvSpPr/>
          <p:nvPr/>
        </p:nvSpPr>
        <p:spPr>
          <a:xfrm>
            <a:off x="-653586" y="1643557"/>
            <a:ext cx="478118" cy="478118"/>
          </a:xfrm>
          <a:prstGeom prst="ellipse">
            <a:avLst/>
          </a:prstGeom>
          <a:solidFill>
            <a:srgbClr val="758171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타원 73">
            <a:extLst>
              <a:ext uri="{FF2B5EF4-FFF2-40B4-BE49-F238E27FC236}">
                <a16:creationId xmlns:a16="http://schemas.microsoft.com/office/drawing/2014/main" id="{B19D6026-9F60-0720-53D3-7CAADC1BAF53}"/>
              </a:ext>
            </a:extLst>
          </p:cNvPr>
          <p:cNvSpPr/>
          <p:nvPr/>
        </p:nvSpPr>
        <p:spPr>
          <a:xfrm>
            <a:off x="-653586" y="3592018"/>
            <a:ext cx="478118" cy="478118"/>
          </a:xfrm>
          <a:prstGeom prst="ellipse">
            <a:avLst/>
          </a:prstGeom>
          <a:solidFill>
            <a:srgbClr val="FDFDFE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AA43DEB7-192B-E4BA-7301-BD3BA403AC58}"/>
              </a:ext>
            </a:extLst>
          </p:cNvPr>
          <p:cNvSpPr/>
          <p:nvPr/>
        </p:nvSpPr>
        <p:spPr>
          <a:xfrm>
            <a:off x="-653586" y="4241505"/>
            <a:ext cx="478118" cy="478118"/>
          </a:xfrm>
          <a:prstGeom prst="ellipse">
            <a:avLst/>
          </a:prstGeom>
          <a:solidFill>
            <a:srgbClr val="031223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ACC311-4767-F382-83CE-03A3E8CCEA40}"/>
              </a:ext>
            </a:extLst>
          </p:cNvPr>
          <p:cNvSpPr txBox="1"/>
          <p:nvPr/>
        </p:nvSpPr>
        <p:spPr>
          <a:xfrm>
            <a:off x="300437" y="976844"/>
            <a:ext cx="476604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들숨으로 확보한 호흡량을 참기로 활용하고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날숨으로 소모하여 평상 호흡으로 복귀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061C1E-FFC7-6067-2CCF-08F326ED405F}"/>
              </a:ext>
            </a:extLst>
          </p:cNvPr>
          <p:cNvSpPr txBox="1"/>
          <p:nvPr/>
        </p:nvSpPr>
        <p:spPr>
          <a:xfrm>
            <a:off x="11751740" y="6499017"/>
            <a:ext cx="30649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17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566558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8D0007-BE9A-D184-7EF6-3F22ED4F09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Box 43">
            <a:extLst>
              <a:ext uri="{FF2B5EF4-FFF2-40B4-BE49-F238E27FC236}">
                <a16:creationId xmlns:a16="http://schemas.microsoft.com/office/drawing/2014/main" id="{04F8945F-B867-3D6B-5EC2-DE7E3A198291}"/>
              </a:ext>
            </a:extLst>
          </p:cNvPr>
          <p:cNvSpPr txBox="1"/>
          <p:nvPr/>
        </p:nvSpPr>
        <p:spPr>
          <a:xfrm>
            <a:off x="300437" y="576734"/>
            <a:ext cx="214674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1) </a:t>
            </a:r>
            <a:r>
              <a:rPr lang="ko-KR" altLang="en-US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호흡 행동 규칙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EF6ADCC-D339-4BBE-F1C1-6EBB09162E0C}"/>
              </a:ext>
            </a:extLst>
          </p:cNvPr>
          <p:cNvSpPr txBox="1"/>
          <p:nvPr/>
        </p:nvSpPr>
        <p:spPr>
          <a:xfrm>
            <a:off x="312341" y="260477"/>
            <a:ext cx="82586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solidFill>
                  <a:srgbClr val="A07B6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3</a:t>
            </a:r>
            <a:r>
              <a:rPr lang="en-US" altLang="ko-KR" sz="8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시스템 규칙</a:t>
            </a:r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3897229E-1E9C-203A-2A86-515B88B5FF0A}"/>
              </a:ext>
            </a:extLst>
          </p:cNvPr>
          <p:cNvCxnSpPr>
            <a:cxnSpLocks/>
            <a:stCxn id="44" idx="3"/>
          </p:cNvCxnSpPr>
          <p:nvPr/>
        </p:nvCxnSpPr>
        <p:spPr>
          <a:xfrm flipV="1">
            <a:off x="2447179" y="738317"/>
            <a:ext cx="9328098" cy="38472"/>
          </a:xfrm>
          <a:prstGeom prst="line">
            <a:avLst/>
          </a:prstGeom>
          <a:ln w="12700">
            <a:solidFill>
              <a:srgbClr val="A07B6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4C31DA61-0E4C-7673-30DC-0E6A8E5EFC5E}"/>
              </a:ext>
            </a:extLst>
          </p:cNvPr>
          <p:cNvSpPr txBox="1"/>
          <p:nvPr/>
        </p:nvSpPr>
        <p:spPr>
          <a:xfrm>
            <a:off x="0" y="-540871"/>
            <a:ext cx="21368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글꼴 </a:t>
            </a:r>
            <a:r>
              <a:rPr lang="ko-KR" altLang="en-US" sz="2000" dirty="0" err="1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온고딕</a:t>
            </a:r>
            <a:r>
              <a:rPr lang="ko-KR" altLang="en-US" sz="2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en-US" altLang="ko-KR" sz="2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20pt</a:t>
            </a:r>
            <a:endParaRPr lang="ko-KR" altLang="en-US" sz="2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A79573F-BE29-EB3C-3D7F-172B79B3888F}"/>
              </a:ext>
            </a:extLst>
          </p:cNvPr>
          <p:cNvSpPr txBox="1"/>
          <p:nvPr/>
        </p:nvSpPr>
        <p:spPr>
          <a:xfrm>
            <a:off x="2136803" y="-463926"/>
            <a:ext cx="535724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5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15p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81C89D7-DBFD-0180-F296-765C34AB18D6}"/>
              </a:ext>
            </a:extLst>
          </p:cNvPr>
          <p:cNvSpPr txBox="1"/>
          <p:nvPr/>
        </p:nvSpPr>
        <p:spPr>
          <a:xfrm>
            <a:off x="2672527" y="-386982"/>
            <a:ext cx="468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10pt</a:t>
            </a:r>
            <a:endParaRPr lang="ko-KR" altLang="en-US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842B972-AC9C-F30F-60D1-EA5A3745A7D0}"/>
              </a:ext>
            </a:extLst>
          </p:cNvPr>
          <p:cNvSpPr txBox="1"/>
          <p:nvPr/>
        </p:nvSpPr>
        <p:spPr>
          <a:xfrm>
            <a:off x="3140925" y="-356205"/>
            <a:ext cx="34977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8pt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56" name="타원 55">
            <a:extLst>
              <a:ext uri="{FF2B5EF4-FFF2-40B4-BE49-F238E27FC236}">
                <a16:creationId xmlns:a16="http://schemas.microsoft.com/office/drawing/2014/main" id="{BEE815FA-7296-FFBA-D6F6-42BEA2D5EDEE}"/>
              </a:ext>
            </a:extLst>
          </p:cNvPr>
          <p:cNvSpPr/>
          <p:nvPr/>
        </p:nvSpPr>
        <p:spPr>
          <a:xfrm>
            <a:off x="4103543" y="-434736"/>
            <a:ext cx="293974" cy="293974"/>
          </a:xfrm>
          <a:prstGeom prst="ellipse">
            <a:avLst/>
          </a:prstGeom>
          <a:solidFill>
            <a:srgbClr val="637A96">
              <a:alpha val="10000"/>
            </a:srgbClr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4043138-332D-B5BF-FE18-103D0570204A}"/>
              </a:ext>
            </a:extLst>
          </p:cNvPr>
          <p:cNvSpPr txBox="1"/>
          <p:nvPr/>
        </p:nvSpPr>
        <p:spPr>
          <a:xfrm>
            <a:off x="4399727" y="-386983"/>
            <a:ext cx="252665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투명도 </a:t>
            </a: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90%               70%               30%</a:t>
            </a:r>
            <a:endParaRPr lang="ko-KR" altLang="en-US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60" name="타원 59">
            <a:extLst>
              <a:ext uri="{FF2B5EF4-FFF2-40B4-BE49-F238E27FC236}">
                <a16:creationId xmlns:a16="http://schemas.microsoft.com/office/drawing/2014/main" id="{07430176-AF0D-FFEE-5393-BDAE446DA64F}"/>
              </a:ext>
            </a:extLst>
          </p:cNvPr>
          <p:cNvSpPr/>
          <p:nvPr/>
        </p:nvSpPr>
        <p:spPr>
          <a:xfrm>
            <a:off x="5369080" y="-434736"/>
            <a:ext cx="293974" cy="293974"/>
          </a:xfrm>
          <a:prstGeom prst="ellipse">
            <a:avLst/>
          </a:prstGeom>
          <a:solidFill>
            <a:srgbClr val="637A96">
              <a:alpha val="30000"/>
            </a:srgbClr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4BD3E2FA-75C0-FF64-1609-BF3DD89F8508}"/>
              </a:ext>
            </a:extLst>
          </p:cNvPr>
          <p:cNvSpPr/>
          <p:nvPr/>
        </p:nvSpPr>
        <p:spPr>
          <a:xfrm>
            <a:off x="6198530" y="-434736"/>
            <a:ext cx="293974" cy="293974"/>
          </a:xfrm>
          <a:prstGeom prst="ellipse">
            <a:avLst/>
          </a:prstGeom>
          <a:solidFill>
            <a:srgbClr val="637A96">
              <a:alpha val="70000"/>
            </a:srgbClr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C62C81C6-BB2F-0B6F-457B-B8F8E9AEF5F6}"/>
              </a:ext>
            </a:extLst>
          </p:cNvPr>
          <p:cNvSpPr/>
          <p:nvPr/>
        </p:nvSpPr>
        <p:spPr>
          <a:xfrm>
            <a:off x="-653586" y="344583"/>
            <a:ext cx="478118" cy="478118"/>
          </a:xfrm>
          <a:prstGeom prst="ellipse">
            <a:avLst/>
          </a:prstGeom>
          <a:solidFill>
            <a:srgbClr val="AF7273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AF7273"/>
              </a:solidFill>
            </a:endParaRPr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B42FBE42-C22D-5D49-FE44-F494D613E9FA}"/>
              </a:ext>
            </a:extLst>
          </p:cNvPr>
          <p:cNvSpPr/>
          <p:nvPr/>
        </p:nvSpPr>
        <p:spPr>
          <a:xfrm>
            <a:off x="-653586" y="2297913"/>
            <a:ext cx="478118" cy="478118"/>
          </a:xfrm>
          <a:prstGeom prst="ellipse">
            <a:avLst/>
          </a:prstGeom>
          <a:solidFill>
            <a:srgbClr val="637A96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타원 67">
            <a:extLst>
              <a:ext uri="{FF2B5EF4-FFF2-40B4-BE49-F238E27FC236}">
                <a16:creationId xmlns:a16="http://schemas.microsoft.com/office/drawing/2014/main" id="{7A3720ED-FB44-1E22-5E49-55060ECA40CB}"/>
              </a:ext>
            </a:extLst>
          </p:cNvPr>
          <p:cNvSpPr/>
          <p:nvPr/>
        </p:nvSpPr>
        <p:spPr>
          <a:xfrm>
            <a:off x="-653586" y="998939"/>
            <a:ext cx="478118" cy="478118"/>
          </a:xfrm>
          <a:prstGeom prst="ellipse">
            <a:avLst/>
          </a:prstGeom>
          <a:solidFill>
            <a:srgbClr val="A07B60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A07B60"/>
              </a:solidFill>
            </a:endParaRPr>
          </a:p>
        </p:txBody>
      </p:sp>
      <p:sp>
        <p:nvSpPr>
          <p:cNvPr id="70" name="타원 69">
            <a:extLst>
              <a:ext uri="{FF2B5EF4-FFF2-40B4-BE49-F238E27FC236}">
                <a16:creationId xmlns:a16="http://schemas.microsoft.com/office/drawing/2014/main" id="{2CB6C9E0-F0CF-1FD6-BDEE-6CB7EE93AD0A}"/>
              </a:ext>
            </a:extLst>
          </p:cNvPr>
          <p:cNvSpPr/>
          <p:nvPr/>
        </p:nvSpPr>
        <p:spPr>
          <a:xfrm>
            <a:off x="-653586" y="2942531"/>
            <a:ext cx="478118" cy="478118"/>
          </a:xfrm>
          <a:prstGeom prst="ellipse">
            <a:avLst/>
          </a:prstGeom>
          <a:solidFill>
            <a:srgbClr val="847190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타원 71">
            <a:extLst>
              <a:ext uri="{FF2B5EF4-FFF2-40B4-BE49-F238E27FC236}">
                <a16:creationId xmlns:a16="http://schemas.microsoft.com/office/drawing/2014/main" id="{07D4164E-4FDD-EDB1-DB7B-95B5A161429C}"/>
              </a:ext>
            </a:extLst>
          </p:cNvPr>
          <p:cNvSpPr/>
          <p:nvPr/>
        </p:nvSpPr>
        <p:spPr>
          <a:xfrm>
            <a:off x="-653586" y="1643557"/>
            <a:ext cx="478118" cy="478118"/>
          </a:xfrm>
          <a:prstGeom prst="ellipse">
            <a:avLst/>
          </a:prstGeom>
          <a:solidFill>
            <a:srgbClr val="758171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타원 73">
            <a:extLst>
              <a:ext uri="{FF2B5EF4-FFF2-40B4-BE49-F238E27FC236}">
                <a16:creationId xmlns:a16="http://schemas.microsoft.com/office/drawing/2014/main" id="{1ED0C189-9C39-B406-712D-FC827CFFC2D8}"/>
              </a:ext>
            </a:extLst>
          </p:cNvPr>
          <p:cNvSpPr/>
          <p:nvPr/>
        </p:nvSpPr>
        <p:spPr>
          <a:xfrm>
            <a:off x="-653586" y="3592018"/>
            <a:ext cx="478118" cy="478118"/>
          </a:xfrm>
          <a:prstGeom prst="ellipse">
            <a:avLst/>
          </a:prstGeom>
          <a:solidFill>
            <a:srgbClr val="FDFDFE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4826A8E1-CB20-0A56-E970-A464F92294BB}"/>
              </a:ext>
            </a:extLst>
          </p:cNvPr>
          <p:cNvSpPr/>
          <p:nvPr/>
        </p:nvSpPr>
        <p:spPr>
          <a:xfrm>
            <a:off x="-653586" y="4241505"/>
            <a:ext cx="478118" cy="478118"/>
          </a:xfrm>
          <a:prstGeom prst="ellipse">
            <a:avLst/>
          </a:prstGeom>
          <a:solidFill>
            <a:srgbClr val="031223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1C26B9C-291F-BF2F-B40F-D00A66EF9D89}"/>
              </a:ext>
            </a:extLst>
          </p:cNvPr>
          <p:cNvSpPr txBox="1"/>
          <p:nvPr/>
        </p:nvSpPr>
        <p:spPr>
          <a:xfrm>
            <a:off x="300437" y="976844"/>
            <a:ext cx="476604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들숨으로 확보한 호흡량을 참기로 활용하고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날숨으로 소모하여 평상 호흡으로 복귀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16FC0F-BC8B-E8A6-F340-C8D6BEEA2C83}"/>
              </a:ext>
            </a:extLst>
          </p:cNvPr>
          <p:cNvSpPr txBox="1"/>
          <p:nvPr/>
        </p:nvSpPr>
        <p:spPr>
          <a:xfrm>
            <a:off x="11751740" y="6499017"/>
            <a:ext cx="30649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18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005718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2193D-91A6-B487-76A3-FFE1DC73DC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Box 43">
            <a:extLst>
              <a:ext uri="{FF2B5EF4-FFF2-40B4-BE49-F238E27FC236}">
                <a16:creationId xmlns:a16="http://schemas.microsoft.com/office/drawing/2014/main" id="{EE6DB514-E762-AB7C-B4E6-C2AF1F68F5C9}"/>
              </a:ext>
            </a:extLst>
          </p:cNvPr>
          <p:cNvSpPr txBox="1"/>
          <p:nvPr/>
        </p:nvSpPr>
        <p:spPr>
          <a:xfrm>
            <a:off x="300437" y="576734"/>
            <a:ext cx="214674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1) </a:t>
            </a:r>
            <a:r>
              <a:rPr lang="ko-KR" altLang="en-US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호흡 행동 규칙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ED5C29C-60B5-9555-8F22-7478FC8C38BD}"/>
              </a:ext>
            </a:extLst>
          </p:cNvPr>
          <p:cNvSpPr txBox="1"/>
          <p:nvPr/>
        </p:nvSpPr>
        <p:spPr>
          <a:xfrm>
            <a:off x="312341" y="260477"/>
            <a:ext cx="82586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solidFill>
                  <a:srgbClr val="A07B6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3</a:t>
            </a:r>
            <a:r>
              <a:rPr lang="en-US" altLang="ko-KR" sz="8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시스템 규칙</a:t>
            </a:r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F6DDE877-4798-2E9A-9657-6721050D5A9E}"/>
              </a:ext>
            </a:extLst>
          </p:cNvPr>
          <p:cNvCxnSpPr>
            <a:cxnSpLocks/>
            <a:stCxn id="44" idx="3"/>
          </p:cNvCxnSpPr>
          <p:nvPr/>
        </p:nvCxnSpPr>
        <p:spPr>
          <a:xfrm flipV="1">
            <a:off x="2447179" y="738317"/>
            <a:ext cx="9328098" cy="38472"/>
          </a:xfrm>
          <a:prstGeom prst="line">
            <a:avLst/>
          </a:prstGeom>
          <a:ln w="12700">
            <a:solidFill>
              <a:srgbClr val="A07B6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4CA84FD6-7134-24F2-72A2-7C29747B1419}"/>
              </a:ext>
            </a:extLst>
          </p:cNvPr>
          <p:cNvSpPr txBox="1"/>
          <p:nvPr/>
        </p:nvSpPr>
        <p:spPr>
          <a:xfrm>
            <a:off x="0" y="-540871"/>
            <a:ext cx="21368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글꼴 </a:t>
            </a:r>
            <a:r>
              <a:rPr lang="ko-KR" altLang="en-US" sz="2000" dirty="0" err="1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온고딕</a:t>
            </a:r>
            <a:r>
              <a:rPr lang="ko-KR" altLang="en-US" sz="2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en-US" altLang="ko-KR" sz="2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20pt</a:t>
            </a:r>
            <a:endParaRPr lang="ko-KR" altLang="en-US" sz="2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DB42479-E7A0-AC48-45D9-69798E6AC234}"/>
              </a:ext>
            </a:extLst>
          </p:cNvPr>
          <p:cNvSpPr txBox="1"/>
          <p:nvPr/>
        </p:nvSpPr>
        <p:spPr>
          <a:xfrm>
            <a:off x="2136803" y="-463926"/>
            <a:ext cx="535724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5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15p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5982BB5-972D-E4CF-9DFB-598C642F8D75}"/>
              </a:ext>
            </a:extLst>
          </p:cNvPr>
          <p:cNvSpPr txBox="1"/>
          <p:nvPr/>
        </p:nvSpPr>
        <p:spPr>
          <a:xfrm>
            <a:off x="2672527" y="-386982"/>
            <a:ext cx="468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10pt</a:t>
            </a:r>
            <a:endParaRPr lang="ko-KR" altLang="en-US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D44832C-DD4F-3F44-1448-769E1277FF4D}"/>
              </a:ext>
            </a:extLst>
          </p:cNvPr>
          <p:cNvSpPr txBox="1"/>
          <p:nvPr/>
        </p:nvSpPr>
        <p:spPr>
          <a:xfrm>
            <a:off x="3140925" y="-356205"/>
            <a:ext cx="34977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8pt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56" name="타원 55">
            <a:extLst>
              <a:ext uri="{FF2B5EF4-FFF2-40B4-BE49-F238E27FC236}">
                <a16:creationId xmlns:a16="http://schemas.microsoft.com/office/drawing/2014/main" id="{68F3B19F-B964-F694-5E08-E0A3643AA375}"/>
              </a:ext>
            </a:extLst>
          </p:cNvPr>
          <p:cNvSpPr/>
          <p:nvPr/>
        </p:nvSpPr>
        <p:spPr>
          <a:xfrm>
            <a:off x="4103543" y="-434736"/>
            <a:ext cx="293974" cy="293974"/>
          </a:xfrm>
          <a:prstGeom prst="ellipse">
            <a:avLst/>
          </a:prstGeom>
          <a:solidFill>
            <a:srgbClr val="637A96">
              <a:alpha val="10000"/>
            </a:srgbClr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31C7C46-327A-5CF6-AA48-A7CC1693DF7C}"/>
              </a:ext>
            </a:extLst>
          </p:cNvPr>
          <p:cNvSpPr txBox="1"/>
          <p:nvPr/>
        </p:nvSpPr>
        <p:spPr>
          <a:xfrm>
            <a:off x="4399727" y="-386983"/>
            <a:ext cx="252665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투명도 </a:t>
            </a: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90%               70%               30%</a:t>
            </a:r>
            <a:endParaRPr lang="ko-KR" altLang="en-US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60" name="타원 59">
            <a:extLst>
              <a:ext uri="{FF2B5EF4-FFF2-40B4-BE49-F238E27FC236}">
                <a16:creationId xmlns:a16="http://schemas.microsoft.com/office/drawing/2014/main" id="{9EBDEE02-A572-08D1-094F-3136285B1EE7}"/>
              </a:ext>
            </a:extLst>
          </p:cNvPr>
          <p:cNvSpPr/>
          <p:nvPr/>
        </p:nvSpPr>
        <p:spPr>
          <a:xfrm>
            <a:off x="5369080" y="-434736"/>
            <a:ext cx="293974" cy="293974"/>
          </a:xfrm>
          <a:prstGeom prst="ellipse">
            <a:avLst/>
          </a:prstGeom>
          <a:solidFill>
            <a:srgbClr val="637A96">
              <a:alpha val="30000"/>
            </a:srgbClr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2206395A-93A0-EDEC-2E66-7F63D1CA7CF5}"/>
              </a:ext>
            </a:extLst>
          </p:cNvPr>
          <p:cNvSpPr/>
          <p:nvPr/>
        </p:nvSpPr>
        <p:spPr>
          <a:xfrm>
            <a:off x="6198530" y="-434736"/>
            <a:ext cx="293974" cy="293974"/>
          </a:xfrm>
          <a:prstGeom prst="ellipse">
            <a:avLst/>
          </a:prstGeom>
          <a:solidFill>
            <a:srgbClr val="637A96">
              <a:alpha val="70000"/>
            </a:srgbClr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EFB8062B-EFBC-8C91-D4AB-A1B3588E63E1}"/>
              </a:ext>
            </a:extLst>
          </p:cNvPr>
          <p:cNvSpPr/>
          <p:nvPr/>
        </p:nvSpPr>
        <p:spPr>
          <a:xfrm>
            <a:off x="-653586" y="344583"/>
            <a:ext cx="478118" cy="478118"/>
          </a:xfrm>
          <a:prstGeom prst="ellipse">
            <a:avLst/>
          </a:prstGeom>
          <a:solidFill>
            <a:srgbClr val="AF7273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AF7273"/>
              </a:solidFill>
            </a:endParaRPr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4838DDE6-B5E2-E218-C5F4-46F44B6EE7D9}"/>
              </a:ext>
            </a:extLst>
          </p:cNvPr>
          <p:cNvSpPr/>
          <p:nvPr/>
        </p:nvSpPr>
        <p:spPr>
          <a:xfrm>
            <a:off x="-653586" y="2297913"/>
            <a:ext cx="478118" cy="478118"/>
          </a:xfrm>
          <a:prstGeom prst="ellipse">
            <a:avLst/>
          </a:prstGeom>
          <a:solidFill>
            <a:srgbClr val="637A96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타원 67">
            <a:extLst>
              <a:ext uri="{FF2B5EF4-FFF2-40B4-BE49-F238E27FC236}">
                <a16:creationId xmlns:a16="http://schemas.microsoft.com/office/drawing/2014/main" id="{EE6C17CE-9344-6FAA-A44E-DA587D24AFF7}"/>
              </a:ext>
            </a:extLst>
          </p:cNvPr>
          <p:cNvSpPr/>
          <p:nvPr/>
        </p:nvSpPr>
        <p:spPr>
          <a:xfrm>
            <a:off x="-653586" y="998939"/>
            <a:ext cx="478118" cy="478118"/>
          </a:xfrm>
          <a:prstGeom prst="ellipse">
            <a:avLst/>
          </a:prstGeom>
          <a:solidFill>
            <a:srgbClr val="A07B60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A07B60"/>
              </a:solidFill>
            </a:endParaRPr>
          </a:p>
        </p:txBody>
      </p:sp>
      <p:sp>
        <p:nvSpPr>
          <p:cNvPr id="70" name="타원 69">
            <a:extLst>
              <a:ext uri="{FF2B5EF4-FFF2-40B4-BE49-F238E27FC236}">
                <a16:creationId xmlns:a16="http://schemas.microsoft.com/office/drawing/2014/main" id="{D62970BA-E423-05CE-90C6-E39C646A8CE2}"/>
              </a:ext>
            </a:extLst>
          </p:cNvPr>
          <p:cNvSpPr/>
          <p:nvPr/>
        </p:nvSpPr>
        <p:spPr>
          <a:xfrm>
            <a:off x="-653586" y="2942531"/>
            <a:ext cx="478118" cy="478118"/>
          </a:xfrm>
          <a:prstGeom prst="ellipse">
            <a:avLst/>
          </a:prstGeom>
          <a:solidFill>
            <a:srgbClr val="847190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타원 71">
            <a:extLst>
              <a:ext uri="{FF2B5EF4-FFF2-40B4-BE49-F238E27FC236}">
                <a16:creationId xmlns:a16="http://schemas.microsoft.com/office/drawing/2014/main" id="{D455B25A-A5F8-B59A-1450-7E7228B6B9A6}"/>
              </a:ext>
            </a:extLst>
          </p:cNvPr>
          <p:cNvSpPr/>
          <p:nvPr/>
        </p:nvSpPr>
        <p:spPr>
          <a:xfrm>
            <a:off x="-653586" y="1643557"/>
            <a:ext cx="478118" cy="478118"/>
          </a:xfrm>
          <a:prstGeom prst="ellipse">
            <a:avLst/>
          </a:prstGeom>
          <a:solidFill>
            <a:srgbClr val="758171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타원 73">
            <a:extLst>
              <a:ext uri="{FF2B5EF4-FFF2-40B4-BE49-F238E27FC236}">
                <a16:creationId xmlns:a16="http://schemas.microsoft.com/office/drawing/2014/main" id="{8B8D99F5-0CD6-7813-D7C1-8285E4250498}"/>
              </a:ext>
            </a:extLst>
          </p:cNvPr>
          <p:cNvSpPr/>
          <p:nvPr/>
        </p:nvSpPr>
        <p:spPr>
          <a:xfrm>
            <a:off x="-653586" y="3592018"/>
            <a:ext cx="478118" cy="478118"/>
          </a:xfrm>
          <a:prstGeom prst="ellipse">
            <a:avLst/>
          </a:prstGeom>
          <a:solidFill>
            <a:srgbClr val="FDFDFE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1D62BA9D-05A2-0EDC-DA58-451674E0F3E6}"/>
              </a:ext>
            </a:extLst>
          </p:cNvPr>
          <p:cNvSpPr/>
          <p:nvPr/>
        </p:nvSpPr>
        <p:spPr>
          <a:xfrm>
            <a:off x="-653586" y="4241505"/>
            <a:ext cx="478118" cy="478118"/>
          </a:xfrm>
          <a:prstGeom prst="ellipse">
            <a:avLst/>
          </a:prstGeom>
          <a:solidFill>
            <a:srgbClr val="031223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CB6044B-E199-B771-2879-61EF90E22120}"/>
              </a:ext>
            </a:extLst>
          </p:cNvPr>
          <p:cNvSpPr txBox="1"/>
          <p:nvPr/>
        </p:nvSpPr>
        <p:spPr>
          <a:xfrm>
            <a:off x="300437" y="976844"/>
            <a:ext cx="476604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들숨으로 확보한 호흡량을 참기로 활용하고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날숨으로 소모하여 평상 호흡으로 복귀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9443BE-4A58-2852-85F1-6D4868143800}"/>
              </a:ext>
            </a:extLst>
          </p:cNvPr>
          <p:cNvSpPr txBox="1"/>
          <p:nvPr/>
        </p:nvSpPr>
        <p:spPr>
          <a:xfrm>
            <a:off x="11751741" y="6499017"/>
            <a:ext cx="30649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19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7411623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1F3D0-03DA-14E0-C5A6-DC35D54F41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Box 43">
            <a:extLst>
              <a:ext uri="{FF2B5EF4-FFF2-40B4-BE49-F238E27FC236}">
                <a16:creationId xmlns:a16="http://schemas.microsoft.com/office/drawing/2014/main" id="{CEC2F9FB-4B6D-F404-5CCF-4D1F2A03D9BF}"/>
              </a:ext>
            </a:extLst>
          </p:cNvPr>
          <p:cNvSpPr txBox="1"/>
          <p:nvPr/>
        </p:nvSpPr>
        <p:spPr>
          <a:xfrm>
            <a:off x="300437" y="576734"/>
            <a:ext cx="214674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1) </a:t>
            </a:r>
            <a:r>
              <a:rPr lang="ko-KR" altLang="en-US" sz="20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호흡 행동 규칙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FF9461C-D567-F352-DEF7-8B8B1DC9D276}"/>
              </a:ext>
            </a:extLst>
          </p:cNvPr>
          <p:cNvSpPr txBox="1"/>
          <p:nvPr/>
        </p:nvSpPr>
        <p:spPr>
          <a:xfrm>
            <a:off x="312341" y="260477"/>
            <a:ext cx="82586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solidFill>
                  <a:srgbClr val="A07B60"/>
                </a:solidFill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3</a:t>
            </a:r>
            <a:r>
              <a:rPr lang="en-US" altLang="ko-KR" sz="800" dirty="0">
                <a:latin typeface="KoddiUD 온고딕 Bold" panose="020B0803000000000000" pitchFamily="50" charset="-127"/>
                <a:ea typeface="KoddiUD 온고딕 Bold" panose="020B0803000000000000" pitchFamily="50" charset="-127"/>
              </a:rPr>
              <a:t> </a:t>
            </a:r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시스템 규칙</a:t>
            </a:r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F36BCC7E-A689-A328-C01B-DC04EA0638B5}"/>
              </a:ext>
            </a:extLst>
          </p:cNvPr>
          <p:cNvCxnSpPr>
            <a:cxnSpLocks/>
            <a:stCxn id="44" idx="3"/>
          </p:cNvCxnSpPr>
          <p:nvPr/>
        </p:nvCxnSpPr>
        <p:spPr>
          <a:xfrm flipV="1">
            <a:off x="2447179" y="738317"/>
            <a:ext cx="9328098" cy="38472"/>
          </a:xfrm>
          <a:prstGeom prst="line">
            <a:avLst/>
          </a:prstGeom>
          <a:ln w="12700">
            <a:solidFill>
              <a:srgbClr val="A07B6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DA5E5702-900D-11CB-C64F-7321ABB0F66A}"/>
              </a:ext>
            </a:extLst>
          </p:cNvPr>
          <p:cNvSpPr txBox="1"/>
          <p:nvPr/>
        </p:nvSpPr>
        <p:spPr>
          <a:xfrm>
            <a:off x="0" y="-540871"/>
            <a:ext cx="21368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글꼴 </a:t>
            </a:r>
            <a:r>
              <a:rPr lang="ko-KR" altLang="en-US" sz="2000" dirty="0" err="1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온고딕</a:t>
            </a:r>
            <a:r>
              <a:rPr lang="ko-KR" altLang="en-US" sz="2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en-US" altLang="ko-KR" sz="2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20pt</a:t>
            </a:r>
            <a:endParaRPr lang="ko-KR" altLang="en-US" sz="2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A0B933D-9CAB-DBA3-9A5C-DF432917C17C}"/>
              </a:ext>
            </a:extLst>
          </p:cNvPr>
          <p:cNvSpPr txBox="1"/>
          <p:nvPr/>
        </p:nvSpPr>
        <p:spPr>
          <a:xfrm>
            <a:off x="2136803" y="-463926"/>
            <a:ext cx="535724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5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15p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23272B4-6DB6-B521-C293-9ED07032FDE3}"/>
              </a:ext>
            </a:extLst>
          </p:cNvPr>
          <p:cNvSpPr txBox="1"/>
          <p:nvPr/>
        </p:nvSpPr>
        <p:spPr>
          <a:xfrm>
            <a:off x="2672527" y="-386982"/>
            <a:ext cx="468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10pt</a:t>
            </a:r>
            <a:endParaRPr lang="ko-KR" altLang="en-US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3094D97-FE9F-46CE-AF7A-40333F6F08EF}"/>
              </a:ext>
            </a:extLst>
          </p:cNvPr>
          <p:cNvSpPr txBox="1"/>
          <p:nvPr/>
        </p:nvSpPr>
        <p:spPr>
          <a:xfrm>
            <a:off x="3140925" y="-356205"/>
            <a:ext cx="34977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8pt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56" name="타원 55">
            <a:extLst>
              <a:ext uri="{FF2B5EF4-FFF2-40B4-BE49-F238E27FC236}">
                <a16:creationId xmlns:a16="http://schemas.microsoft.com/office/drawing/2014/main" id="{EF80AC30-A7D4-A308-F1B3-56EFCB26462E}"/>
              </a:ext>
            </a:extLst>
          </p:cNvPr>
          <p:cNvSpPr/>
          <p:nvPr/>
        </p:nvSpPr>
        <p:spPr>
          <a:xfrm>
            <a:off x="4103543" y="-434736"/>
            <a:ext cx="293974" cy="293974"/>
          </a:xfrm>
          <a:prstGeom prst="ellipse">
            <a:avLst/>
          </a:prstGeom>
          <a:solidFill>
            <a:srgbClr val="637A96">
              <a:alpha val="10000"/>
            </a:srgbClr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424446A-EE6B-DD54-1E2E-25B2BCA9BDA5}"/>
              </a:ext>
            </a:extLst>
          </p:cNvPr>
          <p:cNvSpPr txBox="1"/>
          <p:nvPr/>
        </p:nvSpPr>
        <p:spPr>
          <a:xfrm>
            <a:off x="4399727" y="-386983"/>
            <a:ext cx="252665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투명도 </a:t>
            </a: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90%               70%               30%</a:t>
            </a:r>
            <a:endParaRPr lang="ko-KR" altLang="en-US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60" name="타원 59">
            <a:extLst>
              <a:ext uri="{FF2B5EF4-FFF2-40B4-BE49-F238E27FC236}">
                <a16:creationId xmlns:a16="http://schemas.microsoft.com/office/drawing/2014/main" id="{B0BA27FD-3CA9-F71B-5229-DC50E2757C45}"/>
              </a:ext>
            </a:extLst>
          </p:cNvPr>
          <p:cNvSpPr/>
          <p:nvPr/>
        </p:nvSpPr>
        <p:spPr>
          <a:xfrm>
            <a:off x="5369080" y="-434736"/>
            <a:ext cx="293974" cy="293974"/>
          </a:xfrm>
          <a:prstGeom prst="ellipse">
            <a:avLst/>
          </a:prstGeom>
          <a:solidFill>
            <a:srgbClr val="637A96">
              <a:alpha val="30000"/>
            </a:srgbClr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42CAFF76-CC44-09E6-BC59-38689CDFA87D}"/>
              </a:ext>
            </a:extLst>
          </p:cNvPr>
          <p:cNvSpPr/>
          <p:nvPr/>
        </p:nvSpPr>
        <p:spPr>
          <a:xfrm>
            <a:off x="6198530" y="-434736"/>
            <a:ext cx="293974" cy="293974"/>
          </a:xfrm>
          <a:prstGeom prst="ellipse">
            <a:avLst/>
          </a:prstGeom>
          <a:solidFill>
            <a:srgbClr val="637A96">
              <a:alpha val="70000"/>
            </a:srgbClr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B7D3999C-8D38-DF4B-A5E3-53034F1ACEB5}"/>
              </a:ext>
            </a:extLst>
          </p:cNvPr>
          <p:cNvSpPr/>
          <p:nvPr/>
        </p:nvSpPr>
        <p:spPr>
          <a:xfrm>
            <a:off x="-653586" y="344583"/>
            <a:ext cx="478118" cy="478118"/>
          </a:xfrm>
          <a:prstGeom prst="ellipse">
            <a:avLst/>
          </a:prstGeom>
          <a:solidFill>
            <a:srgbClr val="AF7273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AF7273"/>
              </a:solidFill>
            </a:endParaRPr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CACBBE79-B0EE-BDDC-202C-3079B9DCB484}"/>
              </a:ext>
            </a:extLst>
          </p:cNvPr>
          <p:cNvSpPr/>
          <p:nvPr/>
        </p:nvSpPr>
        <p:spPr>
          <a:xfrm>
            <a:off x="-653586" y="2297913"/>
            <a:ext cx="478118" cy="478118"/>
          </a:xfrm>
          <a:prstGeom prst="ellipse">
            <a:avLst/>
          </a:prstGeom>
          <a:solidFill>
            <a:srgbClr val="637A96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타원 67">
            <a:extLst>
              <a:ext uri="{FF2B5EF4-FFF2-40B4-BE49-F238E27FC236}">
                <a16:creationId xmlns:a16="http://schemas.microsoft.com/office/drawing/2014/main" id="{775875E3-A4F8-6D5A-CDFF-6A8461874F1F}"/>
              </a:ext>
            </a:extLst>
          </p:cNvPr>
          <p:cNvSpPr/>
          <p:nvPr/>
        </p:nvSpPr>
        <p:spPr>
          <a:xfrm>
            <a:off x="-653586" y="998939"/>
            <a:ext cx="478118" cy="478118"/>
          </a:xfrm>
          <a:prstGeom prst="ellipse">
            <a:avLst/>
          </a:prstGeom>
          <a:solidFill>
            <a:srgbClr val="A07B60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A07B60"/>
              </a:solidFill>
            </a:endParaRPr>
          </a:p>
        </p:txBody>
      </p:sp>
      <p:sp>
        <p:nvSpPr>
          <p:cNvPr id="70" name="타원 69">
            <a:extLst>
              <a:ext uri="{FF2B5EF4-FFF2-40B4-BE49-F238E27FC236}">
                <a16:creationId xmlns:a16="http://schemas.microsoft.com/office/drawing/2014/main" id="{B8E95BBD-D384-C87F-5D0A-C12444A2EE4D}"/>
              </a:ext>
            </a:extLst>
          </p:cNvPr>
          <p:cNvSpPr/>
          <p:nvPr/>
        </p:nvSpPr>
        <p:spPr>
          <a:xfrm>
            <a:off x="-653586" y="2942531"/>
            <a:ext cx="478118" cy="478118"/>
          </a:xfrm>
          <a:prstGeom prst="ellipse">
            <a:avLst/>
          </a:prstGeom>
          <a:solidFill>
            <a:srgbClr val="847190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타원 71">
            <a:extLst>
              <a:ext uri="{FF2B5EF4-FFF2-40B4-BE49-F238E27FC236}">
                <a16:creationId xmlns:a16="http://schemas.microsoft.com/office/drawing/2014/main" id="{F0B7CB72-8103-F51D-7678-4844518223F3}"/>
              </a:ext>
            </a:extLst>
          </p:cNvPr>
          <p:cNvSpPr/>
          <p:nvPr/>
        </p:nvSpPr>
        <p:spPr>
          <a:xfrm>
            <a:off x="-653586" y="1643557"/>
            <a:ext cx="478118" cy="478118"/>
          </a:xfrm>
          <a:prstGeom prst="ellipse">
            <a:avLst/>
          </a:prstGeom>
          <a:solidFill>
            <a:srgbClr val="758171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타원 73">
            <a:extLst>
              <a:ext uri="{FF2B5EF4-FFF2-40B4-BE49-F238E27FC236}">
                <a16:creationId xmlns:a16="http://schemas.microsoft.com/office/drawing/2014/main" id="{EE8146A9-6606-0797-52AA-69948FE49193}"/>
              </a:ext>
            </a:extLst>
          </p:cNvPr>
          <p:cNvSpPr/>
          <p:nvPr/>
        </p:nvSpPr>
        <p:spPr>
          <a:xfrm>
            <a:off x="-653586" y="3592018"/>
            <a:ext cx="478118" cy="478118"/>
          </a:xfrm>
          <a:prstGeom prst="ellipse">
            <a:avLst/>
          </a:prstGeom>
          <a:solidFill>
            <a:srgbClr val="FDFDFE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A91B4455-1B62-F465-BFB6-404E3C8E3AE6}"/>
              </a:ext>
            </a:extLst>
          </p:cNvPr>
          <p:cNvSpPr/>
          <p:nvPr/>
        </p:nvSpPr>
        <p:spPr>
          <a:xfrm>
            <a:off x="-653586" y="4241505"/>
            <a:ext cx="478118" cy="478118"/>
          </a:xfrm>
          <a:prstGeom prst="ellipse">
            <a:avLst/>
          </a:prstGeom>
          <a:solidFill>
            <a:srgbClr val="031223"/>
          </a:solidFill>
          <a:ln w="127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F7443B-9055-7488-5C1E-9B9C5AA23B1C}"/>
              </a:ext>
            </a:extLst>
          </p:cNvPr>
          <p:cNvSpPr txBox="1"/>
          <p:nvPr/>
        </p:nvSpPr>
        <p:spPr>
          <a:xfrm>
            <a:off x="300437" y="976844"/>
            <a:ext cx="476604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들숨으로 확보한 호흡량을 참기로 활용하고</a:t>
            </a:r>
            <a:r>
              <a:rPr lang="en-US" altLang="ko-KR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1000" dirty="0">
                <a:solidFill>
                  <a:srgbClr val="637A96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날숨으로 소모하여 평상 호흡으로 복귀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FABCBF-DB6D-D707-B0B9-E07588749F10}"/>
              </a:ext>
            </a:extLst>
          </p:cNvPr>
          <p:cNvSpPr txBox="1"/>
          <p:nvPr/>
        </p:nvSpPr>
        <p:spPr>
          <a:xfrm>
            <a:off x="11751740" y="6499017"/>
            <a:ext cx="30649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8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20</a:t>
            </a:r>
            <a:endParaRPr lang="ko-KR" altLang="en-US" sz="8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787001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1247</TotalTime>
  <Words>1837</Words>
  <Application>Microsoft Office PowerPoint</Application>
  <PresentationFormat>와이드스크린</PresentationFormat>
  <Paragraphs>469</Paragraphs>
  <Slides>21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26" baseType="lpstr">
      <vt:lpstr>KoddiUD 온고딕 Bold</vt:lpstr>
      <vt:lpstr>KoddiUD 온고딕 Regular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musukie52@gmail.com</dc:creator>
  <cp:lastModifiedBy>musukie52@gmail.com</cp:lastModifiedBy>
  <cp:revision>1</cp:revision>
  <dcterms:created xsi:type="dcterms:W3CDTF">2026-10-15T06:12:31Z</dcterms:created>
  <dcterms:modified xsi:type="dcterms:W3CDTF">2026-10-18T07:09:58Z</dcterms:modified>
</cp:coreProperties>
</file>